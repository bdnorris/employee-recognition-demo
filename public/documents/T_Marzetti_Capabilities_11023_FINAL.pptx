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3" autoCompressPictures="0">
  <p:sldMasterIdLst>
    <p:sldMasterId id="2147483705" r:id="rId4"/>
  </p:sldMasterIdLst>
  <p:notesMasterIdLst>
    <p:notesMasterId r:id="rId36"/>
  </p:notesMasterIdLst>
  <p:sldIdLst>
    <p:sldId id="9418" r:id="rId5"/>
    <p:sldId id="9421" r:id="rId6"/>
    <p:sldId id="9422" r:id="rId7"/>
    <p:sldId id="264" r:id="rId8"/>
    <p:sldId id="266" r:id="rId9"/>
    <p:sldId id="262" r:id="rId10"/>
    <p:sldId id="9385" r:id="rId11"/>
    <p:sldId id="9397" r:id="rId12"/>
    <p:sldId id="9366" r:id="rId13"/>
    <p:sldId id="9399" r:id="rId14"/>
    <p:sldId id="9400" r:id="rId15"/>
    <p:sldId id="261" r:id="rId16"/>
    <p:sldId id="9401" r:id="rId17"/>
    <p:sldId id="9402" r:id="rId18"/>
    <p:sldId id="9403" r:id="rId19"/>
    <p:sldId id="9404" r:id="rId20"/>
    <p:sldId id="9409" r:id="rId21"/>
    <p:sldId id="9429" r:id="rId22"/>
    <p:sldId id="9407" r:id="rId23"/>
    <p:sldId id="9428" r:id="rId24"/>
    <p:sldId id="9430" r:id="rId25"/>
    <p:sldId id="343" r:id="rId26"/>
    <p:sldId id="9413" r:id="rId27"/>
    <p:sldId id="345" r:id="rId28"/>
    <p:sldId id="349" r:id="rId29"/>
    <p:sldId id="9416" r:id="rId30"/>
    <p:sldId id="9417" r:id="rId31"/>
    <p:sldId id="9414" r:id="rId32"/>
    <p:sldId id="9415" r:id="rId33"/>
    <p:sldId id="9411" r:id="rId34"/>
    <p:sldId id="9424" r:id="rId3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D3CFCE"/>
    <a:srgbClr val="D2CFCE"/>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5731D8C-0FC1-49B7-B937-1966E0100DF5}" v="48" dt="2023-01-13T16:16:59.324"/>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7456"/>
    <p:restoredTop sz="96327"/>
  </p:normalViewPr>
  <p:slideViewPr>
    <p:cSldViewPr snapToGrid="0">
      <p:cViewPr varScale="1">
        <p:scale>
          <a:sx n="112" d="100"/>
          <a:sy n="112" d="100"/>
        </p:scale>
        <p:origin x="984" y="10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theme" Target="theme/theme1.xml"/><Relationship Id="rId21" Type="http://schemas.openxmlformats.org/officeDocument/2006/relationships/slide" Target="slides/slide17.xml"/><Relationship Id="rId34" Type="http://schemas.openxmlformats.org/officeDocument/2006/relationships/slide" Target="slides/slide30.xml"/><Relationship Id="rId42" Type="http://schemas.microsoft.com/office/2015/10/relationships/revisionInfo" Target="revisionInfo.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microsoft.com/office/2016/11/relationships/changesInfo" Target="changesInfos/changesInfo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hrissy Shea" userId="5b999129-b481-43cb-8564-eadb5010aa05" providerId="ADAL" clId="{45731D8C-0FC1-49B7-B937-1966E0100DF5}"/>
    <pc:docChg chg="custSel modMainMaster">
      <pc:chgData name="Chrissy Shea" userId="5b999129-b481-43cb-8564-eadb5010aa05" providerId="ADAL" clId="{45731D8C-0FC1-49B7-B937-1966E0100DF5}" dt="2023-01-13T16:16:59.323" v="65"/>
      <pc:docMkLst>
        <pc:docMk/>
      </pc:docMkLst>
      <pc:sldMasterChg chg="modSldLayout">
        <pc:chgData name="Chrissy Shea" userId="5b999129-b481-43cb-8564-eadb5010aa05" providerId="ADAL" clId="{45731D8C-0FC1-49B7-B937-1966E0100DF5}" dt="2023-01-13T16:16:59.323" v="65"/>
        <pc:sldMasterMkLst>
          <pc:docMk/>
          <pc:sldMasterMk cId="3644168480" sldId="2147483705"/>
        </pc:sldMasterMkLst>
        <pc:sldLayoutChg chg="addSp delSp modSp mod">
          <pc:chgData name="Chrissy Shea" userId="5b999129-b481-43cb-8564-eadb5010aa05" providerId="ADAL" clId="{45731D8C-0FC1-49B7-B937-1966E0100DF5}" dt="2023-01-13T16:16:05.492" v="55" actId="14100"/>
          <pc:sldLayoutMkLst>
            <pc:docMk/>
            <pc:sldMasterMk cId="3644168480" sldId="2147483705"/>
            <pc:sldLayoutMk cId="3087396619" sldId="2147483745"/>
          </pc:sldLayoutMkLst>
          <pc:spChg chg="add mod">
            <ac:chgData name="Chrissy Shea" userId="5b999129-b481-43cb-8564-eadb5010aa05" providerId="ADAL" clId="{45731D8C-0FC1-49B7-B937-1966E0100DF5}" dt="2023-01-13T16:16:05.492" v="55" actId="14100"/>
            <ac:spMkLst>
              <pc:docMk/>
              <pc:sldMasterMk cId="3644168480" sldId="2147483705"/>
              <pc:sldLayoutMk cId="3087396619" sldId="2147483745"/>
              <ac:spMk id="3" creationId="{61B2507F-BCCC-B378-94E9-91221C2BAE56}"/>
            </ac:spMkLst>
          </pc:spChg>
          <pc:spChg chg="mod">
            <ac:chgData name="Chrissy Shea" userId="5b999129-b481-43cb-8564-eadb5010aa05" providerId="ADAL" clId="{45731D8C-0FC1-49B7-B937-1966E0100DF5}" dt="2023-01-13T16:15:06.240" v="29" actId="14100"/>
            <ac:spMkLst>
              <pc:docMk/>
              <pc:sldMasterMk cId="3644168480" sldId="2147483705"/>
              <pc:sldLayoutMk cId="3087396619" sldId="2147483745"/>
              <ac:spMk id="8" creationId="{FB3D1248-4382-128B-04DB-E0786EDA3CFA}"/>
            </ac:spMkLst>
          </pc:spChg>
          <pc:grpChg chg="del">
            <ac:chgData name="Chrissy Shea" userId="5b999129-b481-43cb-8564-eadb5010aa05" providerId="ADAL" clId="{45731D8C-0FC1-49B7-B937-1966E0100DF5}" dt="2023-01-13T16:14:35.656" v="0" actId="478"/>
            <ac:grpSpMkLst>
              <pc:docMk/>
              <pc:sldMasterMk cId="3644168480" sldId="2147483705"/>
              <pc:sldLayoutMk cId="3087396619" sldId="2147483745"/>
              <ac:grpSpMk id="32" creationId="{E75FED39-82ED-63AC-2512-9B3E856327CF}"/>
            </ac:grpSpMkLst>
          </pc:grpChg>
          <pc:picChg chg="mod modCrop">
            <ac:chgData name="Chrissy Shea" userId="5b999129-b481-43cb-8564-eadb5010aa05" providerId="ADAL" clId="{45731D8C-0FC1-49B7-B937-1966E0100DF5}" dt="2023-01-13T16:16:00.729" v="53" actId="1076"/>
            <ac:picMkLst>
              <pc:docMk/>
              <pc:sldMasterMk cId="3644168480" sldId="2147483705"/>
              <pc:sldLayoutMk cId="3087396619" sldId="2147483745"/>
              <ac:picMk id="5" creationId="{704CA446-AF75-5A76-65D4-474AEDE50899}"/>
            </ac:picMkLst>
          </pc:picChg>
        </pc:sldLayoutChg>
        <pc:sldLayoutChg chg="addSp delSp modSp mod">
          <pc:chgData name="Chrissy Shea" userId="5b999129-b481-43cb-8564-eadb5010aa05" providerId="ADAL" clId="{45731D8C-0FC1-49B7-B937-1966E0100DF5}" dt="2023-01-13T16:16:57.147" v="64"/>
          <pc:sldLayoutMkLst>
            <pc:docMk/>
            <pc:sldMasterMk cId="3644168480" sldId="2147483705"/>
            <pc:sldLayoutMk cId="138289743" sldId="2147483746"/>
          </pc:sldLayoutMkLst>
          <pc:spChg chg="add mod">
            <ac:chgData name="Chrissy Shea" userId="5b999129-b481-43cb-8564-eadb5010aa05" providerId="ADAL" clId="{45731D8C-0FC1-49B7-B937-1966E0100DF5}" dt="2023-01-13T16:16:57.147" v="64"/>
            <ac:spMkLst>
              <pc:docMk/>
              <pc:sldMasterMk cId="3644168480" sldId="2147483705"/>
              <pc:sldLayoutMk cId="138289743" sldId="2147483746"/>
              <ac:spMk id="3" creationId="{F385834A-0D12-9703-071F-F21312F04940}"/>
            </ac:spMkLst>
          </pc:spChg>
          <pc:spChg chg="add mod">
            <ac:chgData name="Chrissy Shea" userId="5b999129-b481-43cb-8564-eadb5010aa05" providerId="ADAL" clId="{45731D8C-0FC1-49B7-B937-1966E0100DF5}" dt="2023-01-13T16:16:57.147" v="64"/>
            <ac:spMkLst>
              <pc:docMk/>
              <pc:sldMasterMk cId="3644168480" sldId="2147483705"/>
              <pc:sldLayoutMk cId="138289743" sldId="2147483746"/>
              <ac:spMk id="4" creationId="{95E5D3F2-14A1-6554-0BF0-105A3902A601}"/>
            </ac:spMkLst>
          </pc:spChg>
          <pc:spChg chg="del">
            <ac:chgData name="Chrissy Shea" userId="5b999129-b481-43cb-8564-eadb5010aa05" providerId="ADAL" clId="{45731D8C-0FC1-49B7-B937-1966E0100DF5}" dt="2023-01-13T16:16:13.875" v="56" actId="478"/>
            <ac:spMkLst>
              <pc:docMk/>
              <pc:sldMasterMk cId="3644168480" sldId="2147483705"/>
              <pc:sldLayoutMk cId="138289743" sldId="2147483746"/>
              <ac:spMk id="8" creationId="{FB3D1248-4382-128B-04DB-E0786EDA3CFA}"/>
            </ac:spMkLst>
          </pc:spChg>
          <pc:grpChg chg="del">
            <ac:chgData name="Chrissy Shea" userId="5b999129-b481-43cb-8564-eadb5010aa05" providerId="ADAL" clId="{45731D8C-0FC1-49B7-B937-1966E0100DF5}" dt="2023-01-13T16:16:14.720" v="57" actId="478"/>
            <ac:grpSpMkLst>
              <pc:docMk/>
              <pc:sldMasterMk cId="3644168480" sldId="2147483705"/>
              <pc:sldLayoutMk cId="138289743" sldId="2147483746"/>
              <ac:grpSpMk id="32" creationId="{E75FED39-82ED-63AC-2512-9B3E856327CF}"/>
            </ac:grpSpMkLst>
          </pc:grpChg>
          <pc:picChg chg="mod modCrop">
            <ac:chgData name="Chrissy Shea" userId="5b999129-b481-43cb-8564-eadb5010aa05" providerId="ADAL" clId="{45731D8C-0FC1-49B7-B937-1966E0100DF5}" dt="2023-01-13T16:16:24.172" v="59" actId="14100"/>
            <ac:picMkLst>
              <pc:docMk/>
              <pc:sldMasterMk cId="3644168480" sldId="2147483705"/>
              <pc:sldLayoutMk cId="138289743" sldId="2147483746"/>
              <ac:picMk id="5" creationId="{704CA446-AF75-5A76-65D4-474AEDE50899}"/>
            </ac:picMkLst>
          </pc:picChg>
        </pc:sldLayoutChg>
        <pc:sldLayoutChg chg="addSp delSp modSp mod">
          <pc:chgData name="Chrissy Shea" userId="5b999129-b481-43cb-8564-eadb5010aa05" providerId="ADAL" clId="{45731D8C-0FC1-49B7-B937-1966E0100DF5}" dt="2023-01-13T16:16:59.323" v="65"/>
          <pc:sldLayoutMkLst>
            <pc:docMk/>
            <pc:sldMasterMk cId="3644168480" sldId="2147483705"/>
            <pc:sldLayoutMk cId="2010853505" sldId="2147483747"/>
          </pc:sldLayoutMkLst>
          <pc:spChg chg="add mod">
            <ac:chgData name="Chrissy Shea" userId="5b999129-b481-43cb-8564-eadb5010aa05" providerId="ADAL" clId="{45731D8C-0FC1-49B7-B937-1966E0100DF5}" dt="2023-01-13T16:16:59.323" v="65"/>
            <ac:spMkLst>
              <pc:docMk/>
              <pc:sldMasterMk cId="3644168480" sldId="2147483705"/>
              <pc:sldLayoutMk cId="2010853505" sldId="2147483747"/>
              <ac:spMk id="3" creationId="{F954DF7D-08AD-7974-6CD9-A51EE6EEFDE1}"/>
            </ac:spMkLst>
          </pc:spChg>
          <pc:spChg chg="add mod">
            <ac:chgData name="Chrissy Shea" userId="5b999129-b481-43cb-8564-eadb5010aa05" providerId="ADAL" clId="{45731D8C-0FC1-49B7-B937-1966E0100DF5}" dt="2023-01-13T16:16:59.323" v="65"/>
            <ac:spMkLst>
              <pc:docMk/>
              <pc:sldMasterMk cId="3644168480" sldId="2147483705"/>
              <pc:sldLayoutMk cId="2010853505" sldId="2147483747"/>
              <ac:spMk id="4" creationId="{D9D0D081-4FE1-7D0A-B52B-E415D107B717}"/>
            </ac:spMkLst>
          </pc:spChg>
          <pc:spChg chg="del">
            <ac:chgData name="Chrissy Shea" userId="5b999129-b481-43cb-8564-eadb5010aa05" providerId="ADAL" clId="{45731D8C-0FC1-49B7-B937-1966E0100DF5}" dt="2023-01-13T16:16:31.395" v="60" actId="478"/>
            <ac:spMkLst>
              <pc:docMk/>
              <pc:sldMasterMk cId="3644168480" sldId="2147483705"/>
              <pc:sldLayoutMk cId="2010853505" sldId="2147483747"/>
              <ac:spMk id="8" creationId="{FB3D1248-4382-128B-04DB-E0786EDA3CFA}"/>
            </ac:spMkLst>
          </pc:spChg>
          <pc:grpChg chg="del">
            <ac:chgData name="Chrissy Shea" userId="5b999129-b481-43cb-8564-eadb5010aa05" providerId="ADAL" clId="{45731D8C-0FC1-49B7-B937-1966E0100DF5}" dt="2023-01-13T16:16:32.942" v="61" actId="478"/>
            <ac:grpSpMkLst>
              <pc:docMk/>
              <pc:sldMasterMk cId="3644168480" sldId="2147483705"/>
              <pc:sldLayoutMk cId="2010853505" sldId="2147483747"/>
              <ac:grpSpMk id="32" creationId="{E75FED39-82ED-63AC-2512-9B3E856327CF}"/>
            </ac:grpSpMkLst>
          </pc:grpChg>
          <pc:picChg chg="mod modCrop">
            <ac:chgData name="Chrissy Shea" userId="5b999129-b481-43cb-8564-eadb5010aa05" providerId="ADAL" clId="{45731D8C-0FC1-49B7-B937-1966E0100DF5}" dt="2023-01-13T16:16:46.007" v="63" actId="14100"/>
            <ac:picMkLst>
              <pc:docMk/>
              <pc:sldMasterMk cId="3644168480" sldId="2147483705"/>
              <pc:sldLayoutMk cId="2010853505" sldId="2147483747"/>
              <ac:picMk id="5" creationId="{704CA446-AF75-5A76-65D4-474AEDE50899}"/>
            </ac:picMkLst>
          </pc:picChg>
        </pc:sldLayoutChg>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solidFill>
            <a:ln w="57150">
              <a:noFill/>
            </a:ln>
          </c:spPr>
          <c:dPt>
            <c:idx val="0"/>
            <c:bubble3D val="0"/>
            <c:explosion val="7"/>
            <c:spPr>
              <a:solidFill>
                <a:schemeClr val="tx1"/>
              </a:solidFill>
              <a:ln w="57150">
                <a:noFill/>
              </a:ln>
              <a:effectLst/>
            </c:spPr>
            <c:extLst>
              <c:ext xmlns:c16="http://schemas.microsoft.com/office/drawing/2014/chart" uri="{C3380CC4-5D6E-409C-BE32-E72D297353CC}">
                <c16:uniqueId val="{00000004-2CA2-1D4D-B06A-E79FE8E47113}"/>
              </c:ext>
            </c:extLst>
          </c:dPt>
          <c:dPt>
            <c:idx val="1"/>
            <c:bubble3D val="0"/>
            <c:spPr>
              <a:solidFill>
                <a:schemeClr val="bg1"/>
              </a:solidFill>
              <a:ln w="57150">
                <a:noFill/>
              </a:ln>
              <a:effectLst/>
            </c:spPr>
            <c:extLst>
              <c:ext xmlns:c16="http://schemas.microsoft.com/office/drawing/2014/chart" uri="{C3380CC4-5D6E-409C-BE32-E72D297353CC}">
                <c16:uniqueId val="{00000001-2CA2-1D4D-B06A-E79FE8E47113}"/>
              </c:ext>
            </c:extLst>
          </c:dPt>
          <c:dPt>
            <c:idx val="2"/>
            <c:bubble3D val="0"/>
            <c:spPr>
              <a:solidFill>
                <a:schemeClr val="tx1"/>
              </a:solidFill>
              <a:ln w="57150">
                <a:noFill/>
              </a:ln>
              <a:effectLst/>
            </c:spPr>
            <c:extLst>
              <c:ext xmlns:c16="http://schemas.microsoft.com/office/drawing/2014/chart" uri="{C3380CC4-5D6E-409C-BE32-E72D297353CC}">
                <c16:uniqueId val="{00000005-3511-1245-B253-FAD3DF294455}"/>
              </c:ext>
            </c:extLst>
          </c:dPt>
          <c:dPt>
            <c:idx val="3"/>
            <c:bubble3D val="0"/>
            <c:spPr>
              <a:solidFill>
                <a:schemeClr val="tx1"/>
              </a:solidFill>
              <a:ln w="57150">
                <a:noFill/>
              </a:ln>
              <a:effectLst/>
            </c:spPr>
            <c:extLst>
              <c:ext xmlns:c16="http://schemas.microsoft.com/office/drawing/2014/chart" uri="{C3380CC4-5D6E-409C-BE32-E72D297353CC}">
                <c16:uniqueId val="{00000007-3511-1245-B253-FAD3DF294455}"/>
              </c:ext>
            </c:extLst>
          </c:dPt>
          <c:cat>
            <c:numRef>
              <c:f>Sheet1!$A$2:$A$5</c:f>
              <c:numCache>
                <c:formatCode>General</c:formatCode>
                <c:ptCount val="4"/>
                <c:pt idx="0">
                  <c:v>0</c:v>
                </c:pt>
                <c:pt idx="1">
                  <c:v>0</c:v>
                </c:pt>
                <c:pt idx="2">
                  <c:v>0</c:v>
                </c:pt>
                <c:pt idx="3">
                  <c:v>0</c:v>
                </c:pt>
              </c:numCache>
            </c:numRef>
          </c:cat>
          <c:val>
            <c:numRef>
              <c:f>Sheet1!$B$2:$B$5</c:f>
              <c:numCache>
                <c:formatCode>General</c:formatCode>
                <c:ptCount val="4"/>
                <c:pt idx="0">
                  <c:v>45</c:v>
                </c:pt>
                <c:pt idx="1">
                  <c:v>55</c:v>
                </c:pt>
                <c:pt idx="2">
                  <c:v>0</c:v>
                </c:pt>
                <c:pt idx="3">
                  <c:v>0</c:v>
                </c:pt>
              </c:numCache>
            </c:numRef>
          </c:val>
          <c:extLst>
            <c:ext xmlns:c16="http://schemas.microsoft.com/office/drawing/2014/chart" uri="{C3380CC4-5D6E-409C-BE32-E72D297353CC}">
              <c16:uniqueId val="{00000000-2CA2-1D4D-B06A-E79FE8E4711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b="1" i="0">
                <a:latin typeface="Montserrat" pitchFamily="2" charset="77"/>
              </a:defRPr>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b="1" i="0">
                <a:latin typeface="Montserrat" pitchFamily="2" charset="77"/>
              </a:defRPr>
            </a:lvl1pPr>
          </a:lstStyle>
          <a:p>
            <a:fld id="{B1CC97E0-1606-7041-9189-5DE8B63A920A}" type="datetimeFigureOut">
              <a:rPr lang="en-US" smtClean="0"/>
              <a:pPr/>
              <a:t>1/13/2023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b="1" i="0">
                <a:latin typeface="Montserrat" pitchFamily="2" charset="77"/>
              </a:defRPr>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b="1" i="0">
                <a:latin typeface="Montserrat" pitchFamily="2" charset="77"/>
              </a:defRPr>
            </a:lvl1pPr>
          </a:lstStyle>
          <a:p>
            <a:fld id="{3E65F1EE-A14D-6C49-A7FA-CFC08BCB4AA9}" type="slidenum">
              <a:rPr lang="en-US" smtClean="0"/>
              <a:pPr/>
              <a:t>‹#›</a:t>
            </a:fld>
            <a:endParaRPr lang="en-US" dirty="0"/>
          </a:p>
        </p:txBody>
      </p:sp>
    </p:spTree>
    <p:extLst>
      <p:ext uri="{BB962C8B-B14F-4D97-AF65-F5344CB8AC3E}">
        <p14:creationId xmlns:p14="http://schemas.microsoft.com/office/powerpoint/2010/main" val="3967465494"/>
      </p:ext>
    </p:extLst>
  </p:cSld>
  <p:clrMap bg1="lt1" tx1="dk1" bg2="lt2" tx2="dk2" accent1="accent1" accent2="accent2" accent3="accent3" accent4="accent4" accent5="accent5" accent6="accent6" hlink="hlink" folHlink="folHlink"/>
  <p:notesStyle>
    <a:lvl1pPr marL="0" algn="l" defTabSz="914400" rtl="0" eaLnBrk="1" latinLnBrk="0" hangingPunct="1">
      <a:defRPr sz="1200" b="1" i="0" kern="1200">
        <a:solidFill>
          <a:schemeClr val="tx1"/>
        </a:solidFill>
        <a:latin typeface="Montserrat" pitchFamily="2" charset="77"/>
        <a:ea typeface="+mn-ea"/>
        <a:cs typeface="+mn-cs"/>
      </a:defRPr>
    </a:lvl1pPr>
    <a:lvl2pPr marL="457200" algn="l" defTabSz="914400" rtl="0" eaLnBrk="1" latinLnBrk="0" hangingPunct="1">
      <a:defRPr sz="1200" b="1" i="0" kern="1200">
        <a:solidFill>
          <a:schemeClr val="tx1"/>
        </a:solidFill>
        <a:latin typeface="Montserrat" pitchFamily="2" charset="77"/>
        <a:ea typeface="+mn-ea"/>
        <a:cs typeface="+mn-cs"/>
      </a:defRPr>
    </a:lvl2pPr>
    <a:lvl3pPr marL="914400" algn="l" defTabSz="914400" rtl="0" eaLnBrk="1" latinLnBrk="0" hangingPunct="1">
      <a:defRPr sz="1200" b="1" i="0" kern="1200">
        <a:solidFill>
          <a:schemeClr val="tx1"/>
        </a:solidFill>
        <a:latin typeface="Montserrat" pitchFamily="2" charset="77"/>
        <a:ea typeface="+mn-ea"/>
        <a:cs typeface="+mn-cs"/>
      </a:defRPr>
    </a:lvl3pPr>
    <a:lvl4pPr marL="1371600" algn="l" defTabSz="914400" rtl="0" eaLnBrk="1" latinLnBrk="0" hangingPunct="1">
      <a:defRPr sz="1200" b="1" i="0" kern="1200">
        <a:solidFill>
          <a:schemeClr val="tx1"/>
        </a:solidFill>
        <a:latin typeface="Montserrat" pitchFamily="2" charset="77"/>
        <a:ea typeface="+mn-ea"/>
        <a:cs typeface="+mn-cs"/>
      </a:defRPr>
    </a:lvl4pPr>
    <a:lvl5pPr marL="1828800" algn="l" defTabSz="914400" rtl="0" eaLnBrk="1" latinLnBrk="0" hangingPunct="1">
      <a:defRPr sz="1200" b="1" i="0" kern="1200">
        <a:solidFill>
          <a:schemeClr val="tx1"/>
        </a:solidFill>
        <a:latin typeface="Montserrat" pitchFamily="2" charset="77"/>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23</a:t>
            </a:fld>
            <a:endParaRPr lang="en-US" dirty="0"/>
          </a:p>
        </p:txBody>
      </p:sp>
    </p:spTree>
    <p:extLst>
      <p:ext uri="{BB962C8B-B14F-4D97-AF65-F5344CB8AC3E}">
        <p14:creationId xmlns:p14="http://schemas.microsoft.com/office/powerpoint/2010/main" val="2313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24</a:t>
            </a:fld>
            <a:endParaRPr lang="en-US" dirty="0"/>
          </a:p>
        </p:txBody>
      </p:sp>
    </p:spTree>
    <p:extLst>
      <p:ext uri="{BB962C8B-B14F-4D97-AF65-F5344CB8AC3E}">
        <p14:creationId xmlns:p14="http://schemas.microsoft.com/office/powerpoint/2010/main" val="1726937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25</a:t>
            </a:fld>
            <a:endParaRPr lang="en-US" dirty="0"/>
          </a:p>
        </p:txBody>
      </p:sp>
    </p:spTree>
    <p:extLst>
      <p:ext uri="{BB962C8B-B14F-4D97-AF65-F5344CB8AC3E}">
        <p14:creationId xmlns:p14="http://schemas.microsoft.com/office/powerpoint/2010/main" val="5585105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26</a:t>
            </a:fld>
            <a:endParaRPr lang="en-US" dirty="0"/>
          </a:p>
        </p:txBody>
      </p:sp>
    </p:spTree>
    <p:extLst>
      <p:ext uri="{BB962C8B-B14F-4D97-AF65-F5344CB8AC3E}">
        <p14:creationId xmlns:p14="http://schemas.microsoft.com/office/powerpoint/2010/main" val="149977643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27</a:t>
            </a:fld>
            <a:endParaRPr lang="en-US" dirty="0"/>
          </a:p>
        </p:txBody>
      </p:sp>
    </p:spTree>
    <p:extLst>
      <p:ext uri="{BB962C8B-B14F-4D97-AF65-F5344CB8AC3E}">
        <p14:creationId xmlns:p14="http://schemas.microsoft.com/office/powerpoint/2010/main" val="12660766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28</a:t>
            </a:fld>
            <a:endParaRPr lang="en-US" dirty="0"/>
          </a:p>
        </p:txBody>
      </p:sp>
    </p:spTree>
    <p:extLst>
      <p:ext uri="{BB962C8B-B14F-4D97-AF65-F5344CB8AC3E}">
        <p14:creationId xmlns:p14="http://schemas.microsoft.com/office/powerpoint/2010/main" val="41741409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29</a:t>
            </a:fld>
            <a:endParaRPr lang="en-US" dirty="0"/>
          </a:p>
        </p:txBody>
      </p:sp>
    </p:spTree>
    <p:extLst>
      <p:ext uri="{BB962C8B-B14F-4D97-AF65-F5344CB8AC3E}">
        <p14:creationId xmlns:p14="http://schemas.microsoft.com/office/powerpoint/2010/main" val="27059266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30</a:t>
            </a:fld>
            <a:endParaRPr lang="en-US" dirty="0"/>
          </a:p>
        </p:txBody>
      </p:sp>
    </p:spTree>
    <p:extLst>
      <p:ext uri="{BB962C8B-B14F-4D97-AF65-F5344CB8AC3E}">
        <p14:creationId xmlns:p14="http://schemas.microsoft.com/office/powerpoint/2010/main" val="18325498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5274F98-9201-2F4B-A332-F1C955F873F6}" type="slidenum">
              <a:rPr lang="en-US" smtClean="0"/>
              <a:t>31</a:t>
            </a:fld>
            <a:endParaRPr lang="en-US" dirty="0"/>
          </a:p>
        </p:txBody>
      </p:sp>
    </p:spTree>
    <p:extLst>
      <p:ext uri="{BB962C8B-B14F-4D97-AF65-F5344CB8AC3E}">
        <p14:creationId xmlns:p14="http://schemas.microsoft.com/office/powerpoint/2010/main" val="235503654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emf"/><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emf"/><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0.emf"/><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6036DAF-2F21-027D-3C80-878B076872B1}"/>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0" y="-11430"/>
            <a:ext cx="12192000" cy="6938010"/>
          </a:xfrm>
          <a:prstGeom prst="rect">
            <a:avLst/>
          </a:prstGeom>
          <a:solidFill>
            <a:schemeClr val="accent4"/>
          </a:solidFill>
        </p:spPr>
      </p:pic>
      <p:grpSp>
        <p:nvGrpSpPr>
          <p:cNvPr id="7" name="Group 6">
            <a:extLst>
              <a:ext uri="{FF2B5EF4-FFF2-40B4-BE49-F238E27FC236}">
                <a16:creationId xmlns:a16="http://schemas.microsoft.com/office/drawing/2014/main" id="{C2BC7671-95E2-962E-C120-1AD875DDF613}"/>
              </a:ext>
            </a:extLst>
          </p:cNvPr>
          <p:cNvGrpSpPr/>
          <p:nvPr/>
        </p:nvGrpSpPr>
        <p:grpSpPr>
          <a:xfrm>
            <a:off x="1563720" y="3429000"/>
            <a:ext cx="3327334" cy="235269"/>
            <a:chOff x="5239046" y="4868069"/>
            <a:chExt cx="1717557" cy="121445"/>
          </a:xfrm>
        </p:grpSpPr>
        <p:sp>
          <p:nvSpPr>
            <p:cNvPr id="8" name="Graphic 12">
              <a:extLst>
                <a:ext uri="{FF2B5EF4-FFF2-40B4-BE49-F238E27FC236}">
                  <a16:creationId xmlns:a16="http://schemas.microsoft.com/office/drawing/2014/main" id="{B6F6659B-0AF4-DBFF-5546-59BBD6764484}"/>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0" i="0" dirty="0">
                <a:latin typeface="Montserrat" pitchFamily="2" charset="77"/>
              </a:endParaRPr>
            </a:p>
          </p:txBody>
        </p:sp>
        <p:cxnSp>
          <p:nvCxnSpPr>
            <p:cNvPr id="9" name="Straight Connector 8">
              <a:extLst>
                <a:ext uri="{FF2B5EF4-FFF2-40B4-BE49-F238E27FC236}">
                  <a16:creationId xmlns:a16="http://schemas.microsoft.com/office/drawing/2014/main" id="{E64AEC9E-0E19-F511-2813-0A5B66DA0E0E}"/>
                </a:ext>
              </a:extLst>
            </p:cNvPr>
            <p:cNvCxnSpPr>
              <a:cxnSpLocks/>
            </p:cNvCxnSpPr>
            <p:nvPr/>
          </p:nvCxnSpPr>
          <p:spPr>
            <a:xfrm>
              <a:off x="6248788"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CAAF158-B227-4F4F-11C0-43C4F42FFC00}"/>
                </a:ext>
              </a:extLst>
            </p:cNvPr>
            <p:cNvCxnSpPr>
              <a:cxnSpLocks/>
            </p:cNvCxnSpPr>
            <p:nvPr/>
          </p:nvCxnSpPr>
          <p:spPr>
            <a:xfrm>
              <a:off x="5239046"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11" name="Text Placeholder 13">
            <a:extLst>
              <a:ext uri="{FF2B5EF4-FFF2-40B4-BE49-F238E27FC236}">
                <a16:creationId xmlns:a16="http://schemas.microsoft.com/office/drawing/2014/main" id="{E8E8607F-96B3-F3A7-6EAD-F1A308AA5128}"/>
              </a:ext>
            </a:extLst>
          </p:cNvPr>
          <p:cNvSpPr>
            <a:spLocks noGrp="1"/>
          </p:cNvSpPr>
          <p:nvPr>
            <p:ph type="body" sz="quarter" idx="19" hasCustomPrompt="1"/>
          </p:nvPr>
        </p:nvSpPr>
        <p:spPr>
          <a:xfrm>
            <a:off x="358775" y="2603710"/>
            <a:ext cx="5737225" cy="676165"/>
          </a:xfrm>
        </p:spPr>
        <p:txBody>
          <a:bodyPr anchor="ctr">
            <a:normAutofit/>
          </a:bodyPr>
          <a:lstStyle>
            <a:lvl1pPr algn="ctr">
              <a:defRPr sz="3600" b="1" i="0">
                <a:solidFill>
                  <a:schemeClr val="bg1"/>
                </a:solidFill>
                <a:latin typeface="Montserrat ExtraBold" pitchFamily="2" charset="77"/>
                <a:cs typeface="Gotham Black" pitchFamily="2" charset="0"/>
              </a:defRPr>
            </a:lvl1pPr>
          </a:lstStyle>
          <a:p>
            <a:pPr lvl="0"/>
            <a:r>
              <a:rPr lang="en-US" dirty="0"/>
              <a:t>Capabilities</a:t>
            </a:r>
          </a:p>
        </p:txBody>
      </p:sp>
      <p:sp>
        <p:nvSpPr>
          <p:cNvPr id="12" name="Text Placeholder 15">
            <a:extLst>
              <a:ext uri="{FF2B5EF4-FFF2-40B4-BE49-F238E27FC236}">
                <a16:creationId xmlns:a16="http://schemas.microsoft.com/office/drawing/2014/main" id="{754D8680-8E0F-1495-44E1-CBD5DE50CC72}"/>
              </a:ext>
            </a:extLst>
          </p:cNvPr>
          <p:cNvSpPr>
            <a:spLocks noGrp="1"/>
          </p:cNvSpPr>
          <p:nvPr>
            <p:ph type="body" sz="quarter" idx="20" hasCustomPrompt="1"/>
          </p:nvPr>
        </p:nvSpPr>
        <p:spPr>
          <a:xfrm>
            <a:off x="387350" y="3813394"/>
            <a:ext cx="5718174" cy="410248"/>
          </a:xfrm>
        </p:spPr>
        <p:txBody>
          <a:bodyPr anchor="ctr">
            <a:normAutofit/>
          </a:bodyPr>
          <a:lstStyle>
            <a:lvl1pPr algn="ctr">
              <a:lnSpc>
                <a:spcPct val="100000"/>
              </a:lnSpc>
              <a:defRPr sz="2100" b="1" i="0">
                <a:solidFill>
                  <a:schemeClr val="tx2"/>
                </a:solidFill>
                <a:latin typeface="Montserrat" pitchFamily="2" charset="77"/>
                <a:cs typeface="Gotham Bold" pitchFamily="2" charset="0"/>
              </a:defRPr>
            </a:lvl1pPr>
          </a:lstStyle>
          <a:p>
            <a:pPr lvl="0"/>
            <a:r>
              <a:rPr lang="en-US" dirty="0"/>
              <a:t>00.00.00</a:t>
            </a:r>
          </a:p>
        </p:txBody>
      </p:sp>
      <p:grpSp>
        <p:nvGrpSpPr>
          <p:cNvPr id="5" name="Group 4">
            <a:extLst>
              <a:ext uri="{FF2B5EF4-FFF2-40B4-BE49-F238E27FC236}">
                <a16:creationId xmlns:a16="http://schemas.microsoft.com/office/drawing/2014/main" id="{E37B1A98-7E55-6527-A679-535F5E706FB9}"/>
              </a:ext>
            </a:extLst>
          </p:cNvPr>
          <p:cNvGrpSpPr/>
          <p:nvPr userDrawn="1"/>
        </p:nvGrpSpPr>
        <p:grpSpPr>
          <a:xfrm>
            <a:off x="1563720" y="3429000"/>
            <a:ext cx="3327334" cy="235269"/>
            <a:chOff x="5239046" y="4868069"/>
            <a:chExt cx="1717557" cy="121445"/>
          </a:xfrm>
        </p:grpSpPr>
        <p:sp>
          <p:nvSpPr>
            <p:cNvPr id="26" name="Graphic 12">
              <a:extLst>
                <a:ext uri="{FF2B5EF4-FFF2-40B4-BE49-F238E27FC236}">
                  <a16:creationId xmlns:a16="http://schemas.microsoft.com/office/drawing/2014/main" id="{6A95E194-8EFC-695C-5FF2-545268645E47}"/>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0" i="0" dirty="0">
                <a:latin typeface="Montserrat" pitchFamily="2" charset="77"/>
              </a:endParaRPr>
            </a:p>
          </p:txBody>
        </p:sp>
        <p:cxnSp>
          <p:nvCxnSpPr>
            <p:cNvPr id="27" name="Straight Connector 26">
              <a:extLst>
                <a:ext uri="{FF2B5EF4-FFF2-40B4-BE49-F238E27FC236}">
                  <a16:creationId xmlns:a16="http://schemas.microsoft.com/office/drawing/2014/main" id="{E5DCFDF5-3970-5C15-EA1B-FDC4113E4F18}"/>
                </a:ext>
              </a:extLst>
            </p:cNvPr>
            <p:cNvCxnSpPr>
              <a:cxnSpLocks/>
            </p:cNvCxnSpPr>
            <p:nvPr userDrawn="1"/>
          </p:nvCxnSpPr>
          <p:spPr>
            <a:xfrm>
              <a:off x="6248788"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9060DEB-6190-6D0A-133A-2651B633CEF0}"/>
                </a:ext>
              </a:extLst>
            </p:cNvPr>
            <p:cNvCxnSpPr>
              <a:cxnSpLocks/>
            </p:cNvCxnSpPr>
            <p:nvPr userDrawn="1"/>
          </p:nvCxnSpPr>
          <p:spPr>
            <a:xfrm>
              <a:off x="5239046" y="4942278"/>
              <a:ext cx="707815"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aphic 4119">
            <a:extLst>
              <a:ext uri="{FF2B5EF4-FFF2-40B4-BE49-F238E27FC236}">
                <a16:creationId xmlns:a16="http://schemas.microsoft.com/office/drawing/2014/main" id="{2BFF7AB1-F9CF-2C3E-FDF1-37AC885FD9B3}"/>
              </a:ext>
            </a:extLst>
          </p:cNvPr>
          <p:cNvGrpSpPr/>
          <p:nvPr userDrawn="1"/>
        </p:nvGrpSpPr>
        <p:grpSpPr>
          <a:xfrm>
            <a:off x="2247276" y="2154156"/>
            <a:ext cx="1955128" cy="522760"/>
            <a:chOff x="2178742" y="-1107180"/>
            <a:chExt cx="2171851" cy="580707"/>
          </a:xfrm>
          <a:solidFill>
            <a:schemeClr val="tx1"/>
          </a:solidFill>
        </p:grpSpPr>
        <p:sp>
          <p:nvSpPr>
            <p:cNvPr id="78" name="Freeform 77">
              <a:extLst>
                <a:ext uri="{FF2B5EF4-FFF2-40B4-BE49-F238E27FC236}">
                  <a16:creationId xmlns:a16="http://schemas.microsoft.com/office/drawing/2014/main" id="{7617C826-C398-FEDD-DF21-DA28A01BBD6B}"/>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9" name="Freeform 78">
              <a:extLst>
                <a:ext uri="{FF2B5EF4-FFF2-40B4-BE49-F238E27FC236}">
                  <a16:creationId xmlns:a16="http://schemas.microsoft.com/office/drawing/2014/main" id="{E6B81518-D8CD-E5DE-44A5-06166199FAEA}"/>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0" name="Freeform 79">
              <a:extLst>
                <a:ext uri="{FF2B5EF4-FFF2-40B4-BE49-F238E27FC236}">
                  <a16:creationId xmlns:a16="http://schemas.microsoft.com/office/drawing/2014/main" id="{AB2F4D68-33BB-04A6-AA76-02CCC574C082}"/>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1" name="Freeform 80">
              <a:extLst>
                <a:ext uri="{FF2B5EF4-FFF2-40B4-BE49-F238E27FC236}">
                  <a16:creationId xmlns:a16="http://schemas.microsoft.com/office/drawing/2014/main" id="{57C4E173-943C-47E4-83D8-47138DD86698}"/>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2" name="Freeform 81">
              <a:extLst>
                <a:ext uri="{FF2B5EF4-FFF2-40B4-BE49-F238E27FC236}">
                  <a16:creationId xmlns:a16="http://schemas.microsoft.com/office/drawing/2014/main" id="{E45D0AD9-2B6F-7F43-61C2-5AD39E602BF1}"/>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3" name="Freeform 82">
              <a:extLst>
                <a:ext uri="{FF2B5EF4-FFF2-40B4-BE49-F238E27FC236}">
                  <a16:creationId xmlns:a16="http://schemas.microsoft.com/office/drawing/2014/main" id="{0BD33A3F-C14E-9B9C-BEC1-594FBE3EE3C5}"/>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4" name="Freeform 83">
              <a:extLst>
                <a:ext uri="{FF2B5EF4-FFF2-40B4-BE49-F238E27FC236}">
                  <a16:creationId xmlns:a16="http://schemas.microsoft.com/office/drawing/2014/main" id="{A2371290-6A61-0EE2-D926-363960C15F5A}"/>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5" name="Freeform 84">
              <a:extLst>
                <a:ext uri="{FF2B5EF4-FFF2-40B4-BE49-F238E27FC236}">
                  <a16:creationId xmlns:a16="http://schemas.microsoft.com/office/drawing/2014/main" id="{C46C82A4-CD7B-DDB6-5A91-7E45E1791D82}"/>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6" name="Freeform 85">
              <a:extLst>
                <a:ext uri="{FF2B5EF4-FFF2-40B4-BE49-F238E27FC236}">
                  <a16:creationId xmlns:a16="http://schemas.microsoft.com/office/drawing/2014/main" id="{56BF4372-0D71-BDEC-81E1-5C9A6AB107CC}"/>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7" name="Freeform 86">
              <a:extLst>
                <a:ext uri="{FF2B5EF4-FFF2-40B4-BE49-F238E27FC236}">
                  <a16:creationId xmlns:a16="http://schemas.microsoft.com/office/drawing/2014/main" id="{84A60FE5-E13F-B208-410D-58375080FFA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8" name="Freeform 87">
              <a:extLst>
                <a:ext uri="{FF2B5EF4-FFF2-40B4-BE49-F238E27FC236}">
                  <a16:creationId xmlns:a16="http://schemas.microsoft.com/office/drawing/2014/main" id="{6DD6058F-724E-9390-78FC-98AEC964E1C7}"/>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9" name="Freeform 88">
              <a:extLst>
                <a:ext uri="{FF2B5EF4-FFF2-40B4-BE49-F238E27FC236}">
                  <a16:creationId xmlns:a16="http://schemas.microsoft.com/office/drawing/2014/main" id="{24C9112C-6D52-5C0B-C35F-0FA5568F33D5}"/>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0" name="Freeform 89">
              <a:extLst>
                <a:ext uri="{FF2B5EF4-FFF2-40B4-BE49-F238E27FC236}">
                  <a16:creationId xmlns:a16="http://schemas.microsoft.com/office/drawing/2014/main" id="{B143D864-B290-5704-C49D-DDF5854B84A0}"/>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1" name="Freeform 90">
              <a:extLst>
                <a:ext uri="{FF2B5EF4-FFF2-40B4-BE49-F238E27FC236}">
                  <a16:creationId xmlns:a16="http://schemas.microsoft.com/office/drawing/2014/main" id="{53F347A1-3B94-03F7-890B-66F35E440C51}"/>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2" name="Freeform 91">
              <a:extLst>
                <a:ext uri="{FF2B5EF4-FFF2-40B4-BE49-F238E27FC236}">
                  <a16:creationId xmlns:a16="http://schemas.microsoft.com/office/drawing/2014/main" id="{999A14A0-804B-621C-29F3-6042C3388AE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3" name="Freeform 92">
              <a:extLst>
                <a:ext uri="{FF2B5EF4-FFF2-40B4-BE49-F238E27FC236}">
                  <a16:creationId xmlns:a16="http://schemas.microsoft.com/office/drawing/2014/main" id="{8368F0D3-EA13-ECC4-3E2D-A216104FDFB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4" name="Freeform 93">
              <a:extLst>
                <a:ext uri="{FF2B5EF4-FFF2-40B4-BE49-F238E27FC236}">
                  <a16:creationId xmlns:a16="http://schemas.microsoft.com/office/drawing/2014/main" id="{6FF152D5-863D-D5E3-4A67-BCCC47D1DFBC}"/>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5" name="Freeform 94">
              <a:extLst>
                <a:ext uri="{FF2B5EF4-FFF2-40B4-BE49-F238E27FC236}">
                  <a16:creationId xmlns:a16="http://schemas.microsoft.com/office/drawing/2014/main" id="{D337BBCC-B3FF-FF12-C9DA-62E084799CAD}"/>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6" name="Freeform 95">
              <a:extLst>
                <a:ext uri="{FF2B5EF4-FFF2-40B4-BE49-F238E27FC236}">
                  <a16:creationId xmlns:a16="http://schemas.microsoft.com/office/drawing/2014/main" id="{28C83C40-0B42-E409-7644-60F87CBD5B4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7" name="Freeform 96">
              <a:extLst>
                <a:ext uri="{FF2B5EF4-FFF2-40B4-BE49-F238E27FC236}">
                  <a16:creationId xmlns:a16="http://schemas.microsoft.com/office/drawing/2014/main" id="{FFF0C8AD-D62B-EC74-9AD5-782558CC34B7}"/>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99" name="Picture Placeholder 98">
            <a:extLst>
              <a:ext uri="{FF2B5EF4-FFF2-40B4-BE49-F238E27FC236}">
                <a16:creationId xmlns:a16="http://schemas.microsoft.com/office/drawing/2014/main" id="{92A8D6A4-1AE1-7DBB-FB59-77A6568BE3E9}"/>
              </a:ext>
            </a:extLst>
          </p:cNvPr>
          <p:cNvSpPr>
            <a:spLocks noGrp="1"/>
          </p:cNvSpPr>
          <p:nvPr>
            <p:ph type="pic" sz="quarter" idx="21" hasCustomPrompt="1"/>
          </p:nvPr>
        </p:nvSpPr>
        <p:spPr>
          <a:xfrm>
            <a:off x="3724105" y="5215565"/>
            <a:ext cx="2043112" cy="679450"/>
          </a:xfrm>
        </p:spPr>
        <p:txBody>
          <a:bodyPr anchor="ctr">
            <a:normAutofit/>
          </a:bodyPr>
          <a:lstStyle>
            <a:lvl1pPr algn="ctr">
              <a:lnSpc>
                <a:spcPct val="100000"/>
              </a:lnSpc>
              <a:defRPr sz="1200" b="0"/>
            </a:lvl1pPr>
          </a:lstStyle>
          <a:p>
            <a:r>
              <a:rPr lang="en-US" dirty="0"/>
              <a:t>Insert partner logo</a:t>
            </a:r>
          </a:p>
        </p:txBody>
      </p:sp>
      <p:pic>
        <p:nvPicPr>
          <p:cNvPr id="100" name="Picture 99">
            <a:extLst>
              <a:ext uri="{FF2B5EF4-FFF2-40B4-BE49-F238E27FC236}">
                <a16:creationId xmlns:a16="http://schemas.microsoft.com/office/drawing/2014/main" id="{7AD76217-9BF2-6D7C-4751-DE06A164AA1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82684" y="5178647"/>
            <a:ext cx="2006258" cy="608456"/>
          </a:xfrm>
          <a:prstGeom prst="rect">
            <a:avLst/>
          </a:prstGeom>
        </p:spPr>
      </p:pic>
    </p:spTree>
    <p:extLst>
      <p:ext uri="{BB962C8B-B14F-4D97-AF65-F5344CB8AC3E}">
        <p14:creationId xmlns:p14="http://schemas.microsoft.com/office/powerpoint/2010/main" val="2705559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childTnLst>
                          </p:cTn>
                        </p:par>
                        <p:par>
                          <p:cTn id="8" fill="hold">
                            <p:stCondLst>
                              <p:cond delay="2000"/>
                            </p:stCondLst>
                            <p:childTnLst>
                              <p:par>
                                <p:cTn id="9" presetID="42" presetClass="entr" presetSubtype="0" fill="hold" nodeType="afterEffect">
                                  <p:stCondLst>
                                    <p:cond delay="0"/>
                                  </p:stCondLst>
                                  <p:childTnLst>
                                    <p:set>
                                      <p:cBhvr>
                                        <p:cTn id="10" dur="1" fill="hold">
                                          <p:stCondLst>
                                            <p:cond delay="0"/>
                                          </p:stCondLst>
                                        </p:cTn>
                                        <p:tgtEl>
                                          <p:spTgt spid="100"/>
                                        </p:tgtEl>
                                        <p:attrNameLst>
                                          <p:attrName>style.visibility</p:attrName>
                                        </p:attrNameLst>
                                      </p:cBhvr>
                                      <p:to>
                                        <p:strVal val="visible"/>
                                      </p:to>
                                    </p:set>
                                    <p:animEffect transition="in" filter="fade">
                                      <p:cBhvr>
                                        <p:cTn id="11" dur="1000"/>
                                        <p:tgtEl>
                                          <p:spTgt spid="100"/>
                                        </p:tgtEl>
                                      </p:cBhvr>
                                    </p:animEffect>
                                    <p:anim calcmode="lin" valueType="num">
                                      <p:cBhvr>
                                        <p:cTn id="12" dur="1000" fill="hold"/>
                                        <p:tgtEl>
                                          <p:spTgt spid="100"/>
                                        </p:tgtEl>
                                        <p:attrNameLst>
                                          <p:attrName>ppt_x</p:attrName>
                                        </p:attrNameLst>
                                      </p:cBhvr>
                                      <p:tavLst>
                                        <p:tav tm="0">
                                          <p:val>
                                            <p:strVal val="#ppt_x"/>
                                          </p:val>
                                        </p:tav>
                                        <p:tav tm="100000">
                                          <p:val>
                                            <p:strVal val="#ppt_x"/>
                                          </p:val>
                                        </p:tav>
                                      </p:tavLst>
                                    </p:anim>
                                    <p:anim calcmode="lin" valueType="num">
                                      <p:cBhvr>
                                        <p:cTn id="13" dur="1000" fill="hold"/>
                                        <p:tgtEl>
                                          <p:spTgt spid="10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A3664C0-1296-DCCA-831F-D7EDB98D663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59754"/>
            <a:ext cx="12192000" cy="6811693"/>
          </a:xfrm>
          <a:prstGeom prst="rect">
            <a:avLst/>
          </a:prstGeom>
          <a:solidFill>
            <a:schemeClr val="accent4"/>
          </a:solidFill>
        </p:spPr>
      </p:pic>
      <p:sp>
        <p:nvSpPr>
          <p:cNvPr id="14" name="Text Placeholder 13">
            <a:extLst>
              <a:ext uri="{FF2B5EF4-FFF2-40B4-BE49-F238E27FC236}">
                <a16:creationId xmlns:a16="http://schemas.microsoft.com/office/drawing/2014/main" id="{0980FC77-EC90-B9F9-4679-057552A215F1}"/>
              </a:ext>
            </a:extLst>
          </p:cNvPr>
          <p:cNvSpPr>
            <a:spLocks noGrp="1"/>
          </p:cNvSpPr>
          <p:nvPr>
            <p:ph type="body" sz="quarter" idx="19" hasCustomPrompt="1"/>
          </p:nvPr>
        </p:nvSpPr>
        <p:spPr>
          <a:xfrm>
            <a:off x="8286752" y="2957596"/>
            <a:ext cx="3770570" cy="742775"/>
          </a:xfrm>
        </p:spPr>
        <p:txBody>
          <a:bodyPr anchor="ctr">
            <a:normAutofit/>
          </a:bodyPr>
          <a:lstStyle>
            <a:lvl1pPr algn="ctr">
              <a:defRPr sz="2400" b="1" i="0">
                <a:solidFill>
                  <a:schemeClr val="bg1"/>
                </a:solidFill>
                <a:latin typeface="Montserrat ExtraBold" pitchFamily="2" charset="77"/>
                <a:cs typeface="Gotham Black" pitchFamily="2" charset="0"/>
              </a:defRPr>
            </a:lvl1pPr>
          </a:lstStyle>
          <a:p>
            <a:pPr lvl="0"/>
            <a:r>
              <a:rPr lang="en-US" dirty="0"/>
              <a:t>Capabilities</a:t>
            </a:r>
          </a:p>
        </p:txBody>
      </p:sp>
      <p:sp>
        <p:nvSpPr>
          <p:cNvPr id="4" name="Picture Placeholder 98">
            <a:extLst>
              <a:ext uri="{FF2B5EF4-FFF2-40B4-BE49-F238E27FC236}">
                <a16:creationId xmlns:a16="http://schemas.microsoft.com/office/drawing/2014/main" id="{9DFE0146-9C87-40ED-A443-6D7E14BEC73F}"/>
              </a:ext>
            </a:extLst>
          </p:cNvPr>
          <p:cNvSpPr>
            <a:spLocks noGrp="1"/>
          </p:cNvSpPr>
          <p:nvPr>
            <p:ph type="pic" sz="quarter" idx="21" hasCustomPrompt="1"/>
          </p:nvPr>
        </p:nvSpPr>
        <p:spPr>
          <a:xfrm>
            <a:off x="9150481" y="5704662"/>
            <a:ext cx="2043112" cy="679450"/>
          </a:xfrm>
        </p:spPr>
        <p:txBody>
          <a:bodyPr anchor="ctr">
            <a:normAutofit/>
          </a:bodyPr>
          <a:lstStyle>
            <a:lvl1pPr algn="ctr">
              <a:lnSpc>
                <a:spcPct val="100000"/>
              </a:lnSpc>
              <a:defRPr sz="1200" b="0"/>
            </a:lvl1pPr>
          </a:lstStyle>
          <a:p>
            <a:r>
              <a:rPr lang="en-US" dirty="0"/>
              <a:t>Insert partner logo</a:t>
            </a:r>
          </a:p>
        </p:txBody>
      </p:sp>
    </p:spTree>
    <p:extLst>
      <p:ext uri="{BB962C8B-B14F-4D97-AF65-F5344CB8AC3E}">
        <p14:creationId xmlns:p14="http://schemas.microsoft.com/office/powerpoint/2010/main" val="372707069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AAF2E82-C3F7-D757-9330-D638722FFF6C}"/>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79298" y="5379798"/>
            <a:ext cx="2070628" cy="627978"/>
          </a:xfrm>
          <a:prstGeom prst="rect">
            <a:avLst/>
          </a:prstGeom>
        </p:spPr>
      </p:pic>
      <p:grpSp>
        <p:nvGrpSpPr>
          <p:cNvPr id="19" name="Group 18">
            <a:extLst>
              <a:ext uri="{FF2B5EF4-FFF2-40B4-BE49-F238E27FC236}">
                <a16:creationId xmlns:a16="http://schemas.microsoft.com/office/drawing/2014/main" id="{761CAF7D-9AA4-9816-1293-461671E7EBC1}"/>
              </a:ext>
            </a:extLst>
          </p:cNvPr>
          <p:cNvGrpSpPr/>
          <p:nvPr/>
        </p:nvGrpSpPr>
        <p:grpSpPr>
          <a:xfrm>
            <a:off x="3388133" y="3290207"/>
            <a:ext cx="5558604" cy="235269"/>
            <a:chOff x="4659618" y="4868069"/>
            <a:chExt cx="2869330" cy="121445"/>
          </a:xfrm>
        </p:grpSpPr>
        <p:sp>
          <p:nvSpPr>
            <p:cNvPr id="20" name="Graphic 12">
              <a:extLst>
                <a:ext uri="{FF2B5EF4-FFF2-40B4-BE49-F238E27FC236}">
                  <a16:creationId xmlns:a16="http://schemas.microsoft.com/office/drawing/2014/main" id="{4AAD3704-EE9F-DA04-C47B-5AEECD4C9BB6}"/>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0" i="0" dirty="0">
                <a:latin typeface="Montserrat" pitchFamily="2" charset="77"/>
              </a:endParaRPr>
            </a:p>
          </p:txBody>
        </p:sp>
        <p:cxnSp>
          <p:nvCxnSpPr>
            <p:cNvPr id="21" name="Straight Connector 20">
              <a:extLst>
                <a:ext uri="{FF2B5EF4-FFF2-40B4-BE49-F238E27FC236}">
                  <a16:creationId xmlns:a16="http://schemas.microsoft.com/office/drawing/2014/main" id="{E8432F54-AA61-2802-9484-CED053B44A41}"/>
                </a:ext>
              </a:extLst>
            </p:cNvPr>
            <p:cNvCxnSpPr/>
            <p:nvPr/>
          </p:nvCxnSpPr>
          <p:spPr>
            <a:xfrm>
              <a:off x="624878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8236BCA-C0E3-DC7A-42C2-9CA681D3981A}"/>
                </a:ext>
              </a:extLst>
            </p:cNvPr>
            <p:cNvCxnSpPr/>
            <p:nvPr/>
          </p:nvCxnSpPr>
          <p:spPr>
            <a:xfrm>
              <a:off x="465961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7" name="Text Placeholder 26">
            <a:extLst>
              <a:ext uri="{FF2B5EF4-FFF2-40B4-BE49-F238E27FC236}">
                <a16:creationId xmlns:a16="http://schemas.microsoft.com/office/drawing/2014/main" id="{15C197D2-BD57-A4A0-28C5-81A5108E1758}"/>
              </a:ext>
            </a:extLst>
          </p:cNvPr>
          <p:cNvSpPr>
            <a:spLocks noGrp="1"/>
          </p:cNvSpPr>
          <p:nvPr>
            <p:ph type="body" sz="quarter" idx="16" hasCustomPrompt="1"/>
          </p:nvPr>
        </p:nvSpPr>
        <p:spPr>
          <a:xfrm>
            <a:off x="0" y="2428021"/>
            <a:ext cx="12191999" cy="648813"/>
          </a:xfrm>
        </p:spPr>
        <p:txBody>
          <a:bodyPr anchor="ctr">
            <a:normAutofit/>
          </a:bodyPr>
          <a:lstStyle>
            <a:lvl1pPr algn="ctr">
              <a:lnSpc>
                <a:spcPts val="4900"/>
              </a:lnSpc>
              <a:defRPr sz="4800" b="1" i="0">
                <a:solidFill>
                  <a:schemeClr val="bg1"/>
                </a:solidFill>
                <a:latin typeface="Montserrat ExtraBold" pitchFamily="2" charset="77"/>
              </a:defRPr>
            </a:lvl1pPr>
          </a:lstStyle>
          <a:p>
            <a:pPr lvl="0"/>
            <a:r>
              <a:rPr lang="en-US" dirty="0"/>
              <a:t>Capabilities</a:t>
            </a:r>
          </a:p>
        </p:txBody>
      </p:sp>
      <p:sp>
        <p:nvSpPr>
          <p:cNvPr id="29" name="Text Placeholder 28">
            <a:extLst>
              <a:ext uri="{FF2B5EF4-FFF2-40B4-BE49-F238E27FC236}">
                <a16:creationId xmlns:a16="http://schemas.microsoft.com/office/drawing/2014/main" id="{828744D2-4B99-5EAC-AEC4-546BA0A17E9F}"/>
              </a:ext>
            </a:extLst>
          </p:cNvPr>
          <p:cNvSpPr>
            <a:spLocks noGrp="1"/>
          </p:cNvSpPr>
          <p:nvPr>
            <p:ph type="body" sz="quarter" idx="17" hasCustomPrompt="1"/>
          </p:nvPr>
        </p:nvSpPr>
        <p:spPr>
          <a:xfrm>
            <a:off x="0" y="3682865"/>
            <a:ext cx="12192000" cy="496887"/>
          </a:xfrm>
        </p:spPr>
        <p:txBody>
          <a:bodyPr anchor="ctr">
            <a:normAutofit/>
          </a:bodyPr>
          <a:lstStyle>
            <a:lvl1pPr algn="ctr">
              <a:lnSpc>
                <a:spcPct val="100000"/>
              </a:lnSpc>
              <a:defRPr sz="1800" b="1" i="0">
                <a:solidFill>
                  <a:schemeClr val="accent2"/>
                </a:solidFill>
                <a:latin typeface="Montserrat" pitchFamily="2" charset="77"/>
              </a:defRPr>
            </a:lvl1pPr>
          </a:lstStyle>
          <a:p>
            <a:pPr lvl="0"/>
            <a:r>
              <a:rPr lang="en-US" dirty="0"/>
              <a:t>Subhead/Date in Montserrat Bold 18pt</a:t>
            </a:r>
          </a:p>
        </p:txBody>
      </p:sp>
      <p:pic>
        <p:nvPicPr>
          <p:cNvPr id="4" name="Graphic 3">
            <a:extLst>
              <a:ext uri="{FF2B5EF4-FFF2-40B4-BE49-F238E27FC236}">
                <a16:creationId xmlns:a16="http://schemas.microsoft.com/office/drawing/2014/main" id="{789FBB78-D758-8C5D-08E0-10C18B6CC55A}"/>
              </a:ext>
            </a:extLst>
          </p:cNvPr>
          <p:cNvPicPr>
            <a:picLocks noChangeAspect="1"/>
          </p:cNvPicPr>
          <p:nvPr/>
        </p:nvPicPr>
        <p:blipFill rotWithShape="1">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rcRect l="19422" t="29974" r="14686" b="28423"/>
          <a:stretch/>
        </p:blipFill>
        <p:spPr>
          <a:xfrm rot="774579">
            <a:off x="-687017" y="4754172"/>
            <a:ext cx="3790981" cy="2393524"/>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pic>
        <p:nvPicPr>
          <p:cNvPr id="23" name="Graphic 22">
            <a:extLst>
              <a:ext uri="{FF2B5EF4-FFF2-40B4-BE49-F238E27FC236}">
                <a16:creationId xmlns:a16="http://schemas.microsoft.com/office/drawing/2014/main" id="{A88CA05C-5336-D4EE-3BCE-438703C901FA}"/>
              </a:ext>
            </a:extLst>
          </p:cNvPr>
          <p:cNvPicPr>
            <a:picLocks noChangeAspect="1"/>
          </p:cNvPicPr>
          <p:nvPr userDrawn="1"/>
        </p:nvPicPr>
        <p:blipFill rotWithShape="1">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rcRect l="19422" t="29974" r="14686" b="28423"/>
          <a:stretch/>
        </p:blipFill>
        <p:spPr>
          <a:xfrm rot="774579">
            <a:off x="-687017" y="4754172"/>
            <a:ext cx="3790981" cy="2393524"/>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spTree>
    <p:extLst>
      <p:ext uri="{BB962C8B-B14F-4D97-AF65-F5344CB8AC3E}">
        <p14:creationId xmlns:p14="http://schemas.microsoft.com/office/powerpoint/2010/main" val="893042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2_Title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ADAC882F-0499-3121-3B41-8EF1124AC2C9}"/>
              </a:ext>
            </a:extLst>
          </p:cNvPr>
          <p:cNvSpPr>
            <a:spLocks noGrp="1"/>
          </p:cNvSpPr>
          <p:nvPr>
            <p:ph type="pic" sz="quarter" idx="17"/>
          </p:nvPr>
        </p:nvSpPr>
        <p:spPr>
          <a:xfrm>
            <a:off x="401638" y="365125"/>
            <a:ext cx="11388725" cy="6048375"/>
          </a:xfrm>
        </p:spPr>
        <p:txBody>
          <a:bodyPr anchor="t">
            <a:normAutofit/>
          </a:bodyPr>
          <a:lstStyle>
            <a:lvl1pPr algn="ctr">
              <a:lnSpc>
                <a:spcPct val="100000"/>
              </a:lnSpc>
              <a:defRPr sz="1400" b="0" i="0">
                <a:latin typeface="Montserrat" pitchFamily="2" charset="77"/>
              </a:defRPr>
            </a:lvl1pPr>
          </a:lstStyle>
          <a:p>
            <a:r>
              <a:rPr lang="en-US"/>
              <a:t>Click icon to add picture</a:t>
            </a:r>
            <a:endParaRPr lang="en-US" dirty="0"/>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401636" y="2661729"/>
            <a:ext cx="11388725" cy="1376377"/>
          </a:xfrm>
        </p:spPr>
        <p:txBody>
          <a:bodyPr anchor="ctr">
            <a:noAutofit/>
          </a:bodyPr>
          <a:lstStyle>
            <a:lvl1pPr algn="ctr">
              <a:lnSpc>
                <a:spcPts val="4500"/>
              </a:lnSpc>
              <a:defRPr sz="4800" b="1" i="0">
                <a:solidFill>
                  <a:schemeClr val="bg1"/>
                </a:solidFill>
                <a:effectLst/>
                <a:latin typeface="Montserrat ExtraBold" pitchFamily="2" charset="77"/>
              </a:defRPr>
            </a:lvl1pPr>
          </a:lstStyle>
          <a:p>
            <a:pPr lvl="0"/>
            <a:r>
              <a:rPr lang="en-US" dirty="0"/>
              <a:t>Headline Here in </a:t>
            </a:r>
            <a:br>
              <a:rPr lang="en-US" dirty="0"/>
            </a:br>
            <a:r>
              <a:rPr lang="en-US" dirty="0"/>
              <a:t>Montserrat extra bold 48pt</a:t>
            </a:r>
          </a:p>
        </p:txBody>
      </p:sp>
      <p:grpSp>
        <p:nvGrpSpPr>
          <p:cNvPr id="2" name="Graphic 4119">
            <a:extLst>
              <a:ext uri="{FF2B5EF4-FFF2-40B4-BE49-F238E27FC236}">
                <a16:creationId xmlns:a16="http://schemas.microsoft.com/office/drawing/2014/main" id="{ACA93363-AAD2-D65C-1744-222BC2AE0BE2}"/>
              </a:ext>
            </a:extLst>
          </p:cNvPr>
          <p:cNvGrpSpPr/>
          <p:nvPr userDrawn="1"/>
        </p:nvGrpSpPr>
        <p:grpSpPr>
          <a:xfrm>
            <a:off x="4806104" y="2011680"/>
            <a:ext cx="2596121" cy="694148"/>
            <a:chOff x="2178742" y="-1107180"/>
            <a:chExt cx="2171851" cy="580707"/>
          </a:xfrm>
          <a:solidFill>
            <a:schemeClr val="tx1"/>
          </a:solidFill>
        </p:grpSpPr>
        <p:sp>
          <p:nvSpPr>
            <p:cNvPr id="3" name="Freeform 2">
              <a:extLst>
                <a:ext uri="{FF2B5EF4-FFF2-40B4-BE49-F238E27FC236}">
                  <a16:creationId xmlns:a16="http://schemas.microsoft.com/office/drawing/2014/main" id="{680949E9-2CB5-FE4A-CED2-4F3EF3DD3C3E}"/>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 name="Freeform 3">
              <a:extLst>
                <a:ext uri="{FF2B5EF4-FFF2-40B4-BE49-F238E27FC236}">
                  <a16:creationId xmlns:a16="http://schemas.microsoft.com/office/drawing/2014/main" id="{71CBBA1A-FA4F-C2CC-EA38-CB1C877BABB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053A6C43-84F6-8B76-0615-32EE5044F066}"/>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EC3BAAD3-328F-5D8B-5191-4F6D88B38115}"/>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ABCD9033-785C-B886-C8B7-5291A36C0496}"/>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FFF37F7C-72E8-D84A-6E65-D3FA4C8CB09E}"/>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E57D5639-D041-91F6-ED9B-CE6663B28C28}"/>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3C57746C-4FA7-26D8-42E9-77994C99C4C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AAF4F2CA-CBDE-15D7-CDE5-0CFAC11D2C52}"/>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1E3E58AC-EA63-AEE3-DFE2-4F74AC7EFA08}"/>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32DE544E-5143-02A7-28E5-26D4A3EAF019}"/>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B2154EBB-20DC-CDE7-A3AF-1B7A2DF24B02}"/>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736DE974-EFF9-6C98-1BA6-1D8D8E53D2A0}"/>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DC0D6AA4-ECEE-68F3-03E6-8C7A35D46F7D}"/>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A8B838CC-4630-0372-48E9-87EA0D8A2495}"/>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0FD35C39-DB20-9C37-39DD-C11D059CBD4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3BE002FB-EA2E-804D-3B3E-500FD8B1710B}"/>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2884BC74-B53B-2C40-5820-97DC067B33D9}"/>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50C8C5AC-ECD6-9E94-873F-8F3400D88361}"/>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6FBD934B-83E3-EE25-EA65-06471519DE0B}"/>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Tree>
    <p:extLst>
      <p:ext uri="{BB962C8B-B14F-4D97-AF65-F5344CB8AC3E}">
        <p14:creationId xmlns:p14="http://schemas.microsoft.com/office/powerpoint/2010/main" val="195394494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4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101462"/>
            <a:ext cx="12192000" cy="6879499"/>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grpSp>
        <p:nvGrpSpPr>
          <p:cNvPr id="32" name="Graphic 489">
            <a:extLst>
              <a:ext uri="{FF2B5EF4-FFF2-40B4-BE49-F238E27FC236}">
                <a16:creationId xmlns:a16="http://schemas.microsoft.com/office/drawing/2014/main" id="{E75FED39-82ED-63AC-2512-9B3E856327CF}"/>
              </a:ext>
            </a:extLst>
          </p:cNvPr>
          <p:cNvGrpSpPr/>
          <p:nvPr userDrawn="1"/>
        </p:nvGrpSpPr>
        <p:grpSpPr>
          <a:xfrm>
            <a:off x="4807697" y="2035837"/>
            <a:ext cx="2598543" cy="624177"/>
            <a:chOff x="5666421" y="243443"/>
            <a:chExt cx="4707521" cy="1130758"/>
          </a:xfrm>
          <a:solidFill>
            <a:srgbClr val="FFFFFF"/>
          </a:solidFill>
        </p:grpSpPr>
        <p:grpSp>
          <p:nvGrpSpPr>
            <p:cNvPr id="33" name="Graphic 489">
              <a:extLst>
                <a:ext uri="{FF2B5EF4-FFF2-40B4-BE49-F238E27FC236}">
                  <a16:creationId xmlns:a16="http://schemas.microsoft.com/office/drawing/2014/main" id="{D1A073CC-15D2-7C60-CFDB-FB18C8963192}"/>
                </a:ext>
              </a:extLst>
            </p:cNvPr>
            <p:cNvGrpSpPr/>
            <p:nvPr/>
          </p:nvGrpSpPr>
          <p:grpSpPr>
            <a:xfrm>
              <a:off x="5666421" y="243443"/>
              <a:ext cx="4707521" cy="1130758"/>
              <a:chOff x="5666421" y="243443"/>
              <a:chExt cx="4707521" cy="1130758"/>
            </a:xfrm>
            <a:grpFill/>
          </p:grpSpPr>
          <p:sp>
            <p:nvSpPr>
              <p:cNvPr id="35" name="Freeform 15">
                <a:extLst>
                  <a:ext uri="{FF2B5EF4-FFF2-40B4-BE49-F238E27FC236}">
                    <a16:creationId xmlns:a16="http://schemas.microsoft.com/office/drawing/2014/main" id="{FA199EAD-AABE-891A-014D-04142668ABE8}"/>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6" name="Freeform 16">
                <a:extLst>
                  <a:ext uri="{FF2B5EF4-FFF2-40B4-BE49-F238E27FC236}">
                    <a16:creationId xmlns:a16="http://schemas.microsoft.com/office/drawing/2014/main" id="{09937AA6-7905-0DBC-B116-8DC0D0A0A051}"/>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7" name="Freeform 17">
                <a:extLst>
                  <a:ext uri="{FF2B5EF4-FFF2-40B4-BE49-F238E27FC236}">
                    <a16:creationId xmlns:a16="http://schemas.microsoft.com/office/drawing/2014/main" id="{07D2526D-02D1-6899-1CAF-3B1E618429A1}"/>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8" name="Freeform 18">
                <a:extLst>
                  <a:ext uri="{FF2B5EF4-FFF2-40B4-BE49-F238E27FC236}">
                    <a16:creationId xmlns:a16="http://schemas.microsoft.com/office/drawing/2014/main" id="{B5C6EC9F-F83B-96B3-84EA-8B1D36E2C44B}"/>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9" name="Freeform 19">
                <a:extLst>
                  <a:ext uri="{FF2B5EF4-FFF2-40B4-BE49-F238E27FC236}">
                    <a16:creationId xmlns:a16="http://schemas.microsoft.com/office/drawing/2014/main" id="{2D442D56-7D4A-229D-2F48-0F80D5B7E9BD}"/>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0" name="Freeform 20">
                <a:extLst>
                  <a:ext uri="{FF2B5EF4-FFF2-40B4-BE49-F238E27FC236}">
                    <a16:creationId xmlns:a16="http://schemas.microsoft.com/office/drawing/2014/main" id="{3D450EF5-2401-EB1C-DCDD-AC1EDC0CF65A}"/>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1" name="Freeform 21">
                <a:extLst>
                  <a:ext uri="{FF2B5EF4-FFF2-40B4-BE49-F238E27FC236}">
                    <a16:creationId xmlns:a16="http://schemas.microsoft.com/office/drawing/2014/main" id="{D75CA556-D294-4A72-7D00-148E29700BF3}"/>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2" name="Freeform 22">
                <a:extLst>
                  <a:ext uri="{FF2B5EF4-FFF2-40B4-BE49-F238E27FC236}">
                    <a16:creationId xmlns:a16="http://schemas.microsoft.com/office/drawing/2014/main" id="{F90CD304-37BF-C7BE-2CA5-6878A1369AEC}"/>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3" name="Freeform 23">
                <a:extLst>
                  <a:ext uri="{FF2B5EF4-FFF2-40B4-BE49-F238E27FC236}">
                    <a16:creationId xmlns:a16="http://schemas.microsoft.com/office/drawing/2014/main" id="{21C830F6-3D55-BDF2-1D4D-94836E84A914}"/>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4" name="Freeform 24">
                <a:extLst>
                  <a:ext uri="{FF2B5EF4-FFF2-40B4-BE49-F238E27FC236}">
                    <a16:creationId xmlns:a16="http://schemas.microsoft.com/office/drawing/2014/main" id="{649646B0-79D7-185D-F509-D46424004CB0}"/>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
          <p:nvSpPr>
            <p:cNvPr id="34" name="Freeform 14">
              <a:extLst>
                <a:ext uri="{FF2B5EF4-FFF2-40B4-BE49-F238E27FC236}">
                  <a16:creationId xmlns:a16="http://schemas.microsoft.com/office/drawing/2014/main" id="{6D7808DB-11BB-056E-BDE3-63CE496521E4}"/>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Tree>
    <p:extLst>
      <p:ext uri="{BB962C8B-B14F-4D97-AF65-F5344CB8AC3E}">
        <p14:creationId xmlns:p14="http://schemas.microsoft.com/office/powerpoint/2010/main" val="1007824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5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101462"/>
            <a:ext cx="12192000" cy="6879498"/>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grpSp>
        <p:nvGrpSpPr>
          <p:cNvPr id="32" name="Graphic 489">
            <a:extLst>
              <a:ext uri="{FF2B5EF4-FFF2-40B4-BE49-F238E27FC236}">
                <a16:creationId xmlns:a16="http://schemas.microsoft.com/office/drawing/2014/main" id="{E75FED39-82ED-63AC-2512-9B3E856327CF}"/>
              </a:ext>
            </a:extLst>
          </p:cNvPr>
          <p:cNvGrpSpPr/>
          <p:nvPr userDrawn="1"/>
        </p:nvGrpSpPr>
        <p:grpSpPr>
          <a:xfrm>
            <a:off x="4807697" y="2035837"/>
            <a:ext cx="2598543" cy="624177"/>
            <a:chOff x="5666421" y="243443"/>
            <a:chExt cx="4707521" cy="1130758"/>
          </a:xfrm>
          <a:solidFill>
            <a:srgbClr val="FFFFFF"/>
          </a:solidFill>
        </p:grpSpPr>
        <p:grpSp>
          <p:nvGrpSpPr>
            <p:cNvPr id="33" name="Graphic 489">
              <a:extLst>
                <a:ext uri="{FF2B5EF4-FFF2-40B4-BE49-F238E27FC236}">
                  <a16:creationId xmlns:a16="http://schemas.microsoft.com/office/drawing/2014/main" id="{D1A073CC-15D2-7C60-CFDB-FB18C8963192}"/>
                </a:ext>
              </a:extLst>
            </p:cNvPr>
            <p:cNvGrpSpPr/>
            <p:nvPr/>
          </p:nvGrpSpPr>
          <p:grpSpPr>
            <a:xfrm>
              <a:off x="5666421" y="243443"/>
              <a:ext cx="4707521" cy="1130758"/>
              <a:chOff x="5666421" y="243443"/>
              <a:chExt cx="4707521" cy="1130758"/>
            </a:xfrm>
            <a:grpFill/>
          </p:grpSpPr>
          <p:sp>
            <p:nvSpPr>
              <p:cNvPr id="35" name="Freeform 15">
                <a:extLst>
                  <a:ext uri="{FF2B5EF4-FFF2-40B4-BE49-F238E27FC236}">
                    <a16:creationId xmlns:a16="http://schemas.microsoft.com/office/drawing/2014/main" id="{FA199EAD-AABE-891A-014D-04142668ABE8}"/>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6" name="Freeform 16">
                <a:extLst>
                  <a:ext uri="{FF2B5EF4-FFF2-40B4-BE49-F238E27FC236}">
                    <a16:creationId xmlns:a16="http://schemas.microsoft.com/office/drawing/2014/main" id="{09937AA6-7905-0DBC-B116-8DC0D0A0A051}"/>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7" name="Freeform 17">
                <a:extLst>
                  <a:ext uri="{FF2B5EF4-FFF2-40B4-BE49-F238E27FC236}">
                    <a16:creationId xmlns:a16="http://schemas.microsoft.com/office/drawing/2014/main" id="{07D2526D-02D1-6899-1CAF-3B1E618429A1}"/>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8" name="Freeform 18">
                <a:extLst>
                  <a:ext uri="{FF2B5EF4-FFF2-40B4-BE49-F238E27FC236}">
                    <a16:creationId xmlns:a16="http://schemas.microsoft.com/office/drawing/2014/main" id="{B5C6EC9F-F83B-96B3-84EA-8B1D36E2C44B}"/>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9" name="Freeform 19">
                <a:extLst>
                  <a:ext uri="{FF2B5EF4-FFF2-40B4-BE49-F238E27FC236}">
                    <a16:creationId xmlns:a16="http://schemas.microsoft.com/office/drawing/2014/main" id="{2D442D56-7D4A-229D-2F48-0F80D5B7E9BD}"/>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0" name="Freeform 20">
                <a:extLst>
                  <a:ext uri="{FF2B5EF4-FFF2-40B4-BE49-F238E27FC236}">
                    <a16:creationId xmlns:a16="http://schemas.microsoft.com/office/drawing/2014/main" id="{3D450EF5-2401-EB1C-DCDD-AC1EDC0CF65A}"/>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1" name="Freeform 21">
                <a:extLst>
                  <a:ext uri="{FF2B5EF4-FFF2-40B4-BE49-F238E27FC236}">
                    <a16:creationId xmlns:a16="http://schemas.microsoft.com/office/drawing/2014/main" id="{D75CA556-D294-4A72-7D00-148E29700BF3}"/>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2" name="Freeform 22">
                <a:extLst>
                  <a:ext uri="{FF2B5EF4-FFF2-40B4-BE49-F238E27FC236}">
                    <a16:creationId xmlns:a16="http://schemas.microsoft.com/office/drawing/2014/main" id="{F90CD304-37BF-C7BE-2CA5-6878A1369AEC}"/>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3" name="Freeform 23">
                <a:extLst>
                  <a:ext uri="{FF2B5EF4-FFF2-40B4-BE49-F238E27FC236}">
                    <a16:creationId xmlns:a16="http://schemas.microsoft.com/office/drawing/2014/main" id="{21C830F6-3D55-BDF2-1D4D-94836E84A914}"/>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4" name="Freeform 24">
                <a:extLst>
                  <a:ext uri="{FF2B5EF4-FFF2-40B4-BE49-F238E27FC236}">
                    <a16:creationId xmlns:a16="http://schemas.microsoft.com/office/drawing/2014/main" id="{649646B0-79D7-185D-F509-D46424004CB0}"/>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
          <p:nvSpPr>
            <p:cNvPr id="34" name="Freeform 14">
              <a:extLst>
                <a:ext uri="{FF2B5EF4-FFF2-40B4-BE49-F238E27FC236}">
                  <a16:creationId xmlns:a16="http://schemas.microsoft.com/office/drawing/2014/main" id="{6D7808DB-11BB-056E-BDE3-63CE496521E4}"/>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Tree>
    <p:extLst>
      <p:ext uri="{BB962C8B-B14F-4D97-AF65-F5344CB8AC3E}">
        <p14:creationId xmlns:p14="http://schemas.microsoft.com/office/powerpoint/2010/main" val="351595182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8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0" y="-101462"/>
            <a:ext cx="12191999" cy="6879498"/>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533305" y="2661729"/>
            <a:ext cx="11125296" cy="1376377"/>
          </a:xfrm>
        </p:spPr>
        <p:txBody>
          <a:bodyPr anchor="ctr">
            <a:noAutofit/>
          </a:bodyPr>
          <a:lstStyle>
            <a:lvl1pPr algn="ctr">
              <a:lnSpc>
                <a:spcPts val="4500"/>
              </a:lnSpc>
              <a:defRPr sz="4800" b="1" i="0">
                <a:solidFill>
                  <a:srgbClr val="FFFFFF"/>
                </a:solidFill>
                <a:effectLst/>
                <a:latin typeface="Montserrat ExtraBold" pitchFamily="2" charset="77"/>
              </a:defRPr>
            </a:lvl1pPr>
          </a:lstStyle>
          <a:p>
            <a:pPr lvl="0"/>
            <a:r>
              <a:rPr lang="en-US" dirty="0"/>
              <a:t>Divider Headline in </a:t>
            </a:r>
            <a:br>
              <a:rPr lang="en-US" dirty="0"/>
            </a:br>
            <a:r>
              <a:rPr lang="en-US" dirty="0"/>
              <a:t>Montserrat extra bold 48pt</a:t>
            </a: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grpSp>
        <p:nvGrpSpPr>
          <p:cNvPr id="32" name="Graphic 489">
            <a:extLst>
              <a:ext uri="{FF2B5EF4-FFF2-40B4-BE49-F238E27FC236}">
                <a16:creationId xmlns:a16="http://schemas.microsoft.com/office/drawing/2014/main" id="{E75FED39-82ED-63AC-2512-9B3E856327CF}"/>
              </a:ext>
            </a:extLst>
          </p:cNvPr>
          <p:cNvGrpSpPr/>
          <p:nvPr userDrawn="1"/>
        </p:nvGrpSpPr>
        <p:grpSpPr>
          <a:xfrm>
            <a:off x="4807697" y="2035837"/>
            <a:ext cx="2598543" cy="624177"/>
            <a:chOff x="5666421" y="243443"/>
            <a:chExt cx="4707521" cy="1130758"/>
          </a:xfrm>
          <a:solidFill>
            <a:srgbClr val="FFFFFF"/>
          </a:solidFill>
        </p:grpSpPr>
        <p:grpSp>
          <p:nvGrpSpPr>
            <p:cNvPr id="33" name="Graphic 489">
              <a:extLst>
                <a:ext uri="{FF2B5EF4-FFF2-40B4-BE49-F238E27FC236}">
                  <a16:creationId xmlns:a16="http://schemas.microsoft.com/office/drawing/2014/main" id="{D1A073CC-15D2-7C60-CFDB-FB18C8963192}"/>
                </a:ext>
              </a:extLst>
            </p:cNvPr>
            <p:cNvGrpSpPr/>
            <p:nvPr/>
          </p:nvGrpSpPr>
          <p:grpSpPr>
            <a:xfrm>
              <a:off x="5666421" y="243443"/>
              <a:ext cx="4707521" cy="1130758"/>
              <a:chOff x="5666421" y="243443"/>
              <a:chExt cx="4707521" cy="1130758"/>
            </a:xfrm>
            <a:grpFill/>
          </p:grpSpPr>
          <p:sp>
            <p:nvSpPr>
              <p:cNvPr id="35" name="Freeform 15">
                <a:extLst>
                  <a:ext uri="{FF2B5EF4-FFF2-40B4-BE49-F238E27FC236}">
                    <a16:creationId xmlns:a16="http://schemas.microsoft.com/office/drawing/2014/main" id="{FA199EAD-AABE-891A-014D-04142668ABE8}"/>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6" name="Freeform 16">
                <a:extLst>
                  <a:ext uri="{FF2B5EF4-FFF2-40B4-BE49-F238E27FC236}">
                    <a16:creationId xmlns:a16="http://schemas.microsoft.com/office/drawing/2014/main" id="{09937AA6-7905-0DBC-B116-8DC0D0A0A051}"/>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7" name="Freeform 17">
                <a:extLst>
                  <a:ext uri="{FF2B5EF4-FFF2-40B4-BE49-F238E27FC236}">
                    <a16:creationId xmlns:a16="http://schemas.microsoft.com/office/drawing/2014/main" id="{07D2526D-02D1-6899-1CAF-3B1E618429A1}"/>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8" name="Freeform 18">
                <a:extLst>
                  <a:ext uri="{FF2B5EF4-FFF2-40B4-BE49-F238E27FC236}">
                    <a16:creationId xmlns:a16="http://schemas.microsoft.com/office/drawing/2014/main" id="{B5C6EC9F-F83B-96B3-84EA-8B1D36E2C44B}"/>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39" name="Freeform 19">
                <a:extLst>
                  <a:ext uri="{FF2B5EF4-FFF2-40B4-BE49-F238E27FC236}">
                    <a16:creationId xmlns:a16="http://schemas.microsoft.com/office/drawing/2014/main" id="{2D442D56-7D4A-229D-2F48-0F80D5B7E9BD}"/>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0" name="Freeform 20">
                <a:extLst>
                  <a:ext uri="{FF2B5EF4-FFF2-40B4-BE49-F238E27FC236}">
                    <a16:creationId xmlns:a16="http://schemas.microsoft.com/office/drawing/2014/main" id="{3D450EF5-2401-EB1C-DCDD-AC1EDC0CF65A}"/>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1" name="Freeform 21">
                <a:extLst>
                  <a:ext uri="{FF2B5EF4-FFF2-40B4-BE49-F238E27FC236}">
                    <a16:creationId xmlns:a16="http://schemas.microsoft.com/office/drawing/2014/main" id="{D75CA556-D294-4A72-7D00-148E29700BF3}"/>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2" name="Freeform 22">
                <a:extLst>
                  <a:ext uri="{FF2B5EF4-FFF2-40B4-BE49-F238E27FC236}">
                    <a16:creationId xmlns:a16="http://schemas.microsoft.com/office/drawing/2014/main" id="{F90CD304-37BF-C7BE-2CA5-6878A1369AEC}"/>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3" name="Freeform 23">
                <a:extLst>
                  <a:ext uri="{FF2B5EF4-FFF2-40B4-BE49-F238E27FC236}">
                    <a16:creationId xmlns:a16="http://schemas.microsoft.com/office/drawing/2014/main" id="{21C830F6-3D55-BDF2-1D4D-94836E84A914}"/>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noFill/>
                <a:prstDash val="solid"/>
                <a:miter/>
              </a:ln>
            </p:spPr>
            <p:txBody>
              <a:bodyPr rtlCol="0" anchor="ctr"/>
              <a:lstStyle/>
              <a:p>
                <a:endParaRPr lang="en-US" b="0" i="0" dirty="0">
                  <a:latin typeface="Montserrat" pitchFamily="2" charset="77"/>
                </a:endParaRPr>
              </a:p>
            </p:txBody>
          </p:sp>
          <p:sp>
            <p:nvSpPr>
              <p:cNvPr id="44" name="Freeform 24">
                <a:extLst>
                  <a:ext uri="{FF2B5EF4-FFF2-40B4-BE49-F238E27FC236}">
                    <a16:creationId xmlns:a16="http://schemas.microsoft.com/office/drawing/2014/main" id="{649646B0-79D7-185D-F509-D46424004CB0}"/>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
          <p:nvSpPr>
            <p:cNvPr id="34" name="Freeform 14">
              <a:extLst>
                <a:ext uri="{FF2B5EF4-FFF2-40B4-BE49-F238E27FC236}">
                  <a16:creationId xmlns:a16="http://schemas.microsoft.com/office/drawing/2014/main" id="{6D7808DB-11BB-056E-BDE3-63CE496521E4}"/>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noFill/>
              <a:prstDash val="solid"/>
              <a:miter/>
            </a:ln>
          </p:spPr>
          <p:txBody>
            <a:bodyPr rtlCol="0" anchor="ctr"/>
            <a:lstStyle/>
            <a:p>
              <a:endParaRPr lang="en-US" b="0" i="0" dirty="0">
                <a:latin typeface="Montserrat" pitchFamily="2" charset="77"/>
              </a:endParaRPr>
            </a:p>
          </p:txBody>
        </p:sp>
      </p:grpSp>
    </p:spTree>
    <p:extLst>
      <p:ext uri="{BB962C8B-B14F-4D97-AF65-F5344CB8AC3E}">
        <p14:creationId xmlns:p14="http://schemas.microsoft.com/office/powerpoint/2010/main" val="30910047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5_Title Only">
    <p:spTree>
      <p:nvGrpSpPr>
        <p:cNvPr id="1" name=""/>
        <p:cNvGrpSpPr/>
        <p:nvPr/>
      </p:nvGrpSpPr>
      <p:grpSpPr>
        <a:xfrm>
          <a:off x="0" y="0"/>
          <a:ext cx="0" cy="0"/>
          <a:chOff x="0" y="0"/>
          <a:chExt cx="0" cy="0"/>
        </a:xfrm>
      </p:grpSpPr>
      <p:sp>
        <p:nvSpPr>
          <p:cNvPr id="8" name="Text Placeholder 9">
            <a:extLst>
              <a:ext uri="{FF2B5EF4-FFF2-40B4-BE49-F238E27FC236}">
                <a16:creationId xmlns:a16="http://schemas.microsoft.com/office/drawing/2014/main" id="{1977BF52-BC1D-D3AE-367B-25EA1E63B130}"/>
              </a:ext>
            </a:extLst>
          </p:cNvPr>
          <p:cNvSpPr>
            <a:spLocks noGrp="1"/>
          </p:cNvSpPr>
          <p:nvPr>
            <p:ph type="body" sz="quarter" idx="14" hasCustomPrompt="1"/>
          </p:nvPr>
        </p:nvSpPr>
        <p:spPr>
          <a:xfrm>
            <a:off x="942133" y="1072447"/>
            <a:ext cx="6874349" cy="487659"/>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4" name="Text Placeholder 13">
            <a:extLst>
              <a:ext uri="{FF2B5EF4-FFF2-40B4-BE49-F238E27FC236}">
                <a16:creationId xmlns:a16="http://schemas.microsoft.com/office/drawing/2014/main" id="{03F1FA7E-60B6-4F02-D147-903668FE4996}"/>
              </a:ext>
            </a:extLst>
          </p:cNvPr>
          <p:cNvSpPr>
            <a:spLocks noGrp="1"/>
          </p:cNvSpPr>
          <p:nvPr>
            <p:ph type="body" sz="quarter" idx="16" hasCustomPrompt="1"/>
          </p:nvPr>
        </p:nvSpPr>
        <p:spPr>
          <a:xfrm>
            <a:off x="959428" y="2270089"/>
            <a:ext cx="5136569" cy="3368947"/>
          </a:xfrm>
        </p:spPr>
        <p:txBody>
          <a:bodyPr>
            <a:normAutofit/>
          </a:bodyPr>
          <a:lstStyle>
            <a:lvl1pPr>
              <a:defRPr sz="1400" b="0" i="0">
                <a:solidFill>
                  <a:schemeClr val="accent6"/>
                </a:solidFill>
                <a:latin typeface="Montserrat" pitchFamily="2" charset="77"/>
                <a:cs typeface="Gotham Book" pitchFamily="2" charset="0"/>
              </a:defRPr>
            </a:lvl1pPr>
            <a:lvl5pPr algn="l">
              <a:defRPr>
                <a:solidFill>
                  <a:schemeClr val="accent5"/>
                </a:solidFill>
              </a:defRPr>
            </a:lvl5pPr>
          </a:lstStyle>
          <a:p>
            <a:pPr lvl="0"/>
            <a:r>
              <a:rPr lang="en-US" dirty="0"/>
              <a:t>Body copy goes here in Gotham Book – 14pt</a:t>
            </a:r>
          </a:p>
        </p:txBody>
      </p:sp>
      <p:grpSp>
        <p:nvGrpSpPr>
          <p:cNvPr id="3" name="Group 2">
            <a:extLst>
              <a:ext uri="{FF2B5EF4-FFF2-40B4-BE49-F238E27FC236}">
                <a16:creationId xmlns:a16="http://schemas.microsoft.com/office/drawing/2014/main" id="{7E351132-87C8-C39E-7C71-C2ACFEC0AA35}"/>
              </a:ext>
            </a:extLst>
          </p:cNvPr>
          <p:cNvGrpSpPr/>
          <p:nvPr/>
        </p:nvGrpSpPr>
        <p:grpSpPr>
          <a:xfrm>
            <a:off x="6502325" y="2141672"/>
            <a:ext cx="209441" cy="3532610"/>
            <a:chOff x="10807083" y="412365"/>
            <a:chExt cx="209441" cy="3532610"/>
          </a:xfrm>
        </p:grpSpPr>
        <p:sp>
          <p:nvSpPr>
            <p:cNvPr id="6" name="Graphic 12">
              <a:extLst>
                <a:ext uri="{FF2B5EF4-FFF2-40B4-BE49-F238E27FC236}">
                  <a16:creationId xmlns:a16="http://schemas.microsoft.com/office/drawing/2014/main" id="{2C0BDA20-6499-B418-19DA-3FC82BB27C43}"/>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b="0" i="0" dirty="0">
                <a:latin typeface="Montserrat" pitchFamily="2" charset="77"/>
              </a:endParaRPr>
            </a:p>
          </p:txBody>
        </p:sp>
        <p:cxnSp>
          <p:nvCxnSpPr>
            <p:cNvPr id="18" name="Straight Connector 17">
              <a:extLst>
                <a:ext uri="{FF2B5EF4-FFF2-40B4-BE49-F238E27FC236}">
                  <a16:creationId xmlns:a16="http://schemas.microsoft.com/office/drawing/2014/main" id="{8DE494AE-9880-E1D6-46DB-809E4341EBFE}"/>
                </a:ext>
              </a:extLst>
            </p:cNvPr>
            <p:cNvCxnSpPr>
              <a:cxnSpLocks/>
            </p:cNvCxnSpPr>
            <p:nvPr/>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2205497-AB00-F9B6-568C-2D97F9E83CB9}"/>
                </a:ext>
              </a:extLst>
            </p:cNvPr>
            <p:cNvCxnSpPr>
              <a:cxnSpLocks/>
            </p:cNvCxnSpPr>
            <p:nvPr/>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20" name="Rectangle 19">
            <a:extLst>
              <a:ext uri="{FF2B5EF4-FFF2-40B4-BE49-F238E27FC236}">
                <a16:creationId xmlns:a16="http://schemas.microsoft.com/office/drawing/2014/main" id="{BBD5E516-40FE-AFD0-FBE4-B932BCBF57C6}"/>
              </a:ext>
            </a:extLst>
          </p:cNvPr>
          <p:cNvSpPr/>
          <p:nvPr/>
        </p:nvSpPr>
        <p:spPr>
          <a:xfrm>
            <a:off x="7118096" y="1793104"/>
            <a:ext cx="4363991" cy="4239798"/>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1" name="Picture Placeholder 3">
            <a:extLst>
              <a:ext uri="{FF2B5EF4-FFF2-40B4-BE49-F238E27FC236}">
                <a16:creationId xmlns:a16="http://schemas.microsoft.com/office/drawing/2014/main" id="{4C0D9657-AE65-569C-D3E2-0C52C20E5B41}"/>
              </a:ext>
            </a:extLst>
          </p:cNvPr>
          <p:cNvSpPr>
            <a:spLocks noGrp="1"/>
          </p:cNvSpPr>
          <p:nvPr>
            <p:ph type="pic" sz="quarter" idx="34" hasCustomPrompt="1"/>
          </p:nvPr>
        </p:nvSpPr>
        <p:spPr>
          <a:xfrm>
            <a:off x="7280549" y="1992107"/>
            <a:ext cx="4010676" cy="3867595"/>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1" i="0">
                <a:latin typeface="Montserrat" pitchFamily="2" charset="77"/>
              </a:defRPr>
            </a:lvl1pPr>
          </a:lstStyle>
          <a:p>
            <a:r>
              <a:rPr lang="en-US" dirty="0"/>
              <a:t>Insert Photo</a:t>
            </a:r>
          </a:p>
        </p:txBody>
      </p:sp>
      <p:sp>
        <p:nvSpPr>
          <p:cNvPr id="4" name="Slide Number Placeholder 4">
            <a:extLst>
              <a:ext uri="{FF2B5EF4-FFF2-40B4-BE49-F238E27FC236}">
                <a16:creationId xmlns:a16="http://schemas.microsoft.com/office/drawing/2014/main" id="{075DAE72-7A3B-8A85-CB8F-404623DC0393}"/>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52" name="Text Placeholder 13">
            <a:extLst>
              <a:ext uri="{FF2B5EF4-FFF2-40B4-BE49-F238E27FC236}">
                <a16:creationId xmlns:a16="http://schemas.microsoft.com/office/drawing/2014/main" id="{193545C4-42C8-E862-AF27-273EA3B90EE8}"/>
              </a:ext>
            </a:extLst>
          </p:cNvPr>
          <p:cNvSpPr>
            <a:spLocks noGrp="1"/>
          </p:cNvSpPr>
          <p:nvPr>
            <p:ph type="body" sz="quarter" idx="17" hasCustomPrompt="1"/>
          </p:nvPr>
        </p:nvSpPr>
        <p:spPr>
          <a:xfrm>
            <a:off x="959428" y="1801439"/>
            <a:ext cx="5498522"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Tree>
    <p:extLst>
      <p:ext uri="{BB962C8B-B14F-4D97-AF65-F5344CB8AC3E}">
        <p14:creationId xmlns:p14="http://schemas.microsoft.com/office/powerpoint/2010/main" val="16201178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3_Title Only">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57731A41-A16B-779E-B92F-A1C5F9C34ADE}"/>
              </a:ext>
            </a:extLst>
          </p:cNvPr>
          <p:cNvSpPr/>
          <p:nvPr/>
        </p:nvSpPr>
        <p:spPr>
          <a:xfrm>
            <a:off x="8699426" y="2096287"/>
            <a:ext cx="3034484" cy="2619981"/>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4" name="Picture Placeholder 3">
            <a:extLst>
              <a:ext uri="{FF2B5EF4-FFF2-40B4-BE49-F238E27FC236}">
                <a16:creationId xmlns:a16="http://schemas.microsoft.com/office/drawing/2014/main" id="{C494E75F-1CF4-FDB7-8A53-DA4AB407208D}"/>
              </a:ext>
            </a:extLst>
          </p:cNvPr>
          <p:cNvSpPr>
            <a:spLocks noGrp="1"/>
          </p:cNvSpPr>
          <p:nvPr>
            <p:ph type="pic" sz="quarter" idx="13" hasCustomPrompt="1"/>
          </p:nvPr>
        </p:nvSpPr>
        <p:spPr>
          <a:xfrm>
            <a:off x="8771443" y="2184197"/>
            <a:ext cx="2899262" cy="2466757"/>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14" name="Text Placeholder 13">
            <a:extLst>
              <a:ext uri="{FF2B5EF4-FFF2-40B4-BE49-F238E27FC236}">
                <a16:creationId xmlns:a16="http://schemas.microsoft.com/office/drawing/2014/main" id="{03F1FA7E-60B6-4F02-D147-903668FE4996}"/>
              </a:ext>
            </a:extLst>
          </p:cNvPr>
          <p:cNvSpPr>
            <a:spLocks noGrp="1"/>
          </p:cNvSpPr>
          <p:nvPr>
            <p:ph type="body" sz="quarter" idx="16" hasCustomPrompt="1"/>
          </p:nvPr>
        </p:nvSpPr>
        <p:spPr>
          <a:xfrm>
            <a:off x="959429" y="2701514"/>
            <a:ext cx="5269452" cy="2333019"/>
          </a:xfrm>
        </p:spPr>
        <p:txBody>
          <a:bodyPr>
            <a:normAutofit/>
          </a:bodyPr>
          <a:lstStyle>
            <a:lvl1pPr>
              <a:defRPr sz="1400" b="0" i="0">
                <a:solidFill>
                  <a:schemeClr val="accent6"/>
                </a:solidFill>
                <a:latin typeface="Montserrat" pitchFamily="2" charset="77"/>
                <a:cs typeface="Gotham Book" pitchFamily="2" charset="0"/>
              </a:defRPr>
            </a:lvl1pPr>
            <a:lvl5pPr algn="l">
              <a:defRPr>
                <a:solidFill>
                  <a:schemeClr val="accent5"/>
                </a:solidFill>
              </a:defRPr>
            </a:lvl5pPr>
          </a:lstStyle>
          <a:p>
            <a:pPr lvl="0"/>
            <a:r>
              <a:rPr lang="en-US" dirty="0"/>
              <a:t>Body copy goes here in Montserrat regular – 14pt</a:t>
            </a:r>
          </a:p>
        </p:txBody>
      </p:sp>
      <p:sp>
        <p:nvSpPr>
          <p:cNvPr id="16" name="Text Placeholder 13">
            <a:extLst>
              <a:ext uri="{FF2B5EF4-FFF2-40B4-BE49-F238E27FC236}">
                <a16:creationId xmlns:a16="http://schemas.microsoft.com/office/drawing/2014/main" id="{EF649EDC-EADC-F848-6150-BE38E783D1F1}"/>
              </a:ext>
            </a:extLst>
          </p:cNvPr>
          <p:cNvSpPr>
            <a:spLocks noGrp="1"/>
          </p:cNvSpPr>
          <p:nvPr>
            <p:ph type="body" sz="quarter" idx="17" hasCustomPrompt="1"/>
          </p:nvPr>
        </p:nvSpPr>
        <p:spPr>
          <a:xfrm>
            <a:off x="959428" y="2249340"/>
            <a:ext cx="5286747"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
        <p:nvSpPr>
          <p:cNvPr id="3" name="Rectangle 2">
            <a:extLst>
              <a:ext uri="{FF2B5EF4-FFF2-40B4-BE49-F238E27FC236}">
                <a16:creationId xmlns:a16="http://schemas.microsoft.com/office/drawing/2014/main" id="{DC8C0823-36CF-7AC4-543A-3BA3E6F45300}"/>
              </a:ext>
            </a:extLst>
          </p:cNvPr>
          <p:cNvSpPr/>
          <p:nvPr/>
        </p:nvSpPr>
        <p:spPr>
          <a:xfrm>
            <a:off x="8699427" y="517225"/>
            <a:ext cx="3034484" cy="1489995"/>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6" name="Picture Placeholder 3">
            <a:extLst>
              <a:ext uri="{FF2B5EF4-FFF2-40B4-BE49-F238E27FC236}">
                <a16:creationId xmlns:a16="http://schemas.microsoft.com/office/drawing/2014/main" id="{D2FDEE4A-1810-5E91-6FCB-8F0924379E0E}"/>
              </a:ext>
            </a:extLst>
          </p:cNvPr>
          <p:cNvSpPr>
            <a:spLocks noGrp="1"/>
          </p:cNvSpPr>
          <p:nvPr>
            <p:ph type="pic" sz="quarter" idx="18" hasCustomPrompt="1"/>
          </p:nvPr>
        </p:nvSpPr>
        <p:spPr>
          <a:xfrm>
            <a:off x="8771443" y="604258"/>
            <a:ext cx="2899262" cy="1340222"/>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18" name="Rectangle 17">
            <a:extLst>
              <a:ext uri="{FF2B5EF4-FFF2-40B4-BE49-F238E27FC236}">
                <a16:creationId xmlns:a16="http://schemas.microsoft.com/office/drawing/2014/main" id="{D125FBDD-B2EF-FBE3-F95C-32EC18845612}"/>
              </a:ext>
            </a:extLst>
          </p:cNvPr>
          <p:cNvSpPr/>
          <p:nvPr/>
        </p:nvSpPr>
        <p:spPr>
          <a:xfrm>
            <a:off x="6686971" y="513490"/>
            <a:ext cx="1934370" cy="1934370"/>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19" name="Picture Placeholder 3">
            <a:extLst>
              <a:ext uri="{FF2B5EF4-FFF2-40B4-BE49-F238E27FC236}">
                <a16:creationId xmlns:a16="http://schemas.microsoft.com/office/drawing/2014/main" id="{372102D8-AE4A-E8A2-4E2C-35DEF08B7E73}"/>
              </a:ext>
            </a:extLst>
          </p:cNvPr>
          <p:cNvSpPr>
            <a:spLocks noGrp="1"/>
          </p:cNvSpPr>
          <p:nvPr>
            <p:ph type="pic" sz="quarter" idx="19" hasCustomPrompt="1"/>
          </p:nvPr>
        </p:nvSpPr>
        <p:spPr>
          <a:xfrm>
            <a:off x="6750790" y="580896"/>
            <a:ext cx="1806732" cy="1804770"/>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20" name="Rectangle 19">
            <a:extLst>
              <a:ext uri="{FF2B5EF4-FFF2-40B4-BE49-F238E27FC236}">
                <a16:creationId xmlns:a16="http://schemas.microsoft.com/office/drawing/2014/main" id="{F325C7AF-09E3-1B17-C058-A2AEC752E469}"/>
              </a:ext>
            </a:extLst>
          </p:cNvPr>
          <p:cNvSpPr/>
          <p:nvPr/>
        </p:nvSpPr>
        <p:spPr>
          <a:xfrm>
            <a:off x="6686971" y="4803249"/>
            <a:ext cx="3340319" cy="1489995"/>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1" name="Picture Placeholder 3">
            <a:extLst>
              <a:ext uri="{FF2B5EF4-FFF2-40B4-BE49-F238E27FC236}">
                <a16:creationId xmlns:a16="http://schemas.microsoft.com/office/drawing/2014/main" id="{7133D333-3060-B4C0-C9EE-AD954266D13B}"/>
              </a:ext>
            </a:extLst>
          </p:cNvPr>
          <p:cNvSpPr>
            <a:spLocks noGrp="1"/>
          </p:cNvSpPr>
          <p:nvPr>
            <p:ph type="pic" sz="quarter" idx="20" hasCustomPrompt="1"/>
          </p:nvPr>
        </p:nvSpPr>
        <p:spPr>
          <a:xfrm>
            <a:off x="6740740" y="4864789"/>
            <a:ext cx="3233969" cy="1365715"/>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22" name="Rectangle 21">
            <a:extLst>
              <a:ext uri="{FF2B5EF4-FFF2-40B4-BE49-F238E27FC236}">
                <a16:creationId xmlns:a16="http://schemas.microsoft.com/office/drawing/2014/main" id="{E85F8EC4-9312-C3E4-7926-2AC22BB93CAB}"/>
              </a:ext>
            </a:extLst>
          </p:cNvPr>
          <p:cNvSpPr/>
          <p:nvPr/>
        </p:nvSpPr>
        <p:spPr>
          <a:xfrm>
            <a:off x="10121278" y="4802838"/>
            <a:ext cx="1612632" cy="1490406"/>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3" name="Picture Placeholder 3">
            <a:extLst>
              <a:ext uri="{FF2B5EF4-FFF2-40B4-BE49-F238E27FC236}">
                <a16:creationId xmlns:a16="http://schemas.microsoft.com/office/drawing/2014/main" id="{E8ED8193-26CE-AFA7-9404-6CD855689247}"/>
              </a:ext>
            </a:extLst>
          </p:cNvPr>
          <p:cNvSpPr>
            <a:spLocks noGrp="1"/>
          </p:cNvSpPr>
          <p:nvPr>
            <p:ph type="pic" sz="quarter" idx="21" hasCustomPrompt="1"/>
          </p:nvPr>
        </p:nvSpPr>
        <p:spPr>
          <a:xfrm>
            <a:off x="10187368" y="4864788"/>
            <a:ext cx="1483337" cy="1365349"/>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solidFill>
                  <a:schemeClr val="tx1"/>
                </a:solidFill>
                <a:latin typeface="Montserrat" pitchFamily="2" charset="77"/>
              </a:defRPr>
            </a:lvl1pPr>
          </a:lstStyle>
          <a:p>
            <a:r>
              <a:rPr lang="en-US" dirty="0"/>
              <a:t>Insert Photo</a:t>
            </a:r>
          </a:p>
        </p:txBody>
      </p:sp>
      <p:sp>
        <p:nvSpPr>
          <p:cNvPr id="29" name="Rectangle 28">
            <a:extLst>
              <a:ext uri="{FF2B5EF4-FFF2-40B4-BE49-F238E27FC236}">
                <a16:creationId xmlns:a16="http://schemas.microsoft.com/office/drawing/2014/main" id="{8075ACA3-6D36-FFE3-3F4F-88EA0B4DF732}"/>
              </a:ext>
            </a:extLst>
          </p:cNvPr>
          <p:cNvSpPr/>
          <p:nvPr/>
        </p:nvSpPr>
        <p:spPr>
          <a:xfrm>
            <a:off x="6686971" y="2543251"/>
            <a:ext cx="1934370" cy="2173017"/>
          </a:xfrm>
          <a:prstGeom prst="rect">
            <a:avLst/>
          </a:prstGeom>
          <a:solidFill>
            <a:srgbClr val="FFFFFF"/>
          </a:solidFill>
          <a:ln>
            <a:noFill/>
          </a:ln>
          <a:effectLst>
            <a:innerShdw blurRad="63500" dist="50800" dir="18900000">
              <a:prstClr val="black">
                <a:alpha val="1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32" name="Picture Placeholder 31">
            <a:extLst>
              <a:ext uri="{FF2B5EF4-FFF2-40B4-BE49-F238E27FC236}">
                <a16:creationId xmlns:a16="http://schemas.microsoft.com/office/drawing/2014/main" id="{4FFBA21F-0EC8-A4D7-214A-2E5DD9B35DF2}"/>
              </a:ext>
            </a:extLst>
          </p:cNvPr>
          <p:cNvSpPr>
            <a:spLocks noGrp="1"/>
          </p:cNvSpPr>
          <p:nvPr>
            <p:ph type="pic" sz="quarter" idx="23" hasCustomPrompt="1"/>
          </p:nvPr>
        </p:nvSpPr>
        <p:spPr>
          <a:xfrm>
            <a:off x="6750050" y="2611438"/>
            <a:ext cx="1808163" cy="2039516"/>
          </a:xfrm>
          <a:solidFill>
            <a:srgbClr val="FFFFFF"/>
          </a:solidFill>
          <a:effectLst>
            <a:innerShdw blurRad="63500" dist="50800" dir="18900000">
              <a:prstClr val="black">
                <a:alpha val="15000"/>
              </a:prstClr>
            </a:innerShdw>
          </a:effectLst>
        </p:spPr>
        <p:txBody>
          <a:bodyPr anchor="ctr">
            <a:normAutofit/>
          </a:bodyPr>
          <a:lstStyle>
            <a:lvl1pPr algn="ctr">
              <a:lnSpc>
                <a:spcPct val="100000"/>
              </a:lnSpc>
              <a:defRPr sz="1200" b="0" i="0">
                <a:latin typeface="Montserrat" pitchFamily="2" charset="77"/>
              </a:defRPr>
            </a:lvl1pPr>
          </a:lstStyle>
          <a:p>
            <a:r>
              <a:rPr lang="en-US" dirty="0"/>
              <a:t>Insert Photo</a:t>
            </a:r>
          </a:p>
        </p:txBody>
      </p:sp>
      <p:pic>
        <p:nvPicPr>
          <p:cNvPr id="11" name="Picture 10">
            <a:extLst>
              <a:ext uri="{FF2B5EF4-FFF2-40B4-BE49-F238E27FC236}">
                <a16:creationId xmlns:a16="http://schemas.microsoft.com/office/drawing/2014/main" id="{EB9B45C5-0C6F-5300-9EBA-F6D57837767B}"/>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356959" y="5326078"/>
            <a:ext cx="2070628" cy="627978"/>
          </a:xfrm>
          <a:prstGeom prst="rect">
            <a:avLst/>
          </a:prstGeom>
        </p:spPr>
      </p:pic>
      <p:sp>
        <p:nvSpPr>
          <p:cNvPr id="12" name="Slide Number Placeholder 4">
            <a:extLst>
              <a:ext uri="{FF2B5EF4-FFF2-40B4-BE49-F238E27FC236}">
                <a16:creationId xmlns:a16="http://schemas.microsoft.com/office/drawing/2014/main" id="{B69D8D4A-8DF4-FB0B-AC25-0A49B96AAAC4}"/>
              </a:ext>
            </a:extLst>
          </p:cNvPr>
          <p:cNvSpPr>
            <a:spLocks noGrp="1"/>
          </p:cNvSpPr>
          <p:nvPr>
            <p:ph type="sldNum" sz="quarter" idx="24"/>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5" name="Text Placeholder 9">
            <a:extLst>
              <a:ext uri="{FF2B5EF4-FFF2-40B4-BE49-F238E27FC236}">
                <a16:creationId xmlns:a16="http://schemas.microsoft.com/office/drawing/2014/main" id="{5F97CF77-B6E0-BEA7-278F-F63EA2AAB762}"/>
              </a:ext>
            </a:extLst>
          </p:cNvPr>
          <p:cNvSpPr>
            <a:spLocks noGrp="1"/>
          </p:cNvSpPr>
          <p:nvPr>
            <p:ph type="body" sz="quarter" idx="25" hasCustomPrompt="1"/>
          </p:nvPr>
        </p:nvSpPr>
        <p:spPr>
          <a:xfrm>
            <a:off x="942134" y="1047973"/>
            <a:ext cx="5286747" cy="1003450"/>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Tree>
    <p:extLst>
      <p:ext uri="{BB962C8B-B14F-4D97-AF65-F5344CB8AC3E}">
        <p14:creationId xmlns:p14="http://schemas.microsoft.com/office/powerpoint/2010/main" val="4763012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16_Title Only">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6B8EDB0-9EA7-7401-E1CD-9FF53EF3C2CC}"/>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269904" y="5686214"/>
            <a:ext cx="2096944" cy="635959"/>
          </a:xfrm>
          <a:prstGeom prst="rect">
            <a:avLst/>
          </a:prstGeom>
        </p:spPr>
      </p:pic>
      <p:sp>
        <p:nvSpPr>
          <p:cNvPr id="6" name="Slide Number Placeholder 4">
            <a:extLst>
              <a:ext uri="{FF2B5EF4-FFF2-40B4-BE49-F238E27FC236}">
                <a16:creationId xmlns:a16="http://schemas.microsoft.com/office/drawing/2014/main" id="{2086C911-3E54-E4B0-3058-F67E50D50353}"/>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pic>
        <p:nvPicPr>
          <p:cNvPr id="5" name="Graphic 4">
            <a:extLst>
              <a:ext uri="{FF2B5EF4-FFF2-40B4-BE49-F238E27FC236}">
                <a16:creationId xmlns:a16="http://schemas.microsoft.com/office/drawing/2014/main" id="{A6B76B8C-D054-0DE2-B63A-5E774E6AB7CF}"/>
              </a:ext>
            </a:extLst>
          </p:cNvPr>
          <p:cNvPicPr>
            <a:picLocks noChangeAspect="1"/>
          </p:cNvPicPr>
          <p:nvPr/>
        </p:nvPicPr>
        <p:blipFill rotWithShape="1">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rcRect l="19422" t="29974" r="14686" b="28423"/>
          <a:stretch/>
        </p:blipFill>
        <p:spPr>
          <a:xfrm rot="774579">
            <a:off x="-687017" y="4754172"/>
            <a:ext cx="3790981" cy="2393524"/>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pic>
        <p:nvPicPr>
          <p:cNvPr id="4" name="Graphic 3">
            <a:extLst>
              <a:ext uri="{FF2B5EF4-FFF2-40B4-BE49-F238E27FC236}">
                <a16:creationId xmlns:a16="http://schemas.microsoft.com/office/drawing/2014/main" id="{C9481702-78CA-525F-B85D-9267060405A2}"/>
              </a:ext>
            </a:extLst>
          </p:cNvPr>
          <p:cNvPicPr>
            <a:picLocks noChangeAspect="1"/>
          </p:cNvPicPr>
          <p:nvPr userDrawn="1"/>
        </p:nvPicPr>
        <p:blipFill rotWithShape="1">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rcRect l="19422" t="29974" r="14686" b="28423"/>
          <a:stretch/>
        </p:blipFill>
        <p:spPr>
          <a:xfrm rot="774579">
            <a:off x="-687017" y="4754172"/>
            <a:ext cx="3790981" cy="2393524"/>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spTree>
    <p:extLst>
      <p:ext uri="{BB962C8B-B14F-4D97-AF65-F5344CB8AC3E}">
        <p14:creationId xmlns:p14="http://schemas.microsoft.com/office/powerpoint/2010/main" val="109657695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8_Title Only">
    <p:spTree>
      <p:nvGrpSpPr>
        <p:cNvPr id="1" name=""/>
        <p:cNvGrpSpPr/>
        <p:nvPr/>
      </p:nvGrpSpPr>
      <p:grpSpPr>
        <a:xfrm>
          <a:off x="0" y="0"/>
          <a:ext cx="0" cy="0"/>
          <a:chOff x="0" y="0"/>
          <a:chExt cx="0" cy="0"/>
        </a:xfrm>
      </p:grpSpPr>
      <p:sp>
        <p:nvSpPr>
          <p:cNvPr id="8" name="Oval 7">
            <a:extLst>
              <a:ext uri="{FF2B5EF4-FFF2-40B4-BE49-F238E27FC236}">
                <a16:creationId xmlns:a16="http://schemas.microsoft.com/office/drawing/2014/main" id="{434F41BD-D185-5630-3698-CD5A494E1DFE}"/>
              </a:ext>
            </a:extLst>
          </p:cNvPr>
          <p:cNvSpPr/>
          <p:nvPr userDrawn="1"/>
        </p:nvSpPr>
        <p:spPr>
          <a:xfrm>
            <a:off x="8975435" y="4226751"/>
            <a:ext cx="1198462" cy="1198462"/>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7" name="Oval 6">
            <a:extLst>
              <a:ext uri="{FF2B5EF4-FFF2-40B4-BE49-F238E27FC236}">
                <a16:creationId xmlns:a16="http://schemas.microsoft.com/office/drawing/2014/main" id="{85153CAB-A86A-01BF-C4B9-C6CE95F651F9}"/>
              </a:ext>
            </a:extLst>
          </p:cNvPr>
          <p:cNvSpPr/>
          <p:nvPr userDrawn="1"/>
        </p:nvSpPr>
        <p:spPr>
          <a:xfrm>
            <a:off x="5498989" y="4226751"/>
            <a:ext cx="1198462" cy="1198462"/>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2" name="Oval 1">
            <a:extLst>
              <a:ext uri="{FF2B5EF4-FFF2-40B4-BE49-F238E27FC236}">
                <a16:creationId xmlns:a16="http://schemas.microsoft.com/office/drawing/2014/main" id="{4AE7E171-A8C9-13C1-419D-EE3492551E55}"/>
              </a:ext>
            </a:extLst>
          </p:cNvPr>
          <p:cNvSpPr/>
          <p:nvPr userDrawn="1"/>
        </p:nvSpPr>
        <p:spPr>
          <a:xfrm>
            <a:off x="2018231" y="4226751"/>
            <a:ext cx="1198462" cy="1198462"/>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3" name="Text Placeholder 9">
            <a:extLst>
              <a:ext uri="{FF2B5EF4-FFF2-40B4-BE49-F238E27FC236}">
                <a16:creationId xmlns:a16="http://schemas.microsoft.com/office/drawing/2014/main" id="{6D342095-033E-BDA4-0C7B-3E404D1FF373}"/>
              </a:ext>
            </a:extLst>
          </p:cNvPr>
          <p:cNvSpPr>
            <a:spLocks noGrp="1"/>
          </p:cNvSpPr>
          <p:nvPr>
            <p:ph type="body" sz="quarter" idx="13" hasCustomPrompt="1"/>
          </p:nvPr>
        </p:nvSpPr>
        <p:spPr>
          <a:xfrm>
            <a:off x="923846" y="3429000"/>
            <a:ext cx="6205824"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Company Overview</a:t>
            </a:r>
          </a:p>
        </p:txBody>
      </p:sp>
      <p:sp>
        <p:nvSpPr>
          <p:cNvPr id="12" name="Text Placeholder 11">
            <a:extLst>
              <a:ext uri="{FF2B5EF4-FFF2-40B4-BE49-F238E27FC236}">
                <a16:creationId xmlns:a16="http://schemas.microsoft.com/office/drawing/2014/main" id="{901CF8EF-73EC-5C31-9874-F9AF13F50EDE}"/>
              </a:ext>
            </a:extLst>
          </p:cNvPr>
          <p:cNvSpPr>
            <a:spLocks noGrp="1"/>
          </p:cNvSpPr>
          <p:nvPr>
            <p:ph type="body" sz="quarter" idx="17" hasCustomPrompt="1"/>
          </p:nvPr>
        </p:nvSpPr>
        <p:spPr>
          <a:xfrm>
            <a:off x="1407473" y="5484135"/>
            <a:ext cx="2430705"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Company Vision:</a:t>
            </a:r>
            <a:br>
              <a:rPr lang="en-US" dirty="0"/>
            </a:br>
            <a:r>
              <a:rPr lang="en-US" dirty="0"/>
              <a:t>ESG, Philanthropy</a:t>
            </a:r>
          </a:p>
        </p:txBody>
      </p:sp>
      <p:sp>
        <p:nvSpPr>
          <p:cNvPr id="14" name="Text Placeholder 11">
            <a:extLst>
              <a:ext uri="{FF2B5EF4-FFF2-40B4-BE49-F238E27FC236}">
                <a16:creationId xmlns:a16="http://schemas.microsoft.com/office/drawing/2014/main" id="{E5A790BE-F117-2D6C-8FB8-D9FCA9E69150}"/>
              </a:ext>
            </a:extLst>
          </p:cNvPr>
          <p:cNvSpPr>
            <a:spLocks noGrp="1"/>
          </p:cNvSpPr>
          <p:nvPr>
            <p:ph type="body" sz="quarter" idx="19" hasCustomPrompt="1"/>
          </p:nvPr>
        </p:nvSpPr>
        <p:spPr>
          <a:xfrm>
            <a:off x="4761883" y="5484135"/>
            <a:ext cx="2668233"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Our past &amp; present:</a:t>
            </a:r>
            <a:br>
              <a:rPr lang="en-US" dirty="0"/>
            </a:br>
            <a:r>
              <a:rPr lang="en-US" dirty="0"/>
              <a:t>The Better Way</a:t>
            </a:r>
          </a:p>
        </p:txBody>
      </p:sp>
      <p:sp>
        <p:nvSpPr>
          <p:cNvPr id="16" name="Text Placeholder 11">
            <a:extLst>
              <a:ext uri="{FF2B5EF4-FFF2-40B4-BE49-F238E27FC236}">
                <a16:creationId xmlns:a16="http://schemas.microsoft.com/office/drawing/2014/main" id="{0B45BDA3-B6D7-4298-D299-666D64BBB9F2}"/>
              </a:ext>
            </a:extLst>
          </p:cNvPr>
          <p:cNvSpPr>
            <a:spLocks noGrp="1"/>
          </p:cNvSpPr>
          <p:nvPr>
            <p:ph type="body" sz="quarter" idx="21" hasCustomPrompt="1"/>
          </p:nvPr>
        </p:nvSpPr>
        <p:spPr>
          <a:xfrm>
            <a:off x="8366521" y="5484135"/>
            <a:ext cx="2430705" cy="638175"/>
          </a:xfrm>
        </p:spPr>
        <p:txBody>
          <a:bodyPr anchor="ctr">
            <a:normAutofit/>
          </a:bodyPr>
          <a:lstStyle>
            <a:lvl1pPr algn="ctr">
              <a:lnSpc>
                <a:spcPct val="100000"/>
              </a:lnSpc>
              <a:defRPr sz="1800" b="1" i="0">
                <a:solidFill>
                  <a:schemeClr val="bg1"/>
                </a:solidFill>
                <a:latin typeface="Montserrat" pitchFamily="2" charset="77"/>
              </a:defRPr>
            </a:lvl1pPr>
          </a:lstStyle>
          <a:p>
            <a:pPr lvl="0"/>
            <a:r>
              <a:rPr lang="en-US" dirty="0"/>
              <a:t>Striving to serve you better</a:t>
            </a:r>
          </a:p>
        </p:txBody>
      </p:sp>
      <p:sp>
        <p:nvSpPr>
          <p:cNvPr id="6" name="Slide Number Placeholder 4">
            <a:extLst>
              <a:ext uri="{FF2B5EF4-FFF2-40B4-BE49-F238E27FC236}">
                <a16:creationId xmlns:a16="http://schemas.microsoft.com/office/drawing/2014/main" id="{47E395EB-B351-16C0-47B9-C6F64FA69A92}"/>
              </a:ext>
            </a:extLst>
          </p:cNvPr>
          <p:cNvSpPr>
            <a:spLocks noGrp="1"/>
          </p:cNvSpPr>
          <p:nvPr>
            <p:ph type="sldNum" sz="quarter" idx="22"/>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pic>
        <p:nvPicPr>
          <p:cNvPr id="4" name="Picture 3">
            <a:extLst>
              <a:ext uri="{FF2B5EF4-FFF2-40B4-BE49-F238E27FC236}">
                <a16:creationId xmlns:a16="http://schemas.microsoft.com/office/drawing/2014/main" id="{89FB6F4B-1F10-6FD9-309B-507659E42B7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588958" y="4321654"/>
            <a:ext cx="1026784" cy="1026784"/>
          </a:xfrm>
          <a:prstGeom prst="rect">
            <a:avLst/>
          </a:prstGeom>
        </p:spPr>
      </p:pic>
      <p:pic>
        <p:nvPicPr>
          <p:cNvPr id="27" name="Picture 26">
            <a:extLst>
              <a:ext uri="{FF2B5EF4-FFF2-40B4-BE49-F238E27FC236}">
                <a16:creationId xmlns:a16="http://schemas.microsoft.com/office/drawing/2014/main" id="{4EFE9F42-8409-2F00-F362-10D60925EE9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03623" y="4321654"/>
            <a:ext cx="1026783" cy="1026783"/>
          </a:xfrm>
          <a:prstGeom prst="rect">
            <a:avLst/>
          </a:prstGeom>
        </p:spPr>
      </p:pic>
      <p:sp>
        <p:nvSpPr>
          <p:cNvPr id="10" name="Picture Placeholder 9">
            <a:extLst>
              <a:ext uri="{FF2B5EF4-FFF2-40B4-BE49-F238E27FC236}">
                <a16:creationId xmlns:a16="http://schemas.microsoft.com/office/drawing/2014/main" id="{6217F223-AD81-AD98-CE93-A4ED81E33811}"/>
              </a:ext>
            </a:extLst>
          </p:cNvPr>
          <p:cNvSpPr>
            <a:spLocks noGrp="1"/>
          </p:cNvSpPr>
          <p:nvPr>
            <p:ph type="pic" sz="quarter" idx="23" hasCustomPrompt="1"/>
          </p:nvPr>
        </p:nvSpPr>
        <p:spPr>
          <a:xfrm>
            <a:off x="234950" y="198438"/>
            <a:ext cx="11722100" cy="2787650"/>
          </a:xfrm>
        </p:spPr>
        <p:txBody>
          <a:bodyPr anchor="ctr">
            <a:normAutofit/>
          </a:bodyPr>
          <a:lstStyle>
            <a:lvl1pPr algn="ctr">
              <a:defRPr sz="1200"/>
            </a:lvl1pPr>
          </a:lstStyle>
          <a:p>
            <a:r>
              <a:rPr lang="en-US" dirty="0"/>
              <a:t>Insert photo</a:t>
            </a:r>
          </a:p>
        </p:txBody>
      </p:sp>
      <p:grpSp>
        <p:nvGrpSpPr>
          <p:cNvPr id="13" name="Graphic 4119">
            <a:extLst>
              <a:ext uri="{FF2B5EF4-FFF2-40B4-BE49-F238E27FC236}">
                <a16:creationId xmlns:a16="http://schemas.microsoft.com/office/drawing/2014/main" id="{3F542F93-7854-AC8D-340D-8CB762D82192}"/>
              </a:ext>
            </a:extLst>
          </p:cNvPr>
          <p:cNvGrpSpPr/>
          <p:nvPr userDrawn="1"/>
        </p:nvGrpSpPr>
        <p:grpSpPr>
          <a:xfrm>
            <a:off x="1385854" y="3062779"/>
            <a:ext cx="1640810" cy="438718"/>
            <a:chOff x="2178742" y="-1107180"/>
            <a:chExt cx="2171851" cy="580707"/>
          </a:xfrm>
          <a:solidFill>
            <a:schemeClr val="tx1"/>
          </a:solidFill>
        </p:grpSpPr>
        <p:sp>
          <p:nvSpPr>
            <p:cNvPr id="15" name="Freeform 14">
              <a:extLst>
                <a:ext uri="{FF2B5EF4-FFF2-40B4-BE49-F238E27FC236}">
                  <a16:creationId xmlns:a16="http://schemas.microsoft.com/office/drawing/2014/main" id="{0E272795-CF09-6076-76BA-EFB473FEC425}"/>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E546DA68-FB91-C76D-96D6-2D58513328DB}"/>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3F6229DD-A3F3-2778-D79B-24A313566C1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75459FD0-B162-14B1-E1DD-E7C7146D1A4D}"/>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FD504FB1-C5A2-835C-0DA5-584EAD61F311}"/>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4CB6892E-1540-3DB9-7D4B-B3F8474CA817}"/>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A9A706FE-DACA-683E-9F7F-0490760225F6}"/>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2B1C170A-8B63-B937-2F0D-E2F333275A40}"/>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E7B486DC-2F85-FB7B-A55A-2290F5A25E24}"/>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E7F42534-1D83-62C9-4C4E-3327967180B9}"/>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436F8213-1D77-D345-CA84-02E52F899955}"/>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4CC06879-ED41-D170-9340-A2DA6D951A93}"/>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162D7C0E-8979-E4F9-4447-3BDEFAAB2933}"/>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C1691C99-442E-ACFE-E226-26406F22CD07}"/>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54492979-A607-09EF-268F-558111644C32}"/>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3111ED95-D686-1693-1D42-CCDF309FB529}"/>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4BF8D2E1-B47F-E0EA-5509-17F44697FBF4}"/>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3EC7F1EB-41BD-C16B-6781-64701606E39B}"/>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24214713-5869-3E08-91D1-64DD10EB13B3}"/>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7" name="Freeform 46">
              <a:extLst>
                <a:ext uri="{FF2B5EF4-FFF2-40B4-BE49-F238E27FC236}">
                  <a16:creationId xmlns:a16="http://schemas.microsoft.com/office/drawing/2014/main" id="{5147B4F7-D204-55C2-4AF2-7C661BB40E9E}"/>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grpSp>
        <p:nvGrpSpPr>
          <p:cNvPr id="5" name="Group 4">
            <a:extLst>
              <a:ext uri="{FF2B5EF4-FFF2-40B4-BE49-F238E27FC236}">
                <a16:creationId xmlns:a16="http://schemas.microsoft.com/office/drawing/2014/main" id="{8B5444FA-C92B-44F0-C366-FD82F5115771}"/>
              </a:ext>
            </a:extLst>
          </p:cNvPr>
          <p:cNvGrpSpPr/>
          <p:nvPr userDrawn="1"/>
        </p:nvGrpSpPr>
        <p:grpSpPr>
          <a:xfrm>
            <a:off x="9058796" y="4315470"/>
            <a:ext cx="1037918" cy="1037365"/>
            <a:chOff x="4758049" y="1030989"/>
            <a:chExt cx="607504" cy="607180"/>
          </a:xfrm>
        </p:grpSpPr>
        <p:sp>
          <p:nvSpPr>
            <p:cNvPr id="9" name="Freeform 772">
              <a:extLst>
                <a:ext uri="{FF2B5EF4-FFF2-40B4-BE49-F238E27FC236}">
                  <a16:creationId xmlns:a16="http://schemas.microsoft.com/office/drawing/2014/main" id="{9D1A6FC1-3C68-BF30-1E09-C13A6BBB383C}"/>
                </a:ext>
              </a:extLst>
            </p:cNvPr>
            <p:cNvSpPr/>
            <p:nvPr/>
          </p:nvSpPr>
          <p:spPr>
            <a:xfrm>
              <a:off x="4758049" y="1030989"/>
              <a:ext cx="607504" cy="607180"/>
            </a:xfrm>
            <a:custGeom>
              <a:avLst/>
              <a:gdLst>
                <a:gd name="connsiteX0" fmla="*/ 303752 w 607504"/>
                <a:gd name="connsiteY0" fmla="*/ 607181 h 607180"/>
                <a:gd name="connsiteX1" fmla="*/ 607504 w 607504"/>
                <a:gd name="connsiteY1" fmla="*/ 303590 h 607180"/>
                <a:gd name="connsiteX2" fmla="*/ 303752 w 607504"/>
                <a:gd name="connsiteY2" fmla="*/ 0 h 607180"/>
                <a:gd name="connsiteX3" fmla="*/ 0 w 607504"/>
                <a:gd name="connsiteY3" fmla="*/ 303590 h 607180"/>
                <a:gd name="connsiteX4" fmla="*/ 303752 w 607504"/>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4" h="607180">
                  <a:moveTo>
                    <a:pt x="303752" y="607181"/>
                  </a:moveTo>
                  <a:cubicBezTo>
                    <a:pt x="471205" y="607181"/>
                    <a:pt x="607504" y="470954"/>
                    <a:pt x="607504" y="303590"/>
                  </a:cubicBezTo>
                  <a:cubicBezTo>
                    <a:pt x="607504" y="136226"/>
                    <a:pt x="471205" y="0"/>
                    <a:pt x="303752" y="0"/>
                  </a:cubicBezTo>
                  <a:cubicBezTo>
                    <a:pt x="136299" y="0"/>
                    <a:pt x="0" y="136226"/>
                    <a:pt x="0" y="303590"/>
                  </a:cubicBezTo>
                  <a:cubicBezTo>
                    <a:pt x="0" y="470954"/>
                    <a:pt x="136299" y="607181"/>
                    <a:pt x="303752" y="607181"/>
                  </a:cubicBezTo>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11" name="Graphic 450">
              <a:extLst>
                <a:ext uri="{FF2B5EF4-FFF2-40B4-BE49-F238E27FC236}">
                  <a16:creationId xmlns:a16="http://schemas.microsoft.com/office/drawing/2014/main" id="{8912B8A5-837F-18D2-A9D0-5532E72678A1}"/>
                </a:ext>
              </a:extLst>
            </p:cNvPr>
            <p:cNvGrpSpPr/>
            <p:nvPr/>
          </p:nvGrpSpPr>
          <p:grpSpPr>
            <a:xfrm>
              <a:off x="4873903" y="1132186"/>
              <a:ext cx="376769" cy="404787"/>
              <a:chOff x="9034769" y="5575707"/>
              <a:chExt cx="376769" cy="404787"/>
            </a:xfrm>
            <a:solidFill>
              <a:srgbClr val="FFFFFF"/>
            </a:solidFill>
          </p:grpSpPr>
          <p:grpSp>
            <p:nvGrpSpPr>
              <p:cNvPr id="17" name="Graphic 450">
                <a:extLst>
                  <a:ext uri="{FF2B5EF4-FFF2-40B4-BE49-F238E27FC236}">
                    <a16:creationId xmlns:a16="http://schemas.microsoft.com/office/drawing/2014/main" id="{0EB4CB0B-78FA-3F70-F7D7-76643C0F0AB6}"/>
                  </a:ext>
                </a:extLst>
              </p:cNvPr>
              <p:cNvGrpSpPr/>
              <p:nvPr/>
            </p:nvGrpSpPr>
            <p:grpSpPr>
              <a:xfrm>
                <a:off x="9099998" y="5575707"/>
                <a:ext cx="250206" cy="404787"/>
                <a:chOff x="9099998" y="5575707"/>
                <a:chExt cx="250206" cy="404787"/>
              </a:xfrm>
              <a:solidFill>
                <a:srgbClr val="FFFFFF"/>
              </a:solidFill>
            </p:grpSpPr>
            <p:sp>
              <p:nvSpPr>
                <p:cNvPr id="48" name="Freeform 775">
                  <a:extLst>
                    <a:ext uri="{FF2B5EF4-FFF2-40B4-BE49-F238E27FC236}">
                      <a16:creationId xmlns:a16="http://schemas.microsoft.com/office/drawing/2014/main" id="{93C0FDDF-C53B-53F0-138A-B3F036C1D907}"/>
                    </a:ext>
                  </a:extLst>
                </p:cNvPr>
                <p:cNvSpPr/>
                <p:nvPr/>
              </p:nvSpPr>
              <p:spPr>
                <a:xfrm>
                  <a:off x="9132125" y="5854971"/>
                  <a:ext cx="182056" cy="42814"/>
                </a:xfrm>
                <a:custGeom>
                  <a:avLst/>
                  <a:gdLst>
                    <a:gd name="connsiteX0" fmla="*/ 160638 w 182056"/>
                    <a:gd name="connsiteY0" fmla="*/ 42814 h 42814"/>
                    <a:gd name="connsiteX1" fmla="*/ 21418 w 182056"/>
                    <a:gd name="connsiteY1" fmla="*/ 42814 h 42814"/>
                    <a:gd name="connsiteX2" fmla="*/ 0 w 182056"/>
                    <a:gd name="connsiteY2" fmla="*/ 21407 h 42814"/>
                    <a:gd name="connsiteX3" fmla="*/ 21418 w 182056"/>
                    <a:gd name="connsiteY3" fmla="*/ 0 h 42814"/>
                    <a:gd name="connsiteX4" fmla="*/ 160638 w 182056"/>
                    <a:gd name="connsiteY4" fmla="*/ 0 h 42814"/>
                    <a:gd name="connsiteX5" fmla="*/ 182056 w 182056"/>
                    <a:gd name="connsiteY5" fmla="*/ 21407 h 42814"/>
                    <a:gd name="connsiteX6" fmla="*/ 160638 w 182056"/>
                    <a:gd name="connsiteY6" fmla="*/ 42814 h 42814"/>
                    <a:gd name="connsiteX7" fmla="*/ 21418 w 182056"/>
                    <a:gd name="connsiteY7" fmla="*/ 8758 h 42814"/>
                    <a:gd name="connsiteX8" fmla="*/ 8762 w 182056"/>
                    <a:gd name="connsiteY8" fmla="*/ 21407 h 42814"/>
                    <a:gd name="connsiteX9" fmla="*/ 21418 w 182056"/>
                    <a:gd name="connsiteY9" fmla="*/ 34057 h 42814"/>
                    <a:gd name="connsiteX10" fmla="*/ 160638 w 182056"/>
                    <a:gd name="connsiteY10" fmla="*/ 34057 h 42814"/>
                    <a:gd name="connsiteX11" fmla="*/ 173294 w 182056"/>
                    <a:gd name="connsiteY11" fmla="*/ 21407 h 42814"/>
                    <a:gd name="connsiteX12" fmla="*/ 160638 w 182056"/>
                    <a:gd name="connsiteY12" fmla="*/ 8758 h 42814"/>
                    <a:gd name="connsiteX13" fmla="*/ 21418 w 182056"/>
                    <a:gd name="connsiteY13" fmla="*/ 8758 h 4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2056" h="42814">
                      <a:moveTo>
                        <a:pt x="160638" y="42814"/>
                      </a:moveTo>
                      <a:lnTo>
                        <a:pt x="21418" y="42814"/>
                      </a:lnTo>
                      <a:cubicBezTo>
                        <a:pt x="9736" y="42814"/>
                        <a:pt x="0" y="33084"/>
                        <a:pt x="0" y="21407"/>
                      </a:cubicBezTo>
                      <a:cubicBezTo>
                        <a:pt x="0" y="9730"/>
                        <a:pt x="9736" y="0"/>
                        <a:pt x="21418" y="0"/>
                      </a:cubicBezTo>
                      <a:lnTo>
                        <a:pt x="160638" y="0"/>
                      </a:lnTo>
                      <a:cubicBezTo>
                        <a:pt x="172321" y="0"/>
                        <a:pt x="182056" y="9730"/>
                        <a:pt x="182056" y="21407"/>
                      </a:cubicBezTo>
                      <a:cubicBezTo>
                        <a:pt x="181083" y="33084"/>
                        <a:pt x="172321" y="42814"/>
                        <a:pt x="160638" y="42814"/>
                      </a:cubicBezTo>
                      <a:close/>
                      <a:moveTo>
                        <a:pt x="21418" y="8758"/>
                      </a:moveTo>
                      <a:cubicBezTo>
                        <a:pt x="14603" y="8758"/>
                        <a:pt x="8762" y="14596"/>
                        <a:pt x="8762" y="21407"/>
                      </a:cubicBezTo>
                      <a:cubicBezTo>
                        <a:pt x="8762" y="28219"/>
                        <a:pt x="14603" y="34057"/>
                        <a:pt x="21418" y="34057"/>
                      </a:cubicBezTo>
                      <a:lnTo>
                        <a:pt x="160638" y="34057"/>
                      </a:lnTo>
                      <a:cubicBezTo>
                        <a:pt x="167453" y="34057"/>
                        <a:pt x="173294" y="28219"/>
                        <a:pt x="173294" y="21407"/>
                      </a:cubicBezTo>
                      <a:cubicBezTo>
                        <a:pt x="173294" y="14596"/>
                        <a:pt x="167453" y="8758"/>
                        <a:pt x="160638" y="8758"/>
                      </a:cubicBezTo>
                      <a:lnTo>
                        <a:pt x="21418" y="8758"/>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9" name="Freeform 776">
                  <a:extLst>
                    <a:ext uri="{FF2B5EF4-FFF2-40B4-BE49-F238E27FC236}">
                      <a16:creationId xmlns:a16="http://schemas.microsoft.com/office/drawing/2014/main" id="{799B76FA-507E-949F-DB6E-F2B28D6B4907}"/>
                    </a:ext>
                  </a:extLst>
                </p:cNvPr>
                <p:cNvSpPr/>
                <p:nvPr/>
              </p:nvSpPr>
              <p:spPr>
                <a:xfrm>
                  <a:off x="9133099" y="5889027"/>
                  <a:ext cx="180109" cy="41841"/>
                </a:xfrm>
                <a:custGeom>
                  <a:avLst/>
                  <a:gdLst>
                    <a:gd name="connsiteX0" fmla="*/ 161612 w 180109"/>
                    <a:gd name="connsiteY0" fmla="*/ 41841 h 41841"/>
                    <a:gd name="connsiteX1" fmla="*/ 18498 w 180109"/>
                    <a:gd name="connsiteY1" fmla="*/ 41841 h 41841"/>
                    <a:gd name="connsiteX2" fmla="*/ 0 w 180109"/>
                    <a:gd name="connsiteY2" fmla="*/ 23353 h 41841"/>
                    <a:gd name="connsiteX3" fmla="*/ 0 w 180109"/>
                    <a:gd name="connsiteY3" fmla="*/ 18488 h 41841"/>
                    <a:gd name="connsiteX4" fmla="*/ 18498 w 180109"/>
                    <a:gd name="connsiteY4" fmla="*/ 0 h 41841"/>
                    <a:gd name="connsiteX5" fmla="*/ 161612 w 180109"/>
                    <a:gd name="connsiteY5" fmla="*/ 0 h 41841"/>
                    <a:gd name="connsiteX6" fmla="*/ 180109 w 180109"/>
                    <a:gd name="connsiteY6" fmla="*/ 18488 h 41841"/>
                    <a:gd name="connsiteX7" fmla="*/ 180109 w 180109"/>
                    <a:gd name="connsiteY7" fmla="*/ 23353 h 41841"/>
                    <a:gd name="connsiteX8" fmla="*/ 161612 w 180109"/>
                    <a:gd name="connsiteY8" fmla="*/ 41841 h 41841"/>
                    <a:gd name="connsiteX9" fmla="*/ 18498 w 180109"/>
                    <a:gd name="connsiteY9" fmla="*/ 8758 h 41841"/>
                    <a:gd name="connsiteX10" fmla="*/ 7789 w 180109"/>
                    <a:gd name="connsiteY10" fmla="*/ 19461 h 41841"/>
                    <a:gd name="connsiteX11" fmla="*/ 7789 w 180109"/>
                    <a:gd name="connsiteY11" fmla="*/ 24326 h 41841"/>
                    <a:gd name="connsiteX12" fmla="*/ 18498 w 180109"/>
                    <a:gd name="connsiteY12" fmla="*/ 35030 h 41841"/>
                    <a:gd name="connsiteX13" fmla="*/ 161612 w 180109"/>
                    <a:gd name="connsiteY13" fmla="*/ 35030 h 41841"/>
                    <a:gd name="connsiteX14" fmla="*/ 172321 w 180109"/>
                    <a:gd name="connsiteY14" fmla="*/ 24326 h 41841"/>
                    <a:gd name="connsiteX15" fmla="*/ 172321 w 180109"/>
                    <a:gd name="connsiteY15" fmla="*/ 18488 h 41841"/>
                    <a:gd name="connsiteX16" fmla="*/ 161612 w 180109"/>
                    <a:gd name="connsiteY16" fmla="*/ 7785 h 41841"/>
                    <a:gd name="connsiteX17" fmla="*/ 18498 w 180109"/>
                    <a:gd name="connsiteY17" fmla="*/ 7785 h 4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0109" h="41841">
                      <a:moveTo>
                        <a:pt x="161612" y="41841"/>
                      </a:moveTo>
                      <a:lnTo>
                        <a:pt x="18498" y="41841"/>
                      </a:lnTo>
                      <a:cubicBezTo>
                        <a:pt x="7789" y="41841"/>
                        <a:pt x="0" y="33084"/>
                        <a:pt x="0" y="23353"/>
                      </a:cubicBezTo>
                      <a:lnTo>
                        <a:pt x="0" y="18488"/>
                      </a:lnTo>
                      <a:cubicBezTo>
                        <a:pt x="0" y="7785"/>
                        <a:pt x="8762" y="0"/>
                        <a:pt x="18498" y="0"/>
                      </a:cubicBezTo>
                      <a:lnTo>
                        <a:pt x="161612" y="0"/>
                      </a:lnTo>
                      <a:cubicBezTo>
                        <a:pt x="172321" y="0"/>
                        <a:pt x="180109" y="8758"/>
                        <a:pt x="180109" y="18488"/>
                      </a:cubicBezTo>
                      <a:lnTo>
                        <a:pt x="180109" y="23353"/>
                      </a:lnTo>
                      <a:cubicBezTo>
                        <a:pt x="180109" y="34057"/>
                        <a:pt x="172321" y="41841"/>
                        <a:pt x="161612" y="41841"/>
                      </a:cubicBezTo>
                      <a:close/>
                      <a:moveTo>
                        <a:pt x="18498" y="8758"/>
                      </a:moveTo>
                      <a:cubicBezTo>
                        <a:pt x="12657" y="8758"/>
                        <a:pt x="7789" y="13623"/>
                        <a:pt x="7789" y="19461"/>
                      </a:cubicBezTo>
                      <a:lnTo>
                        <a:pt x="7789" y="24326"/>
                      </a:lnTo>
                      <a:cubicBezTo>
                        <a:pt x="7789" y="30165"/>
                        <a:pt x="12657" y="35030"/>
                        <a:pt x="18498" y="35030"/>
                      </a:cubicBezTo>
                      <a:lnTo>
                        <a:pt x="161612" y="35030"/>
                      </a:lnTo>
                      <a:cubicBezTo>
                        <a:pt x="167453" y="35030"/>
                        <a:pt x="172321" y="30165"/>
                        <a:pt x="172321" y="24326"/>
                      </a:cubicBezTo>
                      <a:lnTo>
                        <a:pt x="172321" y="18488"/>
                      </a:lnTo>
                      <a:cubicBezTo>
                        <a:pt x="172321" y="12650"/>
                        <a:pt x="167453" y="7785"/>
                        <a:pt x="161612" y="7785"/>
                      </a:cubicBezTo>
                      <a:lnTo>
                        <a:pt x="18498"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0" name="Freeform 777">
                  <a:extLst>
                    <a:ext uri="{FF2B5EF4-FFF2-40B4-BE49-F238E27FC236}">
                      <a16:creationId xmlns:a16="http://schemas.microsoft.com/office/drawing/2014/main" id="{3F71BB2F-D7E1-6E51-44D9-FDD8C9E0CD85}"/>
                    </a:ext>
                  </a:extLst>
                </p:cNvPr>
                <p:cNvSpPr/>
                <p:nvPr/>
              </p:nvSpPr>
              <p:spPr>
                <a:xfrm>
                  <a:off x="9164253" y="5923084"/>
                  <a:ext cx="115887" cy="57409"/>
                </a:xfrm>
                <a:custGeom>
                  <a:avLst/>
                  <a:gdLst>
                    <a:gd name="connsiteX0" fmla="*/ 70097 w 115887"/>
                    <a:gd name="connsiteY0" fmla="*/ 57410 h 57409"/>
                    <a:gd name="connsiteX1" fmla="*/ 46731 w 115887"/>
                    <a:gd name="connsiteY1" fmla="*/ 57410 h 57409"/>
                    <a:gd name="connsiteX2" fmla="*/ 0 w 115887"/>
                    <a:gd name="connsiteY2" fmla="*/ 10704 h 57409"/>
                    <a:gd name="connsiteX3" fmla="*/ 0 w 115887"/>
                    <a:gd name="connsiteY3" fmla="*/ 3892 h 57409"/>
                    <a:gd name="connsiteX4" fmla="*/ 3894 w 115887"/>
                    <a:gd name="connsiteY4" fmla="*/ 0 h 57409"/>
                    <a:gd name="connsiteX5" fmla="*/ 111960 w 115887"/>
                    <a:gd name="connsiteY5" fmla="*/ 0 h 57409"/>
                    <a:gd name="connsiteX6" fmla="*/ 115854 w 115887"/>
                    <a:gd name="connsiteY6" fmla="*/ 3892 h 57409"/>
                    <a:gd name="connsiteX7" fmla="*/ 115854 w 115887"/>
                    <a:gd name="connsiteY7" fmla="*/ 10704 h 57409"/>
                    <a:gd name="connsiteX8" fmla="*/ 70097 w 115887"/>
                    <a:gd name="connsiteY8" fmla="*/ 57410 h 57409"/>
                    <a:gd name="connsiteX9" fmla="*/ 8762 w 115887"/>
                    <a:gd name="connsiteY9" fmla="*/ 7785 h 57409"/>
                    <a:gd name="connsiteX10" fmla="*/ 8762 w 115887"/>
                    <a:gd name="connsiteY10" fmla="*/ 9730 h 57409"/>
                    <a:gd name="connsiteX11" fmla="*/ 46731 w 115887"/>
                    <a:gd name="connsiteY11" fmla="*/ 47680 h 57409"/>
                    <a:gd name="connsiteX12" fmla="*/ 70097 w 115887"/>
                    <a:gd name="connsiteY12" fmla="*/ 47680 h 57409"/>
                    <a:gd name="connsiteX13" fmla="*/ 108066 w 115887"/>
                    <a:gd name="connsiteY13" fmla="*/ 9730 h 57409"/>
                    <a:gd name="connsiteX14" fmla="*/ 108066 w 115887"/>
                    <a:gd name="connsiteY14" fmla="*/ 7785 h 57409"/>
                    <a:gd name="connsiteX15" fmla="*/ 8762 w 115887"/>
                    <a:gd name="connsiteY15" fmla="*/ 7785 h 5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5887" h="57409">
                      <a:moveTo>
                        <a:pt x="70097" y="57410"/>
                      </a:moveTo>
                      <a:lnTo>
                        <a:pt x="46731" y="57410"/>
                      </a:lnTo>
                      <a:cubicBezTo>
                        <a:pt x="20445" y="57410"/>
                        <a:pt x="0" y="36003"/>
                        <a:pt x="0" y="10704"/>
                      </a:cubicBezTo>
                      <a:lnTo>
                        <a:pt x="0" y="3892"/>
                      </a:lnTo>
                      <a:cubicBezTo>
                        <a:pt x="0" y="1946"/>
                        <a:pt x="1947" y="0"/>
                        <a:pt x="3894" y="0"/>
                      </a:cubicBezTo>
                      <a:lnTo>
                        <a:pt x="111960" y="0"/>
                      </a:lnTo>
                      <a:cubicBezTo>
                        <a:pt x="113907" y="0"/>
                        <a:pt x="115854" y="1946"/>
                        <a:pt x="115854" y="3892"/>
                      </a:cubicBezTo>
                      <a:lnTo>
                        <a:pt x="115854" y="10704"/>
                      </a:lnTo>
                      <a:cubicBezTo>
                        <a:pt x="116828" y="36003"/>
                        <a:pt x="96383" y="57410"/>
                        <a:pt x="70097" y="57410"/>
                      </a:cubicBezTo>
                      <a:close/>
                      <a:moveTo>
                        <a:pt x="8762" y="7785"/>
                      </a:moveTo>
                      <a:lnTo>
                        <a:pt x="8762" y="9730"/>
                      </a:lnTo>
                      <a:cubicBezTo>
                        <a:pt x="8762" y="31138"/>
                        <a:pt x="26286" y="47680"/>
                        <a:pt x="46731" y="47680"/>
                      </a:cubicBezTo>
                      <a:lnTo>
                        <a:pt x="70097" y="47680"/>
                      </a:lnTo>
                      <a:cubicBezTo>
                        <a:pt x="91515" y="47680"/>
                        <a:pt x="108066" y="30165"/>
                        <a:pt x="108066" y="9730"/>
                      </a:cubicBezTo>
                      <a:lnTo>
                        <a:pt x="108066" y="7785"/>
                      </a:lnTo>
                      <a:lnTo>
                        <a:pt x="8762"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1" name="Freeform 778">
                  <a:extLst>
                    <a:ext uri="{FF2B5EF4-FFF2-40B4-BE49-F238E27FC236}">
                      <a16:creationId xmlns:a16="http://schemas.microsoft.com/office/drawing/2014/main" id="{3D8E8FA7-2033-6DDB-BFAA-B7C15BA6948A}"/>
                    </a:ext>
                  </a:extLst>
                </p:cNvPr>
                <p:cNvSpPr/>
                <p:nvPr/>
              </p:nvSpPr>
              <p:spPr>
                <a:xfrm>
                  <a:off x="9099998" y="5637982"/>
                  <a:ext cx="250206" cy="209292"/>
                </a:xfrm>
                <a:custGeom>
                  <a:avLst/>
                  <a:gdLst>
                    <a:gd name="connsiteX0" fmla="*/ 59387 w 250206"/>
                    <a:gd name="connsiteY0" fmla="*/ 209205 h 209292"/>
                    <a:gd name="connsiteX1" fmla="*/ 56467 w 250206"/>
                    <a:gd name="connsiteY1" fmla="*/ 208232 h 209292"/>
                    <a:gd name="connsiteX2" fmla="*/ 42837 w 250206"/>
                    <a:gd name="connsiteY2" fmla="*/ 194609 h 209292"/>
                    <a:gd name="connsiteX3" fmla="*/ 29207 w 250206"/>
                    <a:gd name="connsiteY3" fmla="*/ 201421 h 209292"/>
                    <a:gd name="connsiteX4" fmla="*/ 23365 w 250206"/>
                    <a:gd name="connsiteY4" fmla="*/ 199474 h 209292"/>
                    <a:gd name="connsiteX5" fmla="*/ 9736 w 250206"/>
                    <a:gd name="connsiteY5" fmla="*/ 175148 h 209292"/>
                    <a:gd name="connsiteX6" fmla="*/ 10709 w 250206"/>
                    <a:gd name="connsiteY6" fmla="*/ 169310 h 209292"/>
                    <a:gd name="connsiteX7" fmla="*/ 23365 w 250206"/>
                    <a:gd name="connsiteY7" fmla="*/ 160553 h 209292"/>
                    <a:gd name="connsiteX8" fmla="*/ 19471 w 250206"/>
                    <a:gd name="connsiteY8" fmla="*/ 144984 h 209292"/>
                    <a:gd name="connsiteX9" fmla="*/ 3894 w 250206"/>
                    <a:gd name="connsiteY9" fmla="*/ 143038 h 209292"/>
                    <a:gd name="connsiteX10" fmla="*/ 0 w 250206"/>
                    <a:gd name="connsiteY10" fmla="*/ 139146 h 209292"/>
                    <a:gd name="connsiteX11" fmla="*/ 0 w 250206"/>
                    <a:gd name="connsiteY11" fmla="*/ 110928 h 209292"/>
                    <a:gd name="connsiteX12" fmla="*/ 3894 w 250206"/>
                    <a:gd name="connsiteY12" fmla="*/ 107035 h 209292"/>
                    <a:gd name="connsiteX13" fmla="*/ 19471 w 250206"/>
                    <a:gd name="connsiteY13" fmla="*/ 105089 h 209292"/>
                    <a:gd name="connsiteX14" fmla="*/ 23365 w 250206"/>
                    <a:gd name="connsiteY14" fmla="*/ 89520 h 209292"/>
                    <a:gd name="connsiteX15" fmla="*/ 10709 w 250206"/>
                    <a:gd name="connsiteY15" fmla="*/ 80763 h 209292"/>
                    <a:gd name="connsiteX16" fmla="*/ 9736 w 250206"/>
                    <a:gd name="connsiteY16" fmla="*/ 74925 h 209292"/>
                    <a:gd name="connsiteX17" fmla="*/ 23365 w 250206"/>
                    <a:gd name="connsiteY17" fmla="*/ 50599 h 209292"/>
                    <a:gd name="connsiteX18" fmla="*/ 29207 w 250206"/>
                    <a:gd name="connsiteY18" fmla="*/ 48652 h 209292"/>
                    <a:gd name="connsiteX19" fmla="*/ 43810 w 250206"/>
                    <a:gd name="connsiteY19" fmla="*/ 55464 h 209292"/>
                    <a:gd name="connsiteX20" fmla="*/ 55493 w 250206"/>
                    <a:gd name="connsiteY20" fmla="*/ 43787 h 209292"/>
                    <a:gd name="connsiteX21" fmla="*/ 48678 w 250206"/>
                    <a:gd name="connsiteY21" fmla="*/ 29191 h 209292"/>
                    <a:gd name="connsiteX22" fmla="*/ 50625 w 250206"/>
                    <a:gd name="connsiteY22" fmla="*/ 23353 h 209292"/>
                    <a:gd name="connsiteX23" fmla="*/ 74965 w 250206"/>
                    <a:gd name="connsiteY23" fmla="*/ 9730 h 209292"/>
                    <a:gd name="connsiteX24" fmla="*/ 80806 w 250206"/>
                    <a:gd name="connsiteY24" fmla="*/ 10704 h 209292"/>
                    <a:gd name="connsiteX25" fmla="*/ 89568 w 250206"/>
                    <a:gd name="connsiteY25" fmla="*/ 23353 h 209292"/>
                    <a:gd name="connsiteX26" fmla="*/ 105145 w 250206"/>
                    <a:gd name="connsiteY26" fmla="*/ 19461 h 209292"/>
                    <a:gd name="connsiteX27" fmla="*/ 107092 w 250206"/>
                    <a:gd name="connsiteY27" fmla="*/ 3892 h 209292"/>
                    <a:gd name="connsiteX28" fmla="*/ 110986 w 250206"/>
                    <a:gd name="connsiteY28" fmla="*/ 0 h 209292"/>
                    <a:gd name="connsiteX29" fmla="*/ 139220 w 250206"/>
                    <a:gd name="connsiteY29" fmla="*/ 0 h 209292"/>
                    <a:gd name="connsiteX30" fmla="*/ 143114 w 250206"/>
                    <a:gd name="connsiteY30" fmla="*/ 3892 h 209292"/>
                    <a:gd name="connsiteX31" fmla="*/ 145061 w 250206"/>
                    <a:gd name="connsiteY31" fmla="*/ 19461 h 209292"/>
                    <a:gd name="connsiteX32" fmla="*/ 160638 w 250206"/>
                    <a:gd name="connsiteY32" fmla="*/ 23353 h 209292"/>
                    <a:gd name="connsiteX33" fmla="*/ 169400 w 250206"/>
                    <a:gd name="connsiteY33" fmla="*/ 10704 h 209292"/>
                    <a:gd name="connsiteX34" fmla="*/ 175241 w 250206"/>
                    <a:gd name="connsiteY34" fmla="*/ 9730 h 209292"/>
                    <a:gd name="connsiteX35" fmla="*/ 199581 w 250206"/>
                    <a:gd name="connsiteY35" fmla="*/ 23353 h 209292"/>
                    <a:gd name="connsiteX36" fmla="*/ 201528 w 250206"/>
                    <a:gd name="connsiteY36" fmla="*/ 29191 h 209292"/>
                    <a:gd name="connsiteX37" fmla="*/ 194713 w 250206"/>
                    <a:gd name="connsiteY37" fmla="*/ 43787 h 209292"/>
                    <a:gd name="connsiteX38" fmla="*/ 206396 w 250206"/>
                    <a:gd name="connsiteY38" fmla="*/ 55464 h 209292"/>
                    <a:gd name="connsiteX39" fmla="*/ 220999 w 250206"/>
                    <a:gd name="connsiteY39" fmla="*/ 48652 h 209292"/>
                    <a:gd name="connsiteX40" fmla="*/ 226841 w 250206"/>
                    <a:gd name="connsiteY40" fmla="*/ 50599 h 209292"/>
                    <a:gd name="connsiteX41" fmla="*/ 240470 w 250206"/>
                    <a:gd name="connsiteY41" fmla="*/ 74925 h 209292"/>
                    <a:gd name="connsiteX42" fmla="*/ 239497 w 250206"/>
                    <a:gd name="connsiteY42" fmla="*/ 80763 h 209292"/>
                    <a:gd name="connsiteX43" fmla="*/ 226841 w 250206"/>
                    <a:gd name="connsiteY43" fmla="*/ 89520 h 209292"/>
                    <a:gd name="connsiteX44" fmla="*/ 230735 w 250206"/>
                    <a:gd name="connsiteY44" fmla="*/ 105089 h 209292"/>
                    <a:gd name="connsiteX45" fmla="*/ 246312 w 250206"/>
                    <a:gd name="connsiteY45" fmla="*/ 107035 h 209292"/>
                    <a:gd name="connsiteX46" fmla="*/ 250206 w 250206"/>
                    <a:gd name="connsiteY46" fmla="*/ 110928 h 209292"/>
                    <a:gd name="connsiteX47" fmla="*/ 250206 w 250206"/>
                    <a:gd name="connsiteY47" fmla="*/ 139146 h 209292"/>
                    <a:gd name="connsiteX48" fmla="*/ 246312 w 250206"/>
                    <a:gd name="connsiteY48" fmla="*/ 143038 h 209292"/>
                    <a:gd name="connsiteX49" fmla="*/ 230735 w 250206"/>
                    <a:gd name="connsiteY49" fmla="*/ 144984 h 209292"/>
                    <a:gd name="connsiteX50" fmla="*/ 226841 w 250206"/>
                    <a:gd name="connsiteY50" fmla="*/ 160553 h 209292"/>
                    <a:gd name="connsiteX51" fmla="*/ 239497 w 250206"/>
                    <a:gd name="connsiteY51" fmla="*/ 169310 h 209292"/>
                    <a:gd name="connsiteX52" fmla="*/ 240470 w 250206"/>
                    <a:gd name="connsiteY52" fmla="*/ 175148 h 209292"/>
                    <a:gd name="connsiteX53" fmla="*/ 226841 w 250206"/>
                    <a:gd name="connsiteY53" fmla="*/ 199474 h 209292"/>
                    <a:gd name="connsiteX54" fmla="*/ 220999 w 250206"/>
                    <a:gd name="connsiteY54" fmla="*/ 201421 h 209292"/>
                    <a:gd name="connsiteX55" fmla="*/ 206396 w 250206"/>
                    <a:gd name="connsiteY55" fmla="*/ 194609 h 209292"/>
                    <a:gd name="connsiteX56" fmla="*/ 192766 w 250206"/>
                    <a:gd name="connsiteY56" fmla="*/ 208232 h 209292"/>
                    <a:gd name="connsiteX57" fmla="*/ 186924 w 250206"/>
                    <a:gd name="connsiteY57" fmla="*/ 207259 h 209292"/>
                    <a:gd name="connsiteX58" fmla="*/ 187898 w 250206"/>
                    <a:gd name="connsiteY58" fmla="*/ 201421 h 209292"/>
                    <a:gd name="connsiteX59" fmla="*/ 202501 w 250206"/>
                    <a:gd name="connsiteY59" fmla="*/ 186825 h 209292"/>
                    <a:gd name="connsiteX60" fmla="*/ 207369 w 250206"/>
                    <a:gd name="connsiteY60" fmla="*/ 185852 h 209292"/>
                    <a:gd name="connsiteX61" fmla="*/ 220999 w 250206"/>
                    <a:gd name="connsiteY61" fmla="*/ 191690 h 209292"/>
                    <a:gd name="connsiteX62" fmla="*/ 230735 w 250206"/>
                    <a:gd name="connsiteY62" fmla="*/ 174176 h 209292"/>
                    <a:gd name="connsiteX63" fmla="*/ 218078 w 250206"/>
                    <a:gd name="connsiteY63" fmla="*/ 165418 h 209292"/>
                    <a:gd name="connsiteX64" fmla="*/ 216131 w 250206"/>
                    <a:gd name="connsiteY64" fmla="*/ 160553 h 209292"/>
                    <a:gd name="connsiteX65" fmla="*/ 220999 w 250206"/>
                    <a:gd name="connsiteY65" fmla="*/ 140119 h 209292"/>
                    <a:gd name="connsiteX66" fmla="*/ 224893 w 250206"/>
                    <a:gd name="connsiteY66" fmla="*/ 136226 h 209292"/>
                    <a:gd name="connsiteX67" fmla="*/ 239497 w 250206"/>
                    <a:gd name="connsiteY67" fmla="*/ 134280 h 209292"/>
                    <a:gd name="connsiteX68" fmla="*/ 239497 w 250206"/>
                    <a:gd name="connsiteY68" fmla="*/ 113847 h 209292"/>
                    <a:gd name="connsiteX69" fmla="*/ 224893 w 250206"/>
                    <a:gd name="connsiteY69" fmla="*/ 111900 h 209292"/>
                    <a:gd name="connsiteX70" fmla="*/ 220999 w 250206"/>
                    <a:gd name="connsiteY70" fmla="*/ 108008 h 209292"/>
                    <a:gd name="connsiteX71" fmla="*/ 216131 w 250206"/>
                    <a:gd name="connsiteY71" fmla="*/ 87574 h 209292"/>
                    <a:gd name="connsiteX72" fmla="*/ 218078 w 250206"/>
                    <a:gd name="connsiteY72" fmla="*/ 82709 h 209292"/>
                    <a:gd name="connsiteX73" fmla="*/ 230735 w 250206"/>
                    <a:gd name="connsiteY73" fmla="*/ 73952 h 209292"/>
                    <a:gd name="connsiteX74" fmla="*/ 220999 w 250206"/>
                    <a:gd name="connsiteY74" fmla="*/ 56437 h 209292"/>
                    <a:gd name="connsiteX75" fmla="*/ 207369 w 250206"/>
                    <a:gd name="connsiteY75" fmla="*/ 62275 h 209292"/>
                    <a:gd name="connsiteX76" fmla="*/ 202501 w 250206"/>
                    <a:gd name="connsiteY76" fmla="*/ 61302 h 209292"/>
                    <a:gd name="connsiteX77" fmla="*/ 187898 w 250206"/>
                    <a:gd name="connsiteY77" fmla="*/ 46706 h 209292"/>
                    <a:gd name="connsiteX78" fmla="*/ 186924 w 250206"/>
                    <a:gd name="connsiteY78" fmla="*/ 41841 h 209292"/>
                    <a:gd name="connsiteX79" fmla="*/ 192766 w 250206"/>
                    <a:gd name="connsiteY79" fmla="*/ 28219 h 209292"/>
                    <a:gd name="connsiteX80" fmla="*/ 175241 w 250206"/>
                    <a:gd name="connsiteY80" fmla="*/ 18488 h 209292"/>
                    <a:gd name="connsiteX81" fmla="*/ 166479 w 250206"/>
                    <a:gd name="connsiteY81" fmla="*/ 31138 h 209292"/>
                    <a:gd name="connsiteX82" fmla="*/ 161612 w 250206"/>
                    <a:gd name="connsiteY82" fmla="*/ 33084 h 209292"/>
                    <a:gd name="connsiteX83" fmla="*/ 141167 w 250206"/>
                    <a:gd name="connsiteY83" fmla="*/ 28219 h 209292"/>
                    <a:gd name="connsiteX84" fmla="*/ 137273 w 250206"/>
                    <a:gd name="connsiteY84" fmla="*/ 24326 h 209292"/>
                    <a:gd name="connsiteX85" fmla="*/ 135325 w 250206"/>
                    <a:gd name="connsiteY85" fmla="*/ 9730 h 209292"/>
                    <a:gd name="connsiteX86" fmla="*/ 112933 w 250206"/>
                    <a:gd name="connsiteY86" fmla="*/ 9730 h 209292"/>
                    <a:gd name="connsiteX87" fmla="*/ 110986 w 250206"/>
                    <a:gd name="connsiteY87" fmla="*/ 24326 h 209292"/>
                    <a:gd name="connsiteX88" fmla="*/ 107092 w 250206"/>
                    <a:gd name="connsiteY88" fmla="*/ 28219 h 209292"/>
                    <a:gd name="connsiteX89" fmla="*/ 86647 w 250206"/>
                    <a:gd name="connsiteY89" fmla="*/ 34057 h 209292"/>
                    <a:gd name="connsiteX90" fmla="*/ 81779 w 250206"/>
                    <a:gd name="connsiteY90" fmla="*/ 32110 h 209292"/>
                    <a:gd name="connsiteX91" fmla="*/ 73017 w 250206"/>
                    <a:gd name="connsiteY91" fmla="*/ 19461 h 209292"/>
                    <a:gd name="connsiteX92" fmla="*/ 55493 w 250206"/>
                    <a:gd name="connsiteY92" fmla="*/ 29191 h 209292"/>
                    <a:gd name="connsiteX93" fmla="*/ 61335 w 250206"/>
                    <a:gd name="connsiteY93" fmla="*/ 42814 h 209292"/>
                    <a:gd name="connsiteX94" fmla="*/ 60361 w 250206"/>
                    <a:gd name="connsiteY94" fmla="*/ 47680 h 209292"/>
                    <a:gd name="connsiteX95" fmla="*/ 45758 w 250206"/>
                    <a:gd name="connsiteY95" fmla="*/ 62275 h 209292"/>
                    <a:gd name="connsiteX96" fmla="*/ 40890 w 250206"/>
                    <a:gd name="connsiteY96" fmla="*/ 63248 h 209292"/>
                    <a:gd name="connsiteX97" fmla="*/ 27260 w 250206"/>
                    <a:gd name="connsiteY97" fmla="*/ 57410 h 209292"/>
                    <a:gd name="connsiteX98" fmla="*/ 17524 w 250206"/>
                    <a:gd name="connsiteY98" fmla="*/ 74925 h 209292"/>
                    <a:gd name="connsiteX99" fmla="*/ 30181 w 250206"/>
                    <a:gd name="connsiteY99" fmla="*/ 83682 h 209292"/>
                    <a:gd name="connsiteX100" fmla="*/ 32128 w 250206"/>
                    <a:gd name="connsiteY100" fmla="*/ 88548 h 209292"/>
                    <a:gd name="connsiteX101" fmla="*/ 27260 w 250206"/>
                    <a:gd name="connsiteY101" fmla="*/ 108981 h 209292"/>
                    <a:gd name="connsiteX102" fmla="*/ 23365 w 250206"/>
                    <a:gd name="connsiteY102" fmla="*/ 112874 h 209292"/>
                    <a:gd name="connsiteX103" fmla="*/ 8762 w 250206"/>
                    <a:gd name="connsiteY103" fmla="*/ 114819 h 209292"/>
                    <a:gd name="connsiteX104" fmla="*/ 8762 w 250206"/>
                    <a:gd name="connsiteY104" fmla="*/ 135254 h 209292"/>
                    <a:gd name="connsiteX105" fmla="*/ 23365 w 250206"/>
                    <a:gd name="connsiteY105" fmla="*/ 137200 h 209292"/>
                    <a:gd name="connsiteX106" fmla="*/ 27260 w 250206"/>
                    <a:gd name="connsiteY106" fmla="*/ 141092 h 209292"/>
                    <a:gd name="connsiteX107" fmla="*/ 32128 w 250206"/>
                    <a:gd name="connsiteY107" fmla="*/ 161526 h 209292"/>
                    <a:gd name="connsiteX108" fmla="*/ 30181 w 250206"/>
                    <a:gd name="connsiteY108" fmla="*/ 166391 h 209292"/>
                    <a:gd name="connsiteX109" fmla="*/ 17524 w 250206"/>
                    <a:gd name="connsiteY109" fmla="*/ 175148 h 209292"/>
                    <a:gd name="connsiteX110" fmla="*/ 27260 w 250206"/>
                    <a:gd name="connsiteY110" fmla="*/ 192663 h 209292"/>
                    <a:gd name="connsiteX111" fmla="*/ 40890 w 250206"/>
                    <a:gd name="connsiteY111" fmla="*/ 186825 h 209292"/>
                    <a:gd name="connsiteX112" fmla="*/ 45758 w 250206"/>
                    <a:gd name="connsiteY112" fmla="*/ 187798 h 209292"/>
                    <a:gd name="connsiteX113" fmla="*/ 60361 w 250206"/>
                    <a:gd name="connsiteY113" fmla="*/ 202394 h 209292"/>
                    <a:gd name="connsiteX114" fmla="*/ 61335 w 250206"/>
                    <a:gd name="connsiteY114" fmla="*/ 208232 h 209292"/>
                    <a:gd name="connsiteX115" fmla="*/ 59387 w 250206"/>
                    <a:gd name="connsiteY115" fmla="*/ 209205 h 20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0206" h="209292">
                      <a:moveTo>
                        <a:pt x="59387" y="209205"/>
                      </a:moveTo>
                      <a:cubicBezTo>
                        <a:pt x="58414" y="209205"/>
                        <a:pt x="57440" y="209205"/>
                        <a:pt x="56467" y="208232"/>
                      </a:cubicBezTo>
                      <a:cubicBezTo>
                        <a:pt x="51599" y="204340"/>
                        <a:pt x="46731" y="200448"/>
                        <a:pt x="42837" y="194609"/>
                      </a:cubicBezTo>
                      <a:lnTo>
                        <a:pt x="29207" y="201421"/>
                      </a:lnTo>
                      <a:cubicBezTo>
                        <a:pt x="27260" y="202394"/>
                        <a:pt x="24339" y="201421"/>
                        <a:pt x="23365" y="199474"/>
                      </a:cubicBezTo>
                      <a:lnTo>
                        <a:pt x="9736" y="175148"/>
                      </a:lnTo>
                      <a:cubicBezTo>
                        <a:pt x="8762" y="173202"/>
                        <a:pt x="8762" y="171257"/>
                        <a:pt x="10709" y="169310"/>
                      </a:cubicBezTo>
                      <a:lnTo>
                        <a:pt x="23365" y="160553"/>
                      </a:lnTo>
                      <a:cubicBezTo>
                        <a:pt x="21419" y="155687"/>
                        <a:pt x="20445" y="150822"/>
                        <a:pt x="19471" y="144984"/>
                      </a:cubicBezTo>
                      <a:lnTo>
                        <a:pt x="3894" y="143038"/>
                      </a:lnTo>
                      <a:cubicBezTo>
                        <a:pt x="1947" y="143038"/>
                        <a:pt x="0" y="141092"/>
                        <a:pt x="0" y="139146"/>
                      </a:cubicBezTo>
                      <a:lnTo>
                        <a:pt x="0" y="110928"/>
                      </a:lnTo>
                      <a:cubicBezTo>
                        <a:pt x="0" y="108981"/>
                        <a:pt x="1947" y="107035"/>
                        <a:pt x="3894" y="107035"/>
                      </a:cubicBezTo>
                      <a:lnTo>
                        <a:pt x="19471" y="105089"/>
                      </a:lnTo>
                      <a:cubicBezTo>
                        <a:pt x="20445" y="100224"/>
                        <a:pt x="21419" y="94386"/>
                        <a:pt x="23365" y="89520"/>
                      </a:cubicBezTo>
                      <a:lnTo>
                        <a:pt x="10709" y="80763"/>
                      </a:lnTo>
                      <a:cubicBezTo>
                        <a:pt x="8762" y="79790"/>
                        <a:pt x="8762" y="76871"/>
                        <a:pt x="9736" y="74925"/>
                      </a:cubicBezTo>
                      <a:lnTo>
                        <a:pt x="23365" y="50599"/>
                      </a:lnTo>
                      <a:cubicBezTo>
                        <a:pt x="24339" y="48652"/>
                        <a:pt x="27260" y="47680"/>
                        <a:pt x="29207" y="48652"/>
                      </a:cubicBezTo>
                      <a:lnTo>
                        <a:pt x="43810" y="55464"/>
                      </a:lnTo>
                      <a:cubicBezTo>
                        <a:pt x="47705" y="51571"/>
                        <a:pt x="51599" y="46706"/>
                        <a:pt x="55493" y="43787"/>
                      </a:cubicBezTo>
                      <a:lnTo>
                        <a:pt x="48678" y="29191"/>
                      </a:lnTo>
                      <a:cubicBezTo>
                        <a:pt x="47705" y="27245"/>
                        <a:pt x="48678" y="24326"/>
                        <a:pt x="50625" y="23353"/>
                      </a:cubicBezTo>
                      <a:lnTo>
                        <a:pt x="74965" y="9730"/>
                      </a:lnTo>
                      <a:cubicBezTo>
                        <a:pt x="76911" y="8758"/>
                        <a:pt x="79832" y="8758"/>
                        <a:pt x="80806" y="10704"/>
                      </a:cubicBezTo>
                      <a:lnTo>
                        <a:pt x="89568" y="23353"/>
                      </a:lnTo>
                      <a:cubicBezTo>
                        <a:pt x="94436" y="21407"/>
                        <a:pt x="100277" y="20434"/>
                        <a:pt x="105145" y="19461"/>
                      </a:cubicBezTo>
                      <a:lnTo>
                        <a:pt x="107092" y="3892"/>
                      </a:lnTo>
                      <a:cubicBezTo>
                        <a:pt x="107092" y="1946"/>
                        <a:pt x="109039" y="0"/>
                        <a:pt x="110986" y="0"/>
                      </a:cubicBezTo>
                      <a:lnTo>
                        <a:pt x="139220" y="0"/>
                      </a:lnTo>
                      <a:cubicBezTo>
                        <a:pt x="141167" y="0"/>
                        <a:pt x="143114" y="1946"/>
                        <a:pt x="143114" y="3892"/>
                      </a:cubicBezTo>
                      <a:lnTo>
                        <a:pt x="145061" y="19461"/>
                      </a:lnTo>
                      <a:cubicBezTo>
                        <a:pt x="149929" y="20434"/>
                        <a:pt x="155770" y="21407"/>
                        <a:pt x="160638" y="23353"/>
                      </a:cubicBezTo>
                      <a:lnTo>
                        <a:pt x="169400" y="10704"/>
                      </a:lnTo>
                      <a:cubicBezTo>
                        <a:pt x="170374" y="8758"/>
                        <a:pt x="173295" y="8758"/>
                        <a:pt x="175241" y="9730"/>
                      </a:cubicBezTo>
                      <a:lnTo>
                        <a:pt x="199581" y="23353"/>
                      </a:lnTo>
                      <a:cubicBezTo>
                        <a:pt x="201528" y="24326"/>
                        <a:pt x="202501" y="27245"/>
                        <a:pt x="201528" y="29191"/>
                      </a:cubicBezTo>
                      <a:lnTo>
                        <a:pt x="194713" y="43787"/>
                      </a:lnTo>
                      <a:cubicBezTo>
                        <a:pt x="198607" y="47680"/>
                        <a:pt x="202501" y="51571"/>
                        <a:pt x="206396" y="55464"/>
                      </a:cubicBezTo>
                      <a:lnTo>
                        <a:pt x="220999" y="48652"/>
                      </a:lnTo>
                      <a:cubicBezTo>
                        <a:pt x="222946" y="47680"/>
                        <a:pt x="225867" y="48652"/>
                        <a:pt x="226841" y="50599"/>
                      </a:cubicBezTo>
                      <a:lnTo>
                        <a:pt x="240470" y="74925"/>
                      </a:lnTo>
                      <a:cubicBezTo>
                        <a:pt x="241444" y="76871"/>
                        <a:pt x="241444" y="78817"/>
                        <a:pt x="239497" y="80763"/>
                      </a:cubicBezTo>
                      <a:lnTo>
                        <a:pt x="226841" y="89520"/>
                      </a:lnTo>
                      <a:cubicBezTo>
                        <a:pt x="228788" y="94386"/>
                        <a:pt x="229761" y="99251"/>
                        <a:pt x="230735" y="105089"/>
                      </a:cubicBezTo>
                      <a:lnTo>
                        <a:pt x="246312" y="107035"/>
                      </a:lnTo>
                      <a:cubicBezTo>
                        <a:pt x="248259" y="107035"/>
                        <a:pt x="250206" y="108981"/>
                        <a:pt x="250206" y="110928"/>
                      </a:cubicBezTo>
                      <a:lnTo>
                        <a:pt x="250206" y="139146"/>
                      </a:lnTo>
                      <a:cubicBezTo>
                        <a:pt x="250206" y="141092"/>
                        <a:pt x="248259" y="143038"/>
                        <a:pt x="246312" y="143038"/>
                      </a:cubicBezTo>
                      <a:lnTo>
                        <a:pt x="230735" y="144984"/>
                      </a:lnTo>
                      <a:cubicBezTo>
                        <a:pt x="229761" y="149849"/>
                        <a:pt x="228788" y="155687"/>
                        <a:pt x="226841" y="160553"/>
                      </a:cubicBezTo>
                      <a:lnTo>
                        <a:pt x="239497" y="169310"/>
                      </a:lnTo>
                      <a:cubicBezTo>
                        <a:pt x="241444" y="170283"/>
                        <a:pt x="241444" y="173202"/>
                        <a:pt x="240470" y="175148"/>
                      </a:cubicBezTo>
                      <a:lnTo>
                        <a:pt x="226841" y="199474"/>
                      </a:lnTo>
                      <a:cubicBezTo>
                        <a:pt x="225867" y="201421"/>
                        <a:pt x="222946" y="202394"/>
                        <a:pt x="220999" y="201421"/>
                      </a:cubicBezTo>
                      <a:lnTo>
                        <a:pt x="206396" y="194609"/>
                      </a:lnTo>
                      <a:cubicBezTo>
                        <a:pt x="202501" y="199474"/>
                        <a:pt x="197634" y="204340"/>
                        <a:pt x="192766" y="208232"/>
                      </a:cubicBezTo>
                      <a:cubicBezTo>
                        <a:pt x="190819" y="210178"/>
                        <a:pt x="187898" y="209205"/>
                        <a:pt x="186924" y="207259"/>
                      </a:cubicBezTo>
                      <a:cubicBezTo>
                        <a:pt x="184977" y="205313"/>
                        <a:pt x="185951" y="202394"/>
                        <a:pt x="187898" y="201421"/>
                      </a:cubicBezTo>
                      <a:cubicBezTo>
                        <a:pt x="193739" y="197528"/>
                        <a:pt x="198607" y="191690"/>
                        <a:pt x="202501" y="186825"/>
                      </a:cubicBezTo>
                      <a:cubicBezTo>
                        <a:pt x="203475" y="184879"/>
                        <a:pt x="205422" y="184879"/>
                        <a:pt x="207369" y="185852"/>
                      </a:cubicBezTo>
                      <a:lnTo>
                        <a:pt x="220999" y="191690"/>
                      </a:lnTo>
                      <a:lnTo>
                        <a:pt x="230735" y="174176"/>
                      </a:lnTo>
                      <a:lnTo>
                        <a:pt x="218078" y="165418"/>
                      </a:lnTo>
                      <a:cubicBezTo>
                        <a:pt x="216131" y="164445"/>
                        <a:pt x="216131" y="162499"/>
                        <a:pt x="216131" y="160553"/>
                      </a:cubicBezTo>
                      <a:cubicBezTo>
                        <a:pt x="219052" y="153741"/>
                        <a:pt x="220025" y="147903"/>
                        <a:pt x="220999" y="140119"/>
                      </a:cubicBezTo>
                      <a:cubicBezTo>
                        <a:pt x="220999" y="138173"/>
                        <a:pt x="222946" y="136226"/>
                        <a:pt x="224893" y="136226"/>
                      </a:cubicBezTo>
                      <a:lnTo>
                        <a:pt x="239497" y="134280"/>
                      </a:lnTo>
                      <a:lnTo>
                        <a:pt x="239497" y="113847"/>
                      </a:lnTo>
                      <a:lnTo>
                        <a:pt x="224893" y="111900"/>
                      </a:lnTo>
                      <a:cubicBezTo>
                        <a:pt x="222946" y="111900"/>
                        <a:pt x="220999" y="109954"/>
                        <a:pt x="220999" y="108008"/>
                      </a:cubicBezTo>
                      <a:cubicBezTo>
                        <a:pt x="220025" y="101197"/>
                        <a:pt x="218078" y="94386"/>
                        <a:pt x="216131" y="87574"/>
                      </a:cubicBezTo>
                      <a:cubicBezTo>
                        <a:pt x="215158" y="85628"/>
                        <a:pt x="216131" y="83682"/>
                        <a:pt x="218078" y="82709"/>
                      </a:cubicBezTo>
                      <a:lnTo>
                        <a:pt x="230735" y="73952"/>
                      </a:lnTo>
                      <a:lnTo>
                        <a:pt x="220999" y="56437"/>
                      </a:lnTo>
                      <a:lnTo>
                        <a:pt x="207369" y="62275"/>
                      </a:lnTo>
                      <a:cubicBezTo>
                        <a:pt x="205422" y="63248"/>
                        <a:pt x="203475" y="62275"/>
                        <a:pt x="202501" y="61302"/>
                      </a:cubicBezTo>
                      <a:cubicBezTo>
                        <a:pt x="198607" y="55464"/>
                        <a:pt x="192766" y="50599"/>
                        <a:pt x="187898" y="46706"/>
                      </a:cubicBezTo>
                      <a:cubicBezTo>
                        <a:pt x="185951" y="45733"/>
                        <a:pt x="185951" y="43787"/>
                        <a:pt x="186924" y="41841"/>
                      </a:cubicBezTo>
                      <a:lnTo>
                        <a:pt x="192766" y="28219"/>
                      </a:lnTo>
                      <a:lnTo>
                        <a:pt x="175241" y="18488"/>
                      </a:lnTo>
                      <a:lnTo>
                        <a:pt x="166479" y="31138"/>
                      </a:lnTo>
                      <a:cubicBezTo>
                        <a:pt x="165506" y="33084"/>
                        <a:pt x="163559" y="33084"/>
                        <a:pt x="161612" y="33084"/>
                      </a:cubicBezTo>
                      <a:cubicBezTo>
                        <a:pt x="154797" y="30165"/>
                        <a:pt x="148955" y="29191"/>
                        <a:pt x="141167" y="28219"/>
                      </a:cubicBezTo>
                      <a:cubicBezTo>
                        <a:pt x="139220" y="28219"/>
                        <a:pt x="137273" y="26272"/>
                        <a:pt x="137273" y="24326"/>
                      </a:cubicBezTo>
                      <a:lnTo>
                        <a:pt x="135325" y="9730"/>
                      </a:lnTo>
                      <a:lnTo>
                        <a:pt x="112933" y="9730"/>
                      </a:lnTo>
                      <a:lnTo>
                        <a:pt x="110986" y="24326"/>
                      </a:lnTo>
                      <a:cubicBezTo>
                        <a:pt x="110986" y="26272"/>
                        <a:pt x="109039" y="28219"/>
                        <a:pt x="107092" y="28219"/>
                      </a:cubicBezTo>
                      <a:cubicBezTo>
                        <a:pt x="103198" y="29191"/>
                        <a:pt x="93462" y="31138"/>
                        <a:pt x="86647" y="34057"/>
                      </a:cubicBezTo>
                      <a:cubicBezTo>
                        <a:pt x="84700" y="35030"/>
                        <a:pt x="82753" y="34057"/>
                        <a:pt x="81779" y="32110"/>
                      </a:cubicBezTo>
                      <a:lnTo>
                        <a:pt x="73017" y="19461"/>
                      </a:lnTo>
                      <a:lnTo>
                        <a:pt x="55493" y="29191"/>
                      </a:lnTo>
                      <a:lnTo>
                        <a:pt x="61335" y="42814"/>
                      </a:lnTo>
                      <a:cubicBezTo>
                        <a:pt x="62308" y="44760"/>
                        <a:pt x="61335" y="46706"/>
                        <a:pt x="60361" y="47680"/>
                      </a:cubicBezTo>
                      <a:cubicBezTo>
                        <a:pt x="56467" y="50599"/>
                        <a:pt x="50625" y="56437"/>
                        <a:pt x="45758" y="62275"/>
                      </a:cubicBezTo>
                      <a:cubicBezTo>
                        <a:pt x="44784" y="64221"/>
                        <a:pt x="42837" y="64221"/>
                        <a:pt x="40890" y="63248"/>
                      </a:cubicBezTo>
                      <a:lnTo>
                        <a:pt x="27260" y="57410"/>
                      </a:lnTo>
                      <a:lnTo>
                        <a:pt x="17524" y="74925"/>
                      </a:lnTo>
                      <a:lnTo>
                        <a:pt x="30181" y="83682"/>
                      </a:lnTo>
                      <a:cubicBezTo>
                        <a:pt x="32128" y="84655"/>
                        <a:pt x="32128" y="86601"/>
                        <a:pt x="32128" y="88548"/>
                      </a:cubicBezTo>
                      <a:cubicBezTo>
                        <a:pt x="29207" y="95358"/>
                        <a:pt x="28233" y="102170"/>
                        <a:pt x="27260" y="108981"/>
                      </a:cubicBezTo>
                      <a:cubicBezTo>
                        <a:pt x="27260" y="110928"/>
                        <a:pt x="25313" y="112874"/>
                        <a:pt x="23365" y="112874"/>
                      </a:cubicBezTo>
                      <a:lnTo>
                        <a:pt x="8762" y="114819"/>
                      </a:lnTo>
                      <a:lnTo>
                        <a:pt x="8762" y="135254"/>
                      </a:lnTo>
                      <a:lnTo>
                        <a:pt x="23365" y="137200"/>
                      </a:lnTo>
                      <a:cubicBezTo>
                        <a:pt x="25313" y="137200"/>
                        <a:pt x="27260" y="139146"/>
                        <a:pt x="27260" y="141092"/>
                      </a:cubicBezTo>
                      <a:cubicBezTo>
                        <a:pt x="28233" y="147903"/>
                        <a:pt x="30181" y="154715"/>
                        <a:pt x="32128" y="161526"/>
                      </a:cubicBezTo>
                      <a:cubicBezTo>
                        <a:pt x="33101" y="163472"/>
                        <a:pt x="32128" y="165418"/>
                        <a:pt x="30181" y="166391"/>
                      </a:cubicBezTo>
                      <a:lnTo>
                        <a:pt x="17524" y="175148"/>
                      </a:lnTo>
                      <a:lnTo>
                        <a:pt x="27260" y="192663"/>
                      </a:lnTo>
                      <a:lnTo>
                        <a:pt x="40890" y="186825"/>
                      </a:lnTo>
                      <a:cubicBezTo>
                        <a:pt x="42837" y="185852"/>
                        <a:pt x="44784" y="186825"/>
                        <a:pt x="45758" y="187798"/>
                      </a:cubicBezTo>
                      <a:cubicBezTo>
                        <a:pt x="49652" y="193636"/>
                        <a:pt x="55493" y="198502"/>
                        <a:pt x="60361" y="202394"/>
                      </a:cubicBezTo>
                      <a:cubicBezTo>
                        <a:pt x="62308" y="204340"/>
                        <a:pt x="62308" y="206286"/>
                        <a:pt x="61335" y="208232"/>
                      </a:cubicBezTo>
                      <a:cubicBezTo>
                        <a:pt x="61335" y="208232"/>
                        <a:pt x="60361" y="209205"/>
                        <a:pt x="59387" y="20920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2" name="Freeform 779">
                  <a:extLst>
                    <a:ext uri="{FF2B5EF4-FFF2-40B4-BE49-F238E27FC236}">
                      <a16:creationId xmlns:a16="http://schemas.microsoft.com/office/drawing/2014/main" id="{F3FF7504-F553-02D0-58FA-3298520FAF67}"/>
                    </a:ext>
                  </a:extLst>
                </p:cNvPr>
                <p:cNvSpPr/>
                <p:nvPr/>
              </p:nvSpPr>
              <p:spPr>
                <a:xfrm>
                  <a:off x="9160359" y="5701230"/>
                  <a:ext cx="124616" cy="124549"/>
                </a:xfrm>
                <a:custGeom>
                  <a:avLst/>
                  <a:gdLst>
                    <a:gd name="connsiteX0" fmla="*/ 62308 w 124616"/>
                    <a:gd name="connsiteY0" fmla="*/ 124550 h 124549"/>
                    <a:gd name="connsiteX1" fmla="*/ 0 w 124616"/>
                    <a:gd name="connsiteY1" fmla="*/ 62275 h 124549"/>
                    <a:gd name="connsiteX2" fmla="*/ 62308 w 124616"/>
                    <a:gd name="connsiteY2" fmla="*/ 0 h 124549"/>
                    <a:gd name="connsiteX3" fmla="*/ 124616 w 124616"/>
                    <a:gd name="connsiteY3" fmla="*/ 62275 h 124549"/>
                    <a:gd name="connsiteX4" fmla="*/ 62308 w 124616"/>
                    <a:gd name="connsiteY4" fmla="*/ 124550 h 124549"/>
                    <a:gd name="connsiteX5" fmla="*/ 62308 w 124616"/>
                    <a:gd name="connsiteY5" fmla="*/ 8758 h 124549"/>
                    <a:gd name="connsiteX6" fmla="*/ 8762 w 124616"/>
                    <a:gd name="connsiteY6" fmla="*/ 62275 h 124549"/>
                    <a:gd name="connsiteX7" fmla="*/ 62308 w 124616"/>
                    <a:gd name="connsiteY7" fmla="*/ 115793 h 124549"/>
                    <a:gd name="connsiteX8" fmla="*/ 115854 w 124616"/>
                    <a:gd name="connsiteY8" fmla="*/ 62275 h 124549"/>
                    <a:gd name="connsiteX9" fmla="*/ 62308 w 124616"/>
                    <a:gd name="connsiteY9" fmla="*/ 8758 h 12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616" h="124549">
                      <a:moveTo>
                        <a:pt x="62308" y="124550"/>
                      </a:moveTo>
                      <a:cubicBezTo>
                        <a:pt x="28233" y="124550"/>
                        <a:pt x="0" y="96332"/>
                        <a:pt x="0" y="62275"/>
                      </a:cubicBezTo>
                      <a:cubicBezTo>
                        <a:pt x="0" y="28219"/>
                        <a:pt x="28233" y="0"/>
                        <a:pt x="62308" y="0"/>
                      </a:cubicBezTo>
                      <a:cubicBezTo>
                        <a:pt x="96383" y="0"/>
                        <a:pt x="124616" y="28219"/>
                        <a:pt x="124616" y="62275"/>
                      </a:cubicBezTo>
                      <a:cubicBezTo>
                        <a:pt x="124616" y="96332"/>
                        <a:pt x="97356" y="124550"/>
                        <a:pt x="62308" y="124550"/>
                      </a:cubicBezTo>
                      <a:close/>
                      <a:moveTo>
                        <a:pt x="62308" y="8758"/>
                      </a:moveTo>
                      <a:cubicBezTo>
                        <a:pt x="33101" y="8758"/>
                        <a:pt x="8762" y="33084"/>
                        <a:pt x="8762" y="62275"/>
                      </a:cubicBezTo>
                      <a:cubicBezTo>
                        <a:pt x="8762" y="91467"/>
                        <a:pt x="33101" y="115793"/>
                        <a:pt x="62308" y="115793"/>
                      </a:cubicBezTo>
                      <a:cubicBezTo>
                        <a:pt x="91515" y="115793"/>
                        <a:pt x="115854" y="91467"/>
                        <a:pt x="115854" y="62275"/>
                      </a:cubicBezTo>
                      <a:cubicBezTo>
                        <a:pt x="115854" y="32110"/>
                        <a:pt x="92489" y="8758"/>
                        <a:pt x="62308" y="875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53" name="Freeform 780">
                  <a:extLst>
                    <a:ext uri="{FF2B5EF4-FFF2-40B4-BE49-F238E27FC236}">
                      <a16:creationId xmlns:a16="http://schemas.microsoft.com/office/drawing/2014/main" id="{43E1CD79-0539-7F81-1136-C02641AAF7E6}"/>
                    </a:ext>
                  </a:extLst>
                </p:cNvPr>
                <p:cNvSpPr/>
                <p:nvPr/>
              </p:nvSpPr>
              <p:spPr>
                <a:xfrm>
                  <a:off x="9218772" y="5575707"/>
                  <a:ext cx="8041" cy="44759"/>
                </a:xfrm>
                <a:custGeom>
                  <a:avLst/>
                  <a:gdLst>
                    <a:gd name="connsiteX0" fmla="*/ 3894 w 8041"/>
                    <a:gd name="connsiteY0" fmla="*/ 44760 h 44759"/>
                    <a:gd name="connsiteX1" fmla="*/ 0 w 8041"/>
                    <a:gd name="connsiteY1" fmla="*/ 40867 h 44759"/>
                    <a:gd name="connsiteX2" fmla="*/ 0 w 8041"/>
                    <a:gd name="connsiteY2" fmla="*/ 3892 h 44759"/>
                    <a:gd name="connsiteX3" fmla="*/ 3894 w 8041"/>
                    <a:gd name="connsiteY3" fmla="*/ 0 h 44759"/>
                    <a:gd name="connsiteX4" fmla="*/ 7788 w 8041"/>
                    <a:gd name="connsiteY4" fmla="*/ 3892 h 44759"/>
                    <a:gd name="connsiteX5" fmla="*/ 7788 w 8041"/>
                    <a:gd name="connsiteY5" fmla="*/ 40867 h 44759"/>
                    <a:gd name="connsiteX6" fmla="*/ 3894 w 8041"/>
                    <a:gd name="connsiteY6" fmla="*/ 44760 h 4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1" h="44759">
                      <a:moveTo>
                        <a:pt x="3894" y="44760"/>
                      </a:moveTo>
                      <a:cubicBezTo>
                        <a:pt x="1947" y="44760"/>
                        <a:pt x="0" y="42814"/>
                        <a:pt x="0" y="40867"/>
                      </a:cubicBezTo>
                      <a:lnTo>
                        <a:pt x="0" y="3892"/>
                      </a:lnTo>
                      <a:cubicBezTo>
                        <a:pt x="0" y="1946"/>
                        <a:pt x="1947" y="0"/>
                        <a:pt x="3894" y="0"/>
                      </a:cubicBezTo>
                      <a:cubicBezTo>
                        <a:pt x="5841" y="0"/>
                        <a:pt x="7788" y="1946"/>
                        <a:pt x="7788" y="3892"/>
                      </a:cubicBezTo>
                      <a:lnTo>
                        <a:pt x="7788" y="40867"/>
                      </a:lnTo>
                      <a:cubicBezTo>
                        <a:pt x="8762" y="42814"/>
                        <a:pt x="6815" y="44760"/>
                        <a:pt x="3894" y="4476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18" name="Graphic 450">
                <a:extLst>
                  <a:ext uri="{FF2B5EF4-FFF2-40B4-BE49-F238E27FC236}">
                    <a16:creationId xmlns:a16="http://schemas.microsoft.com/office/drawing/2014/main" id="{58201E26-372E-4801-68EB-B1D4A07CBB2A}"/>
                  </a:ext>
                </a:extLst>
              </p:cNvPr>
              <p:cNvGrpSpPr/>
              <p:nvPr/>
            </p:nvGrpSpPr>
            <p:grpSpPr>
              <a:xfrm>
                <a:off x="9034769" y="5598678"/>
                <a:ext cx="376769" cy="261157"/>
                <a:chOff x="9034769" y="5598678"/>
                <a:chExt cx="376769" cy="261157"/>
              </a:xfrm>
              <a:solidFill>
                <a:srgbClr val="FFFFFF"/>
              </a:solidFill>
            </p:grpSpPr>
            <p:sp>
              <p:nvSpPr>
                <p:cNvPr id="19" name="Freeform 782">
                  <a:extLst>
                    <a:ext uri="{FF2B5EF4-FFF2-40B4-BE49-F238E27FC236}">
                      <a16:creationId xmlns:a16="http://schemas.microsoft.com/office/drawing/2014/main" id="{F062804A-9C22-5EDB-B47F-7A1DF13DEB5A}"/>
                    </a:ext>
                  </a:extLst>
                </p:cNvPr>
                <p:cNvSpPr/>
                <p:nvPr/>
              </p:nvSpPr>
              <p:spPr>
                <a:xfrm>
                  <a:off x="9126876" y="5599651"/>
                  <a:ext cx="27049" cy="40276"/>
                </a:xfrm>
                <a:custGeom>
                  <a:avLst/>
                  <a:gdLst>
                    <a:gd name="connsiteX0" fmla="*/ 22774 w 27049"/>
                    <a:gd name="connsiteY0" fmla="*/ 40277 h 40276"/>
                    <a:gd name="connsiteX1" fmla="*/ 18880 w 27049"/>
                    <a:gd name="connsiteY1" fmla="*/ 38330 h 40276"/>
                    <a:gd name="connsiteX2" fmla="*/ 382 w 27049"/>
                    <a:gd name="connsiteY2" fmla="*/ 6220 h 40276"/>
                    <a:gd name="connsiteX3" fmla="*/ 2329 w 27049"/>
                    <a:gd name="connsiteY3" fmla="*/ 382 h 40276"/>
                    <a:gd name="connsiteX4" fmla="*/ 8170 w 27049"/>
                    <a:gd name="connsiteY4" fmla="*/ 2328 h 40276"/>
                    <a:gd name="connsiteX5" fmla="*/ 26668 w 27049"/>
                    <a:gd name="connsiteY5" fmla="*/ 34439 h 40276"/>
                    <a:gd name="connsiteX6" fmla="*/ 24721 w 27049"/>
                    <a:gd name="connsiteY6" fmla="*/ 40277 h 40276"/>
                    <a:gd name="connsiteX7" fmla="*/ 22774 w 27049"/>
                    <a:gd name="connsiteY7" fmla="*/ 40277 h 4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0276">
                      <a:moveTo>
                        <a:pt x="22774" y="40277"/>
                      </a:moveTo>
                      <a:cubicBezTo>
                        <a:pt x="20827" y="40277"/>
                        <a:pt x="19853" y="39304"/>
                        <a:pt x="18880" y="38330"/>
                      </a:cubicBezTo>
                      <a:lnTo>
                        <a:pt x="382" y="6220"/>
                      </a:lnTo>
                      <a:cubicBezTo>
                        <a:pt x="-592" y="4274"/>
                        <a:pt x="382" y="1355"/>
                        <a:pt x="2329" y="382"/>
                      </a:cubicBezTo>
                      <a:cubicBezTo>
                        <a:pt x="4276" y="-592"/>
                        <a:pt x="7197" y="382"/>
                        <a:pt x="8170" y="2328"/>
                      </a:cubicBezTo>
                      <a:lnTo>
                        <a:pt x="26668" y="34439"/>
                      </a:lnTo>
                      <a:cubicBezTo>
                        <a:pt x="27642" y="36384"/>
                        <a:pt x="26668" y="39304"/>
                        <a:pt x="24721" y="40277"/>
                      </a:cubicBezTo>
                      <a:cubicBezTo>
                        <a:pt x="23747" y="40277"/>
                        <a:pt x="22774" y="40277"/>
                        <a:pt x="22774" y="4027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0" name="Freeform 783">
                  <a:extLst>
                    <a:ext uri="{FF2B5EF4-FFF2-40B4-BE49-F238E27FC236}">
                      <a16:creationId xmlns:a16="http://schemas.microsoft.com/office/drawing/2014/main" id="{0A11FF04-8FE7-4982-FD95-FA49C9F7F4E6}"/>
                    </a:ext>
                  </a:extLst>
                </p:cNvPr>
                <p:cNvSpPr/>
                <p:nvPr/>
              </p:nvSpPr>
              <p:spPr>
                <a:xfrm>
                  <a:off x="9058726" y="5665818"/>
                  <a:ext cx="40679" cy="27627"/>
                </a:xfrm>
                <a:custGeom>
                  <a:avLst/>
                  <a:gdLst>
                    <a:gd name="connsiteX0" fmla="*/ 36404 w 40679"/>
                    <a:gd name="connsiteY0" fmla="*/ 27627 h 27627"/>
                    <a:gd name="connsiteX1" fmla="*/ 34457 w 40679"/>
                    <a:gd name="connsiteY1" fmla="*/ 26654 h 27627"/>
                    <a:gd name="connsiteX2" fmla="*/ 2329 w 40679"/>
                    <a:gd name="connsiteY2" fmla="*/ 8166 h 27627"/>
                    <a:gd name="connsiteX3" fmla="*/ 382 w 40679"/>
                    <a:gd name="connsiteY3" fmla="*/ 2328 h 27627"/>
                    <a:gd name="connsiteX4" fmla="*/ 6223 w 40679"/>
                    <a:gd name="connsiteY4" fmla="*/ 382 h 27627"/>
                    <a:gd name="connsiteX5" fmla="*/ 38351 w 40679"/>
                    <a:gd name="connsiteY5" fmla="*/ 18869 h 27627"/>
                    <a:gd name="connsiteX6" fmla="*/ 40298 w 40679"/>
                    <a:gd name="connsiteY6" fmla="*/ 24708 h 27627"/>
                    <a:gd name="connsiteX7" fmla="*/ 36404 w 40679"/>
                    <a:gd name="connsiteY7" fmla="*/ 27627 h 2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7">
                      <a:moveTo>
                        <a:pt x="36404" y="27627"/>
                      </a:moveTo>
                      <a:cubicBezTo>
                        <a:pt x="35430" y="27627"/>
                        <a:pt x="34457" y="27627"/>
                        <a:pt x="34457" y="26654"/>
                      </a:cubicBezTo>
                      <a:lnTo>
                        <a:pt x="2329" y="8166"/>
                      </a:lnTo>
                      <a:cubicBezTo>
                        <a:pt x="382" y="7193"/>
                        <a:pt x="-592" y="4274"/>
                        <a:pt x="382" y="2328"/>
                      </a:cubicBezTo>
                      <a:cubicBezTo>
                        <a:pt x="1355" y="382"/>
                        <a:pt x="4276" y="-592"/>
                        <a:pt x="6223" y="382"/>
                      </a:cubicBezTo>
                      <a:lnTo>
                        <a:pt x="38351" y="18869"/>
                      </a:lnTo>
                      <a:cubicBezTo>
                        <a:pt x="40298" y="19843"/>
                        <a:pt x="41271" y="22762"/>
                        <a:pt x="40298" y="24708"/>
                      </a:cubicBezTo>
                      <a:cubicBezTo>
                        <a:pt x="39325" y="27627"/>
                        <a:pt x="38351"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1" name="Freeform 784">
                  <a:extLst>
                    <a:ext uri="{FF2B5EF4-FFF2-40B4-BE49-F238E27FC236}">
                      <a16:creationId xmlns:a16="http://schemas.microsoft.com/office/drawing/2014/main" id="{7F1004A5-96BF-58EE-E7C3-60CE04609330}"/>
                    </a:ext>
                  </a:extLst>
                </p:cNvPr>
                <p:cNvSpPr/>
                <p:nvPr/>
              </p:nvSpPr>
              <p:spPr>
                <a:xfrm>
                  <a:off x="9034769"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2" name="Freeform 785">
                  <a:extLst>
                    <a:ext uri="{FF2B5EF4-FFF2-40B4-BE49-F238E27FC236}">
                      <a16:creationId xmlns:a16="http://schemas.microsoft.com/office/drawing/2014/main" id="{B3EAC436-D9AF-AC51-2598-E17F3EF1189F}"/>
                    </a:ext>
                  </a:extLst>
                </p:cNvPr>
                <p:cNvSpPr/>
                <p:nvPr/>
              </p:nvSpPr>
              <p:spPr>
                <a:xfrm>
                  <a:off x="9058726" y="5833182"/>
                  <a:ext cx="40679" cy="26653"/>
                </a:xfrm>
                <a:custGeom>
                  <a:avLst/>
                  <a:gdLst>
                    <a:gd name="connsiteX0" fmla="*/ 4276 w 40679"/>
                    <a:gd name="connsiteY0" fmla="*/ 26654 h 26653"/>
                    <a:gd name="connsiteX1" fmla="*/ 382 w 40679"/>
                    <a:gd name="connsiteY1" fmla="*/ 24708 h 26653"/>
                    <a:gd name="connsiteX2" fmla="*/ 2329 w 40679"/>
                    <a:gd name="connsiteY2" fmla="*/ 18869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2" y="22762"/>
                        <a:pt x="382" y="19843"/>
                        <a:pt x="2329" y="18869"/>
                      </a:cubicBezTo>
                      <a:lnTo>
                        <a:pt x="34457" y="382"/>
                      </a:lnTo>
                      <a:cubicBezTo>
                        <a:pt x="36404" y="-592"/>
                        <a:pt x="39325" y="382"/>
                        <a:pt x="40298" y="2328"/>
                      </a:cubicBezTo>
                      <a:cubicBezTo>
                        <a:pt x="41271" y="4274"/>
                        <a:pt x="40298" y="7193"/>
                        <a:pt x="38351" y="8166"/>
                      </a:cubicBezTo>
                      <a:lnTo>
                        <a:pt x="6223" y="26654"/>
                      </a:lnTo>
                      <a:cubicBezTo>
                        <a:pt x="6223" y="26654"/>
                        <a:pt x="5250"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3" name="Freeform 786">
                  <a:extLst>
                    <a:ext uri="{FF2B5EF4-FFF2-40B4-BE49-F238E27FC236}">
                      <a16:creationId xmlns:a16="http://schemas.microsoft.com/office/drawing/2014/main" id="{68698EBF-25FC-E7E9-AB2D-8E77B395143A}"/>
                    </a:ext>
                  </a:extLst>
                </p:cNvPr>
                <p:cNvSpPr/>
                <p:nvPr/>
              </p:nvSpPr>
              <p:spPr>
                <a:xfrm>
                  <a:off x="9346901" y="5832209"/>
                  <a:ext cx="40679" cy="27626"/>
                </a:xfrm>
                <a:custGeom>
                  <a:avLst/>
                  <a:gdLst>
                    <a:gd name="connsiteX0" fmla="*/ 36404 w 40679"/>
                    <a:gd name="connsiteY0" fmla="*/ 27627 h 27626"/>
                    <a:gd name="connsiteX1" fmla="*/ 34457 w 40679"/>
                    <a:gd name="connsiteY1" fmla="*/ 26654 h 27626"/>
                    <a:gd name="connsiteX2" fmla="*/ 2329 w 40679"/>
                    <a:gd name="connsiteY2" fmla="*/ 8166 h 27626"/>
                    <a:gd name="connsiteX3" fmla="*/ 382 w 40679"/>
                    <a:gd name="connsiteY3" fmla="*/ 2328 h 27626"/>
                    <a:gd name="connsiteX4" fmla="*/ 6223 w 40679"/>
                    <a:gd name="connsiteY4" fmla="*/ 382 h 27626"/>
                    <a:gd name="connsiteX5" fmla="*/ 38351 w 40679"/>
                    <a:gd name="connsiteY5" fmla="*/ 18870 h 27626"/>
                    <a:gd name="connsiteX6" fmla="*/ 40298 w 40679"/>
                    <a:gd name="connsiteY6" fmla="*/ 24708 h 27626"/>
                    <a:gd name="connsiteX7" fmla="*/ 36404 w 40679"/>
                    <a:gd name="connsiteY7" fmla="*/ 27627 h 2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6">
                      <a:moveTo>
                        <a:pt x="36404" y="27627"/>
                      </a:moveTo>
                      <a:cubicBezTo>
                        <a:pt x="35430" y="27627"/>
                        <a:pt x="34457" y="27627"/>
                        <a:pt x="34457" y="26654"/>
                      </a:cubicBezTo>
                      <a:lnTo>
                        <a:pt x="2329" y="8166"/>
                      </a:lnTo>
                      <a:cubicBezTo>
                        <a:pt x="382" y="7193"/>
                        <a:pt x="-591" y="4274"/>
                        <a:pt x="382" y="2328"/>
                      </a:cubicBezTo>
                      <a:cubicBezTo>
                        <a:pt x="1355" y="382"/>
                        <a:pt x="4276" y="-591"/>
                        <a:pt x="6223" y="382"/>
                      </a:cubicBezTo>
                      <a:lnTo>
                        <a:pt x="38351" y="18870"/>
                      </a:lnTo>
                      <a:cubicBezTo>
                        <a:pt x="40298" y="19843"/>
                        <a:pt x="41272" y="22762"/>
                        <a:pt x="40298" y="24708"/>
                      </a:cubicBezTo>
                      <a:cubicBezTo>
                        <a:pt x="39324" y="26654"/>
                        <a:pt x="37377"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4" name="Freeform 787">
                  <a:extLst>
                    <a:ext uri="{FF2B5EF4-FFF2-40B4-BE49-F238E27FC236}">
                      <a16:creationId xmlns:a16="http://schemas.microsoft.com/office/drawing/2014/main" id="{3DA6B1BA-5D4F-B9E6-68B3-50D6E12AABE6}"/>
                    </a:ext>
                  </a:extLst>
                </p:cNvPr>
                <p:cNvSpPr/>
                <p:nvPr/>
              </p:nvSpPr>
              <p:spPr>
                <a:xfrm>
                  <a:off x="9366754"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5" name="Freeform 788">
                  <a:extLst>
                    <a:ext uri="{FF2B5EF4-FFF2-40B4-BE49-F238E27FC236}">
                      <a16:creationId xmlns:a16="http://schemas.microsoft.com/office/drawing/2014/main" id="{004501FC-FC19-FA0F-D944-50D5EE6D73E3}"/>
                    </a:ext>
                  </a:extLst>
                </p:cNvPr>
                <p:cNvSpPr/>
                <p:nvPr/>
              </p:nvSpPr>
              <p:spPr>
                <a:xfrm>
                  <a:off x="9346901" y="5666791"/>
                  <a:ext cx="40679" cy="26653"/>
                </a:xfrm>
                <a:custGeom>
                  <a:avLst/>
                  <a:gdLst>
                    <a:gd name="connsiteX0" fmla="*/ 4276 w 40679"/>
                    <a:gd name="connsiteY0" fmla="*/ 26654 h 26653"/>
                    <a:gd name="connsiteX1" fmla="*/ 382 w 40679"/>
                    <a:gd name="connsiteY1" fmla="*/ 24708 h 26653"/>
                    <a:gd name="connsiteX2" fmla="*/ 2329 w 40679"/>
                    <a:gd name="connsiteY2" fmla="*/ 18870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1" y="22762"/>
                        <a:pt x="382" y="19843"/>
                        <a:pt x="2329" y="18870"/>
                      </a:cubicBezTo>
                      <a:lnTo>
                        <a:pt x="34457" y="382"/>
                      </a:lnTo>
                      <a:cubicBezTo>
                        <a:pt x="36404" y="-591"/>
                        <a:pt x="39324" y="382"/>
                        <a:pt x="40298" y="2328"/>
                      </a:cubicBezTo>
                      <a:cubicBezTo>
                        <a:pt x="41272" y="4274"/>
                        <a:pt x="40298" y="7193"/>
                        <a:pt x="38351" y="8166"/>
                      </a:cubicBezTo>
                      <a:lnTo>
                        <a:pt x="6223" y="26654"/>
                      </a:lnTo>
                      <a:cubicBezTo>
                        <a:pt x="5250" y="26654"/>
                        <a:pt x="4276"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6" name="Freeform 789">
                  <a:extLst>
                    <a:ext uri="{FF2B5EF4-FFF2-40B4-BE49-F238E27FC236}">
                      <a16:creationId xmlns:a16="http://schemas.microsoft.com/office/drawing/2014/main" id="{9FD61197-1643-51BB-C2BA-0197448D2E05}"/>
                    </a:ext>
                  </a:extLst>
                </p:cNvPr>
                <p:cNvSpPr/>
                <p:nvPr/>
              </p:nvSpPr>
              <p:spPr>
                <a:xfrm>
                  <a:off x="9292381" y="5598678"/>
                  <a:ext cx="27049" cy="41249"/>
                </a:xfrm>
                <a:custGeom>
                  <a:avLst/>
                  <a:gdLst>
                    <a:gd name="connsiteX0" fmla="*/ 4276 w 27049"/>
                    <a:gd name="connsiteY0" fmla="*/ 41250 h 41249"/>
                    <a:gd name="connsiteX1" fmla="*/ 2329 w 27049"/>
                    <a:gd name="connsiteY1" fmla="*/ 40277 h 41249"/>
                    <a:gd name="connsiteX2" fmla="*/ 382 w 27049"/>
                    <a:gd name="connsiteY2" fmla="*/ 34438 h 41249"/>
                    <a:gd name="connsiteX3" fmla="*/ 18880 w 27049"/>
                    <a:gd name="connsiteY3" fmla="*/ 2328 h 41249"/>
                    <a:gd name="connsiteX4" fmla="*/ 24721 w 27049"/>
                    <a:gd name="connsiteY4" fmla="*/ 382 h 41249"/>
                    <a:gd name="connsiteX5" fmla="*/ 26668 w 27049"/>
                    <a:gd name="connsiteY5" fmla="*/ 6220 h 41249"/>
                    <a:gd name="connsiteX6" fmla="*/ 8170 w 27049"/>
                    <a:gd name="connsiteY6" fmla="*/ 38331 h 41249"/>
                    <a:gd name="connsiteX7" fmla="*/ 4276 w 27049"/>
                    <a:gd name="connsiteY7" fmla="*/ 41250 h 4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1249">
                      <a:moveTo>
                        <a:pt x="4276" y="41250"/>
                      </a:moveTo>
                      <a:cubicBezTo>
                        <a:pt x="3303" y="41250"/>
                        <a:pt x="2329" y="41250"/>
                        <a:pt x="2329" y="40277"/>
                      </a:cubicBezTo>
                      <a:cubicBezTo>
                        <a:pt x="382" y="39303"/>
                        <a:pt x="-592" y="36384"/>
                        <a:pt x="382" y="34438"/>
                      </a:cubicBezTo>
                      <a:lnTo>
                        <a:pt x="18880" y="2328"/>
                      </a:lnTo>
                      <a:cubicBezTo>
                        <a:pt x="19853" y="382"/>
                        <a:pt x="22774" y="-591"/>
                        <a:pt x="24721" y="382"/>
                      </a:cubicBezTo>
                      <a:cubicBezTo>
                        <a:pt x="26668" y="1355"/>
                        <a:pt x="27642" y="4274"/>
                        <a:pt x="26668" y="6220"/>
                      </a:cubicBezTo>
                      <a:lnTo>
                        <a:pt x="8170" y="38331"/>
                      </a:lnTo>
                      <a:cubicBezTo>
                        <a:pt x="7197" y="40277"/>
                        <a:pt x="6223" y="41250"/>
                        <a:pt x="4276" y="4125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spTree>
    <p:extLst>
      <p:ext uri="{BB962C8B-B14F-4D97-AF65-F5344CB8AC3E}">
        <p14:creationId xmlns:p14="http://schemas.microsoft.com/office/powerpoint/2010/main" val="277181716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5_Title Only">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E19F5BB4-46BC-AE4D-A2C7-321244D483AF}"/>
              </a:ext>
            </a:extLst>
          </p:cNvPr>
          <p:cNvSpPr/>
          <p:nvPr userDrawn="1"/>
        </p:nvSpPr>
        <p:spPr>
          <a:xfrm>
            <a:off x="4214211" y="3918863"/>
            <a:ext cx="1097354" cy="1097354"/>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7" name="Oval 6">
            <a:extLst>
              <a:ext uri="{FF2B5EF4-FFF2-40B4-BE49-F238E27FC236}">
                <a16:creationId xmlns:a16="http://schemas.microsoft.com/office/drawing/2014/main" id="{F786295B-4D7F-37E5-513C-CDF2FE34EBA3}"/>
              </a:ext>
            </a:extLst>
          </p:cNvPr>
          <p:cNvSpPr/>
          <p:nvPr userDrawn="1"/>
        </p:nvSpPr>
        <p:spPr>
          <a:xfrm>
            <a:off x="6957411" y="3918863"/>
            <a:ext cx="1097354" cy="1097354"/>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8" name="Oval 7">
            <a:extLst>
              <a:ext uri="{FF2B5EF4-FFF2-40B4-BE49-F238E27FC236}">
                <a16:creationId xmlns:a16="http://schemas.microsoft.com/office/drawing/2014/main" id="{643DF57B-93A6-B33C-3275-2790249698CC}"/>
              </a:ext>
            </a:extLst>
          </p:cNvPr>
          <p:cNvSpPr/>
          <p:nvPr userDrawn="1"/>
        </p:nvSpPr>
        <p:spPr>
          <a:xfrm>
            <a:off x="9767921" y="3918863"/>
            <a:ext cx="1097354" cy="1097354"/>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2" name="Oval 1">
            <a:extLst>
              <a:ext uri="{FF2B5EF4-FFF2-40B4-BE49-F238E27FC236}">
                <a16:creationId xmlns:a16="http://schemas.microsoft.com/office/drawing/2014/main" id="{9A715DC7-BB5A-58DE-4DE2-90066FA2B49F}"/>
              </a:ext>
            </a:extLst>
          </p:cNvPr>
          <p:cNvSpPr/>
          <p:nvPr userDrawn="1"/>
        </p:nvSpPr>
        <p:spPr>
          <a:xfrm>
            <a:off x="1535781" y="3925213"/>
            <a:ext cx="1097354" cy="1097354"/>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12" name="Text Placeholder 11">
            <a:extLst>
              <a:ext uri="{FF2B5EF4-FFF2-40B4-BE49-F238E27FC236}">
                <a16:creationId xmlns:a16="http://schemas.microsoft.com/office/drawing/2014/main" id="{901CF8EF-73EC-5C31-9874-F9AF13F50EDE}"/>
              </a:ext>
            </a:extLst>
          </p:cNvPr>
          <p:cNvSpPr>
            <a:spLocks noGrp="1"/>
          </p:cNvSpPr>
          <p:nvPr>
            <p:ph type="body" sz="quarter" idx="17" hasCustomPrompt="1"/>
          </p:nvPr>
        </p:nvSpPr>
        <p:spPr>
          <a:xfrm>
            <a:off x="878137" y="5078791"/>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14pts</a:t>
            </a:r>
          </a:p>
        </p:txBody>
      </p:sp>
      <p:sp>
        <p:nvSpPr>
          <p:cNvPr id="6" name="Text Placeholder 9">
            <a:extLst>
              <a:ext uri="{FF2B5EF4-FFF2-40B4-BE49-F238E27FC236}">
                <a16:creationId xmlns:a16="http://schemas.microsoft.com/office/drawing/2014/main" id="{9E1DD180-C9C6-1212-16B7-CA235DD8B341}"/>
              </a:ext>
            </a:extLst>
          </p:cNvPr>
          <p:cNvSpPr>
            <a:spLocks noGrp="1"/>
          </p:cNvSpPr>
          <p:nvPr>
            <p:ph type="body" sz="quarter" idx="13" hasCustomPrompt="1"/>
          </p:nvPr>
        </p:nvSpPr>
        <p:spPr>
          <a:xfrm>
            <a:off x="923846" y="1047753"/>
            <a:ext cx="6757114"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17" name="Text Placeholder 16">
            <a:extLst>
              <a:ext uri="{FF2B5EF4-FFF2-40B4-BE49-F238E27FC236}">
                <a16:creationId xmlns:a16="http://schemas.microsoft.com/office/drawing/2014/main" id="{523B4BE2-8464-4CF2-AA12-DACDCBC99A46}"/>
              </a:ext>
            </a:extLst>
          </p:cNvPr>
          <p:cNvSpPr>
            <a:spLocks noGrp="1"/>
          </p:cNvSpPr>
          <p:nvPr>
            <p:ph type="body" sz="quarter" idx="22" hasCustomPrompt="1"/>
          </p:nvPr>
        </p:nvSpPr>
        <p:spPr>
          <a:xfrm>
            <a:off x="855997" y="5497948"/>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19" name="Text Placeholder 11">
            <a:extLst>
              <a:ext uri="{FF2B5EF4-FFF2-40B4-BE49-F238E27FC236}">
                <a16:creationId xmlns:a16="http://schemas.microsoft.com/office/drawing/2014/main" id="{C27F0C18-A7AC-441B-97D9-6E8FC46177BE}"/>
              </a:ext>
            </a:extLst>
          </p:cNvPr>
          <p:cNvSpPr>
            <a:spLocks noGrp="1"/>
          </p:cNvSpPr>
          <p:nvPr>
            <p:ph type="body" sz="quarter" idx="24" hasCustomPrompt="1"/>
          </p:nvPr>
        </p:nvSpPr>
        <p:spPr>
          <a:xfrm>
            <a:off x="3601901" y="5080781"/>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14pts</a:t>
            </a:r>
          </a:p>
        </p:txBody>
      </p:sp>
      <p:sp>
        <p:nvSpPr>
          <p:cNvPr id="22" name="Text Placeholder 11">
            <a:extLst>
              <a:ext uri="{FF2B5EF4-FFF2-40B4-BE49-F238E27FC236}">
                <a16:creationId xmlns:a16="http://schemas.microsoft.com/office/drawing/2014/main" id="{45B59FFA-4809-6BBD-427F-8A1F47491101}"/>
              </a:ext>
            </a:extLst>
          </p:cNvPr>
          <p:cNvSpPr>
            <a:spLocks noGrp="1"/>
          </p:cNvSpPr>
          <p:nvPr>
            <p:ph type="body" sz="quarter" idx="27" hasCustomPrompt="1"/>
          </p:nvPr>
        </p:nvSpPr>
        <p:spPr>
          <a:xfrm>
            <a:off x="6336266" y="5080781"/>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14pts</a:t>
            </a:r>
          </a:p>
        </p:txBody>
      </p:sp>
      <p:sp>
        <p:nvSpPr>
          <p:cNvPr id="24" name="Text Placeholder 16">
            <a:extLst>
              <a:ext uri="{FF2B5EF4-FFF2-40B4-BE49-F238E27FC236}">
                <a16:creationId xmlns:a16="http://schemas.microsoft.com/office/drawing/2014/main" id="{B9A4E150-6FDA-E06D-BF5A-30F85DDFDA99}"/>
              </a:ext>
            </a:extLst>
          </p:cNvPr>
          <p:cNvSpPr>
            <a:spLocks noGrp="1"/>
          </p:cNvSpPr>
          <p:nvPr>
            <p:ph type="body" sz="quarter" idx="28" hasCustomPrompt="1"/>
          </p:nvPr>
        </p:nvSpPr>
        <p:spPr>
          <a:xfrm>
            <a:off x="3589037" y="5499938"/>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25" name="Text Placeholder 16">
            <a:extLst>
              <a:ext uri="{FF2B5EF4-FFF2-40B4-BE49-F238E27FC236}">
                <a16:creationId xmlns:a16="http://schemas.microsoft.com/office/drawing/2014/main" id="{2976A63F-AFBB-7C3F-A84E-42E7E376421D}"/>
              </a:ext>
            </a:extLst>
          </p:cNvPr>
          <p:cNvSpPr>
            <a:spLocks noGrp="1"/>
          </p:cNvSpPr>
          <p:nvPr>
            <p:ph type="body" sz="quarter" idx="29" hasCustomPrompt="1"/>
          </p:nvPr>
        </p:nvSpPr>
        <p:spPr>
          <a:xfrm>
            <a:off x="6322077" y="5499938"/>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sp>
        <p:nvSpPr>
          <p:cNvPr id="27" name="Text Placeholder 11">
            <a:extLst>
              <a:ext uri="{FF2B5EF4-FFF2-40B4-BE49-F238E27FC236}">
                <a16:creationId xmlns:a16="http://schemas.microsoft.com/office/drawing/2014/main" id="{C6098177-C9F9-55C8-2B69-815ED07E0759}"/>
              </a:ext>
            </a:extLst>
          </p:cNvPr>
          <p:cNvSpPr>
            <a:spLocks noGrp="1"/>
          </p:cNvSpPr>
          <p:nvPr>
            <p:ph type="body" sz="quarter" idx="31" hasCustomPrompt="1"/>
          </p:nvPr>
        </p:nvSpPr>
        <p:spPr>
          <a:xfrm>
            <a:off x="9110216" y="5080781"/>
            <a:ext cx="2430705" cy="348353"/>
          </a:xfrm>
        </p:spPr>
        <p:txBody>
          <a:bodyPr anchor="ctr">
            <a:normAutofit/>
          </a:bodyPr>
          <a:lstStyle>
            <a:lvl1pPr algn="ctr">
              <a:lnSpc>
                <a:spcPct val="100000"/>
              </a:lnSpc>
              <a:defRPr sz="1400" b="1" i="0">
                <a:solidFill>
                  <a:schemeClr val="bg1"/>
                </a:solidFill>
                <a:latin typeface="Montserrat" pitchFamily="2" charset="77"/>
              </a:defRPr>
            </a:lvl1pPr>
          </a:lstStyle>
          <a:p>
            <a:pPr lvl="0"/>
            <a:r>
              <a:rPr lang="en-US" dirty="0"/>
              <a:t>Headline copy </a:t>
            </a:r>
            <a:br>
              <a:rPr lang="en-US" dirty="0"/>
            </a:br>
            <a:r>
              <a:rPr lang="en-US" dirty="0"/>
              <a:t>goes here 14pts</a:t>
            </a:r>
          </a:p>
        </p:txBody>
      </p:sp>
      <p:sp>
        <p:nvSpPr>
          <p:cNvPr id="28" name="Text Placeholder 16">
            <a:extLst>
              <a:ext uri="{FF2B5EF4-FFF2-40B4-BE49-F238E27FC236}">
                <a16:creationId xmlns:a16="http://schemas.microsoft.com/office/drawing/2014/main" id="{CCAA1867-20FA-3C8F-A9B9-E2BDB12E3B10}"/>
              </a:ext>
            </a:extLst>
          </p:cNvPr>
          <p:cNvSpPr>
            <a:spLocks noGrp="1"/>
          </p:cNvSpPr>
          <p:nvPr>
            <p:ph type="body" sz="quarter" idx="32" hasCustomPrompt="1"/>
          </p:nvPr>
        </p:nvSpPr>
        <p:spPr>
          <a:xfrm>
            <a:off x="9096027" y="5499938"/>
            <a:ext cx="2452846" cy="638175"/>
          </a:xfrm>
        </p:spPr>
        <p:txBody>
          <a:bodyPr>
            <a:noAutofit/>
          </a:bodyPr>
          <a:lstStyle>
            <a:lvl1pPr>
              <a:defRPr sz="1200" b="0" i="0">
                <a:solidFill>
                  <a:schemeClr val="accent6"/>
                </a:solidFill>
                <a:latin typeface="Montserrat" pitchFamily="2" charset="77"/>
              </a:defRPr>
            </a:lvl1pPr>
            <a:lvl2pPr>
              <a:defRPr sz="1200">
                <a:solidFill>
                  <a:schemeClr val="accent5">
                    <a:lumMod val="50000"/>
                    <a:lumOff val="50000"/>
                  </a:schemeClr>
                </a:solidFill>
                <a:latin typeface="Gotham Book" pitchFamily="2" charset="0"/>
              </a:defRPr>
            </a:lvl2pPr>
            <a:lvl3pPr>
              <a:defRPr sz="1200">
                <a:solidFill>
                  <a:schemeClr val="accent5">
                    <a:lumMod val="50000"/>
                    <a:lumOff val="50000"/>
                  </a:schemeClr>
                </a:solidFill>
                <a:latin typeface="Gotham Book" pitchFamily="2" charset="0"/>
              </a:defRPr>
            </a:lvl3pPr>
            <a:lvl4pPr>
              <a:defRPr sz="1200">
                <a:solidFill>
                  <a:schemeClr val="accent5">
                    <a:lumMod val="50000"/>
                    <a:lumOff val="50000"/>
                  </a:schemeClr>
                </a:solidFill>
                <a:latin typeface="Gotham Book" pitchFamily="2" charset="0"/>
              </a:defRPr>
            </a:lvl4pPr>
            <a:lvl5pPr>
              <a:defRPr sz="1200">
                <a:solidFill>
                  <a:schemeClr val="accent5">
                    <a:lumMod val="50000"/>
                    <a:lumOff val="50000"/>
                  </a:schemeClr>
                </a:solidFill>
                <a:latin typeface="Gotham Book" pitchFamily="2" charset="0"/>
              </a:defRPr>
            </a:lvl5pPr>
          </a:lstStyle>
          <a:p>
            <a:pPr lvl="0"/>
            <a:r>
              <a:rPr lang="en-US" dirty="0"/>
              <a:t>Lorem ipsum dolor sit amet, </a:t>
            </a:r>
            <a:br>
              <a:rPr lang="en-US" dirty="0"/>
            </a:br>
            <a:r>
              <a:rPr lang="en-US" dirty="0"/>
              <a:t>elit, sed do eiusmod tempor</a:t>
            </a:r>
            <a:br>
              <a:rPr lang="en-US" dirty="0"/>
            </a:br>
            <a:r>
              <a:rPr lang="en-US" dirty="0"/>
              <a:t>ut labore et dolore magna.</a:t>
            </a:r>
          </a:p>
        </p:txBody>
      </p:sp>
      <p:pic>
        <p:nvPicPr>
          <p:cNvPr id="3" name="Picture 2">
            <a:extLst>
              <a:ext uri="{FF2B5EF4-FFF2-40B4-BE49-F238E27FC236}">
                <a16:creationId xmlns:a16="http://schemas.microsoft.com/office/drawing/2014/main" id="{D9450F85-C462-AA63-3ADE-099569457D08}"/>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197526" y="989948"/>
            <a:ext cx="2070628" cy="627978"/>
          </a:xfrm>
          <a:prstGeom prst="rect">
            <a:avLst/>
          </a:prstGeom>
        </p:spPr>
      </p:pic>
      <p:sp>
        <p:nvSpPr>
          <p:cNvPr id="4" name="Slide Number Placeholder 4">
            <a:extLst>
              <a:ext uri="{FF2B5EF4-FFF2-40B4-BE49-F238E27FC236}">
                <a16:creationId xmlns:a16="http://schemas.microsoft.com/office/drawing/2014/main" id="{E6AC3EE2-F0B4-CF64-CB76-E629FBED54E4}"/>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35" name="Text Placeholder 34">
            <a:extLst>
              <a:ext uri="{FF2B5EF4-FFF2-40B4-BE49-F238E27FC236}">
                <a16:creationId xmlns:a16="http://schemas.microsoft.com/office/drawing/2014/main" id="{9633B506-7462-6D29-ADF6-95A40878D2A6}"/>
              </a:ext>
            </a:extLst>
          </p:cNvPr>
          <p:cNvSpPr>
            <a:spLocks noGrp="1"/>
          </p:cNvSpPr>
          <p:nvPr>
            <p:ph type="body" sz="quarter" idx="33" hasCustomPrompt="1"/>
          </p:nvPr>
        </p:nvSpPr>
        <p:spPr>
          <a:xfrm>
            <a:off x="923925" y="2063399"/>
            <a:ext cx="5534025" cy="1625600"/>
          </a:xfrm>
        </p:spPr>
        <p:txBody>
          <a:bodyPr>
            <a:normAutofit/>
          </a:bodyPr>
          <a:lstStyle>
            <a:lvl1pPr>
              <a:defRPr sz="1200" b="0" i="0">
                <a:solidFill>
                  <a:schemeClr val="accent6"/>
                </a:solidFill>
                <a:latin typeface="Montserrat" pitchFamily="2" charset="77"/>
                <a:cs typeface="Gotham Book" pitchFamily="2" charset="0"/>
              </a:defRPr>
            </a:lvl1pPr>
            <a:lvl2pPr>
              <a:defRPr sz="1200" b="0" i="0">
                <a:solidFill>
                  <a:schemeClr val="accent5">
                    <a:lumMod val="50000"/>
                    <a:lumOff val="50000"/>
                  </a:schemeClr>
                </a:solidFill>
                <a:latin typeface="Gotham Book" pitchFamily="2" charset="0"/>
                <a:cs typeface="Gotham Book" pitchFamily="2" charset="0"/>
              </a:defRPr>
            </a:lvl2pPr>
            <a:lvl3pPr>
              <a:defRPr sz="1200" b="0" i="0">
                <a:solidFill>
                  <a:schemeClr val="accent5">
                    <a:lumMod val="50000"/>
                    <a:lumOff val="50000"/>
                  </a:schemeClr>
                </a:solidFill>
                <a:latin typeface="Gotham Book" pitchFamily="2" charset="0"/>
                <a:cs typeface="Gotham Book" pitchFamily="2" charset="0"/>
              </a:defRPr>
            </a:lvl3pPr>
            <a:lvl4pPr>
              <a:defRPr sz="1200" b="0" i="0">
                <a:solidFill>
                  <a:schemeClr val="accent5">
                    <a:lumMod val="50000"/>
                    <a:lumOff val="50000"/>
                  </a:schemeClr>
                </a:solidFill>
                <a:latin typeface="Gotham Book" pitchFamily="2" charset="0"/>
                <a:cs typeface="Gotham Book" pitchFamily="2" charset="0"/>
              </a:defRPr>
            </a:lvl4pPr>
            <a:lvl5pPr>
              <a:defRPr sz="1200" b="0" i="0">
                <a:solidFill>
                  <a:schemeClr val="accent5">
                    <a:lumMod val="50000"/>
                    <a:lumOff val="50000"/>
                  </a:schemeClr>
                </a:solidFill>
                <a:latin typeface="Gotham Book" pitchFamily="2" charset="0"/>
                <a:cs typeface="Gotham Book" pitchFamily="2" charset="0"/>
              </a:defRPr>
            </a:lvl5pPr>
          </a:lstStyle>
          <a:p>
            <a:pPr lvl="0"/>
            <a:r>
              <a:rPr lang="en-US" dirty="0"/>
              <a:t>Body copy goes here.</a:t>
            </a:r>
          </a:p>
        </p:txBody>
      </p:sp>
      <p:pic>
        <p:nvPicPr>
          <p:cNvPr id="9" name="Picture 8">
            <a:extLst>
              <a:ext uri="{FF2B5EF4-FFF2-40B4-BE49-F238E27FC236}">
                <a16:creationId xmlns:a16="http://schemas.microsoft.com/office/drawing/2014/main" id="{EFE7EC74-E8F7-68DE-0139-0C8DF806948C}"/>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r="84222"/>
          <a:stretch/>
        </p:blipFill>
        <p:spPr>
          <a:xfrm>
            <a:off x="1612367" y="4022198"/>
            <a:ext cx="1008574" cy="927687"/>
          </a:xfrm>
          <a:prstGeom prst="rect">
            <a:avLst/>
          </a:prstGeom>
        </p:spPr>
      </p:pic>
      <p:pic>
        <p:nvPicPr>
          <p:cNvPr id="30" name="Picture 29">
            <a:extLst>
              <a:ext uri="{FF2B5EF4-FFF2-40B4-BE49-F238E27FC236}">
                <a16:creationId xmlns:a16="http://schemas.microsoft.com/office/drawing/2014/main" id="{51974EDC-9DCC-C537-7DD5-85B98AB1539C}"/>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24689" r="51711"/>
          <a:stretch/>
        </p:blipFill>
        <p:spPr>
          <a:xfrm>
            <a:off x="4051882" y="4008000"/>
            <a:ext cx="1508601" cy="927687"/>
          </a:xfrm>
          <a:prstGeom prst="rect">
            <a:avLst/>
          </a:prstGeom>
        </p:spPr>
      </p:pic>
      <p:pic>
        <p:nvPicPr>
          <p:cNvPr id="34" name="Picture 33">
            <a:extLst>
              <a:ext uri="{FF2B5EF4-FFF2-40B4-BE49-F238E27FC236}">
                <a16:creationId xmlns:a16="http://schemas.microsoft.com/office/drawing/2014/main" id="{EA398867-5F99-F968-C62C-ABFD61AB21B4}"/>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54170" r="25409"/>
          <a:stretch/>
        </p:blipFill>
        <p:spPr>
          <a:xfrm>
            <a:off x="6871931" y="4008000"/>
            <a:ext cx="1305400" cy="927687"/>
          </a:xfrm>
          <a:prstGeom prst="rect">
            <a:avLst/>
          </a:prstGeom>
        </p:spPr>
      </p:pic>
      <p:pic>
        <p:nvPicPr>
          <p:cNvPr id="36" name="Picture 35">
            <a:extLst>
              <a:ext uri="{FF2B5EF4-FFF2-40B4-BE49-F238E27FC236}">
                <a16:creationId xmlns:a16="http://schemas.microsoft.com/office/drawing/2014/main" id="{CD7E8949-1740-A1CF-DA28-F759692ACAD0}"/>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83413"/>
          <a:stretch/>
        </p:blipFill>
        <p:spPr>
          <a:xfrm>
            <a:off x="9725502" y="4008000"/>
            <a:ext cx="1060285" cy="927687"/>
          </a:xfrm>
          <a:prstGeom prst="rect">
            <a:avLst/>
          </a:prstGeom>
        </p:spPr>
      </p:pic>
      <p:sp>
        <p:nvSpPr>
          <p:cNvPr id="37" name="Text Placeholder 13">
            <a:extLst>
              <a:ext uri="{FF2B5EF4-FFF2-40B4-BE49-F238E27FC236}">
                <a16:creationId xmlns:a16="http://schemas.microsoft.com/office/drawing/2014/main" id="{272C15C5-D7A3-0926-2095-01A6582532A6}"/>
              </a:ext>
            </a:extLst>
          </p:cNvPr>
          <p:cNvSpPr>
            <a:spLocks noGrp="1"/>
          </p:cNvSpPr>
          <p:nvPr>
            <p:ph type="body" sz="quarter" idx="34" hasCustomPrompt="1"/>
          </p:nvPr>
        </p:nvSpPr>
        <p:spPr>
          <a:xfrm>
            <a:off x="959428" y="1583716"/>
            <a:ext cx="5498522"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Tree>
    <p:extLst>
      <p:ext uri="{BB962C8B-B14F-4D97-AF65-F5344CB8AC3E}">
        <p14:creationId xmlns:p14="http://schemas.microsoft.com/office/powerpoint/2010/main" val="1382872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8_Title Only">
    <p:spTree>
      <p:nvGrpSpPr>
        <p:cNvPr id="1" name=""/>
        <p:cNvGrpSpPr/>
        <p:nvPr/>
      </p:nvGrpSpPr>
      <p:grpSpPr>
        <a:xfrm>
          <a:off x="0" y="0"/>
          <a:ext cx="0" cy="0"/>
          <a:chOff x="0" y="0"/>
          <a:chExt cx="0" cy="0"/>
        </a:xfrm>
      </p:grpSpPr>
      <p:sp>
        <p:nvSpPr>
          <p:cNvPr id="24" name="Picture Placeholder 23">
            <a:extLst>
              <a:ext uri="{FF2B5EF4-FFF2-40B4-BE49-F238E27FC236}">
                <a16:creationId xmlns:a16="http://schemas.microsoft.com/office/drawing/2014/main" id="{3542FF4E-2C92-F653-B41C-C11CB50FD30F}"/>
              </a:ext>
            </a:extLst>
          </p:cNvPr>
          <p:cNvSpPr>
            <a:spLocks noGrp="1"/>
          </p:cNvSpPr>
          <p:nvPr>
            <p:ph type="pic" sz="quarter" idx="23" hasCustomPrompt="1"/>
          </p:nvPr>
        </p:nvSpPr>
        <p:spPr>
          <a:xfrm>
            <a:off x="361738" y="1560513"/>
            <a:ext cx="6045200" cy="5160962"/>
          </a:xfrm>
        </p:spPr>
        <p:txBody>
          <a:bodyPr anchor="ctr">
            <a:normAutofit/>
          </a:bodyPr>
          <a:lstStyle>
            <a:lvl1pPr algn="ctr">
              <a:lnSpc>
                <a:spcPct val="100000"/>
              </a:lnSpc>
              <a:defRPr sz="1200" b="0" i="0">
                <a:latin typeface="Montserrat" pitchFamily="2" charset="77"/>
                <a:cs typeface="Gotham Book" pitchFamily="2" charset="0"/>
              </a:defRPr>
            </a:lvl1pPr>
          </a:lstStyle>
          <a:p>
            <a:r>
              <a:rPr lang="en-US" dirty="0"/>
              <a:t>Insert Photo</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18" name="Freeform 17">
            <a:extLst>
              <a:ext uri="{FF2B5EF4-FFF2-40B4-BE49-F238E27FC236}">
                <a16:creationId xmlns:a16="http://schemas.microsoft.com/office/drawing/2014/main" id="{88EDABFE-7C13-6F88-27E7-933E4952165B}"/>
              </a:ext>
            </a:extLst>
          </p:cNvPr>
          <p:cNvSpPr/>
          <p:nvPr/>
        </p:nvSpPr>
        <p:spPr>
          <a:xfrm>
            <a:off x="1993515" y="1571641"/>
            <a:ext cx="2699962" cy="232919"/>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0" i="0" dirty="0">
              <a:latin typeface="Montserrat" pitchFamily="2" charset="77"/>
            </a:endParaRPr>
          </a:p>
        </p:txBody>
      </p:sp>
      <p:pic>
        <p:nvPicPr>
          <p:cNvPr id="19" name="Picture 18">
            <a:extLst>
              <a:ext uri="{FF2B5EF4-FFF2-40B4-BE49-F238E27FC236}">
                <a16:creationId xmlns:a16="http://schemas.microsoft.com/office/drawing/2014/main" id="{91ACB86D-1F87-7047-0DD0-8AD33B3CF128}"/>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202525" y="5498568"/>
            <a:ext cx="2096944" cy="635959"/>
          </a:xfrm>
          <a:prstGeom prst="rect">
            <a:avLst/>
          </a:prstGeom>
        </p:spPr>
      </p:pic>
      <p:sp>
        <p:nvSpPr>
          <p:cNvPr id="22" name="Text Placeholder 21">
            <a:extLst>
              <a:ext uri="{FF2B5EF4-FFF2-40B4-BE49-F238E27FC236}">
                <a16:creationId xmlns:a16="http://schemas.microsoft.com/office/drawing/2014/main" id="{C072C09F-E05F-3CD5-80CA-9BCA26B843C1}"/>
              </a:ext>
            </a:extLst>
          </p:cNvPr>
          <p:cNvSpPr>
            <a:spLocks noGrp="1"/>
          </p:cNvSpPr>
          <p:nvPr>
            <p:ph type="body" sz="quarter" idx="22" hasCustomPrompt="1"/>
          </p:nvPr>
        </p:nvSpPr>
        <p:spPr>
          <a:xfrm>
            <a:off x="6769100" y="1567799"/>
            <a:ext cx="4500880" cy="365125"/>
          </a:xfrm>
        </p:spPr>
        <p:txBody>
          <a:bodyPr>
            <a:noAutofit/>
          </a:bodyPr>
          <a:lstStyle>
            <a:lvl1pPr>
              <a:defRPr sz="1800" b="1" i="0">
                <a:solidFill>
                  <a:schemeClr val="tx1"/>
                </a:solidFill>
                <a:latin typeface="Montserrat" pitchFamily="2" charset="77"/>
              </a:defRPr>
            </a:lvl1pPr>
          </a:lstStyle>
          <a:p>
            <a:pPr lvl="0"/>
            <a:r>
              <a:rPr lang="en-US" dirty="0"/>
              <a:t>Lead-in copy 18pt Montserrat Bold</a:t>
            </a:r>
          </a:p>
        </p:txBody>
      </p:sp>
      <p:sp>
        <p:nvSpPr>
          <p:cNvPr id="26" name="Text Placeholder 25">
            <a:extLst>
              <a:ext uri="{FF2B5EF4-FFF2-40B4-BE49-F238E27FC236}">
                <a16:creationId xmlns:a16="http://schemas.microsoft.com/office/drawing/2014/main" id="{67858294-74FE-7DC6-7410-95434215AAB4}"/>
              </a:ext>
            </a:extLst>
          </p:cNvPr>
          <p:cNvSpPr>
            <a:spLocks noGrp="1"/>
          </p:cNvSpPr>
          <p:nvPr>
            <p:ph type="body" sz="quarter" idx="24" hasCustomPrompt="1"/>
          </p:nvPr>
        </p:nvSpPr>
        <p:spPr>
          <a:xfrm>
            <a:off x="6769100" y="2028825"/>
            <a:ext cx="4143375" cy="2865438"/>
          </a:xfrm>
        </p:spPr>
        <p:txBody>
          <a:bodyPr>
            <a:normAutofit/>
          </a:bodyPr>
          <a:lstStyle>
            <a:lvl1pPr marL="0" indent="0">
              <a:lnSpc>
                <a:spcPts val="2180"/>
              </a:lnSpc>
              <a:buFont typeface="Arial" panose="020B0604020202020204" pitchFamily="34" charset="0"/>
              <a:buNone/>
              <a:defRPr sz="1400" b="0" i="0">
                <a:solidFill>
                  <a:schemeClr val="accent6"/>
                </a:solidFill>
                <a:latin typeface="Montserrat Medium" pitchFamily="2" charset="77"/>
                <a:cs typeface="Gotham Medium" pitchFamily="2" charset="0"/>
              </a:defRPr>
            </a:lvl1pPr>
            <a:lvl2pPr>
              <a:defRPr sz="1400" b="0" i="0">
                <a:latin typeface="Gotham Medium" pitchFamily="2" charset="0"/>
                <a:cs typeface="Gotham Medium" pitchFamily="2" charset="0"/>
              </a:defRPr>
            </a:lvl2pPr>
            <a:lvl3pPr>
              <a:defRPr sz="1400" b="0" i="0">
                <a:latin typeface="Gotham Medium" pitchFamily="2" charset="0"/>
                <a:cs typeface="Gotham Medium" pitchFamily="2" charset="0"/>
              </a:defRPr>
            </a:lvl3pPr>
            <a:lvl4pPr>
              <a:defRPr sz="1400" b="0" i="0">
                <a:latin typeface="Gotham Medium" pitchFamily="2" charset="0"/>
                <a:cs typeface="Gotham Medium" pitchFamily="2" charset="0"/>
              </a:defRPr>
            </a:lvl4pPr>
            <a:lvl5pPr>
              <a:defRPr sz="1400" b="0" i="0">
                <a:latin typeface="Gotham Medium" pitchFamily="2" charset="0"/>
                <a:cs typeface="Gotham Medium" pitchFamily="2" charset="0"/>
              </a:defRPr>
            </a:lvl5pPr>
          </a:lstStyle>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p:txBody>
      </p:sp>
      <p:sp>
        <p:nvSpPr>
          <p:cNvPr id="5" name="Freeform 4">
            <a:extLst>
              <a:ext uri="{FF2B5EF4-FFF2-40B4-BE49-F238E27FC236}">
                <a16:creationId xmlns:a16="http://schemas.microsoft.com/office/drawing/2014/main" id="{56E692FC-D6C0-8B7E-A796-A943ED3B24A3}"/>
              </a:ext>
            </a:extLst>
          </p:cNvPr>
          <p:cNvSpPr/>
          <p:nvPr/>
        </p:nvSpPr>
        <p:spPr>
          <a:xfrm>
            <a:off x="2555571" y="728156"/>
            <a:ext cx="687723" cy="469266"/>
          </a:xfrm>
          <a:custGeom>
            <a:avLst/>
            <a:gdLst>
              <a:gd name="connsiteX0" fmla="*/ 632670 w 687723"/>
              <a:gd name="connsiteY0" fmla="*/ 290653 h 469266"/>
              <a:gd name="connsiteX1" fmla="*/ 619689 w 687723"/>
              <a:gd name="connsiteY1" fmla="*/ 298772 h 469266"/>
              <a:gd name="connsiteX2" fmla="*/ 613199 w 687723"/>
              <a:gd name="connsiteY2" fmla="*/ 303643 h 469266"/>
              <a:gd name="connsiteX3" fmla="*/ 602651 w 687723"/>
              <a:gd name="connsiteY3" fmla="*/ 310138 h 469266"/>
              <a:gd name="connsiteX4" fmla="*/ 598595 w 687723"/>
              <a:gd name="connsiteY4" fmla="*/ 312574 h 469266"/>
              <a:gd name="connsiteX5" fmla="*/ 497180 w 687723"/>
              <a:gd name="connsiteY5" fmla="*/ 358851 h 469266"/>
              <a:gd name="connsiteX6" fmla="*/ 465539 w 687723"/>
              <a:gd name="connsiteY6" fmla="*/ 366970 h 469266"/>
              <a:gd name="connsiteX7" fmla="*/ 448501 w 687723"/>
              <a:gd name="connsiteY7" fmla="*/ 368594 h 469266"/>
              <a:gd name="connsiteX8" fmla="*/ 420917 w 687723"/>
              <a:gd name="connsiteY8" fmla="*/ 365346 h 469266"/>
              <a:gd name="connsiteX9" fmla="*/ 414426 w 687723"/>
              <a:gd name="connsiteY9" fmla="*/ 348297 h 469266"/>
              <a:gd name="connsiteX10" fmla="*/ 430653 w 687723"/>
              <a:gd name="connsiteY10" fmla="*/ 315821 h 469266"/>
              <a:gd name="connsiteX11" fmla="*/ 431464 w 687723"/>
              <a:gd name="connsiteY11" fmla="*/ 317445 h 469266"/>
              <a:gd name="connsiteX12" fmla="*/ 466351 w 687723"/>
              <a:gd name="connsiteY12" fmla="*/ 298772 h 469266"/>
              <a:gd name="connsiteX13" fmla="*/ 473653 w 687723"/>
              <a:gd name="connsiteY13" fmla="*/ 296336 h 469266"/>
              <a:gd name="connsiteX14" fmla="*/ 510162 w 687723"/>
              <a:gd name="connsiteY14" fmla="*/ 280911 h 469266"/>
              <a:gd name="connsiteX15" fmla="*/ 514218 w 687723"/>
              <a:gd name="connsiteY15" fmla="*/ 279287 h 469266"/>
              <a:gd name="connsiteX16" fmla="*/ 534501 w 687723"/>
              <a:gd name="connsiteY16" fmla="*/ 261425 h 469266"/>
              <a:gd name="connsiteX17" fmla="*/ 538558 w 687723"/>
              <a:gd name="connsiteY17" fmla="*/ 257366 h 469266"/>
              <a:gd name="connsiteX18" fmla="*/ 545859 w 687723"/>
              <a:gd name="connsiteY18" fmla="*/ 243564 h 469266"/>
              <a:gd name="connsiteX19" fmla="*/ 546671 w 687723"/>
              <a:gd name="connsiteY19" fmla="*/ 242752 h 469266"/>
              <a:gd name="connsiteX20" fmla="*/ 538558 w 687723"/>
              <a:gd name="connsiteY20" fmla="*/ 214336 h 469266"/>
              <a:gd name="connsiteX21" fmla="*/ 538558 w 687723"/>
              <a:gd name="connsiteY21" fmla="*/ 210277 h 469266"/>
              <a:gd name="connsiteX22" fmla="*/ 538558 w 687723"/>
              <a:gd name="connsiteY22" fmla="*/ 209465 h 469266"/>
              <a:gd name="connsiteX23" fmla="*/ 529633 w 687723"/>
              <a:gd name="connsiteY23" fmla="*/ 207029 h 469266"/>
              <a:gd name="connsiteX24" fmla="*/ 510973 w 687723"/>
              <a:gd name="connsiteY24" fmla="*/ 202970 h 469266"/>
              <a:gd name="connsiteX25" fmla="*/ 499615 w 687723"/>
              <a:gd name="connsiteY25" fmla="*/ 202970 h 469266"/>
              <a:gd name="connsiteX26" fmla="*/ 489067 w 687723"/>
              <a:gd name="connsiteY26" fmla="*/ 209465 h 469266"/>
              <a:gd name="connsiteX27" fmla="*/ 439577 w 687723"/>
              <a:gd name="connsiteY27" fmla="*/ 252495 h 469266"/>
              <a:gd name="connsiteX28" fmla="*/ 432275 w 687723"/>
              <a:gd name="connsiteY28" fmla="*/ 258990 h 469266"/>
              <a:gd name="connsiteX29" fmla="*/ 414426 w 687723"/>
              <a:gd name="connsiteY29" fmla="*/ 280911 h 469266"/>
              <a:gd name="connsiteX30" fmla="*/ 407936 w 687723"/>
              <a:gd name="connsiteY30" fmla="*/ 293089 h 469266"/>
              <a:gd name="connsiteX31" fmla="*/ 404691 w 687723"/>
              <a:gd name="connsiteY31" fmla="*/ 295524 h 469266"/>
              <a:gd name="connsiteX32" fmla="*/ 376295 w 687723"/>
              <a:gd name="connsiteY32" fmla="*/ 315010 h 469266"/>
              <a:gd name="connsiteX33" fmla="*/ 350333 w 687723"/>
              <a:gd name="connsiteY33" fmla="*/ 328811 h 469266"/>
              <a:gd name="connsiteX34" fmla="*/ 347899 w 687723"/>
              <a:gd name="connsiteY34" fmla="*/ 329623 h 469266"/>
              <a:gd name="connsiteX35" fmla="*/ 323559 w 687723"/>
              <a:gd name="connsiteY35" fmla="*/ 336930 h 469266"/>
              <a:gd name="connsiteX36" fmla="*/ 313823 w 687723"/>
              <a:gd name="connsiteY36" fmla="*/ 336118 h 469266"/>
              <a:gd name="connsiteX37" fmla="*/ 311389 w 687723"/>
              <a:gd name="connsiteY37" fmla="*/ 324752 h 469266"/>
              <a:gd name="connsiteX38" fmla="*/ 313823 w 687723"/>
              <a:gd name="connsiteY38" fmla="*/ 312574 h 469266"/>
              <a:gd name="connsiteX39" fmla="*/ 316257 w 687723"/>
              <a:gd name="connsiteY39" fmla="*/ 306079 h 469266"/>
              <a:gd name="connsiteX40" fmla="*/ 320314 w 687723"/>
              <a:gd name="connsiteY40" fmla="*/ 294713 h 469266"/>
              <a:gd name="connsiteX41" fmla="*/ 324370 w 687723"/>
              <a:gd name="connsiteY41" fmla="*/ 276851 h 469266"/>
              <a:gd name="connsiteX42" fmla="*/ 321936 w 687723"/>
              <a:gd name="connsiteY42" fmla="*/ 262237 h 469266"/>
              <a:gd name="connsiteX43" fmla="*/ 315446 w 687723"/>
              <a:gd name="connsiteY43" fmla="*/ 256554 h 469266"/>
              <a:gd name="connsiteX44" fmla="*/ 310578 w 687723"/>
              <a:gd name="connsiteY44" fmla="*/ 253307 h 469266"/>
              <a:gd name="connsiteX45" fmla="*/ 291107 w 687723"/>
              <a:gd name="connsiteY45" fmla="*/ 250871 h 469266"/>
              <a:gd name="connsiteX46" fmla="*/ 235126 w 687723"/>
              <a:gd name="connsiteY46" fmla="*/ 288217 h 469266"/>
              <a:gd name="connsiteX47" fmla="*/ 221333 w 687723"/>
              <a:gd name="connsiteY47" fmla="*/ 297960 h 469266"/>
              <a:gd name="connsiteX48" fmla="*/ 227012 w 687723"/>
              <a:gd name="connsiteY48" fmla="*/ 288217 h 469266"/>
              <a:gd name="connsiteX49" fmla="*/ 231880 w 687723"/>
              <a:gd name="connsiteY49" fmla="*/ 279287 h 469266"/>
              <a:gd name="connsiteX50" fmla="*/ 232692 w 687723"/>
              <a:gd name="connsiteY50" fmla="*/ 277663 h 469266"/>
              <a:gd name="connsiteX51" fmla="*/ 247295 w 687723"/>
              <a:gd name="connsiteY51" fmla="*/ 256554 h 469266"/>
              <a:gd name="connsiteX52" fmla="*/ 250541 w 687723"/>
              <a:gd name="connsiteY52" fmla="*/ 251683 h 469266"/>
              <a:gd name="connsiteX53" fmla="*/ 258654 w 687723"/>
              <a:gd name="connsiteY53" fmla="*/ 237881 h 469266"/>
              <a:gd name="connsiteX54" fmla="*/ 262711 w 687723"/>
              <a:gd name="connsiteY54" fmla="*/ 233010 h 469266"/>
              <a:gd name="connsiteX55" fmla="*/ 267578 w 687723"/>
              <a:gd name="connsiteY55" fmla="*/ 226515 h 469266"/>
              <a:gd name="connsiteX56" fmla="*/ 274069 w 687723"/>
              <a:gd name="connsiteY56" fmla="*/ 216772 h 469266"/>
              <a:gd name="connsiteX57" fmla="*/ 280559 w 687723"/>
              <a:gd name="connsiteY57" fmla="*/ 208653 h 469266"/>
              <a:gd name="connsiteX58" fmla="*/ 282182 w 687723"/>
              <a:gd name="connsiteY58" fmla="*/ 206218 h 469266"/>
              <a:gd name="connsiteX59" fmla="*/ 286239 w 687723"/>
              <a:gd name="connsiteY59" fmla="*/ 201346 h 469266"/>
              <a:gd name="connsiteX60" fmla="*/ 291918 w 687723"/>
              <a:gd name="connsiteY60" fmla="*/ 194039 h 469266"/>
              <a:gd name="connsiteX61" fmla="*/ 294352 w 687723"/>
              <a:gd name="connsiteY61" fmla="*/ 189168 h 469266"/>
              <a:gd name="connsiteX62" fmla="*/ 299220 w 687723"/>
              <a:gd name="connsiteY62" fmla="*/ 181861 h 469266"/>
              <a:gd name="connsiteX63" fmla="*/ 308144 w 687723"/>
              <a:gd name="connsiteY63" fmla="*/ 169683 h 469266"/>
              <a:gd name="connsiteX64" fmla="*/ 337351 w 687723"/>
              <a:gd name="connsiteY64" fmla="*/ 129901 h 469266"/>
              <a:gd name="connsiteX65" fmla="*/ 343031 w 687723"/>
              <a:gd name="connsiteY65" fmla="*/ 122594 h 469266"/>
              <a:gd name="connsiteX66" fmla="*/ 350333 w 687723"/>
              <a:gd name="connsiteY66" fmla="*/ 112039 h 469266"/>
              <a:gd name="connsiteX67" fmla="*/ 358446 w 687723"/>
              <a:gd name="connsiteY67" fmla="*/ 101485 h 469266"/>
              <a:gd name="connsiteX68" fmla="*/ 364125 w 687723"/>
              <a:gd name="connsiteY68" fmla="*/ 94178 h 469266"/>
              <a:gd name="connsiteX69" fmla="*/ 370615 w 687723"/>
              <a:gd name="connsiteY69" fmla="*/ 77941 h 469266"/>
              <a:gd name="connsiteX70" fmla="*/ 342219 w 687723"/>
              <a:gd name="connsiteY70" fmla="*/ 58455 h 469266"/>
              <a:gd name="connsiteX71" fmla="*/ 330861 w 687723"/>
              <a:gd name="connsiteY71" fmla="*/ 65762 h 469266"/>
              <a:gd name="connsiteX72" fmla="*/ 326804 w 687723"/>
              <a:gd name="connsiteY72" fmla="*/ 70634 h 469266"/>
              <a:gd name="connsiteX73" fmla="*/ 317880 w 687723"/>
              <a:gd name="connsiteY73" fmla="*/ 82812 h 469266"/>
              <a:gd name="connsiteX74" fmla="*/ 299220 w 687723"/>
              <a:gd name="connsiteY74" fmla="*/ 108792 h 469266"/>
              <a:gd name="connsiteX75" fmla="*/ 297597 w 687723"/>
              <a:gd name="connsiteY75" fmla="*/ 111228 h 469266"/>
              <a:gd name="connsiteX76" fmla="*/ 296786 w 687723"/>
              <a:gd name="connsiteY76" fmla="*/ 115287 h 469266"/>
              <a:gd name="connsiteX77" fmla="*/ 229447 w 687723"/>
              <a:gd name="connsiteY77" fmla="*/ 114475 h 469266"/>
              <a:gd name="connsiteX78" fmla="*/ 211598 w 687723"/>
              <a:gd name="connsiteY78" fmla="*/ 113663 h 469266"/>
              <a:gd name="connsiteX79" fmla="*/ 212409 w 687723"/>
              <a:gd name="connsiteY79" fmla="*/ 112039 h 469266"/>
              <a:gd name="connsiteX80" fmla="*/ 217277 w 687723"/>
              <a:gd name="connsiteY80" fmla="*/ 105544 h 469266"/>
              <a:gd name="connsiteX81" fmla="*/ 222956 w 687723"/>
              <a:gd name="connsiteY81" fmla="*/ 99049 h 469266"/>
              <a:gd name="connsiteX82" fmla="*/ 239994 w 687723"/>
              <a:gd name="connsiteY82" fmla="*/ 78752 h 469266"/>
              <a:gd name="connsiteX83" fmla="*/ 257843 w 687723"/>
              <a:gd name="connsiteY83" fmla="*/ 59267 h 469266"/>
              <a:gd name="connsiteX84" fmla="*/ 275691 w 687723"/>
              <a:gd name="connsiteY84" fmla="*/ 39782 h 469266"/>
              <a:gd name="connsiteX85" fmla="*/ 281371 w 687723"/>
              <a:gd name="connsiteY85" fmla="*/ 30851 h 469266"/>
              <a:gd name="connsiteX86" fmla="*/ 283805 w 687723"/>
              <a:gd name="connsiteY86" fmla="*/ 24356 h 469266"/>
              <a:gd name="connsiteX87" fmla="*/ 282993 w 687723"/>
              <a:gd name="connsiteY87" fmla="*/ 17861 h 469266"/>
              <a:gd name="connsiteX88" fmla="*/ 269201 w 687723"/>
              <a:gd name="connsiteY88" fmla="*/ 2436 h 469266"/>
              <a:gd name="connsiteX89" fmla="*/ 259465 w 687723"/>
              <a:gd name="connsiteY89" fmla="*/ 0 h 469266"/>
              <a:gd name="connsiteX90" fmla="*/ 225390 w 687723"/>
              <a:gd name="connsiteY90" fmla="*/ 28416 h 469266"/>
              <a:gd name="connsiteX91" fmla="*/ 202673 w 687723"/>
              <a:gd name="connsiteY91" fmla="*/ 55208 h 469266"/>
              <a:gd name="connsiteX92" fmla="*/ 198616 w 687723"/>
              <a:gd name="connsiteY92" fmla="*/ 60891 h 469266"/>
              <a:gd name="connsiteX93" fmla="*/ 192126 w 687723"/>
              <a:gd name="connsiteY93" fmla="*/ 69010 h 469266"/>
              <a:gd name="connsiteX94" fmla="*/ 166164 w 687723"/>
              <a:gd name="connsiteY94" fmla="*/ 104733 h 469266"/>
              <a:gd name="connsiteX95" fmla="*/ 168598 w 687723"/>
              <a:gd name="connsiteY95" fmla="*/ 104733 h 469266"/>
              <a:gd name="connsiteX96" fmla="*/ 171032 w 687723"/>
              <a:gd name="connsiteY96" fmla="*/ 105544 h 469266"/>
              <a:gd name="connsiteX97" fmla="*/ 163730 w 687723"/>
              <a:gd name="connsiteY97" fmla="*/ 107168 h 469266"/>
              <a:gd name="connsiteX98" fmla="*/ 162919 w 687723"/>
              <a:gd name="connsiteY98" fmla="*/ 107980 h 469266"/>
              <a:gd name="connsiteX99" fmla="*/ 159673 w 687723"/>
              <a:gd name="connsiteY99" fmla="*/ 112851 h 469266"/>
              <a:gd name="connsiteX100" fmla="*/ 153994 w 687723"/>
              <a:gd name="connsiteY100" fmla="*/ 119346 h 469266"/>
              <a:gd name="connsiteX101" fmla="*/ 147504 w 687723"/>
              <a:gd name="connsiteY101" fmla="*/ 123406 h 469266"/>
              <a:gd name="connsiteX102" fmla="*/ 67184 w 687723"/>
              <a:gd name="connsiteY102" fmla="*/ 141267 h 469266"/>
              <a:gd name="connsiteX103" fmla="*/ 45278 w 687723"/>
              <a:gd name="connsiteY103" fmla="*/ 145327 h 469266"/>
              <a:gd name="connsiteX104" fmla="*/ 41221 w 687723"/>
              <a:gd name="connsiteY104" fmla="*/ 147762 h 469266"/>
              <a:gd name="connsiteX105" fmla="*/ 63127 w 687723"/>
              <a:gd name="connsiteY105" fmla="*/ 168059 h 469266"/>
              <a:gd name="connsiteX106" fmla="*/ 85032 w 687723"/>
              <a:gd name="connsiteY106" fmla="*/ 165624 h 469266"/>
              <a:gd name="connsiteX107" fmla="*/ 105315 w 687723"/>
              <a:gd name="connsiteY107" fmla="*/ 159940 h 469266"/>
              <a:gd name="connsiteX108" fmla="*/ 115862 w 687723"/>
              <a:gd name="connsiteY108" fmla="*/ 157505 h 469266"/>
              <a:gd name="connsiteX109" fmla="*/ 121542 w 687723"/>
              <a:gd name="connsiteY109" fmla="*/ 155881 h 469266"/>
              <a:gd name="connsiteX110" fmla="*/ 123976 w 687723"/>
              <a:gd name="connsiteY110" fmla="*/ 155881 h 469266"/>
              <a:gd name="connsiteX111" fmla="*/ 115862 w 687723"/>
              <a:gd name="connsiteY111" fmla="*/ 171307 h 469266"/>
              <a:gd name="connsiteX112" fmla="*/ 102070 w 687723"/>
              <a:gd name="connsiteY112" fmla="*/ 189168 h 469266"/>
              <a:gd name="connsiteX113" fmla="*/ 89089 w 687723"/>
              <a:gd name="connsiteY113" fmla="*/ 209465 h 469266"/>
              <a:gd name="connsiteX114" fmla="*/ 82598 w 687723"/>
              <a:gd name="connsiteY114" fmla="*/ 220020 h 469266"/>
              <a:gd name="connsiteX115" fmla="*/ 78542 w 687723"/>
              <a:gd name="connsiteY115" fmla="*/ 225703 h 469266"/>
              <a:gd name="connsiteX116" fmla="*/ 75297 w 687723"/>
              <a:gd name="connsiteY116" fmla="*/ 231386 h 469266"/>
              <a:gd name="connsiteX117" fmla="*/ 73674 w 687723"/>
              <a:gd name="connsiteY117" fmla="*/ 234633 h 469266"/>
              <a:gd name="connsiteX118" fmla="*/ 61504 w 687723"/>
              <a:gd name="connsiteY118" fmla="*/ 252495 h 469266"/>
              <a:gd name="connsiteX119" fmla="*/ 49335 w 687723"/>
              <a:gd name="connsiteY119" fmla="*/ 271168 h 469266"/>
              <a:gd name="connsiteX120" fmla="*/ 19316 w 687723"/>
              <a:gd name="connsiteY120" fmla="*/ 328811 h 469266"/>
              <a:gd name="connsiteX121" fmla="*/ 16071 w 687723"/>
              <a:gd name="connsiteY121" fmla="*/ 454653 h 469266"/>
              <a:gd name="connsiteX122" fmla="*/ 45278 w 687723"/>
              <a:gd name="connsiteY122" fmla="*/ 469267 h 469266"/>
              <a:gd name="connsiteX123" fmla="*/ 46089 w 687723"/>
              <a:gd name="connsiteY123" fmla="*/ 464395 h 469266"/>
              <a:gd name="connsiteX124" fmla="*/ 29863 w 687723"/>
              <a:gd name="connsiteY124" fmla="*/ 445722 h 469266"/>
              <a:gd name="connsiteX125" fmla="*/ 29052 w 687723"/>
              <a:gd name="connsiteY125" fmla="*/ 426237 h 469266"/>
              <a:gd name="connsiteX126" fmla="*/ 29052 w 687723"/>
              <a:gd name="connsiteY126" fmla="*/ 424613 h 469266"/>
              <a:gd name="connsiteX127" fmla="*/ 27429 w 687723"/>
              <a:gd name="connsiteY127" fmla="*/ 419742 h 469266"/>
              <a:gd name="connsiteX128" fmla="*/ 28240 w 687723"/>
              <a:gd name="connsiteY128" fmla="*/ 414871 h 469266"/>
              <a:gd name="connsiteX129" fmla="*/ 32297 w 687723"/>
              <a:gd name="connsiteY129" fmla="*/ 405940 h 469266"/>
              <a:gd name="connsiteX130" fmla="*/ 42033 w 687723"/>
              <a:gd name="connsiteY130" fmla="*/ 377524 h 469266"/>
              <a:gd name="connsiteX131" fmla="*/ 42844 w 687723"/>
              <a:gd name="connsiteY131" fmla="*/ 371841 h 469266"/>
              <a:gd name="connsiteX132" fmla="*/ 43655 w 687723"/>
              <a:gd name="connsiteY132" fmla="*/ 365346 h 469266"/>
              <a:gd name="connsiteX133" fmla="*/ 46089 w 687723"/>
              <a:gd name="connsiteY133" fmla="*/ 361287 h 469266"/>
              <a:gd name="connsiteX134" fmla="*/ 46901 w 687723"/>
              <a:gd name="connsiteY134" fmla="*/ 358039 h 469266"/>
              <a:gd name="connsiteX135" fmla="*/ 46089 w 687723"/>
              <a:gd name="connsiteY135" fmla="*/ 355604 h 469266"/>
              <a:gd name="connsiteX136" fmla="*/ 45278 w 687723"/>
              <a:gd name="connsiteY136" fmla="*/ 358039 h 469266"/>
              <a:gd name="connsiteX137" fmla="*/ 43655 w 687723"/>
              <a:gd name="connsiteY137" fmla="*/ 359663 h 469266"/>
              <a:gd name="connsiteX138" fmla="*/ 41221 w 687723"/>
              <a:gd name="connsiteY138" fmla="*/ 362099 h 469266"/>
              <a:gd name="connsiteX139" fmla="*/ 39599 w 687723"/>
              <a:gd name="connsiteY139" fmla="*/ 364534 h 469266"/>
              <a:gd name="connsiteX140" fmla="*/ 42033 w 687723"/>
              <a:gd name="connsiteY140" fmla="*/ 357227 h 469266"/>
              <a:gd name="connsiteX141" fmla="*/ 46901 w 687723"/>
              <a:gd name="connsiteY141" fmla="*/ 351544 h 469266"/>
              <a:gd name="connsiteX142" fmla="*/ 47712 w 687723"/>
              <a:gd name="connsiteY142" fmla="*/ 353980 h 469266"/>
              <a:gd name="connsiteX143" fmla="*/ 48523 w 687723"/>
              <a:gd name="connsiteY143" fmla="*/ 354792 h 469266"/>
              <a:gd name="connsiteX144" fmla="*/ 49335 w 687723"/>
              <a:gd name="connsiteY144" fmla="*/ 353980 h 469266"/>
              <a:gd name="connsiteX145" fmla="*/ 50146 w 687723"/>
              <a:gd name="connsiteY145" fmla="*/ 353168 h 469266"/>
              <a:gd name="connsiteX146" fmla="*/ 58259 w 687723"/>
              <a:gd name="connsiteY146" fmla="*/ 343425 h 469266"/>
              <a:gd name="connsiteX147" fmla="*/ 59070 w 687723"/>
              <a:gd name="connsiteY147" fmla="*/ 336930 h 469266"/>
              <a:gd name="connsiteX148" fmla="*/ 59070 w 687723"/>
              <a:gd name="connsiteY148" fmla="*/ 334495 h 469266"/>
              <a:gd name="connsiteX149" fmla="*/ 70429 w 687723"/>
              <a:gd name="connsiteY149" fmla="*/ 318257 h 469266"/>
              <a:gd name="connsiteX150" fmla="*/ 72051 w 687723"/>
              <a:gd name="connsiteY150" fmla="*/ 308514 h 469266"/>
              <a:gd name="connsiteX151" fmla="*/ 72051 w 687723"/>
              <a:gd name="connsiteY151" fmla="*/ 307703 h 469266"/>
              <a:gd name="connsiteX152" fmla="*/ 102070 w 687723"/>
              <a:gd name="connsiteY152" fmla="*/ 263861 h 469266"/>
              <a:gd name="connsiteX153" fmla="*/ 111806 w 687723"/>
              <a:gd name="connsiteY153" fmla="*/ 249247 h 469266"/>
              <a:gd name="connsiteX154" fmla="*/ 123164 w 687723"/>
              <a:gd name="connsiteY154" fmla="*/ 230574 h 469266"/>
              <a:gd name="connsiteX155" fmla="*/ 136145 w 687723"/>
              <a:gd name="connsiteY155" fmla="*/ 211901 h 469266"/>
              <a:gd name="connsiteX156" fmla="*/ 145070 w 687723"/>
              <a:gd name="connsiteY156" fmla="*/ 199723 h 469266"/>
              <a:gd name="connsiteX157" fmla="*/ 153994 w 687723"/>
              <a:gd name="connsiteY157" fmla="*/ 187544 h 469266"/>
              <a:gd name="connsiteX158" fmla="*/ 155617 w 687723"/>
              <a:gd name="connsiteY158" fmla="*/ 185109 h 469266"/>
              <a:gd name="connsiteX159" fmla="*/ 171032 w 687723"/>
              <a:gd name="connsiteY159" fmla="*/ 164000 h 469266"/>
              <a:gd name="connsiteX160" fmla="*/ 182390 w 687723"/>
              <a:gd name="connsiteY160" fmla="*/ 147762 h 469266"/>
              <a:gd name="connsiteX161" fmla="*/ 187258 w 687723"/>
              <a:gd name="connsiteY161" fmla="*/ 140455 h 469266"/>
              <a:gd name="connsiteX162" fmla="*/ 191315 w 687723"/>
              <a:gd name="connsiteY162" fmla="*/ 137208 h 469266"/>
              <a:gd name="connsiteX163" fmla="*/ 193749 w 687723"/>
              <a:gd name="connsiteY163" fmla="*/ 134772 h 469266"/>
              <a:gd name="connsiteX164" fmla="*/ 208352 w 687723"/>
              <a:gd name="connsiteY164" fmla="*/ 130713 h 469266"/>
              <a:gd name="connsiteX165" fmla="*/ 211598 w 687723"/>
              <a:gd name="connsiteY165" fmla="*/ 129901 h 469266"/>
              <a:gd name="connsiteX166" fmla="*/ 217277 w 687723"/>
              <a:gd name="connsiteY166" fmla="*/ 129089 h 469266"/>
              <a:gd name="connsiteX167" fmla="*/ 221333 w 687723"/>
              <a:gd name="connsiteY167" fmla="*/ 128277 h 469266"/>
              <a:gd name="connsiteX168" fmla="*/ 239182 w 687723"/>
              <a:gd name="connsiteY168" fmla="*/ 123406 h 469266"/>
              <a:gd name="connsiteX169" fmla="*/ 289484 w 687723"/>
              <a:gd name="connsiteY169" fmla="*/ 120158 h 469266"/>
              <a:gd name="connsiteX170" fmla="*/ 286239 w 687723"/>
              <a:gd name="connsiteY170" fmla="*/ 125841 h 469266"/>
              <a:gd name="connsiteX171" fmla="*/ 283805 w 687723"/>
              <a:gd name="connsiteY171" fmla="*/ 129901 h 469266"/>
              <a:gd name="connsiteX172" fmla="*/ 282182 w 687723"/>
              <a:gd name="connsiteY172" fmla="*/ 131525 h 469266"/>
              <a:gd name="connsiteX173" fmla="*/ 280559 w 687723"/>
              <a:gd name="connsiteY173" fmla="*/ 133960 h 469266"/>
              <a:gd name="connsiteX174" fmla="*/ 278126 w 687723"/>
              <a:gd name="connsiteY174" fmla="*/ 137208 h 469266"/>
              <a:gd name="connsiteX175" fmla="*/ 275691 w 687723"/>
              <a:gd name="connsiteY175" fmla="*/ 139643 h 469266"/>
              <a:gd name="connsiteX176" fmla="*/ 273258 w 687723"/>
              <a:gd name="connsiteY176" fmla="*/ 142079 h 469266"/>
              <a:gd name="connsiteX177" fmla="*/ 270824 w 687723"/>
              <a:gd name="connsiteY177" fmla="*/ 146138 h 469266"/>
              <a:gd name="connsiteX178" fmla="*/ 269201 w 687723"/>
              <a:gd name="connsiteY178" fmla="*/ 149386 h 469266"/>
              <a:gd name="connsiteX179" fmla="*/ 266767 w 687723"/>
              <a:gd name="connsiteY179" fmla="*/ 152634 h 469266"/>
              <a:gd name="connsiteX180" fmla="*/ 261088 w 687723"/>
              <a:gd name="connsiteY180" fmla="*/ 160752 h 469266"/>
              <a:gd name="connsiteX181" fmla="*/ 255409 w 687723"/>
              <a:gd name="connsiteY181" fmla="*/ 168059 h 469266"/>
              <a:gd name="connsiteX182" fmla="*/ 249729 w 687723"/>
              <a:gd name="connsiteY182" fmla="*/ 175366 h 469266"/>
              <a:gd name="connsiteX183" fmla="*/ 247295 w 687723"/>
              <a:gd name="connsiteY183" fmla="*/ 178614 h 469266"/>
              <a:gd name="connsiteX184" fmla="*/ 245673 w 687723"/>
              <a:gd name="connsiteY184" fmla="*/ 181049 h 469266"/>
              <a:gd name="connsiteX185" fmla="*/ 244050 w 687723"/>
              <a:gd name="connsiteY185" fmla="*/ 182673 h 469266"/>
              <a:gd name="connsiteX186" fmla="*/ 235937 w 687723"/>
              <a:gd name="connsiteY186" fmla="*/ 195663 h 469266"/>
              <a:gd name="connsiteX187" fmla="*/ 234315 w 687723"/>
              <a:gd name="connsiteY187" fmla="*/ 198099 h 469266"/>
              <a:gd name="connsiteX188" fmla="*/ 227824 w 687723"/>
              <a:gd name="connsiteY188" fmla="*/ 209465 h 469266"/>
              <a:gd name="connsiteX189" fmla="*/ 221333 w 687723"/>
              <a:gd name="connsiteY189" fmla="*/ 219208 h 469266"/>
              <a:gd name="connsiteX190" fmla="*/ 217277 w 687723"/>
              <a:gd name="connsiteY190" fmla="*/ 223267 h 469266"/>
              <a:gd name="connsiteX191" fmla="*/ 214032 w 687723"/>
              <a:gd name="connsiteY191" fmla="*/ 228138 h 469266"/>
              <a:gd name="connsiteX192" fmla="*/ 212409 w 687723"/>
              <a:gd name="connsiteY192" fmla="*/ 229762 h 469266"/>
              <a:gd name="connsiteX193" fmla="*/ 210786 w 687723"/>
              <a:gd name="connsiteY193" fmla="*/ 232198 h 469266"/>
              <a:gd name="connsiteX194" fmla="*/ 207541 w 687723"/>
              <a:gd name="connsiteY194" fmla="*/ 237881 h 469266"/>
              <a:gd name="connsiteX195" fmla="*/ 203484 w 687723"/>
              <a:gd name="connsiteY195" fmla="*/ 244376 h 469266"/>
              <a:gd name="connsiteX196" fmla="*/ 201862 w 687723"/>
              <a:gd name="connsiteY196" fmla="*/ 246812 h 469266"/>
              <a:gd name="connsiteX197" fmla="*/ 201051 w 687723"/>
              <a:gd name="connsiteY197" fmla="*/ 247623 h 469266"/>
              <a:gd name="connsiteX198" fmla="*/ 199428 w 687723"/>
              <a:gd name="connsiteY198" fmla="*/ 252495 h 469266"/>
              <a:gd name="connsiteX199" fmla="*/ 197805 w 687723"/>
              <a:gd name="connsiteY199" fmla="*/ 257366 h 469266"/>
              <a:gd name="connsiteX200" fmla="*/ 196994 w 687723"/>
              <a:gd name="connsiteY200" fmla="*/ 258178 h 469266"/>
              <a:gd name="connsiteX201" fmla="*/ 193749 w 687723"/>
              <a:gd name="connsiteY201" fmla="*/ 258178 h 469266"/>
              <a:gd name="connsiteX202" fmla="*/ 193749 w 687723"/>
              <a:gd name="connsiteY202" fmla="*/ 259802 h 469266"/>
              <a:gd name="connsiteX203" fmla="*/ 192126 w 687723"/>
              <a:gd name="connsiteY203" fmla="*/ 265485 h 469266"/>
              <a:gd name="connsiteX204" fmla="*/ 188881 w 687723"/>
              <a:gd name="connsiteY204" fmla="*/ 271980 h 469266"/>
              <a:gd name="connsiteX205" fmla="*/ 188881 w 687723"/>
              <a:gd name="connsiteY205" fmla="*/ 273604 h 469266"/>
              <a:gd name="connsiteX206" fmla="*/ 176711 w 687723"/>
              <a:gd name="connsiteY206" fmla="*/ 290653 h 469266"/>
              <a:gd name="connsiteX207" fmla="*/ 175088 w 687723"/>
              <a:gd name="connsiteY207" fmla="*/ 294713 h 469266"/>
              <a:gd name="connsiteX208" fmla="*/ 169409 w 687723"/>
              <a:gd name="connsiteY208" fmla="*/ 307703 h 469266"/>
              <a:gd name="connsiteX209" fmla="*/ 168598 w 687723"/>
              <a:gd name="connsiteY209" fmla="*/ 310138 h 469266"/>
              <a:gd name="connsiteX210" fmla="*/ 162919 w 687723"/>
              <a:gd name="connsiteY210" fmla="*/ 331247 h 469266"/>
              <a:gd name="connsiteX211" fmla="*/ 169409 w 687723"/>
              <a:gd name="connsiteY211" fmla="*/ 358851 h 469266"/>
              <a:gd name="connsiteX212" fmla="*/ 178334 w 687723"/>
              <a:gd name="connsiteY212" fmla="*/ 362910 h 469266"/>
              <a:gd name="connsiteX213" fmla="*/ 184824 w 687723"/>
              <a:gd name="connsiteY213" fmla="*/ 362099 h 469266"/>
              <a:gd name="connsiteX214" fmla="*/ 187258 w 687723"/>
              <a:gd name="connsiteY214" fmla="*/ 358851 h 469266"/>
              <a:gd name="connsiteX215" fmla="*/ 189692 w 687723"/>
              <a:gd name="connsiteY215" fmla="*/ 355604 h 469266"/>
              <a:gd name="connsiteX216" fmla="*/ 210786 w 687723"/>
              <a:gd name="connsiteY216" fmla="*/ 337742 h 469266"/>
              <a:gd name="connsiteX217" fmla="*/ 227012 w 687723"/>
              <a:gd name="connsiteY217" fmla="*/ 322316 h 469266"/>
              <a:gd name="connsiteX218" fmla="*/ 234315 w 687723"/>
              <a:gd name="connsiteY218" fmla="*/ 315010 h 469266"/>
              <a:gd name="connsiteX219" fmla="*/ 235126 w 687723"/>
              <a:gd name="connsiteY219" fmla="*/ 311762 h 469266"/>
              <a:gd name="connsiteX220" fmla="*/ 235937 w 687723"/>
              <a:gd name="connsiteY220" fmla="*/ 311762 h 469266"/>
              <a:gd name="connsiteX221" fmla="*/ 237560 w 687723"/>
              <a:gd name="connsiteY221" fmla="*/ 310138 h 469266"/>
              <a:gd name="connsiteX222" fmla="*/ 239994 w 687723"/>
              <a:gd name="connsiteY222" fmla="*/ 308514 h 469266"/>
              <a:gd name="connsiteX223" fmla="*/ 241616 w 687723"/>
              <a:gd name="connsiteY223" fmla="*/ 306891 h 469266"/>
              <a:gd name="connsiteX224" fmla="*/ 243239 w 687723"/>
              <a:gd name="connsiteY224" fmla="*/ 305267 h 469266"/>
              <a:gd name="connsiteX225" fmla="*/ 244050 w 687723"/>
              <a:gd name="connsiteY225" fmla="*/ 304455 h 469266"/>
              <a:gd name="connsiteX226" fmla="*/ 250541 w 687723"/>
              <a:gd name="connsiteY226" fmla="*/ 299584 h 469266"/>
              <a:gd name="connsiteX227" fmla="*/ 252163 w 687723"/>
              <a:gd name="connsiteY227" fmla="*/ 298772 h 469266"/>
              <a:gd name="connsiteX228" fmla="*/ 256220 w 687723"/>
              <a:gd name="connsiteY228" fmla="*/ 294713 h 469266"/>
              <a:gd name="connsiteX229" fmla="*/ 261088 w 687723"/>
              <a:gd name="connsiteY229" fmla="*/ 290653 h 469266"/>
              <a:gd name="connsiteX230" fmla="*/ 265956 w 687723"/>
              <a:gd name="connsiteY230" fmla="*/ 285782 h 469266"/>
              <a:gd name="connsiteX231" fmla="*/ 269201 w 687723"/>
              <a:gd name="connsiteY231" fmla="*/ 282534 h 469266"/>
              <a:gd name="connsiteX232" fmla="*/ 270824 w 687723"/>
              <a:gd name="connsiteY232" fmla="*/ 283346 h 469266"/>
              <a:gd name="connsiteX233" fmla="*/ 271635 w 687723"/>
              <a:gd name="connsiteY233" fmla="*/ 283346 h 469266"/>
              <a:gd name="connsiteX234" fmla="*/ 278937 w 687723"/>
              <a:gd name="connsiteY234" fmla="*/ 278475 h 469266"/>
              <a:gd name="connsiteX235" fmla="*/ 281371 w 687723"/>
              <a:gd name="connsiteY235" fmla="*/ 276851 h 469266"/>
              <a:gd name="connsiteX236" fmla="*/ 282993 w 687723"/>
              <a:gd name="connsiteY236" fmla="*/ 273604 h 469266"/>
              <a:gd name="connsiteX237" fmla="*/ 282993 w 687723"/>
              <a:gd name="connsiteY237" fmla="*/ 276851 h 469266"/>
              <a:gd name="connsiteX238" fmla="*/ 281371 w 687723"/>
              <a:gd name="connsiteY238" fmla="*/ 286594 h 469266"/>
              <a:gd name="connsiteX239" fmla="*/ 283805 w 687723"/>
              <a:gd name="connsiteY239" fmla="*/ 325564 h 469266"/>
              <a:gd name="connsiteX240" fmla="*/ 286239 w 687723"/>
              <a:gd name="connsiteY240" fmla="*/ 328811 h 469266"/>
              <a:gd name="connsiteX241" fmla="*/ 318691 w 687723"/>
              <a:gd name="connsiteY241" fmla="*/ 355604 h 469266"/>
              <a:gd name="connsiteX242" fmla="*/ 330861 w 687723"/>
              <a:gd name="connsiteY242" fmla="*/ 358039 h 469266"/>
              <a:gd name="connsiteX243" fmla="*/ 343031 w 687723"/>
              <a:gd name="connsiteY243" fmla="*/ 360475 h 469266"/>
              <a:gd name="connsiteX244" fmla="*/ 346276 w 687723"/>
              <a:gd name="connsiteY244" fmla="*/ 358851 h 469266"/>
              <a:gd name="connsiteX245" fmla="*/ 352766 w 687723"/>
              <a:gd name="connsiteY245" fmla="*/ 354792 h 469266"/>
              <a:gd name="connsiteX246" fmla="*/ 361691 w 687723"/>
              <a:gd name="connsiteY246" fmla="*/ 349108 h 469266"/>
              <a:gd name="connsiteX247" fmla="*/ 373049 w 687723"/>
              <a:gd name="connsiteY247" fmla="*/ 340990 h 469266"/>
              <a:gd name="connsiteX248" fmla="*/ 386842 w 687723"/>
              <a:gd name="connsiteY248" fmla="*/ 330435 h 469266"/>
              <a:gd name="connsiteX249" fmla="*/ 386842 w 687723"/>
              <a:gd name="connsiteY249" fmla="*/ 336930 h 469266"/>
              <a:gd name="connsiteX250" fmla="*/ 395766 w 687723"/>
              <a:gd name="connsiteY250" fmla="*/ 359663 h 469266"/>
              <a:gd name="connsiteX251" fmla="*/ 423351 w 687723"/>
              <a:gd name="connsiteY251" fmla="*/ 383207 h 469266"/>
              <a:gd name="connsiteX252" fmla="*/ 463917 w 687723"/>
              <a:gd name="connsiteY252" fmla="*/ 387267 h 469266"/>
              <a:gd name="connsiteX253" fmla="*/ 480954 w 687723"/>
              <a:gd name="connsiteY253" fmla="*/ 385643 h 469266"/>
              <a:gd name="connsiteX254" fmla="*/ 480954 w 687723"/>
              <a:gd name="connsiteY254" fmla="*/ 384019 h 469266"/>
              <a:gd name="connsiteX255" fmla="*/ 478520 w 687723"/>
              <a:gd name="connsiteY255" fmla="*/ 383207 h 469266"/>
              <a:gd name="connsiteX256" fmla="*/ 493935 w 687723"/>
              <a:gd name="connsiteY256" fmla="*/ 380772 h 469266"/>
              <a:gd name="connsiteX257" fmla="*/ 544237 w 687723"/>
              <a:gd name="connsiteY257" fmla="*/ 363722 h 469266"/>
              <a:gd name="connsiteX258" fmla="*/ 545048 w 687723"/>
              <a:gd name="connsiteY258" fmla="*/ 364534 h 469266"/>
              <a:gd name="connsiteX259" fmla="*/ 545859 w 687723"/>
              <a:gd name="connsiteY259" fmla="*/ 364534 h 469266"/>
              <a:gd name="connsiteX260" fmla="*/ 554784 w 687723"/>
              <a:gd name="connsiteY260" fmla="*/ 359663 h 469266"/>
              <a:gd name="connsiteX261" fmla="*/ 575878 w 687723"/>
              <a:gd name="connsiteY261" fmla="*/ 348297 h 469266"/>
              <a:gd name="connsiteX262" fmla="*/ 592916 w 687723"/>
              <a:gd name="connsiteY262" fmla="*/ 332871 h 469266"/>
              <a:gd name="connsiteX263" fmla="*/ 596161 w 687723"/>
              <a:gd name="connsiteY263" fmla="*/ 330435 h 469266"/>
              <a:gd name="connsiteX264" fmla="*/ 599406 w 687723"/>
              <a:gd name="connsiteY264" fmla="*/ 325564 h 469266"/>
              <a:gd name="connsiteX265" fmla="*/ 595350 w 687723"/>
              <a:gd name="connsiteY265" fmla="*/ 327188 h 469266"/>
              <a:gd name="connsiteX266" fmla="*/ 591293 w 687723"/>
              <a:gd name="connsiteY266" fmla="*/ 329623 h 469266"/>
              <a:gd name="connsiteX267" fmla="*/ 583991 w 687723"/>
              <a:gd name="connsiteY267" fmla="*/ 332871 h 469266"/>
              <a:gd name="connsiteX268" fmla="*/ 579124 w 687723"/>
              <a:gd name="connsiteY268" fmla="*/ 334495 h 469266"/>
              <a:gd name="connsiteX269" fmla="*/ 595350 w 687723"/>
              <a:gd name="connsiteY269" fmla="*/ 323128 h 469266"/>
              <a:gd name="connsiteX270" fmla="*/ 602651 w 687723"/>
              <a:gd name="connsiteY270" fmla="*/ 317445 h 469266"/>
              <a:gd name="connsiteX271" fmla="*/ 608331 w 687723"/>
              <a:gd name="connsiteY271" fmla="*/ 313386 h 469266"/>
              <a:gd name="connsiteX272" fmla="*/ 621312 w 687723"/>
              <a:gd name="connsiteY272" fmla="*/ 305267 h 469266"/>
              <a:gd name="connsiteX273" fmla="*/ 633482 w 687723"/>
              <a:gd name="connsiteY273" fmla="*/ 295524 h 469266"/>
              <a:gd name="connsiteX274" fmla="*/ 655387 w 687723"/>
              <a:gd name="connsiteY274" fmla="*/ 275227 h 469266"/>
              <a:gd name="connsiteX275" fmla="*/ 659443 w 687723"/>
              <a:gd name="connsiteY275" fmla="*/ 271980 h 469266"/>
              <a:gd name="connsiteX276" fmla="*/ 662689 w 687723"/>
              <a:gd name="connsiteY276" fmla="*/ 268732 h 469266"/>
              <a:gd name="connsiteX277" fmla="*/ 672425 w 687723"/>
              <a:gd name="connsiteY277" fmla="*/ 260614 h 469266"/>
              <a:gd name="connsiteX278" fmla="*/ 687028 w 687723"/>
              <a:gd name="connsiteY278" fmla="*/ 246000 h 469266"/>
              <a:gd name="connsiteX279" fmla="*/ 632670 w 687723"/>
              <a:gd name="connsiteY279" fmla="*/ 290653 h 469266"/>
              <a:gd name="connsiteX280" fmla="*/ 37976 w 687723"/>
              <a:gd name="connsiteY280" fmla="*/ 322316 h 469266"/>
              <a:gd name="connsiteX281" fmla="*/ 38788 w 687723"/>
              <a:gd name="connsiteY281" fmla="*/ 319069 h 469266"/>
              <a:gd name="connsiteX282" fmla="*/ 38788 w 687723"/>
              <a:gd name="connsiteY282" fmla="*/ 323128 h 469266"/>
              <a:gd name="connsiteX283" fmla="*/ 37976 w 687723"/>
              <a:gd name="connsiteY283" fmla="*/ 322316 h 469266"/>
              <a:gd name="connsiteX284" fmla="*/ 37165 w 687723"/>
              <a:gd name="connsiteY284" fmla="*/ 346673 h 469266"/>
              <a:gd name="connsiteX285" fmla="*/ 38788 w 687723"/>
              <a:gd name="connsiteY285" fmla="*/ 345049 h 469266"/>
              <a:gd name="connsiteX286" fmla="*/ 37165 w 687723"/>
              <a:gd name="connsiteY286" fmla="*/ 350732 h 469266"/>
              <a:gd name="connsiteX287" fmla="*/ 37165 w 687723"/>
              <a:gd name="connsiteY287" fmla="*/ 346673 h 469266"/>
              <a:gd name="connsiteX288" fmla="*/ 29863 w 687723"/>
              <a:gd name="connsiteY288" fmla="*/ 333683 h 469266"/>
              <a:gd name="connsiteX289" fmla="*/ 30674 w 687723"/>
              <a:gd name="connsiteY289" fmla="*/ 332059 h 469266"/>
              <a:gd name="connsiteX290" fmla="*/ 31486 w 687723"/>
              <a:gd name="connsiteY290" fmla="*/ 331247 h 469266"/>
              <a:gd name="connsiteX291" fmla="*/ 33108 w 687723"/>
              <a:gd name="connsiteY291" fmla="*/ 332871 h 469266"/>
              <a:gd name="connsiteX292" fmla="*/ 29052 w 687723"/>
              <a:gd name="connsiteY292" fmla="*/ 334495 h 469266"/>
              <a:gd name="connsiteX293" fmla="*/ 29863 w 687723"/>
              <a:gd name="connsiteY293" fmla="*/ 333683 h 469266"/>
              <a:gd name="connsiteX294" fmla="*/ 20127 w 687723"/>
              <a:gd name="connsiteY294" fmla="*/ 361287 h 469266"/>
              <a:gd name="connsiteX295" fmla="*/ 20127 w 687723"/>
              <a:gd name="connsiteY295" fmla="*/ 356415 h 469266"/>
              <a:gd name="connsiteX296" fmla="*/ 20938 w 687723"/>
              <a:gd name="connsiteY296" fmla="*/ 357227 h 469266"/>
              <a:gd name="connsiteX297" fmla="*/ 20127 w 687723"/>
              <a:gd name="connsiteY297" fmla="*/ 361287 h 469266"/>
              <a:gd name="connsiteX298" fmla="*/ 33108 w 687723"/>
              <a:gd name="connsiteY298" fmla="*/ 402693 h 469266"/>
              <a:gd name="connsiteX299" fmla="*/ 31486 w 687723"/>
              <a:gd name="connsiteY299" fmla="*/ 414059 h 469266"/>
              <a:gd name="connsiteX300" fmla="*/ 29052 w 687723"/>
              <a:gd name="connsiteY300" fmla="*/ 420554 h 469266"/>
              <a:gd name="connsiteX301" fmla="*/ 29052 w 687723"/>
              <a:gd name="connsiteY301" fmla="*/ 417307 h 469266"/>
              <a:gd name="connsiteX302" fmla="*/ 29863 w 687723"/>
              <a:gd name="connsiteY302" fmla="*/ 408376 h 469266"/>
              <a:gd name="connsiteX303" fmla="*/ 33920 w 687723"/>
              <a:gd name="connsiteY303" fmla="*/ 391326 h 469266"/>
              <a:gd name="connsiteX304" fmla="*/ 33108 w 687723"/>
              <a:gd name="connsiteY304" fmla="*/ 402693 h 469266"/>
              <a:gd name="connsiteX305" fmla="*/ 37976 w 687723"/>
              <a:gd name="connsiteY305" fmla="*/ 380772 h 469266"/>
              <a:gd name="connsiteX306" fmla="*/ 36353 w 687723"/>
              <a:gd name="connsiteY306" fmla="*/ 379148 h 469266"/>
              <a:gd name="connsiteX307" fmla="*/ 39599 w 687723"/>
              <a:gd name="connsiteY307" fmla="*/ 375089 h 469266"/>
              <a:gd name="connsiteX308" fmla="*/ 37976 w 687723"/>
              <a:gd name="connsiteY308" fmla="*/ 380772 h 469266"/>
              <a:gd name="connsiteX309" fmla="*/ 42844 w 687723"/>
              <a:gd name="connsiteY309" fmla="*/ 379148 h 469266"/>
              <a:gd name="connsiteX310" fmla="*/ 43655 w 687723"/>
              <a:gd name="connsiteY310" fmla="*/ 380772 h 469266"/>
              <a:gd name="connsiteX311" fmla="*/ 41221 w 687723"/>
              <a:gd name="connsiteY311" fmla="*/ 382396 h 469266"/>
              <a:gd name="connsiteX312" fmla="*/ 39599 w 687723"/>
              <a:gd name="connsiteY312" fmla="*/ 380772 h 469266"/>
              <a:gd name="connsiteX313" fmla="*/ 42844 w 687723"/>
              <a:gd name="connsiteY313" fmla="*/ 379148 h 469266"/>
              <a:gd name="connsiteX314" fmla="*/ 44467 w 687723"/>
              <a:gd name="connsiteY314" fmla="*/ 335307 h 469266"/>
              <a:gd name="connsiteX315" fmla="*/ 40410 w 687723"/>
              <a:gd name="connsiteY315" fmla="*/ 338554 h 469266"/>
              <a:gd name="connsiteX316" fmla="*/ 41221 w 687723"/>
              <a:gd name="connsiteY316" fmla="*/ 336118 h 469266"/>
              <a:gd name="connsiteX317" fmla="*/ 42844 w 687723"/>
              <a:gd name="connsiteY317" fmla="*/ 334495 h 469266"/>
              <a:gd name="connsiteX318" fmla="*/ 46901 w 687723"/>
              <a:gd name="connsiteY318" fmla="*/ 328000 h 469266"/>
              <a:gd name="connsiteX319" fmla="*/ 44467 w 687723"/>
              <a:gd name="connsiteY319" fmla="*/ 335307 h 469266"/>
              <a:gd name="connsiteX320" fmla="*/ 132089 w 687723"/>
              <a:gd name="connsiteY320" fmla="*/ 163188 h 469266"/>
              <a:gd name="connsiteX321" fmla="*/ 132089 w 687723"/>
              <a:gd name="connsiteY321" fmla="*/ 165624 h 469266"/>
              <a:gd name="connsiteX322" fmla="*/ 131277 w 687723"/>
              <a:gd name="connsiteY322" fmla="*/ 165624 h 469266"/>
              <a:gd name="connsiteX323" fmla="*/ 132089 w 687723"/>
              <a:gd name="connsiteY323" fmla="*/ 163188 h 469266"/>
              <a:gd name="connsiteX324" fmla="*/ 117485 w 687723"/>
              <a:gd name="connsiteY324" fmla="*/ 182673 h 469266"/>
              <a:gd name="connsiteX325" fmla="*/ 119919 w 687723"/>
              <a:gd name="connsiteY325" fmla="*/ 181049 h 469266"/>
              <a:gd name="connsiteX326" fmla="*/ 115862 w 687723"/>
              <a:gd name="connsiteY326" fmla="*/ 185109 h 469266"/>
              <a:gd name="connsiteX327" fmla="*/ 117485 w 687723"/>
              <a:gd name="connsiteY327" fmla="*/ 182673 h 469266"/>
              <a:gd name="connsiteX328" fmla="*/ 100448 w 687723"/>
              <a:gd name="connsiteY328" fmla="*/ 207841 h 469266"/>
              <a:gd name="connsiteX329" fmla="*/ 104504 w 687723"/>
              <a:gd name="connsiteY329" fmla="*/ 204594 h 469266"/>
              <a:gd name="connsiteX330" fmla="*/ 104504 w 687723"/>
              <a:gd name="connsiteY330" fmla="*/ 203782 h 469266"/>
              <a:gd name="connsiteX331" fmla="*/ 103693 w 687723"/>
              <a:gd name="connsiteY331" fmla="*/ 202158 h 469266"/>
              <a:gd name="connsiteX332" fmla="*/ 106938 w 687723"/>
              <a:gd name="connsiteY332" fmla="*/ 203782 h 469266"/>
              <a:gd name="connsiteX333" fmla="*/ 106127 w 687723"/>
              <a:gd name="connsiteY333" fmla="*/ 208653 h 469266"/>
              <a:gd name="connsiteX334" fmla="*/ 103693 w 687723"/>
              <a:gd name="connsiteY334" fmla="*/ 208653 h 469266"/>
              <a:gd name="connsiteX335" fmla="*/ 100448 w 687723"/>
              <a:gd name="connsiteY335" fmla="*/ 208653 h 469266"/>
              <a:gd name="connsiteX336" fmla="*/ 100448 w 687723"/>
              <a:gd name="connsiteY336" fmla="*/ 207841 h 469266"/>
              <a:gd name="connsiteX337" fmla="*/ 63938 w 687723"/>
              <a:gd name="connsiteY337" fmla="*/ 268732 h 469266"/>
              <a:gd name="connsiteX338" fmla="*/ 67995 w 687723"/>
              <a:gd name="connsiteY338" fmla="*/ 267920 h 469266"/>
              <a:gd name="connsiteX339" fmla="*/ 71240 w 687723"/>
              <a:gd name="connsiteY339" fmla="*/ 267920 h 469266"/>
              <a:gd name="connsiteX340" fmla="*/ 70429 w 687723"/>
              <a:gd name="connsiteY340" fmla="*/ 268732 h 469266"/>
              <a:gd name="connsiteX341" fmla="*/ 67184 w 687723"/>
              <a:gd name="connsiteY341" fmla="*/ 270356 h 469266"/>
              <a:gd name="connsiteX342" fmla="*/ 63938 w 687723"/>
              <a:gd name="connsiteY342" fmla="*/ 271168 h 469266"/>
              <a:gd name="connsiteX343" fmla="*/ 63938 w 687723"/>
              <a:gd name="connsiteY343" fmla="*/ 268732 h 469266"/>
              <a:gd name="connsiteX344" fmla="*/ 72051 w 687723"/>
              <a:gd name="connsiteY344" fmla="*/ 293901 h 469266"/>
              <a:gd name="connsiteX345" fmla="*/ 73674 w 687723"/>
              <a:gd name="connsiteY345" fmla="*/ 294713 h 469266"/>
              <a:gd name="connsiteX346" fmla="*/ 72051 w 687723"/>
              <a:gd name="connsiteY346" fmla="*/ 296336 h 469266"/>
              <a:gd name="connsiteX347" fmla="*/ 70429 w 687723"/>
              <a:gd name="connsiteY347" fmla="*/ 294713 h 469266"/>
              <a:gd name="connsiteX348" fmla="*/ 72051 w 687723"/>
              <a:gd name="connsiteY348" fmla="*/ 293901 h 469266"/>
              <a:gd name="connsiteX349" fmla="*/ 67995 w 687723"/>
              <a:gd name="connsiteY349" fmla="*/ 289841 h 469266"/>
              <a:gd name="connsiteX350" fmla="*/ 69617 w 687723"/>
              <a:gd name="connsiteY350" fmla="*/ 286594 h 469266"/>
              <a:gd name="connsiteX351" fmla="*/ 72051 w 687723"/>
              <a:gd name="connsiteY351" fmla="*/ 286594 h 469266"/>
              <a:gd name="connsiteX352" fmla="*/ 67995 w 687723"/>
              <a:gd name="connsiteY352" fmla="*/ 289841 h 469266"/>
              <a:gd name="connsiteX353" fmla="*/ 72051 w 687723"/>
              <a:gd name="connsiteY353" fmla="*/ 283346 h 469266"/>
              <a:gd name="connsiteX354" fmla="*/ 69617 w 687723"/>
              <a:gd name="connsiteY354" fmla="*/ 283346 h 469266"/>
              <a:gd name="connsiteX355" fmla="*/ 72051 w 687723"/>
              <a:gd name="connsiteY355" fmla="*/ 281722 h 469266"/>
              <a:gd name="connsiteX356" fmla="*/ 74485 w 687723"/>
              <a:gd name="connsiteY356" fmla="*/ 282534 h 469266"/>
              <a:gd name="connsiteX357" fmla="*/ 72051 w 687723"/>
              <a:gd name="connsiteY357" fmla="*/ 283346 h 469266"/>
              <a:gd name="connsiteX358" fmla="*/ 66372 w 687723"/>
              <a:gd name="connsiteY358" fmla="*/ 295524 h 469266"/>
              <a:gd name="connsiteX359" fmla="*/ 64749 w 687723"/>
              <a:gd name="connsiteY359" fmla="*/ 297960 h 469266"/>
              <a:gd name="connsiteX360" fmla="*/ 63127 w 687723"/>
              <a:gd name="connsiteY360" fmla="*/ 297148 h 469266"/>
              <a:gd name="connsiteX361" fmla="*/ 64749 w 687723"/>
              <a:gd name="connsiteY361" fmla="*/ 294713 h 469266"/>
              <a:gd name="connsiteX362" fmla="*/ 66372 w 687723"/>
              <a:gd name="connsiteY362" fmla="*/ 295524 h 469266"/>
              <a:gd name="connsiteX363" fmla="*/ 62316 w 687723"/>
              <a:gd name="connsiteY363" fmla="*/ 271980 h 469266"/>
              <a:gd name="connsiteX364" fmla="*/ 63938 w 687723"/>
              <a:gd name="connsiteY364" fmla="*/ 272792 h 469266"/>
              <a:gd name="connsiteX365" fmla="*/ 62316 w 687723"/>
              <a:gd name="connsiteY365" fmla="*/ 274416 h 469266"/>
              <a:gd name="connsiteX366" fmla="*/ 61504 w 687723"/>
              <a:gd name="connsiteY366" fmla="*/ 273604 h 469266"/>
              <a:gd name="connsiteX367" fmla="*/ 62316 w 687723"/>
              <a:gd name="connsiteY367" fmla="*/ 271980 h 469266"/>
              <a:gd name="connsiteX368" fmla="*/ 57448 w 687723"/>
              <a:gd name="connsiteY368" fmla="*/ 280099 h 469266"/>
              <a:gd name="connsiteX369" fmla="*/ 61504 w 687723"/>
              <a:gd name="connsiteY369" fmla="*/ 277663 h 469266"/>
              <a:gd name="connsiteX370" fmla="*/ 63127 w 687723"/>
              <a:gd name="connsiteY370" fmla="*/ 276851 h 469266"/>
              <a:gd name="connsiteX371" fmla="*/ 65561 w 687723"/>
              <a:gd name="connsiteY371" fmla="*/ 276039 h 469266"/>
              <a:gd name="connsiteX372" fmla="*/ 58259 w 687723"/>
              <a:gd name="connsiteY372" fmla="*/ 284158 h 469266"/>
              <a:gd name="connsiteX373" fmla="*/ 57448 w 687723"/>
              <a:gd name="connsiteY373" fmla="*/ 280099 h 469266"/>
              <a:gd name="connsiteX374" fmla="*/ 62316 w 687723"/>
              <a:gd name="connsiteY374" fmla="*/ 304455 h 469266"/>
              <a:gd name="connsiteX375" fmla="*/ 59882 w 687723"/>
              <a:gd name="connsiteY375" fmla="*/ 306079 h 469266"/>
              <a:gd name="connsiteX376" fmla="*/ 59882 w 687723"/>
              <a:gd name="connsiteY376" fmla="*/ 304455 h 469266"/>
              <a:gd name="connsiteX377" fmla="*/ 61504 w 687723"/>
              <a:gd name="connsiteY377" fmla="*/ 302831 h 469266"/>
              <a:gd name="connsiteX378" fmla="*/ 62316 w 687723"/>
              <a:gd name="connsiteY378" fmla="*/ 304455 h 469266"/>
              <a:gd name="connsiteX379" fmla="*/ 54202 w 687723"/>
              <a:gd name="connsiteY379" fmla="*/ 289029 h 469266"/>
              <a:gd name="connsiteX380" fmla="*/ 56636 w 687723"/>
              <a:gd name="connsiteY380" fmla="*/ 289029 h 469266"/>
              <a:gd name="connsiteX381" fmla="*/ 54202 w 687723"/>
              <a:gd name="connsiteY381" fmla="*/ 293089 h 469266"/>
              <a:gd name="connsiteX382" fmla="*/ 51769 w 687723"/>
              <a:gd name="connsiteY382" fmla="*/ 293901 h 469266"/>
              <a:gd name="connsiteX383" fmla="*/ 54202 w 687723"/>
              <a:gd name="connsiteY383" fmla="*/ 289029 h 469266"/>
              <a:gd name="connsiteX384" fmla="*/ 55014 w 687723"/>
              <a:gd name="connsiteY384" fmla="*/ 312574 h 469266"/>
              <a:gd name="connsiteX385" fmla="*/ 52580 w 687723"/>
              <a:gd name="connsiteY385" fmla="*/ 312574 h 469266"/>
              <a:gd name="connsiteX386" fmla="*/ 54202 w 687723"/>
              <a:gd name="connsiteY386" fmla="*/ 311762 h 469266"/>
              <a:gd name="connsiteX387" fmla="*/ 55014 w 687723"/>
              <a:gd name="connsiteY387" fmla="*/ 312574 h 469266"/>
              <a:gd name="connsiteX388" fmla="*/ 50146 w 687723"/>
              <a:gd name="connsiteY388" fmla="*/ 297960 h 469266"/>
              <a:gd name="connsiteX389" fmla="*/ 51769 w 687723"/>
              <a:gd name="connsiteY389" fmla="*/ 297960 h 469266"/>
              <a:gd name="connsiteX390" fmla="*/ 50146 w 687723"/>
              <a:gd name="connsiteY390" fmla="*/ 300396 h 469266"/>
              <a:gd name="connsiteX391" fmla="*/ 47712 w 687723"/>
              <a:gd name="connsiteY391" fmla="*/ 300396 h 469266"/>
              <a:gd name="connsiteX392" fmla="*/ 50146 w 687723"/>
              <a:gd name="connsiteY392" fmla="*/ 297960 h 469266"/>
              <a:gd name="connsiteX393" fmla="*/ 56636 w 687723"/>
              <a:gd name="connsiteY393" fmla="*/ 340990 h 469266"/>
              <a:gd name="connsiteX394" fmla="*/ 55014 w 687723"/>
              <a:gd name="connsiteY394" fmla="*/ 342613 h 469266"/>
              <a:gd name="connsiteX395" fmla="*/ 49335 w 687723"/>
              <a:gd name="connsiteY395" fmla="*/ 353168 h 469266"/>
              <a:gd name="connsiteX396" fmla="*/ 48523 w 687723"/>
              <a:gd name="connsiteY396" fmla="*/ 351544 h 469266"/>
              <a:gd name="connsiteX397" fmla="*/ 50146 w 687723"/>
              <a:gd name="connsiteY397" fmla="*/ 347485 h 469266"/>
              <a:gd name="connsiteX398" fmla="*/ 51769 w 687723"/>
              <a:gd name="connsiteY398" fmla="*/ 345049 h 469266"/>
              <a:gd name="connsiteX399" fmla="*/ 51769 w 687723"/>
              <a:gd name="connsiteY399" fmla="*/ 342613 h 469266"/>
              <a:gd name="connsiteX400" fmla="*/ 54202 w 687723"/>
              <a:gd name="connsiteY400" fmla="*/ 340178 h 469266"/>
              <a:gd name="connsiteX401" fmla="*/ 56636 w 687723"/>
              <a:gd name="connsiteY401" fmla="*/ 340990 h 469266"/>
              <a:gd name="connsiteX402" fmla="*/ 56636 w 687723"/>
              <a:gd name="connsiteY402" fmla="*/ 340990 h 469266"/>
              <a:gd name="connsiteX403" fmla="*/ 59070 w 687723"/>
              <a:gd name="connsiteY403" fmla="*/ 332059 h 469266"/>
              <a:gd name="connsiteX404" fmla="*/ 57448 w 687723"/>
              <a:gd name="connsiteY404" fmla="*/ 330435 h 469266"/>
              <a:gd name="connsiteX405" fmla="*/ 59070 w 687723"/>
              <a:gd name="connsiteY405" fmla="*/ 329623 h 469266"/>
              <a:gd name="connsiteX406" fmla="*/ 60693 w 687723"/>
              <a:gd name="connsiteY406" fmla="*/ 330435 h 469266"/>
              <a:gd name="connsiteX407" fmla="*/ 61504 w 687723"/>
              <a:gd name="connsiteY407" fmla="*/ 330435 h 469266"/>
              <a:gd name="connsiteX408" fmla="*/ 59070 w 687723"/>
              <a:gd name="connsiteY408" fmla="*/ 332059 h 469266"/>
              <a:gd name="connsiteX409" fmla="*/ 66372 w 687723"/>
              <a:gd name="connsiteY409" fmla="*/ 324752 h 469266"/>
              <a:gd name="connsiteX410" fmla="*/ 63938 w 687723"/>
              <a:gd name="connsiteY410" fmla="*/ 323128 h 469266"/>
              <a:gd name="connsiteX411" fmla="*/ 61504 w 687723"/>
              <a:gd name="connsiteY411" fmla="*/ 323128 h 469266"/>
              <a:gd name="connsiteX412" fmla="*/ 60693 w 687723"/>
              <a:gd name="connsiteY412" fmla="*/ 322316 h 469266"/>
              <a:gd name="connsiteX413" fmla="*/ 59070 w 687723"/>
              <a:gd name="connsiteY413" fmla="*/ 319069 h 469266"/>
              <a:gd name="connsiteX414" fmla="*/ 58259 w 687723"/>
              <a:gd name="connsiteY414" fmla="*/ 318257 h 469266"/>
              <a:gd name="connsiteX415" fmla="*/ 63127 w 687723"/>
              <a:gd name="connsiteY415" fmla="*/ 320693 h 469266"/>
              <a:gd name="connsiteX416" fmla="*/ 66372 w 687723"/>
              <a:gd name="connsiteY416" fmla="*/ 324752 h 469266"/>
              <a:gd name="connsiteX417" fmla="*/ 70429 w 687723"/>
              <a:gd name="connsiteY417" fmla="*/ 315821 h 469266"/>
              <a:gd name="connsiteX418" fmla="*/ 68806 w 687723"/>
              <a:gd name="connsiteY418" fmla="*/ 315010 h 469266"/>
              <a:gd name="connsiteX419" fmla="*/ 63127 w 687723"/>
              <a:gd name="connsiteY419" fmla="*/ 314198 h 469266"/>
              <a:gd name="connsiteX420" fmla="*/ 60693 w 687723"/>
              <a:gd name="connsiteY420" fmla="*/ 315010 h 469266"/>
              <a:gd name="connsiteX421" fmla="*/ 65561 w 687723"/>
              <a:gd name="connsiteY421" fmla="*/ 310138 h 469266"/>
              <a:gd name="connsiteX422" fmla="*/ 66372 w 687723"/>
              <a:gd name="connsiteY422" fmla="*/ 311762 h 469266"/>
              <a:gd name="connsiteX423" fmla="*/ 70429 w 687723"/>
              <a:gd name="connsiteY423" fmla="*/ 313386 h 469266"/>
              <a:gd name="connsiteX424" fmla="*/ 71240 w 687723"/>
              <a:gd name="connsiteY424" fmla="*/ 315010 h 469266"/>
              <a:gd name="connsiteX425" fmla="*/ 70429 w 687723"/>
              <a:gd name="connsiteY425" fmla="*/ 315821 h 469266"/>
              <a:gd name="connsiteX426" fmla="*/ 74485 w 687723"/>
              <a:gd name="connsiteY426" fmla="*/ 310950 h 469266"/>
              <a:gd name="connsiteX427" fmla="*/ 73674 w 687723"/>
              <a:gd name="connsiteY427" fmla="*/ 308514 h 469266"/>
              <a:gd name="connsiteX428" fmla="*/ 72863 w 687723"/>
              <a:gd name="connsiteY428" fmla="*/ 305267 h 469266"/>
              <a:gd name="connsiteX429" fmla="*/ 72863 w 687723"/>
              <a:gd name="connsiteY429" fmla="*/ 304455 h 469266"/>
              <a:gd name="connsiteX430" fmla="*/ 76919 w 687723"/>
              <a:gd name="connsiteY430" fmla="*/ 306079 h 469266"/>
              <a:gd name="connsiteX431" fmla="*/ 74485 w 687723"/>
              <a:gd name="connsiteY431" fmla="*/ 310950 h 469266"/>
              <a:gd name="connsiteX432" fmla="*/ 74485 w 687723"/>
              <a:gd name="connsiteY432" fmla="*/ 277663 h 469266"/>
              <a:gd name="connsiteX433" fmla="*/ 75297 w 687723"/>
              <a:gd name="connsiteY433" fmla="*/ 276039 h 469266"/>
              <a:gd name="connsiteX434" fmla="*/ 76919 w 687723"/>
              <a:gd name="connsiteY434" fmla="*/ 276851 h 469266"/>
              <a:gd name="connsiteX435" fmla="*/ 75297 w 687723"/>
              <a:gd name="connsiteY435" fmla="*/ 278475 h 469266"/>
              <a:gd name="connsiteX436" fmla="*/ 74485 w 687723"/>
              <a:gd name="connsiteY436" fmla="*/ 277663 h 469266"/>
              <a:gd name="connsiteX437" fmla="*/ 75297 w 687723"/>
              <a:gd name="connsiteY437" fmla="*/ 297148 h 469266"/>
              <a:gd name="connsiteX438" fmla="*/ 76919 w 687723"/>
              <a:gd name="connsiteY438" fmla="*/ 295524 h 469266"/>
              <a:gd name="connsiteX439" fmla="*/ 77731 w 687723"/>
              <a:gd name="connsiteY439" fmla="*/ 297148 h 469266"/>
              <a:gd name="connsiteX440" fmla="*/ 76108 w 687723"/>
              <a:gd name="connsiteY440" fmla="*/ 297960 h 469266"/>
              <a:gd name="connsiteX441" fmla="*/ 75297 w 687723"/>
              <a:gd name="connsiteY441" fmla="*/ 297148 h 469266"/>
              <a:gd name="connsiteX442" fmla="*/ 76919 w 687723"/>
              <a:gd name="connsiteY442" fmla="*/ 288217 h 469266"/>
              <a:gd name="connsiteX443" fmla="*/ 76108 w 687723"/>
              <a:gd name="connsiteY443" fmla="*/ 285782 h 469266"/>
              <a:gd name="connsiteX444" fmla="*/ 76919 w 687723"/>
              <a:gd name="connsiteY444" fmla="*/ 284970 h 469266"/>
              <a:gd name="connsiteX445" fmla="*/ 79353 w 687723"/>
              <a:gd name="connsiteY445" fmla="*/ 283346 h 469266"/>
              <a:gd name="connsiteX446" fmla="*/ 80165 w 687723"/>
              <a:gd name="connsiteY446" fmla="*/ 283346 h 469266"/>
              <a:gd name="connsiteX447" fmla="*/ 76919 w 687723"/>
              <a:gd name="connsiteY447" fmla="*/ 288217 h 469266"/>
              <a:gd name="connsiteX448" fmla="*/ 86655 w 687723"/>
              <a:gd name="connsiteY448" fmla="*/ 276851 h 469266"/>
              <a:gd name="connsiteX449" fmla="*/ 87466 w 687723"/>
              <a:gd name="connsiteY449" fmla="*/ 278475 h 469266"/>
              <a:gd name="connsiteX450" fmla="*/ 82598 w 687723"/>
              <a:gd name="connsiteY450" fmla="*/ 279287 h 469266"/>
              <a:gd name="connsiteX451" fmla="*/ 81787 w 687723"/>
              <a:gd name="connsiteY451" fmla="*/ 274416 h 469266"/>
              <a:gd name="connsiteX452" fmla="*/ 89089 w 687723"/>
              <a:gd name="connsiteY452" fmla="*/ 269544 h 469266"/>
              <a:gd name="connsiteX453" fmla="*/ 88278 w 687723"/>
              <a:gd name="connsiteY453" fmla="*/ 271980 h 469266"/>
              <a:gd name="connsiteX454" fmla="*/ 85844 w 687723"/>
              <a:gd name="connsiteY454" fmla="*/ 274416 h 469266"/>
              <a:gd name="connsiteX455" fmla="*/ 86655 w 687723"/>
              <a:gd name="connsiteY455" fmla="*/ 276851 h 469266"/>
              <a:gd name="connsiteX456" fmla="*/ 92334 w 687723"/>
              <a:gd name="connsiteY456" fmla="*/ 263861 h 469266"/>
              <a:gd name="connsiteX457" fmla="*/ 89900 w 687723"/>
              <a:gd name="connsiteY457" fmla="*/ 263049 h 469266"/>
              <a:gd name="connsiteX458" fmla="*/ 93145 w 687723"/>
              <a:gd name="connsiteY458" fmla="*/ 259802 h 469266"/>
              <a:gd name="connsiteX459" fmla="*/ 95580 w 687723"/>
              <a:gd name="connsiteY459" fmla="*/ 260614 h 469266"/>
              <a:gd name="connsiteX460" fmla="*/ 92334 w 687723"/>
              <a:gd name="connsiteY460" fmla="*/ 263861 h 469266"/>
              <a:gd name="connsiteX461" fmla="*/ 94768 w 687723"/>
              <a:gd name="connsiteY461" fmla="*/ 248435 h 469266"/>
              <a:gd name="connsiteX462" fmla="*/ 91523 w 687723"/>
              <a:gd name="connsiteY462" fmla="*/ 250871 h 469266"/>
              <a:gd name="connsiteX463" fmla="*/ 94768 w 687723"/>
              <a:gd name="connsiteY463" fmla="*/ 248435 h 469266"/>
              <a:gd name="connsiteX464" fmla="*/ 97202 w 687723"/>
              <a:gd name="connsiteY464" fmla="*/ 244376 h 469266"/>
              <a:gd name="connsiteX465" fmla="*/ 94768 w 687723"/>
              <a:gd name="connsiteY465" fmla="*/ 248435 h 469266"/>
              <a:gd name="connsiteX466" fmla="*/ 98013 w 687723"/>
              <a:gd name="connsiteY466" fmla="*/ 221643 h 469266"/>
              <a:gd name="connsiteX467" fmla="*/ 96391 w 687723"/>
              <a:gd name="connsiteY467" fmla="*/ 223267 h 469266"/>
              <a:gd name="connsiteX468" fmla="*/ 94768 w 687723"/>
              <a:gd name="connsiteY468" fmla="*/ 227326 h 469266"/>
              <a:gd name="connsiteX469" fmla="*/ 92334 w 687723"/>
              <a:gd name="connsiteY469" fmla="*/ 232198 h 469266"/>
              <a:gd name="connsiteX470" fmla="*/ 88278 w 687723"/>
              <a:gd name="connsiteY470" fmla="*/ 234633 h 469266"/>
              <a:gd name="connsiteX471" fmla="*/ 85032 w 687723"/>
              <a:gd name="connsiteY471" fmla="*/ 235445 h 469266"/>
              <a:gd name="connsiteX472" fmla="*/ 86655 w 687723"/>
              <a:gd name="connsiteY472" fmla="*/ 236257 h 469266"/>
              <a:gd name="connsiteX473" fmla="*/ 89089 w 687723"/>
              <a:gd name="connsiteY473" fmla="*/ 237881 h 469266"/>
              <a:gd name="connsiteX474" fmla="*/ 86655 w 687723"/>
              <a:gd name="connsiteY474" fmla="*/ 238693 h 469266"/>
              <a:gd name="connsiteX475" fmla="*/ 85032 w 687723"/>
              <a:gd name="connsiteY475" fmla="*/ 238693 h 469266"/>
              <a:gd name="connsiteX476" fmla="*/ 85032 w 687723"/>
              <a:gd name="connsiteY476" fmla="*/ 245188 h 469266"/>
              <a:gd name="connsiteX477" fmla="*/ 80976 w 687723"/>
              <a:gd name="connsiteY477" fmla="*/ 245188 h 469266"/>
              <a:gd name="connsiteX478" fmla="*/ 80976 w 687723"/>
              <a:gd name="connsiteY478" fmla="*/ 246812 h 469266"/>
              <a:gd name="connsiteX479" fmla="*/ 80976 w 687723"/>
              <a:gd name="connsiteY479" fmla="*/ 252495 h 469266"/>
              <a:gd name="connsiteX480" fmla="*/ 80165 w 687723"/>
              <a:gd name="connsiteY480" fmla="*/ 254930 h 469266"/>
              <a:gd name="connsiteX481" fmla="*/ 77731 w 687723"/>
              <a:gd name="connsiteY481" fmla="*/ 257366 h 469266"/>
              <a:gd name="connsiteX482" fmla="*/ 72863 w 687723"/>
              <a:gd name="connsiteY482" fmla="*/ 257366 h 469266"/>
              <a:gd name="connsiteX483" fmla="*/ 71240 w 687723"/>
              <a:gd name="connsiteY483" fmla="*/ 258990 h 469266"/>
              <a:gd name="connsiteX484" fmla="*/ 72863 w 687723"/>
              <a:gd name="connsiteY484" fmla="*/ 262237 h 469266"/>
              <a:gd name="connsiteX485" fmla="*/ 72863 w 687723"/>
              <a:gd name="connsiteY485" fmla="*/ 263049 h 469266"/>
              <a:gd name="connsiteX486" fmla="*/ 71240 w 687723"/>
              <a:gd name="connsiteY486" fmla="*/ 264673 h 469266"/>
              <a:gd name="connsiteX487" fmla="*/ 68806 w 687723"/>
              <a:gd name="connsiteY487" fmla="*/ 265485 h 469266"/>
              <a:gd name="connsiteX488" fmla="*/ 66372 w 687723"/>
              <a:gd name="connsiteY488" fmla="*/ 265485 h 469266"/>
              <a:gd name="connsiteX489" fmla="*/ 74485 w 687723"/>
              <a:gd name="connsiteY489" fmla="*/ 250871 h 469266"/>
              <a:gd name="connsiteX490" fmla="*/ 76919 w 687723"/>
              <a:gd name="connsiteY490" fmla="*/ 246812 h 469266"/>
              <a:gd name="connsiteX491" fmla="*/ 80976 w 687723"/>
              <a:gd name="connsiteY491" fmla="*/ 242752 h 469266"/>
              <a:gd name="connsiteX492" fmla="*/ 81787 w 687723"/>
              <a:gd name="connsiteY492" fmla="*/ 241940 h 469266"/>
              <a:gd name="connsiteX493" fmla="*/ 87466 w 687723"/>
              <a:gd name="connsiteY493" fmla="*/ 229762 h 469266"/>
              <a:gd name="connsiteX494" fmla="*/ 88278 w 687723"/>
              <a:gd name="connsiteY494" fmla="*/ 230574 h 469266"/>
              <a:gd name="connsiteX495" fmla="*/ 89900 w 687723"/>
              <a:gd name="connsiteY495" fmla="*/ 231386 h 469266"/>
              <a:gd name="connsiteX496" fmla="*/ 90712 w 687723"/>
              <a:gd name="connsiteY496" fmla="*/ 228138 h 469266"/>
              <a:gd name="connsiteX497" fmla="*/ 90712 w 687723"/>
              <a:gd name="connsiteY497" fmla="*/ 223267 h 469266"/>
              <a:gd name="connsiteX498" fmla="*/ 93145 w 687723"/>
              <a:gd name="connsiteY498" fmla="*/ 223267 h 469266"/>
              <a:gd name="connsiteX499" fmla="*/ 91523 w 687723"/>
              <a:gd name="connsiteY499" fmla="*/ 225703 h 469266"/>
              <a:gd name="connsiteX500" fmla="*/ 91523 w 687723"/>
              <a:gd name="connsiteY500" fmla="*/ 226515 h 469266"/>
              <a:gd name="connsiteX501" fmla="*/ 93957 w 687723"/>
              <a:gd name="connsiteY501" fmla="*/ 220831 h 469266"/>
              <a:gd name="connsiteX502" fmla="*/ 97202 w 687723"/>
              <a:gd name="connsiteY502" fmla="*/ 213525 h 469266"/>
              <a:gd name="connsiteX503" fmla="*/ 103693 w 687723"/>
              <a:gd name="connsiteY503" fmla="*/ 210277 h 469266"/>
              <a:gd name="connsiteX504" fmla="*/ 102881 w 687723"/>
              <a:gd name="connsiteY504" fmla="*/ 215148 h 469266"/>
              <a:gd name="connsiteX505" fmla="*/ 100448 w 687723"/>
              <a:gd name="connsiteY505" fmla="*/ 218396 h 469266"/>
              <a:gd name="connsiteX506" fmla="*/ 98013 w 687723"/>
              <a:gd name="connsiteY506" fmla="*/ 221643 h 469266"/>
              <a:gd name="connsiteX507" fmla="*/ 98825 w 687723"/>
              <a:gd name="connsiteY507" fmla="*/ 251683 h 469266"/>
              <a:gd name="connsiteX508" fmla="*/ 99636 w 687723"/>
              <a:gd name="connsiteY508" fmla="*/ 247623 h 469266"/>
              <a:gd name="connsiteX509" fmla="*/ 102070 w 687723"/>
              <a:gd name="connsiteY509" fmla="*/ 246000 h 469266"/>
              <a:gd name="connsiteX510" fmla="*/ 98825 w 687723"/>
              <a:gd name="connsiteY510" fmla="*/ 251683 h 469266"/>
              <a:gd name="connsiteX511" fmla="*/ 111806 w 687723"/>
              <a:gd name="connsiteY511" fmla="*/ 250059 h 469266"/>
              <a:gd name="connsiteX512" fmla="*/ 110183 w 687723"/>
              <a:gd name="connsiteY512" fmla="*/ 250059 h 469266"/>
              <a:gd name="connsiteX513" fmla="*/ 111806 w 687723"/>
              <a:gd name="connsiteY513" fmla="*/ 247623 h 469266"/>
              <a:gd name="connsiteX514" fmla="*/ 111806 w 687723"/>
              <a:gd name="connsiteY514" fmla="*/ 250059 h 469266"/>
              <a:gd name="connsiteX515" fmla="*/ 111806 w 687723"/>
              <a:gd name="connsiteY515" fmla="*/ 234633 h 469266"/>
              <a:gd name="connsiteX516" fmla="*/ 102070 w 687723"/>
              <a:gd name="connsiteY516" fmla="*/ 244376 h 469266"/>
              <a:gd name="connsiteX517" fmla="*/ 103693 w 687723"/>
              <a:gd name="connsiteY517" fmla="*/ 241128 h 469266"/>
              <a:gd name="connsiteX518" fmla="*/ 107749 w 687723"/>
              <a:gd name="connsiteY518" fmla="*/ 236257 h 469266"/>
              <a:gd name="connsiteX519" fmla="*/ 110995 w 687723"/>
              <a:gd name="connsiteY519" fmla="*/ 232198 h 469266"/>
              <a:gd name="connsiteX520" fmla="*/ 112617 w 687723"/>
              <a:gd name="connsiteY520" fmla="*/ 232198 h 469266"/>
              <a:gd name="connsiteX521" fmla="*/ 111806 w 687723"/>
              <a:gd name="connsiteY521" fmla="*/ 234633 h 469266"/>
              <a:gd name="connsiteX522" fmla="*/ 108561 w 687723"/>
              <a:gd name="connsiteY522" fmla="*/ 203782 h 469266"/>
              <a:gd name="connsiteX523" fmla="*/ 110183 w 687723"/>
              <a:gd name="connsiteY523" fmla="*/ 201346 h 469266"/>
              <a:gd name="connsiteX524" fmla="*/ 111806 w 687723"/>
              <a:gd name="connsiteY524" fmla="*/ 202970 h 469266"/>
              <a:gd name="connsiteX525" fmla="*/ 110183 w 687723"/>
              <a:gd name="connsiteY525" fmla="*/ 205406 h 469266"/>
              <a:gd name="connsiteX526" fmla="*/ 108561 w 687723"/>
              <a:gd name="connsiteY526" fmla="*/ 203782 h 469266"/>
              <a:gd name="connsiteX527" fmla="*/ 110995 w 687723"/>
              <a:gd name="connsiteY527" fmla="*/ 198099 h 469266"/>
              <a:gd name="connsiteX528" fmla="*/ 106938 w 687723"/>
              <a:gd name="connsiteY528" fmla="*/ 198099 h 469266"/>
              <a:gd name="connsiteX529" fmla="*/ 110995 w 687723"/>
              <a:gd name="connsiteY529" fmla="*/ 197287 h 469266"/>
              <a:gd name="connsiteX530" fmla="*/ 110995 w 687723"/>
              <a:gd name="connsiteY530" fmla="*/ 198099 h 469266"/>
              <a:gd name="connsiteX531" fmla="*/ 116674 w 687723"/>
              <a:gd name="connsiteY531" fmla="*/ 226515 h 469266"/>
              <a:gd name="connsiteX532" fmla="*/ 115051 w 687723"/>
              <a:gd name="connsiteY532" fmla="*/ 224079 h 469266"/>
              <a:gd name="connsiteX533" fmla="*/ 116674 w 687723"/>
              <a:gd name="connsiteY533" fmla="*/ 222455 h 469266"/>
              <a:gd name="connsiteX534" fmla="*/ 116674 w 687723"/>
              <a:gd name="connsiteY534" fmla="*/ 226515 h 469266"/>
              <a:gd name="connsiteX535" fmla="*/ 116674 w 687723"/>
              <a:gd name="connsiteY535" fmla="*/ 193228 h 469266"/>
              <a:gd name="connsiteX536" fmla="*/ 115862 w 687723"/>
              <a:gd name="connsiteY536" fmla="*/ 192416 h 469266"/>
              <a:gd name="connsiteX537" fmla="*/ 116674 w 687723"/>
              <a:gd name="connsiteY537" fmla="*/ 191604 h 469266"/>
              <a:gd name="connsiteX538" fmla="*/ 118296 w 687723"/>
              <a:gd name="connsiteY538" fmla="*/ 192416 h 469266"/>
              <a:gd name="connsiteX539" fmla="*/ 116674 w 687723"/>
              <a:gd name="connsiteY539" fmla="*/ 193228 h 469266"/>
              <a:gd name="connsiteX540" fmla="*/ 116674 w 687723"/>
              <a:gd name="connsiteY540" fmla="*/ 189980 h 469266"/>
              <a:gd name="connsiteX541" fmla="*/ 111806 w 687723"/>
              <a:gd name="connsiteY541" fmla="*/ 191604 h 469266"/>
              <a:gd name="connsiteX542" fmla="*/ 112617 w 687723"/>
              <a:gd name="connsiteY542" fmla="*/ 190792 h 469266"/>
              <a:gd name="connsiteX543" fmla="*/ 117485 w 687723"/>
              <a:gd name="connsiteY543" fmla="*/ 188356 h 469266"/>
              <a:gd name="connsiteX544" fmla="*/ 116674 w 687723"/>
              <a:gd name="connsiteY544" fmla="*/ 189980 h 469266"/>
              <a:gd name="connsiteX545" fmla="*/ 121542 w 687723"/>
              <a:gd name="connsiteY545" fmla="*/ 221643 h 469266"/>
              <a:gd name="connsiteX546" fmla="*/ 119919 w 687723"/>
              <a:gd name="connsiteY546" fmla="*/ 220831 h 469266"/>
              <a:gd name="connsiteX547" fmla="*/ 122353 w 687723"/>
              <a:gd name="connsiteY547" fmla="*/ 220020 h 469266"/>
              <a:gd name="connsiteX548" fmla="*/ 123976 w 687723"/>
              <a:gd name="connsiteY548" fmla="*/ 220831 h 469266"/>
              <a:gd name="connsiteX549" fmla="*/ 121542 w 687723"/>
              <a:gd name="connsiteY549" fmla="*/ 221643 h 469266"/>
              <a:gd name="connsiteX550" fmla="*/ 125598 w 687723"/>
              <a:gd name="connsiteY550" fmla="*/ 211089 h 469266"/>
              <a:gd name="connsiteX551" fmla="*/ 124787 w 687723"/>
              <a:gd name="connsiteY551" fmla="*/ 210277 h 469266"/>
              <a:gd name="connsiteX552" fmla="*/ 125598 w 687723"/>
              <a:gd name="connsiteY552" fmla="*/ 208653 h 469266"/>
              <a:gd name="connsiteX553" fmla="*/ 127221 w 687723"/>
              <a:gd name="connsiteY553" fmla="*/ 209465 h 469266"/>
              <a:gd name="connsiteX554" fmla="*/ 125598 w 687723"/>
              <a:gd name="connsiteY554" fmla="*/ 211089 h 469266"/>
              <a:gd name="connsiteX555" fmla="*/ 132900 w 687723"/>
              <a:gd name="connsiteY555" fmla="*/ 202158 h 469266"/>
              <a:gd name="connsiteX556" fmla="*/ 132900 w 687723"/>
              <a:gd name="connsiteY556" fmla="*/ 200534 h 469266"/>
              <a:gd name="connsiteX557" fmla="*/ 135334 w 687723"/>
              <a:gd name="connsiteY557" fmla="*/ 199723 h 469266"/>
              <a:gd name="connsiteX558" fmla="*/ 132900 w 687723"/>
              <a:gd name="connsiteY558" fmla="*/ 202158 h 469266"/>
              <a:gd name="connsiteX559" fmla="*/ 127221 w 687723"/>
              <a:gd name="connsiteY559" fmla="*/ 176178 h 469266"/>
              <a:gd name="connsiteX560" fmla="*/ 127221 w 687723"/>
              <a:gd name="connsiteY560" fmla="*/ 173742 h 469266"/>
              <a:gd name="connsiteX561" fmla="*/ 126409 w 687723"/>
              <a:gd name="connsiteY561" fmla="*/ 172931 h 469266"/>
              <a:gd name="connsiteX562" fmla="*/ 124787 w 687723"/>
              <a:gd name="connsiteY562" fmla="*/ 176178 h 469266"/>
              <a:gd name="connsiteX563" fmla="*/ 121542 w 687723"/>
              <a:gd name="connsiteY563" fmla="*/ 179426 h 469266"/>
              <a:gd name="connsiteX564" fmla="*/ 122353 w 687723"/>
              <a:gd name="connsiteY564" fmla="*/ 177802 h 469266"/>
              <a:gd name="connsiteX565" fmla="*/ 123164 w 687723"/>
              <a:gd name="connsiteY565" fmla="*/ 176178 h 469266"/>
              <a:gd name="connsiteX566" fmla="*/ 125598 w 687723"/>
              <a:gd name="connsiteY566" fmla="*/ 171307 h 469266"/>
              <a:gd name="connsiteX567" fmla="*/ 128844 w 687723"/>
              <a:gd name="connsiteY567" fmla="*/ 169683 h 469266"/>
              <a:gd name="connsiteX568" fmla="*/ 133711 w 687723"/>
              <a:gd name="connsiteY568" fmla="*/ 168871 h 469266"/>
              <a:gd name="connsiteX569" fmla="*/ 136145 w 687723"/>
              <a:gd name="connsiteY569" fmla="*/ 167247 h 469266"/>
              <a:gd name="connsiteX570" fmla="*/ 127221 w 687723"/>
              <a:gd name="connsiteY570" fmla="*/ 176178 h 469266"/>
              <a:gd name="connsiteX571" fmla="*/ 154805 w 687723"/>
              <a:gd name="connsiteY571" fmla="*/ 176990 h 469266"/>
              <a:gd name="connsiteX572" fmla="*/ 153183 w 687723"/>
              <a:gd name="connsiteY572" fmla="*/ 176178 h 469266"/>
              <a:gd name="connsiteX573" fmla="*/ 155617 w 687723"/>
              <a:gd name="connsiteY573" fmla="*/ 175366 h 469266"/>
              <a:gd name="connsiteX574" fmla="*/ 157240 w 687723"/>
              <a:gd name="connsiteY574" fmla="*/ 176178 h 469266"/>
              <a:gd name="connsiteX575" fmla="*/ 154805 w 687723"/>
              <a:gd name="connsiteY575" fmla="*/ 176990 h 469266"/>
              <a:gd name="connsiteX576" fmla="*/ 160485 w 687723"/>
              <a:gd name="connsiteY576" fmla="*/ 172119 h 469266"/>
              <a:gd name="connsiteX577" fmla="*/ 159673 w 687723"/>
              <a:gd name="connsiteY577" fmla="*/ 171307 h 469266"/>
              <a:gd name="connsiteX578" fmla="*/ 162107 w 687723"/>
              <a:gd name="connsiteY578" fmla="*/ 171307 h 469266"/>
              <a:gd name="connsiteX579" fmla="*/ 160485 w 687723"/>
              <a:gd name="connsiteY579" fmla="*/ 172119 h 469266"/>
              <a:gd name="connsiteX580" fmla="*/ 164541 w 687723"/>
              <a:gd name="connsiteY580" fmla="*/ 166435 h 469266"/>
              <a:gd name="connsiteX581" fmla="*/ 164541 w 687723"/>
              <a:gd name="connsiteY581" fmla="*/ 166435 h 469266"/>
              <a:gd name="connsiteX582" fmla="*/ 166164 w 687723"/>
              <a:gd name="connsiteY582" fmla="*/ 164000 h 469266"/>
              <a:gd name="connsiteX583" fmla="*/ 164541 w 687723"/>
              <a:gd name="connsiteY583" fmla="*/ 166435 h 469266"/>
              <a:gd name="connsiteX584" fmla="*/ 167787 w 687723"/>
              <a:gd name="connsiteY584" fmla="*/ 120158 h 469266"/>
              <a:gd name="connsiteX585" fmla="*/ 166164 w 687723"/>
              <a:gd name="connsiteY585" fmla="*/ 118535 h 469266"/>
              <a:gd name="connsiteX586" fmla="*/ 166975 w 687723"/>
              <a:gd name="connsiteY586" fmla="*/ 116099 h 469266"/>
              <a:gd name="connsiteX587" fmla="*/ 168598 w 687723"/>
              <a:gd name="connsiteY587" fmla="*/ 116911 h 469266"/>
              <a:gd name="connsiteX588" fmla="*/ 167787 w 687723"/>
              <a:gd name="connsiteY588" fmla="*/ 120158 h 469266"/>
              <a:gd name="connsiteX589" fmla="*/ 179145 w 687723"/>
              <a:gd name="connsiteY589" fmla="*/ 109604 h 469266"/>
              <a:gd name="connsiteX590" fmla="*/ 176711 w 687723"/>
              <a:gd name="connsiteY590" fmla="*/ 107980 h 469266"/>
              <a:gd name="connsiteX591" fmla="*/ 179145 w 687723"/>
              <a:gd name="connsiteY591" fmla="*/ 107980 h 469266"/>
              <a:gd name="connsiteX592" fmla="*/ 179145 w 687723"/>
              <a:gd name="connsiteY592" fmla="*/ 109604 h 469266"/>
              <a:gd name="connsiteX593" fmla="*/ 184824 w 687723"/>
              <a:gd name="connsiteY593" fmla="*/ 99049 h 469266"/>
              <a:gd name="connsiteX594" fmla="*/ 184013 w 687723"/>
              <a:gd name="connsiteY594" fmla="*/ 99861 h 469266"/>
              <a:gd name="connsiteX595" fmla="*/ 182390 w 687723"/>
              <a:gd name="connsiteY595" fmla="*/ 102297 h 469266"/>
              <a:gd name="connsiteX596" fmla="*/ 180768 w 687723"/>
              <a:gd name="connsiteY596" fmla="*/ 100673 h 469266"/>
              <a:gd name="connsiteX597" fmla="*/ 183202 w 687723"/>
              <a:gd name="connsiteY597" fmla="*/ 96614 h 469266"/>
              <a:gd name="connsiteX598" fmla="*/ 184824 w 687723"/>
              <a:gd name="connsiteY598" fmla="*/ 95802 h 469266"/>
              <a:gd name="connsiteX599" fmla="*/ 184824 w 687723"/>
              <a:gd name="connsiteY599" fmla="*/ 99049 h 469266"/>
              <a:gd name="connsiteX600" fmla="*/ 270824 w 687723"/>
              <a:gd name="connsiteY600" fmla="*/ 182673 h 469266"/>
              <a:gd name="connsiteX601" fmla="*/ 272446 w 687723"/>
              <a:gd name="connsiteY601" fmla="*/ 181861 h 469266"/>
              <a:gd name="connsiteX602" fmla="*/ 270824 w 687723"/>
              <a:gd name="connsiteY602" fmla="*/ 185109 h 469266"/>
              <a:gd name="connsiteX603" fmla="*/ 270824 w 687723"/>
              <a:gd name="connsiteY603" fmla="*/ 182673 h 469266"/>
              <a:gd name="connsiteX604" fmla="*/ 265956 w 687723"/>
              <a:gd name="connsiteY604" fmla="*/ 193228 h 469266"/>
              <a:gd name="connsiteX605" fmla="*/ 263522 w 687723"/>
              <a:gd name="connsiteY605" fmla="*/ 197287 h 469266"/>
              <a:gd name="connsiteX606" fmla="*/ 261899 w 687723"/>
              <a:gd name="connsiteY606" fmla="*/ 197287 h 469266"/>
              <a:gd name="connsiteX607" fmla="*/ 265956 w 687723"/>
              <a:gd name="connsiteY607" fmla="*/ 193228 h 469266"/>
              <a:gd name="connsiteX608" fmla="*/ 257843 w 687723"/>
              <a:gd name="connsiteY608" fmla="*/ 220831 h 469266"/>
              <a:gd name="connsiteX609" fmla="*/ 257031 w 687723"/>
              <a:gd name="connsiteY609" fmla="*/ 219208 h 469266"/>
              <a:gd name="connsiteX610" fmla="*/ 258654 w 687723"/>
              <a:gd name="connsiteY610" fmla="*/ 217584 h 469266"/>
              <a:gd name="connsiteX611" fmla="*/ 259465 w 687723"/>
              <a:gd name="connsiteY611" fmla="*/ 219208 h 469266"/>
              <a:gd name="connsiteX612" fmla="*/ 257843 w 687723"/>
              <a:gd name="connsiteY612" fmla="*/ 220831 h 469266"/>
              <a:gd name="connsiteX613" fmla="*/ 256220 w 687723"/>
              <a:gd name="connsiteY613" fmla="*/ 205406 h 469266"/>
              <a:gd name="connsiteX614" fmla="*/ 257843 w 687723"/>
              <a:gd name="connsiteY614" fmla="*/ 202970 h 469266"/>
              <a:gd name="connsiteX615" fmla="*/ 259465 w 687723"/>
              <a:gd name="connsiteY615" fmla="*/ 200534 h 469266"/>
              <a:gd name="connsiteX616" fmla="*/ 261088 w 687723"/>
              <a:gd name="connsiteY616" fmla="*/ 200534 h 469266"/>
              <a:gd name="connsiteX617" fmla="*/ 254597 w 687723"/>
              <a:gd name="connsiteY617" fmla="*/ 210277 h 469266"/>
              <a:gd name="connsiteX618" fmla="*/ 256220 w 687723"/>
              <a:gd name="connsiteY618" fmla="*/ 205406 h 469266"/>
              <a:gd name="connsiteX619" fmla="*/ 250541 w 687723"/>
              <a:gd name="connsiteY619" fmla="*/ 232198 h 469266"/>
              <a:gd name="connsiteX620" fmla="*/ 248107 w 687723"/>
              <a:gd name="connsiteY620" fmla="*/ 233822 h 469266"/>
              <a:gd name="connsiteX621" fmla="*/ 246484 w 687723"/>
              <a:gd name="connsiteY621" fmla="*/ 233822 h 469266"/>
              <a:gd name="connsiteX622" fmla="*/ 248107 w 687723"/>
              <a:gd name="connsiteY622" fmla="*/ 232198 h 469266"/>
              <a:gd name="connsiteX623" fmla="*/ 250541 w 687723"/>
              <a:gd name="connsiteY623" fmla="*/ 232198 h 469266"/>
              <a:gd name="connsiteX624" fmla="*/ 248107 w 687723"/>
              <a:gd name="connsiteY624" fmla="*/ 217584 h 469266"/>
              <a:gd name="connsiteX625" fmla="*/ 249729 w 687723"/>
              <a:gd name="connsiteY625" fmla="*/ 218396 h 469266"/>
              <a:gd name="connsiteX626" fmla="*/ 248107 w 687723"/>
              <a:gd name="connsiteY626" fmla="*/ 220020 h 469266"/>
              <a:gd name="connsiteX627" fmla="*/ 246484 w 687723"/>
              <a:gd name="connsiteY627" fmla="*/ 219208 h 469266"/>
              <a:gd name="connsiteX628" fmla="*/ 248107 w 687723"/>
              <a:gd name="connsiteY628" fmla="*/ 217584 h 469266"/>
              <a:gd name="connsiteX629" fmla="*/ 244862 w 687723"/>
              <a:gd name="connsiteY629" fmla="*/ 222455 h 469266"/>
              <a:gd name="connsiteX630" fmla="*/ 246484 w 687723"/>
              <a:gd name="connsiteY630" fmla="*/ 223267 h 469266"/>
              <a:gd name="connsiteX631" fmla="*/ 244862 w 687723"/>
              <a:gd name="connsiteY631" fmla="*/ 224891 h 469266"/>
              <a:gd name="connsiteX632" fmla="*/ 244050 w 687723"/>
              <a:gd name="connsiteY632" fmla="*/ 224079 h 469266"/>
              <a:gd name="connsiteX633" fmla="*/ 244862 w 687723"/>
              <a:gd name="connsiteY633" fmla="*/ 222455 h 469266"/>
              <a:gd name="connsiteX634" fmla="*/ 228635 w 687723"/>
              <a:gd name="connsiteY634" fmla="*/ 245188 h 469266"/>
              <a:gd name="connsiteX635" fmla="*/ 233503 w 687723"/>
              <a:gd name="connsiteY635" fmla="*/ 237881 h 469266"/>
              <a:gd name="connsiteX636" fmla="*/ 235937 w 687723"/>
              <a:gd name="connsiteY636" fmla="*/ 237069 h 469266"/>
              <a:gd name="connsiteX637" fmla="*/ 235126 w 687723"/>
              <a:gd name="connsiteY637" fmla="*/ 239505 h 469266"/>
              <a:gd name="connsiteX638" fmla="*/ 232692 w 687723"/>
              <a:gd name="connsiteY638" fmla="*/ 243564 h 469266"/>
              <a:gd name="connsiteX639" fmla="*/ 226201 w 687723"/>
              <a:gd name="connsiteY639" fmla="*/ 249247 h 469266"/>
              <a:gd name="connsiteX640" fmla="*/ 228635 w 687723"/>
              <a:gd name="connsiteY640" fmla="*/ 245188 h 469266"/>
              <a:gd name="connsiteX641" fmla="*/ 224579 w 687723"/>
              <a:gd name="connsiteY641" fmla="*/ 252495 h 469266"/>
              <a:gd name="connsiteX642" fmla="*/ 226201 w 687723"/>
              <a:gd name="connsiteY642" fmla="*/ 253307 h 469266"/>
              <a:gd name="connsiteX643" fmla="*/ 224579 w 687723"/>
              <a:gd name="connsiteY643" fmla="*/ 254930 h 469266"/>
              <a:gd name="connsiteX644" fmla="*/ 222956 w 687723"/>
              <a:gd name="connsiteY644" fmla="*/ 254119 h 469266"/>
              <a:gd name="connsiteX645" fmla="*/ 224579 w 687723"/>
              <a:gd name="connsiteY645" fmla="*/ 252495 h 469266"/>
              <a:gd name="connsiteX646" fmla="*/ 204296 w 687723"/>
              <a:gd name="connsiteY646" fmla="*/ 286594 h 469266"/>
              <a:gd name="connsiteX647" fmla="*/ 206730 w 687723"/>
              <a:gd name="connsiteY647" fmla="*/ 279287 h 469266"/>
              <a:gd name="connsiteX648" fmla="*/ 208352 w 687723"/>
              <a:gd name="connsiteY648" fmla="*/ 279287 h 469266"/>
              <a:gd name="connsiteX649" fmla="*/ 204296 w 687723"/>
              <a:gd name="connsiteY649" fmla="*/ 286594 h 469266"/>
              <a:gd name="connsiteX650" fmla="*/ 209975 w 687723"/>
              <a:gd name="connsiteY650" fmla="*/ 275227 h 469266"/>
              <a:gd name="connsiteX651" fmla="*/ 212409 w 687723"/>
              <a:gd name="connsiteY651" fmla="*/ 271168 h 469266"/>
              <a:gd name="connsiteX652" fmla="*/ 213220 w 687723"/>
              <a:gd name="connsiteY652" fmla="*/ 272792 h 469266"/>
              <a:gd name="connsiteX653" fmla="*/ 209975 w 687723"/>
              <a:gd name="connsiteY653" fmla="*/ 275227 h 469266"/>
              <a:gd name="connsiteX654" fmla="*/ 216465 w 687723"/>
              <a:gd name="connsiteY654" fmla="*/ 267109 h 469266"/>
              <a:gd name="connsiteX655" fmla="*/ 215654 w 687723"/>
              <a:gd name="connsiteY655" fmla="*/ 266297 h 469266"/>
              <a:gd name="connsiteX656" fmla="*/ 217277 w 687723"/>
              <a:gd name="connsiteY656" fmla="*/ 264673 h 469266"/>
              <a:gd name="connsiteX657" fmla="*/ 218088 w 687723"/>
              <a:gd name="connsiteY657" fmla="*/ 266297 h 469266"/>
              <a:gd name="connsiteX658" fmla="*/ 216465 w 687723"/>
              <a:gd name="connsiteY658" fmla="*/ 267109 h 469266"/>
              <a:gd name="connsiteX659" fmla="*/ 467973 w 687723"/>
              <a:gd name="connsiteY659" fmla="*/ 282534 h 469266"/>
              <a:gd name="connsiteX660" fmla="*/ 467162 w 687723"/>
              <a:gd name="connsiteY660" fmla="*/ 280911 h 469266"/>
              <a:gd name="connsiteX661" fmla="*/ 468784 w 687723"/>
              <a:gd name="connsiteY661" fmla="*/ 278475 h 469266"/>
              <a:gd name="connsiteX662" fmla="*/ 470407 w 687723"/>
              <a:gd name="connsiteY662" fmla="*/ 278475 h 469266"/>
              <a:gd name="connsiteX663" fmla="*/ 467973 w 687723"/>
              <a:gd name="connsiteY663" fmla="*/ 282534 h 469266"/>
              <a:gd name="connsiteX664" fmla="*/ 502049 w 687723"/>
              <a:gd name="connsiteY664" fmla="*/ 247623 h 469266"/>
              <a:gd name="connsiteX665" fmla="*/ 525576 w 687723"/>
              <a:gd name="connsiteY665" fmla="*/ 241128 h 469266"/>
              <a:gd name="connsiteX666" fmla="*/ 528011 w 687723"/>
              <a:gd name="connsiteY666" fmla="*/ 241128 h 469266"/>
              <a:gd name="connsiteX667" fmla="*/ 524765 w 687723"/>
              <a:gd name="connsiteY667" fmla="*/ 248435 h 469266"/>
              <a:gd name="connsiteX668" fmla="*/ 523954 w 687723"/>
              <a:gd name="connsiteY668" fmla="*/ 249247 h 469266"/>
              <a:gd name="connsiteX669" fmla="*/ 515841 w 687723"/>
              <a:gd name="connsiteY669" fmla="*/ 256554 h 469266"/>
              <a:gd name="connsiteX670" fmla="*/ 494747 w 687723"/>
              <a:gd name="connsiteY670" fmla="*/ 268732 h 469266"/>
              <a:gd name="connsiteX671" fmla="*/ 480954 w 687723"/>
              <a:gd name="connsiteY671" fmla="*/ 276039 h 469266"/>
              <a:gd name="connsiteX672" fmla="*/ 476898 w 687723"/>
              <a:gd name="connsiteY672" fmla="*/ 277663 h 469266"/>
              <a:gd name="connsiteX673" fmla="*/ 474464 w 687723"/>
              <a:gd name="connsiteY673" fmla="*/ 278475 h 469266"/>
              <a:gd name="connsiteX674" fmla="*/ 472841 w 687723"/>
              <a:gd name="connsiteY674" fmla="*/ 276851 h 469266"/>
              <a:gd name="connsiteX675" fmla="*/ 482577 w 687723"/>
              <a:gd name="connsiteY675" fmla="*/ 267109 h 469266"/>
              <a:gd name="connsiteX676" fmla="*/ 464728 w 687723"/>
              <a:gd name="connsiteY676" fmla="*/ 276851 h 469266"/>
              <a:gd name="connsiteX677" fmla="*/ 502049 w 687723"/>
              <a:gd name="connsiteY677" fmla="*/ 247623 h 469266"/>
              <a:gd name="connsiteX678" fmla="*/ 537746 w 687723"/>
              <a:gd name="connsiteY678" fmla="*/ 366158 h 469266"/>
              <a:gd name="connsiteX679" fmla="*/ 536935 w 687723"/>
              <a:gd name="connsiteY679" fmla="*/ 365346 h 469266"/>
              <a:gd name="connsiteX680" fmla="*/ 539369 w 687723"/>
              <a:gd name="connsiteY680" fmla="*/ 364534 h 469266"/>
              <a:gd name="connsiteX681" fmla="*/ 537746 w 687723"/>
              <a:gd name="connsiteY681" fmla="*/ 366158 h 469266"/>
              <a:gd name="connsiteX682" fmla="*/ 541803 w 687723"/>
              <a:gd name="connsiteY682" fmla="*/ 364534 h 469266"/>
              <a:gd name="connsiteX683" fmla="*/ 545048 w 687723"/>
              <a:gd name="connsiteY683" fmla="*/ 360475 h 469266"/>
              <a:gd name="connsiteX684" fmla="*/ 545859 w 687723"/>
              <a:gd name="connsiteY684" fmla="*/ 362099 h 469266"/>
              <a:gd name="connsiteX685" fmla="*/ 541803 w 687723"/>
              <a:gd name="connsiteY685" fmla="*/ 364534 h 469266"/>
              <a:gd name="connsiteX686" fmla="*/ 594538 w 687723"/>
              <a:gd name="connsiteY686" fmla="*/ 339366 h 469266"/>
              <a:gd name="connsiteX687" fmla="*/ 596973 w 687723"/>
              <a:gd name="connsiteY687" fmla="*/ 338554 h 469266"/>
              <a:gd name="connsiteX688" fmla="*/ 594538 w 687723"/>
              <a:gd name="connsiteY688" fmla="*/ 339366 h 469266"/>
              <a:gd name="connsiteX689" fmla="*/ 594538 w 687723"/>
              <a:gd name="connsiteY689" fmla="*/ 339366 h 469266"/>
              <a:gd name="connsiteX690" fmla="*/ 616444 w 687723"/>
              <a:gd name="connsiteY690" fmla="*/ 308514 h 469266"/>
              <a:gd name="connsiteX691" fmla="*/ 622123 w 687723"/>
              <a:gd name="connsiteY691" fmla="*/ 304455 h 469266"/>
              <a:gd name="connsiteX692" fmla="*/ 628614 w 687723"/>
              <a:gd name="connsiteY692" fmla="*/ 301208 h 469266"/>
              <a:gd name="connsiteX693" fmla="*/ 616444 w 687723"/>
              <a:gd name="connsiteY693" fmla="*/ 308514 h 469266"/>
              <a:gd name="connsiteX694" fmla="*/ 645651 w 687723"/>
              <a:gd name="connsiteY694" fmla="*/ 289841 h 469266"/>
              <a:gd name="connsiteX695" fmla="*/ 645651 w 687723"/>
              <a:gd name="connsiteY695" fmla="*/ 289841 h 469266"/>
              <a:gd name="connsiteX696" fmla="*/ 648085 w 687723"/>
              <a:gd name="connsiteY696" fmla="*/ 286594 h 469266"/>
              <a:gd name="connsiteX697" fmla="*/ 645651 w 687723"/>
              <a:gd name="connsiteY697" fmla="*/ 289841 h 46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Lst>
            <a:rect l="l" t="t" r="r" b="b"/>
            <a:pathLst>
              <a:path w="687723" h="469266">
                <a:moveTo>
                  <a:pt x="632670" y="290653"/>
                </a:moveTo>
                <a:cubicBezTo>
                  <a:pt x="628614" y="293089"/>
                  <a:pt x="622934" y="297148"/>
                  <a:pt x="619689" y="298772"/>
                </a:cubicBezTo>
                <a:cubicBezTo>
                  <a:pt x="616444" y="300396"/>
                  <a:pt x="613199" y="302831"/>
                  <a:pt x="613199" y="303643"/>
                </a:cubicBezTo>
                <a:cubicBezTo>
                  <a:pt x="612387" y="305267"/>
                  <a:pt x="605897" y="309326"/>
                  <a:pt x="602651" y="310138"/>
                </a:cubicBezTo>
                <a:cubicBezTo>
                  <a:pt x="601840" y="310138"/>
                  <a:pt x="599406" y="311762"/>
                  <a:pt x="598595" y="312574"/>
                </a:cubicBezTo>
                <a:cubicBezTo>
                  <a:pt x="589671" y="322316"/>
                  <a:pt x="516652" y="353168"/>
                  <a:pt x="497180" y="358851"/>
                </a:cubicBezTo>
                <a:cubicBezTo>
                  <a:pt x="492313" y="360475"/>
                  <a:pt x="474464" y="365346"/>
                  <a:pt x="465539" y="366970"/>
                </a:cubicBezTo>
                <a:cubicBezTo>
                  <a:pt x="461483" y="367782"/>
                  <a:pt x="454992" y="368594"/>
                  <a:pt x="448501" y="368594"/>
                </a:cubicBezTo>
                <a:cubicBezTo>
                  <a:pt x="437143" y="368594"/>
                  <a:pt x="424974" y="366970"/>
                  <a:pt x="420917" y="365346"/>
                </a:cubicBezTo>
                <a:cubicBezTo>
                  <a:pt x="416049" y="362910"/>
                  <a:pt x="412804" y="356415"/>
                  <a:pt x="414426" y="348297"/>
                </a:cubicBezTo>
                <a:cubicBezTo>
                  <a:pt x="416049" y="341802"/>
                  <a:pt x="425785" y="322316"/>
                  <a:pt x="430653" y="315821"/>
                </a:cubicBezTo>
                <a:lnTo>
                  <a:pt x="431464" y="317445"/>
                </a:lnTo>
                <a:cubicBezTo>
                  <a:pt x="440388" y="305267"/>
                  <a:pt x="451747" y="301208"/>
                  <a:pt x="466351" y="298772"/>
                </a:cubicBezTo>
                <a:cubicBezTo>
                  <a:pt x="467973" y="298772"/>
                  <a:pt x="471219" y="297960"/>
                  <a:pt x="473653" y="296336"/>
                </a:cubicBezTo>
                <a:cubicBezTo>
                  <a:pt x="480143" y="292277"/>
                  <a:pt x="508539" y="280911"/>
                  <a:pt x="510162" y="280911"/>
                </a:cubicBezTo>
                <a:cubicBezTo>
                  <a:pt x="510973" y="280911"/>
                  <a:pt x="512596" y="280099"/>
                  <a:pt x="514218" y="279287"/>
                </a:cubicBezTo>
                <a:cubicBezTo>
                  <a:pt x="524765" y="270356"/>
                  <a:pt x="532878" y="264673"/>
                  <a:pt x="534501" y="261425"/>
                </a:cubicBezTo>
                <a:cubicBezTo>
                  <a:pt x="535312" y="259802"/>
                  <a:pt x="536935" y="258178"/>
                  <a:pt x="538558" y="257366"/>
                </a:cubicBezTo>
                <a:cubicBezTo>
                  <a:pt x="540992" y="256554"/>
                  <a:pt x="545048" y="246812"/>
                  <a:pt x="545859" y="243564"/>
                </a:cubicBezTo>
                <a:lnTo>
                  <a:pt x="546671" y="242752"/>
                </a:lnTo>
                <a:cubicBezTo>
                  <a:pt x="550728" y="238693"/>
                  <a:pt x="544237" y="217584"/>
                  <a:pt x="538558" y="214336"/>
                </a:cubicBezTo>
                <a:cubicBezTo>
                  <a:pt x="536124" y="213525"/>
                  <a:pt x="536124" y="212713"/>
                  <a:pt x="538558" y="210277"/>
                </a:cubicBezTo>
                <a:cubicBezTo>
                  <a:pt x="540992" y="207841"/>
                  <a:pt x="540992" y="208653"/>
                  <a:pt x="538558" y="209465"/>
                </a:cubicBezTo>
                <a:cubicBezTo>
                  <a:pt x="536124" y="210277"/>
                  <a:pt x="534501" y="209465"/>
                  <a:pt x="529633" y="207029"/>
                </a:cubicBezTo>
                <a:cubicBezTo>
                  <a:pt x="523954" y="204594"/>
                  <a:pt x="519898" y="203782"/>
                  <a:pt x="510973" y="202970"/>
                </a:cubicBezTo>
                <a:lnTo>
                  <a:pt x="499615" y="202970"/>
                </a:lnTo>
                <a:lnTo>
                  <a:pt x="489067" y="209465"/>
                </a:lnTo>
                <a:cubicBezTo>
                  <a:pt x="480954" y="214336"/>
                  <a:pt x="440388" y="248435"/>
                  <a:pt x="439577" y="252495"/>
                </a:cubicBezTo>
                <a:cubicBezTo>
                  <a:pt x="439577" y="252495"/>
                  <a:pt x="436332" y="255742"/>
                  <a:pt x="432275" y="258990"/>
                </a:cubicBezTo>
                <a:cubicBezTo>
                  <a:pt x="427407" y="263049"/>
                  <a:pt x="417672" y="275227"/>
                  <a:pt x="414426" y="280911"/>
                </a:cubicBezTo>
                <a:cubicBezTo>
                  <a:pt x="411993" y="284970"/>
                  <a:pt x="409558" y="289029"/>
                  <a:pt x="407936" y="293089"/>
                </a:cubicBezTo>
                <a:cubicBezTo>
                  <a:pt x="406313" y="293901"/>
                  <a:pt x="405502" y="294713"/>
                  <a:pt x="404691" y="295524"/>
                </a:cubicBezTo>
                <a:cubicBezTo>
                  <a:pt x="394955" y="302019"/>
                  <a:pt x="382785" y="310950"/>
                  <a:pt x="376295" y="315010"/>
                </a:cubicBezTo>
                <a:cubicBezTo>
                  <a:pt x="371427" y="319069"/>
                  <a:pt x="352766" y="328811"/>
                  <a:pt x="350333" y="328811"/>
                </a:cubicBezTo>
                <a:cubicBezTo>
                  <a:pt x="349521" y="328811"/>
                  <a:pt x="347899" y="329623"/>
                  <a:pt x="347899" y="329623"/>
                </a:cubicBezTo>
                <a:cubicBezTo>
                  <a:pt x="347899" y="331247"/>
                  <a:pt x="331672" y="336930"/>
                  <a:pt x="323559" y="336930"/>
                </a:cubicBezTo>
                <a:cubicBezTo>
                  <a:pt x="320314" y="336930"/>
                  <a:pt x="315446" y="336930"/>
                  <a:pt x="313823" y="336118"/>
                </a:cubicBezTo>
                <a:cubicBezTo>
                  <a:pt x="311389" y="335307"/>
                  <a:pt x="311389" y="333683"/>
                  <a:pt x="311389" y="324752"/>
                </a:cubicBezTo>
                <a:cubicBezTo>
                  <a:pt x="311389" y="319881"/>
                  <a:pt x="313012" y="314198"/>
                  <a:pt x="313823" y="312574"/>
                </a:cubicBezTo>
                <a:cubicBezTo>
                  <a:pt x="314635" y="310950"/>
                  <a:pt x="316257" y="307703"/>
                  <a:pt x="316257" y="306079"/>
                </a:cubicBezTo>
                <a:cubicBezTo>
                  <a:pt x="316257" y="304455"/>
                  <a:pt x="318691" y="299584"/>
                  <a:pt x="320314" y="294713"/>
                </a:cubicBezTo>
                <a:cubicBezTo>
                  <a:pt x="321936" y="289841"/>
                  <a:pt x="323559" y="282534"/>
                  <a:pt x="324370" y="276851"/>
                </a:cubicBezTo>
                <a:cubicBezTo>
                  <a:pt x="325182" y="267920"/>
                  <a:pt x="325182" y="267109"/>
                  <a:pt x="321936" y="262237"/>
                </a:cubicBezTo>
                <a:cubicBezTo>
                  <a:pt x="319503" y="259802"/>
                  <a:pt x="317069" y="257366"/>
                  <a:pt x="315446" y="256554"/>
                </a:cubicBezTo>
                <a:cubicBezTo>
                  <a:pt x="313823" y="255742"/>
                  <a:pt x="312201" y="254930"/>
                  <a:pt x="310578" y="253307"/>
                </a:cubicBezTo>
                <a:cubicBezTo>
                  <a:pt x="306522" y="249247"/>
                  <a:pt x="297597" y="248435"/>
                  <a:pt x="291107" y="250871"/>
                </a:cubicBezTo>
                <a:cubicBezTo>
                  <a:pt x="277314" y="255742"/>
                  <a:pt x="255409" y="270356"/>
                  <a:pt x="235126" y="288217"/>
                </a:cubicBezTo>
                <a:cubicBezTo>
                  <a:pt x="222145" y="299584"/>
                  <a:pt x="221333" y="299584"/>
                  <a:pt x="221333" y="297960"/>
                </a:cubicBezTo>
                <a:cubicBezTo>
                  <a:pt x="221333" y="297148"/>
                  <a:pt x="223767" y="292277"/>
                  <a:pt x="227012" y="288217"/>
                </a:cubicBezTo>
                <a:cubicBezTo>
                  <a:pt x="230258" y="284158"/>
                  <a:pt x="231880" y="280099"/>
                  <a:pt x="231880" y="279287"/>
                </a:cubicBezTo>
                <a:cubicBezTo>
                  <a:pt x="231880" y="279287"/>
                  <a:pt x="231880" y="278475"/>
                  <a:pt x="232692" y="277663"/>
                </a:cubicBezTo>
                <a:cubicBezTo>
                  <a:pt x="234315" y="276851"/>
                  <a:pt x="247295" y="258178"/>
                  <a:pt x="247295" y="256554"/>
                </a:cubicBezTo>
                <a:cubicBezTo>
                  <a:pt x="247295" y="255742"/>
                  <a:pt x="248918" y="254119"/>
                  <a:pt x="250541" y="251683"/>
                </a:cubicBezTo>
                <a:cubicBezTo>
                  <a:pt x="253786" y="248435"/>
                  <a:pt x="260276" y="237881"/>
                  <a:pt x="258654" y="237881"/>
                </a:cubicBezTo>
                <a:cubicBezTo>
                  <a:pt x="258654" y="237881"/>
                  <a:pt x="259465" y="235445"/>
                  <a:pt x="262711" y="233010"/>
                </a:cubicBezTo>
                <a:cubicBezTo>
                  <a:pt x="265956" y="230574"/>
                  <a:pt x="267578" y="228138"/>
                  <a:pt x="267578" y="226515"/>
                </a:cubicBezTo>
                <a:cubicBezTo>
                  <a:pt x="267578" y="224891"/>
                  <a:pt x="270012" y="220831"/>
                  <a:pt x="274069" y="216772"/>
                </a:cubicBezTo>
                <a:cubicBezTo>
                  <a:pt x="277314" y="213525"/>
                  <a:pt x="280559" y="209465"/>
                  <a:pt x="280559" y="208653"/>
                </a:cubicBezTo>
                <a:cubicBezTo>
                  <a:pt x="280559" y="207841"/>
                  <a:pt x="282182" y="207029"/>
                  <a:pt x="282182" y="206218"/>
                </a:cubicBezTo>
                <a:cubicBezTo>
                  <a:pt x="282993" y="205406"/>
                  <a:pt x="284616" y="202970"/>
                  <a:pt x="286239" y="201346"/>
                </a:cubicBezTo>
                <a:cubicBezTo>
                  <a:pt x="287861" y="198911"/>
                  <a:pt x="290295" y="195663"/>
                  <a:pt x="291918" y="194039"/>
                </a:cubicBezTo>
                <a:cubicBezTo>
                  <a:pt x="293540" y="192416"/>
                  <a:pt x="294352" y="189980"/>
                  <a:pt x="294352" y="189168"/>
                </a:cubicBezTo>
                <a:cubicBezTo>
                  <a:pt x="294352" y="188356"/>
                  <a:pt x="296786" y="185109"/>
                  <a:pt x="299220" y="181861"/>
                </a:cubicBezTo>
                <a:cubicBezTo>
                  <a:pt x="301654" y="178614"/>
                  <a:pt x="305710" y="173742"/>
                  <a:pt x="308144" y="169683"/>
                </a:cubicBezTo>
                <a:cubicBezTo>
                  <a:pt x="313012" y="159129"/>
                  <a:pt x="330050" y="138832"/>
                  <a:pt x="337351" y="129901"/>
                </a:cubicBezTo>
                <a:cubicBezTo>
                  <a:pt x="338974" y="127465"/>
                  <a:pt x="341408" y="124218"/>
                  <a:pt x="343031" y="122594"/>
                </a:cubicBezTo>
                <a:cubicBezTo>
                  <a:pt x="344653" y="120158"/>
                  <a:pt x="347899" y="116099"/>
                  <a:pt x="350333" y="112039"/>
                </a:cubicBezTo>
                <a:cubicBezTo>
                  <a:pt x="352766" y="107980"/>
                  <a:pt x="356823" y="103921"/>
                  <a:pt x="358446" y="101485"/>
                </a:cubicBezTo>
                <a:cubicBezTo>
                  <a:pt x="360068" y="99049"/>
                  <a:pt x="362502" y="96614"/>
                  <a:pt x="364125" y="94178"/>
                </a:cubicBezTo>
                <a:cubicBezTo>
                  <a:pt x="367370" y="90119"/>
                  <a:pt x="370615" y="82000"/>
                  <a:pt x="370615" y="77941"/>
                </a:cubicBezTo>
                <a:cubicBezTo>
                  <a:pt x="370615" y="66574"/>
                  <a:pt x="352766" y="58455"/>
                  <a:pt x="342219" y="58455"/>
                </a:cubicBezTo>
                <a:cubicBezTo>
                  <a:pt x="337351" y="58455"/>
                  <a:pt x="333295" y="60891"/>
                  <a:pt x="330861" y="65762"/>
                </a:cubicBezTo>
                <a:cubicBezTo>
                  <a:pt x="329238" y="68198"/>
                  <a:pt x="327616" y="70634"/>
                  <a:pt x="326804" y="70634"/>
                </a:cubicBezTo>
                <a:cubicBezTo>
                  <a:pt x="325993" y="70634"/>
                  <a:pt x="321936" y="76317"/>
                  <a:pt x="317880" y="82812"/>
                </a:cubicBezTo>
                <a:cubicBezTo>
                  <a:pt x="308144" y="99049"/>
                  <a:pt x="300842" y="107168"/>
                  <a:pt x="299220" y="108792"/>
                </a:cubicBezTo>
                <a:cubicBezTo>
                  <a:pt x="298408" y="109604"/>
                  <a:pt x="297597" y="110416"/>
                  <a:pt x="297597" y="111228"/>
                </a:cubicBezTo>
                <a:cubicBezTo>
                  <a:pt x="297597" y="112851"/>
                  <a:pt x="296786" y="114475"/>
                  <a:pt x="296786" y="115287"/>
                </a:cubicBezTo>
                <a:cubicBezTo>
                  <a:pt x="286239" y="113663"/>
                  <a:pt x="256220" y="113663"/>
                  <a:pt x="229447" y="114475"/>
                </a:cubicBezTo>
                <a:cubicBezTo>
                  <a:pt x="216465" y="115287"/>
                  <a:pt x="211598" y="114475"/>
                  <a:pt x="211598" y="113663"/>
                </a:cubicBezTo>
                <a:cubicBezTo>
                  <a:pt x="211598" y="112851"/>
                  <a:pt x="211598" y="112039"/>
                  <a:pt x="212409" y="112039"/>
                </a:cubicBezTo>
                <a:cubicBezTo>
                  <a:pt x="213220" y="112039"/>
                  <a:pt x="214843" y="108792"/>
                  <a:pt x="217277" y="105544"/>
                </a:cubicBezTo>
                <a:cubicBezTo>
                  <a:pt x="219711" y="102297"/>
                  <a:pt x="222145" y="99049"/>
                  <a:pt x="222956" y="99049"/>
                </a:cubicBezTo>
                <a:cubicBezTo>
                  <a:pt x="224579" y="99049"/>
                  <a:pt x="237560" y="83624"/>
                  <a:pt x="239994" y="78752"/>
                </a:cubicBezTo>
                <a:cubicBezTo>
                  <a:pt x="240805" y="76317"/>
                  <a:pt x="248107" y="68198"/>
                  <a:pt x="257843" y="59267"/>
                </a:cubicBezTo>
                <a:cubicBezTo>
                  <a:pt x="266767" y="50337"/>
                  <a:pt x="274880" y="42218"/>
                  <a:pt x="275691" y="39782"/>
                </a:cubicBezTo>
                <a:cubicBezTo>
                  <a:pt x="276503" y="37347"/>
                  <a:pt x="279748" y="33287"/>
                  <a:pt x="281371" y="30851"/>
                </a:cubicBezTo>
                <a:cubicBezTo>
                  <a:pt x="282993" y="28416"/>
                  <a:pt x="284616" y="25168"/>
                  <a:pt x="283805" y="24356"/>
                </a:cubicBezTo>
                <a:cubicBezTo>
                  <a:pt x="282993" y="23545"/>
                  <a:pt x="282993" y="20297"/>
                  <a:pt x="282993" y="17861"/>
                </a:cubicBezTo>
                <a:cubicBezTo>
                  <a:pt x="282993" y="10554"/>
                  <a:pt x="278937" y="5683"/>
                  <a:pt x="269201" y="2436"/>
                </a:cubicBezTo>
                <a:cubicBezTo>
                  <a:pt x="264333" y="812"/>
                  <a:pt x="261899" y="0"/>
                  <a:pt x="259465" y="0"/>
                </a:cubicBezTo>
                <a:cubicBezTo>
                  <a:pt x="248107" y="0"/>
                  <a:pt x="231880" y="21109"/>
                  <a:pt x="225390" y="28416"/>
                </a:cubicBezTo>
                <a:cubicBezTo>
                  <a:pt x="222145" y="32475"/>
                  <a:pt x="205918" y="50337"/>
                  <a:pt x="202673" y="55208"/>
                </a:cubicBezTo>
                <a:cubicBezTo>
                  <a:pt x="201862" y="56020"/>
                  <a:pt x="200239" y="58455"/>
                  <a:pt x="198616" y="60891"/>
                </a:cubicBezTo>
                <a:cubicBezTo>
                  <a:pt x="197805" y="62515"/>
                  <a:pt x="194560" y="66574"/>
                  <a:pt x="192126" y="69010"/>
                </a:cubicBezTo>
                <a:cubicBezTo>
                  <a:pt x="188069" y="73881"/>
                  <a:pt x="166164" y="104733"/>
                  <a:pt x="166164" y="104733"/>
                </a:cubicBezTo>
                <a:cubicBezTo>
                  <a:pt x="166164" y="105544"/>
                  <a:pt x="167787" y="104733"/>
                  <a:pt x="168598" y="104733"/>
                </a:cubicBezTo>
                <a:cubicBezTo>
                  <a:pt x="170220" y="104733"/>
                  <a:pt x="171032" y="104733"/>
                  <a:pt x="171032" y="105544"/>
                </a:cubicBezTo>
                <a:cubicBezTo>
                  <a:pt x="171032" y="107168"/>
                  <a:pt x="166975" y="107980"/>
                  <a:pt x="163730" y="107168"/>
                </a:cubicBezTo>
                <a:cubicBezTo>
                  <a:pt x="163730" y="107168"/>
                  <a:pt x="162919" y="107168"/>
                  <a:pt x="162919" y="107980"/>
                </a:cubicBezTo>
                <a:cubicBezTo>
                  <a:pt x="162919" y="108792"/>
                  <a:pt x="161296" y="111228"/>
                  <a:pt x="159673" y="112851"/>
                </a:cubicBezTo>
                <a:cubicBezTo>
                  <a:pt x="157240" y="115287"/>
                  <a:pt x="154805" y="117723"/>
                  <a:pt x="153994" y="119346"/>
                </a:cubicBezTo>
                <a:cubicBezTo>
                  <a:pt x="153183" y="120970"/>
                  <a:pt x="149938" y="122594"/>
                  <a:pt x="147504" y="123406"/>
                </a:cubicBezTo>
                <a:cubicBezTo>
                  <a:pt x="101259" y="132337"/>
                  <a:pt x="94768" y="133960"/>
                  <a:pt x="67184" y="141267"/>
                </a:cubicBezTo>
                <a:cubicBezTo>
                  <a:pt x="56636" y="143703"/>
                  <a:pt x="46901" y="146138"/>
                  <a:pt x="45278" y="145327"/>
                </a:cubicBezTo>
                <a:cubicBezTo>
                  <a:pt x="42844" y="144515"/>
                  <a:pt x="42033" y="145327"/>
                  <a:pt x="41221" y="147762"/>
                </a:cubicBezTo>
                <a:cubicBezTo>
                  <a:pt x="37976" y="157505"/>
                  <a:pt x="49335" y="167247"/>
                  <a:pt x="63127" y="168059"/>
                </a:cubicBezTo>
                <a:cubicBezTo>
                  <a:pt x="70429" y="168871"/>
                  <a:pt x="83410" y="168059"/>
                  <a:pt x="85032" y="165624"/>
                </a:cubicBezTo>
                <a:cubicBezTo>
                  <a:pt x="85844" y="164812"/>
                  <a:pt x="103693" y="160752"/>
                  <a:pt x="105315" y="159940"/>
                </a:cubicBezTo>
                <a:cubicBezTo>
                  <a:pt x="109372" y="159129"/>
                  <a:pt x="114240" y="157505"/>
                  <a:pt x="115862" y="157505"/>
                </a:cubicBezTo>
                <a:cubicBezTo>
                  <a:pt x="117485" y="157505"/>
                  <a:pt x="119919" y="156693"/>
                  <a:pt x="121542" y="155881"/>
                </a:cubicBezTo>
                <a:cubicBezTo>
                  <a:pt x="123164" y="155881"/>
                  <a:pt x="123976" y="155069"/>
                  <a:pt x="123976" y="155881"/>
                </a:cubicBezTo>
                <a:cubicBezTo>
                  <a:pt x="123976" y="157505"/>
                  <a:pt x="116674" y="172119"/>
                  <a:pt x="115862" y="171307"/>
                </a:cubicBezTo>
                <a:cubicBezTo>
                  <a:pt x="115051" y="171307"/>
                  <a:pt x="102070" y="188356"/>
                  <a:pt x="102070" y="189168"/>
                </a:cubicBezTo>
                <a:cubicBezTo>
                  <a:pt x="102070" y="189980"/>
                  <a:pt x="90712" y="207841"/>
                  <a:pt x="89089" y="209465"/>
                </a:cubicBezTo>
                <a:cubicBezTo>
                  <a:pt x="87466" y="211089"/>
                  <a:pt x="82598" y="218396"/>
                  <a:pt x="82598" y="220020"/>
                </a:cubicBezTo>
                <a:cubicBezTo>
                  <a:pt x="82598" y="220831"/>
                  <a:pt x="80976" y="223267"/>
                  <a:pt x="78542" y="225703"/>
                </a:cubicBezTo>
                <a:cubicBezTo>
                  <a:pt x="75297" y="228950"/>
                  <a:pt x="74485" y="230574"/>
                  <a:pt x="75297" y="231386"/>
                </a:cubicBezTo>
                <a:cubicBezTo>
                  <a:pt x="76108" y="232198"/>
                  <a:pt x="75297" y="232198"/>
                  <a:pt x="73674" y="234633"/>
                </a:cubicBezTo>
                <a:cubicBezTo>
                  <a:pt x="72051" y="237069"/>
                  <a:pt x="66372" y="244376"/>
                  <a:pt x="61504" y="252495"/>
                </a:cubicBezTo>
                <a:cubicBezTo>
                  <a:pt x="56636" y="260614"/>
                  <a:pt x="50957" y="269544"/>
                  <a:pt x="49335" y="271168"/>
                </a:cubicBezTo>
                <a:cubicBezTo>
                  <a:pt x="43655" y="278475"/>
                  <a:pt x="24184" y="316633"/>
                  <a:pt x="19316" y="328811"/>
                </a:cubicBezTo>
                <a:cubicBezTo>
                  <a:pt x="-5023" y="388891"/>
                  <a:pt x="-6646" y="427049"/>
                  <a:pt x="16071" y="454653"/>
                </a:cubicBezTo>
                <a:cubicBezTo>
                  <a:pt x="22561" y="462772"/>
                  <a:pt x="35542" y="469267"/>
                  <a:pt x="45278" y="469267"/>
                </a:cubicBezTo>
                <a:cubicBezTo>
                  <a:pt x="55014" y="469267"/>
                  <a:pt x="55825" y="467643"/>
                  <a:pt x="46089" y="464395"/>
                </a:cubicBezTo>
                <a:cubicBezTo>
                  <a:pt x="36353" y="461148"/>
                  <a:pt x="33920" y="458712"/>
                  <a:pt x="29863" y="445722"/>
                </a:cubicBezTo>
                <a:cubicBezTo>
                  <a:pt x="26618" y="435980"/>
                  <a:pt x="25806" y="428673"/>
                  <a:pt x="29052" y="426237"/>
                </a:cubicBezTo>
                <a:cubicBezTo>
                  <a:pt x="30674" y="424613"/>
                  <a:pt x="29863" y="424613"/>
                  <a:pt x="29052" y="424613"/>
                </a:cubicBezTo>
                <a:cubicBezTo>
                  <a:pt x="28240" y="424613"/>
                  <a:pt x="27429" y="422990"/>
                  <a:pt x="27429" y="419742"/>
                </a:cubicBezTo>
                <a:cubicBezTo>
                  <a:pt x="27429" y="416495"/>
                  <a:pt x="28240" y="414871"/>
                  <a:pt x="28240" y="414871"/>
                </a:cubicBezTo>
                <a:cubicBezTo>
                  <a:pt x="29052" y="414871"/>
                  <a:pt x="31486" y="409188"/>
                  <a:pt x="32297" y="405940"/>
                </a:cubicBezTo>
                <a:cubicBezTo>
                  <a:pt x="32297" y="401069"/>
                  <a:pt x="37165" y="379960"/>
                  <a:pt x="42033" y="377524"/>
                </a:cubicBezTo>
                <a:cubicBezTo>
                  <a:pt x="44467" y="375901"/>
                  <a:pt x="44467" y="375089"/>
                  <a:pt x="42844" y="371841"/>
                </a:cubicBezTo>
                <a:cubicBezTo>
                  <a:pt x="41221" y="368594"/>
                  <a:pt x="42033" y="367782"/>
                  <a:pt x="43655" y="365346"/>
                </a:cubicBezTo>
                <a:cubicBezTo>
                  <a:pt x="45278" y="363722"/>
                  <a:pt x="46089" y="361287"/>
                  <a:pt x="46089" y="361287"/>
                </a:cubicBezTo>
                <a:cubicBezTo>
                  <a:pt x="46089" y="360475"/>
                  <a:pt x="46089" y="358851"/>
                  <a:pt x="46901" y="358039"/>
                </a:cubicBezTo>
                <a:cubicBezTo>
                  <a:pt x="47712" y="357227"/>
                  <a:pt x="46901" y="355604"/>
                  <a:pt x="46089" y="355604"/>
                </a:cubicBezTo>
                <a:cubicBezTo>
                  <a:pt x="44467" y="355604"/>
                  <a:pt x="44467" y="356415"/>
                  <a:pt x="45278" y="358039"/>
                </a:cubicBezTo>
                <a:cubicBezTo>
                  <a:pt x="46089" y="359663"/>
                  <a:pt x="45278" y="360475"/>
                  <a:pt x="43655" y="359663"/>
                </a:cubicBezTo>
                <a:cubicBezTo>
                  <a:pt x="42844" y="358851"/>
                  <a:pt x="41221" y="359663"/>
                  <a:pt x="41221" y="362099"/>
                </a:cubicBezTo>
                <a:cubicBezTo>
                  <a:pt x="40410" y="363722"/>
                  <a:pt x="40410" y="364534"/>
                  <a:pt x="39599" y="364534"/>
                </a:cubicBezTo>
                <a:cubicBezTo>
                  <a:pt x="39599" y="364534"/>
                  <a:pt x="40410" y="360475"/>
                  <a:pt x="42033" y="357227"/>
                </a:cubicBezTo>
                <a:cubicBezTo>
                  <a:pt x="44467" y="351544"/>
                  <a:pt x="45278" y="350732"/>
                  <a:pt x="46901" y="351544"/>
                </a:cubicBezTo>
                <a:cubicBezTo>
                  <a:pt x="47712" y="352356"/>
                  <a:pt x="48523" y="353980"/>
                  <a:pt x="47712" y="353980"/>
                </a:cubicBezTo>
                <a:cubicBezTo>
                  <a:pt x="47712" y="354792"/>
                  <a:pt x="47712" y="354792"/>
                  <a:pt x="48523" y="354792"/>
                </a:cubicBezTo>
                <a:cubicBezTo>
                  <a:pt x="49335" y="354792"/>
                  <a:pt x="49335" y="353980"/>
                  <a:pt x="49335" y="353980"/>
                </a:cubicBezTo>
                <a:cubicBezTo>
                  <a:pt x="49335" y="353168"/>
                  <a:pt x="50146" y="353168"/>
                  <a:pt x="50146" y="353168"/>
                </a:cubicBezTo>
                <a:cubicBezTo>
                  <a:pt x="51769" y="353980"/>
                  <a:pt x="55014" y="349920"/>
                  <a:pt x="58259" y="343425"/>
                </a:cubicBezTo>
                <a:cubicBezTo>
                  <a:pt x="59070" y="341802"/>
                  <a:pt x="59070" y="339366"/>
                  <a:pt x="59070" y="336930"/>
                </a:cubicBezTo>
                <a:cubicBezTo>
                  <a:pt x="59070" y="334495"/>
                  <a:pt x="59070" y="334495"/>
                  <a:pt x="59070" y="334495"/>
                </a:cubicBezTo>
                <a:cubicBezTo>
                  <a:pt x="60693" y="336118"/>
                  <a:pt x="65561" y="329623"/>
                  <a:pt x="70429" y="318257"/>
                </a:cubicBezTo>
                <a:cubicBezTo>
                  <a:pt x="73674" y="310950"/>
                  <a:pt x="73674" y="310138"/>
                  <a:pt x="72051" y="308514"/>
                </a:cubicBezTo>
                <a:cubicBezTo>
                  <a:pt x="70429" y="306891"/>
                  <a:pt x="70429" y="307703"/>
                  <a:pt x="72051" y="307703"/>
                </a:cubicBezTo>
                <a:cubicBezTo>
                  <a:pt x="74485" y="307703"/>
                  <a:pt x="85032" y="291465"/>
                  <a:pt x="102070" y="263861"/>
                </a:cubicBezTo>
                <a:cubicBezTo>
                  <a:pt x="107749" y="254930"/>
                  <a:pt x="110183" y="250871"/>
                  <a:pt x="111806" y="249247"/>
                </a:cubicBezTo>
                <a:cubicBezTo>
                  <a:pt x="112617" y="247623"/>
                  <a:pt x="122353" y="230574"/>
                  <a:pt x="123164" y="230574"/>
                </a:cubicBezTo>
                <a:cubicBezTo>
                  <a:pt x="124787" y="229762"/>
                  <a:pt x="136145" y="213525"/>
                  <a:pt x="136145" y="211901"/>
                </a:cubicBezTo>
                <a:cubicBezTo>
                  <a:pt x="136145" y="211089"/>
                  <a:pt x="140202" y="205406"/>
                  <a:pt x="145070" y="199723"/>
                </a:cubicBezTo>
                <a:cubicBezTo>
                  <a:pt x="149938" y="194039"/>
                  <a:pt x="153994" y="188356"/>
                  <a:pt x="153994" y="187544"/>
                </a:cubicBezTo>
                <a:cubicBezTo>
                  <a:pt x="153994" y="186732"/>
                  <a:pt x="154805" y="185921"/>
                  <a:pt x="155617" y="185109"/>
                </a:cubicBezTo>
                <a:cubicBezTo>
                  <a:pt x="162919" y="177802"/>
                  <a:pt x="164541" y="173742"/>
                  <a:pt x="171032" y="164000"/>
                </a:cubicBezTo>
                <a:cubicBezTo>
                  <a:pt x="175088" y="157505"/>
                  <a:pt x="179956" y="151010"/>
                  <a:pt x="182390" y="147762"/>
                </a:cubicBezTo>
                <a:cubicBezTo>
                  <a:pt x="184824" y="145327"/>
                  <a:pt x="186447" y="142079"/>
                  <a:pt x="187258" y="140455"/>
                </a:cubicBezTo>
                <a:cubicBezTo>
                  <a:pt x="188069" y="138832"/>
                  <a:pt x="189692" y="138020"/>
                  <a:pt x="191315" y="137208"/>
                </a:cubicBezTo>
                <a:cubicBezTo>
                  <a:pt x="192937" y="136396"/>
                  <a:pt x="193749" y="135584"/>
                  <a:pt x="193749" y="134772"/>
                </a:cubicBezTo>
                <a:cubicBezTo>
                  <a:pt x="193749" y="133148"/>
                  <a:pt x="201862" y="130713"/>
                  <a:pt x="208352" y="130713"/>
                </a:cubicBezTo>
                <a:cubicBezTo>
                  <a:pt x="209164" y="130713"/>
                  <a:pt x="211598" y="130713"/>
                  <a:pt x="211598" y="129901"/>
                </a:cubicBezTo>
                <a:cubicBezTo>
                  <a:pt x="212409" y="129089"/>
                  <a:pt x="214843" y="129089"/>
                  <a:pt x="217277" y="129089"/>
                </a:cubicBezTo>
                <a:cubicBezTo>
                  <a:pt x="219711" y="129089"/>
                  <a:pt x="221333" y="129089"/>
                  <a:pt x="221333" y="128277"/>
                </a:cubicBezTo>
                <a:cubicBezTo>
                  <a:pt x="221333" y="127465"/>
                  <a:pt x="231880" y="124218"/>
                  <a:pt x="239182" y="123406"/>
                </a:cubicBezTo>
                <a:cubicBezTo>
                  <a:pt x="257843" y="120970"/>
                  <a:pt x="275691" y="120158"/>
                  <a:pt x="289484" y="120158"/>
                </a:cubicBezTo>
                <a:cubicBezTo>
                  <a:pt x="288673" y="122594"/>
                  <a:pt x="287050" y="124218"/>
                  <a:pt x="286239" y="125841"/>
                </a:cubicBezTo>
                <a:cubicBezTo>
                  <a:pt x="284616" y="127465"/>
                  <a:pt x="283805" y="129089"/>
                  <a:pt x="283805" y="129901"/>
                </a:cubicBezTo>
                <a:cubicBezTo>
                  <a:pt x="283805" y="130713"/>
                  <a:pt x="282993" y="131525"/>
                  <a:pt x="282182" y="131525"/>
                </a:cubicBezTo>
                <a:cubicBezTo>
                  <a:pt x="281371" y="131525"/>
                  <a:pt x="280559" y="132337"/>
                  <a:pt x="280559" y="133960"/>
                </a:cubicBezTo>
                <a:cubicBezTo>
                  <a:pt x="280559" y="135584"/>
                  <a:pt x="278937" y="136396"/>
                  <a:pt x="278126" y="137208"/>
                </a:cubicBezTo>
                <a:cubicBezTo>
                  <a:pt x="276503" y="138832"/>
                  <a:pt x="275691" y="139643"/>
                  <a:pt x="275691" y="139643"/>
                </a:cubicBezTo>
                <a:cubicBezTo>
                  <a:pt x="276503" y="140455"/>
                  <a:pt x="274880" y="141267"/>
                  <a:pt x="273258" y="142079"/>
                </a:cubicBezTo>
                <a:cubicBezTo>
                  <a:pt x="271635" y="142891"/>
                  <a:pt x="270824" y="144515"/>
                  <a:pt x="270824" y="146138"/>
                </a:cubicBezTo>
                <a:cubicBezTo>
                  <a:pt x="270824" y="146950"/>
                  <a:pt x="270824" y="148574"/>
                  <a:pt x="269201" y="149386"/>
                </a:cubicBezTo>
                <a:cubicBezTo>
                  <a:pt x="268390" y="150198"/>
                  <a:pt x="266767" y="151822"/>
                  <a:pt x="266767" y="152634"/>
                </a:cubicBezTo>
                <a:cubicBezTo>
                  <a:pt x="266767" y="153445"/>
                  <a:pt x="264333" y="157505"/>
                  <a:pt x="261088" y="160752"/>
                </a:cubicBezTo>
                <a:cubicBezTo>
                  <a:pt x="257031" y="164000"/>
                  <a:pt x="255409" y="167247"/>
                  <a:pt x="255409" y="168059"/>
                </a:cubicBezTo>
                <a:cubicBezTo>
                  <a:pt x="257031" y="169683"/>
                  <a:pt x="252163" y="174554"/>
                  <a:pt x="249729" y="175366"/>
                </a:cubicBezTo>
                <a:cubicBezTo>
                  <a:pt x="248107" y="175366"/>
                  <a:pt x="247295" y="176990"/>
                  <a:pt x="247295" y="178614"/>
                </a:cubicBezTo>
                <a:cubicBezTo>
                  <a:pt x="247295" y="180237"/>
                  <a:pt x="247295" y="181049"/>
                  <a:pt x="245673" y="181049"/>
                </a:cubicBezTo>
                <a:cubicBezTo>
                  <a:pt x="244050" y="181049"/>
                  <a:pt x="244050" y="181049"/>
                  <a:pt x="244050" y="182673"/>
                </a:cubicBezTo>
                <a:cubicBezTo>
                  <a:pt x="244862" y="185109"/>
                  <a:pt x="237560" y="196475"/>
                  <a:pt x="235937" y="195663"/>
                </a:cubicBezTo>
                <a:cubicBezTo>
                  <a:pt x="235937" y="195663"/>
                  <a:pt x="235126" y="196475"/>
                  <a:pt x="234315" y="198099"/>
                </a:cubicBezTo>
                <a:cubicBezTo>
                  <a:pt x="234315" y="199723"/>
                  <a:pt x="231069" y="204594"/>
                  <a:pt x="227824" y="209465"/>
                </a:cubicBezTo>
                <a:cubicBezTo>
                  <a:pt x="224579" y="214336"/>
                  <a:pt x="221333" y="219208"/>
                  <a:pt x="221333" y="219208"/>
                </a:cubicBezTo>
                <a:cubicBezTo>
                  <a:pt x="221333" y="220020"/>
                  <a:pt x="219711" y="221643"/>
                  <a:pt x="217277" y="223267"/>
                </a:cubicBezTo>
                <a:cubicBezTo>
                  <a:pt x="214843" y="225703"/>
                  <a:pt x="213220" y="227326"/>
                  <a:pt x="214032" y="228138"/>
                </a:cubicBezTo>
                <a:cubicBezTo>
                  <a:pt x="214032" y="228950"/>
                  <a:pt x="214032" y="228950"/>
                  <a:pt x="212409" y="229762"/>
                </a:cubicBezTo>
                <a:cubicBezTo>
                  <a:pt x="210786" y="230574"/>
                  <a:pt x="210786" y="231386"/>
                  <a:pt x="210786" y="232198"/>
                </a:cubicBezTo>
                <a:cubicBezTo>
                  <a:pt x="211598" y="233010"/>
                  <a:pt x="209975" y="235445"/>
                  <a:pt x="207541" y="237881"/>
                </a:cubicBezTo>
                <a:cubicBezTo>
                  <a:pt x="205107" y="240317"/>
                  <a:pt x="203484" y="242752"/>
                  <a:pt x="203484" y="244376"/>
                </a:cubicBezTo>
                <a:cubicBezTo>
                  <a:pt x="203484" y="245188"/>
                  <a:pt x="202673" y="246812"/>
                  <a:pt x="201862" y="246812"/>
                </a:cubicBezTo>
                <a:cubicBezTo>
                  <a:pt x="201051" y="246812"/>
                  <a:pt x="200239" y="247623"/>
                  <a:pt x="201051" y="247623"/>
                </a:cubicBezTo>
                <a:cubicBezTo>
                  <a:pt x="201862" y="247623"/>
                  <a:pt x="201051" y="250059"/>
                  <a:pt x="199428" y="252495"/>
                </a:cubicBezTo>
                <a:cubicBezTo>
                  <a:pt x="197805" y="254119"/>
                  <a:pt x="197805" y="256554"/>
                  <a:pt x="197805" y="257366"/>
                </a:cubicBezTo>
                <a:cubicBezTo>
                  <a:pt x="197805" y="258178"/>
                  <a:pt x="197805" y="258178"/>
                  <a:pt x="196994" y="258178"/>
                </a:cubicBezTo>
                <a:cubicBezTo>
                  <a:pt x="196183" y="258178"/>
                  <a:pt x="194560" y="258178"/>
                  <a:pt x="193749" y="258178"/>
                </a:cubicBezTo>
                <a:cubicBezTo>
                  <a:pt x="192126" y="258178"/>
                  <a:pt x="192126" y="258990"/>
                  <a:pt x="193749" y="259802"/>
                </a:cubicBezTo>
                <a:cubicBezTo>
                  <a:pt x="196183" y="260614"/>
                  <a:pt x="196183" y="261425"/>
                  <a:pt x="192126" y="265485"/>
                </a:cubicBezTo>
                <a:cubicBezTo>
                  <a:pt x="189692" y="267920"/>
                  <a:pt x="188069" y="270356"/>
                  <a:pt x="188881" y="271980"/>
                </a:cubicBezTo>
                <a:cubicBezTo>
                  <a:pt x="188881" y="273604"/>
                  <a:pt x="188881" y="273604"/>
                  <a:pt x="188881" y="273604"/>
                </a:cubicBezTo>
                <a:cubicBezTo>
                  <a:pt x="186447" y="272792"/>
                  <a:pt x="175900" y="287406"/>
                  <a:pt x="176711" y="290653"/>
                </a:cubicBezTo>
                <a:cubicBezTo>
                  <a:pt x="176711" y="291465"/>
                  <a:pt x="175900" y="293089"/>
                  <a:pt x="175088" y="294713"/>
                </a:cubicBezTo>
                <a:cubicBezTo>
                  <a:pt x="172655" y="297960"/>
                  <a:pt x="168598" y="306079"/>
                  <a:pt x="169409" y="307703"/>
                </a:cubicBezTo>
                <a:cubicBezTo>
                  <a:pt x="170220" y="308514"/>
                  <a:pt x="169409" y="310138"/>
                  <a:pt x="168598" y="310138"/>
                </a:cubicBezTo>
                <a:cubicBezTo>
                  <a:pt x="166164" y="310138"/>
                  <a:pt x="163730" y="321505"/>
                  <a:pt x="162919" y="331247"/>
                </a:cubicBezTo>
                <a:cubicBezTo>
                  <a:pt x="162107" y="347485"/>
                  <a:pt x="163730" y="353168"/>
                  <a:pt x="169409" y="358851"/>
                </a:cubicBezTo>
                <a:cubicBezTo>
                  <a:pt x="173466" y="362910"/>
                  <a:pt x="174277" y="363722"/>
                  <a:pt x="178334" y="362910"/>
                </a:cubicBezTo>
                <a:cubicBezTo>
                  <a:pt x="180768" y="362099"/>
                  <a:pt x="183202" y="362099"/>
                  <a:pt x="184824" y="362099"/>
                </a:cubicBezTo>
                <a:cubicBezTo>
                  <a:pt x="186447" y="362099"/>
                  <a:pt x="186447" y="360475"/>
                  <a:pt x="187258" y="358851"/>
                </a:cubicBezTo>
                <a:cubicBezTo>
                  <a:pt x="188069" y="357227"/>
                  <a:pt x="188881" y="355604"/>
                  <a:pt x="189692" y="355604"/>
                </a:cubicBezTo>
                <a:cubicBezTo>
                  <a:pt x="191315" y="355604"/>
                  <a:pt x="203484" y="345861"/>
                  <a:pt x="210786" y="337742"/>
                </a:cubicBezTo>
                <a:cubicBezTo>
                  <a:pt x="219711" y="328000"/>
                  <a:pt x="225390" y="322316"/>
                  <a:pt x="227012" y="322316"/>
                </a:cubicBezTo>
                <a:cubicBezTo>
                  <a:pt x="228635" y="322316"/>
                  <a:pt x="234315" y="317445"/>
                  <a:pt x="234315" y="315010"/>
                </a:cubicBezTo>
                <a:cubicBezTo>
                  <a:pt x="234315" y="314198"/>
                  <a:pt x="235126" y="312574"/>
                  <a:pt x="235126" y="311762"/>
                </a:cubicBezTo>
                <a:cubicBezTo>
                  <a:pt x="235126" y="310138"/>
                  <a:pt x="235937" y="310138"/>
                  <a:pt x="235937" y="311762"/>
                </a:cubicBezTo>
                <a:cubicBezTo>
                  <a:pt x="236748" y="313386"/>
                  <a:pt x="236748" y="312574"/>
                  <a:pt x="237560" y="310138"/>
                </a:cubicBezTo>
                <a:cubicBezTo>
                  <a:pt x="238371" y="308514"/>
                  <a:pt x="239182" y="307703"/>
                  <a:pt x="239994" y="308514"/>
                </a:cubicBezTo>
                <a:cubicBezTo>
                  <a:pt x="240805" y="308514"/>
                  <a:pt x="241616" y="308514"/>
                  <a:pt x="241616" y="306891"/>
                </a:cubicBezTo>
                <a:cubicBezTo>
                  <a:pt x="241616" y="305267"/>
                  <a:pt x="242428" y="304455"/>
                  <a:pt x="243239" y="305267"/>
                </a:cubicBezTo>
                <a:cubicBezTo>
                  <a:pt x="244050" y="306891"/>
                  <a:pt x="244862" y="306079"/>
                  <a:pt x="244050" y="304455"/>
                </a:cubicBezTo>
                <a:cubicBezTo>
                  <a:pt x="242428" y="302019"/>
                  <a:pt x="248918" y="297148"/>
                  <a:pt x="250541" y="299584"/>
                </a:cubicBezTo>
                <a:cubicBezTo>
                  <a:pt x="251352" y="300396"/>
                  <a:pt x="252163" y="300396"/>
                  <a:pt x="252163" y="298772"/>
                </a:cubicBezTo>
                <a:cubicBezTo>
                  <a:pt x="252975" y="297148"/>
                  <a:pt x="254597" y="295524"/>
                  <a:pt x="256220" y="294713"/>
                </a:cubicBezTo>
                <a:cubicBezTo>
                  <a:pt x="257843" y="293901"/>
                  <a:pt x="260276" y="292277"/>
                  <a:pt x="261088" y="290653"/>
                </a:cubicBezTo>
                <a:cubicBezTo>
                  <a:pt x="261899" y="288217"/>
                  <a:pt x="263522" y="286594"/>
                  <a:pt x="265956" y="285782"/>
                </a:cubicBezTo>
                <a:cubicBezTo>
                  <a:pt x="267578" y="284970"/>
                  <a:pt x="269201" y="283346"/>
                  <a:pt x="269201" y="282534"/>
                </a:cubicBezTo>
                <a:cubicBezTo>
                  <a:pt x="269201" y="281722"/>
                  <a:pt x="270012" y="281722"/>
                  <a:pt x="270824" y="283346"/>
                </a:cubicBezTo>
                <a:cubicBezTo>
                  <a:pt x="270824" y="285782"/>
                  <a:pt x="271635" y="284970"/>
                  <a:pt x="271635" y="283346"/>
                </a:cubicBezTo>
                <a:cubicBezTo>
                  <a:pt x="271635" y="280099"/>
                  <a:pt x="278126" y="276039"/>
                  <a:pt x="278937" y="278475"/>
                </a:cubicBezTo>
                <a:cubicBezTo>
                  <a:pt x="278937" y="279287"/>
                  <a:pt x="280559" y="278475"/>
                  <a:pt x="281371" y="276851"/>
                </a:cubicBezTo>
                <a:lnTo>
                  <a:pt x="282993" y="273604"/>
                </a:lnTo>
                <a:lnTo>
                  <a:pt x="282993" y="276851"/>
                </a:lnTo>
                <a:cubicBezTo>
                  <a:pt x="282993" y="278475"/>
                  <a:pt x="282182" y="283346"/>
                  <a:pt x="281371" y="286594"/>
                </a:cubicBezTo>
                <a:cubicBezTo>
                  <a:pt x="277314" y="303643"/>
                  <a:pt x="277314" y="321505"/>
                  <a:pt x="283805" y="325564"/>
                </a:cubicBezTo>
                <a:cubicBezTo>
                  <a:pt x="284616" y="326376"/>
                  <a:pt x="286239" y="328000"/>
                  <a:pt x="286239" y="328811"/>
                </a:cubicBezTo>
                <a:cubicBezTo>
                  <a:pt x="286239" y="331247"/>
                  <a:pt x="310578" y="356415"/>
                  <a:pt x="318691" y="355604"/>
                </a:cubicBezTo>
                <a:cubicBezTo>
                  <a:pt x="321125" y="355604"/>
                  <a:pt x="325993" y="356415"/>
                  <a:pt x="330861" y="358039"/>
                </a:cubicBezTo>
                <a:cubicBezTo>
                  <a:pt x="337351" y="358851"/>
                  <a:pt x="340597" y="360475"/>
                  <a:pt x="343031" y="360475"/>
                </a:cubicBezTo>
                <a:cubicBezTo>
                  <a:pt x="344653" y="360475"/>
                  <a:pt x="345465" y="359663"/>
                  <a:pt x="346276" y="358851"/>
                </a:cubicBezTo>
                <a:cubicBezTo>
                  <a:pt x="347087" y="358039"/>
                  <a:pt x="350333" y="355604"/>
                  <a:pt x="352766" y="354792"/>
                </a:cubicBezTo>
                <a:cubicBezTo>
                  <a:pt x="356012" y="353980"/>
                  <a:pt x="359257" y="351544"/>
                  <a:pt x="361691" y="349108"/>
                </a:cubicBezTo>
                <a:cubicBezTo>
                  <a:pt x="364125" y="346673"/>
                  <a:pt x="368993" y="343425"/>
                  <a:pt x="373049" y="340990"/>
                </a:cubicBezTo>
                <a:cubicBezTo>
                  <a:pt x="377106" y="338554"/>
                  <a:pt x="382785" y="334495"/>
                  <a:pt x="386842" y="330435"/>
                </a:cubicBezTo>
                <a:cubicBezTo>
                  <a:pt x="386842" y="332871"/>
                  <a:pt x="386842" y="334495"/>
                  <a:pt x="386842" y="336930"/>
                </a:cubicBezTo>
                <a:cubicBezTo>
                  <a:pt x="387653" y="343425"/>
                  <a:pt x="389276" y="348297"/>
                  <a:pt x="395766" y="359663"/>
                </a:cubicBezTo>
                <a:cubicBezTo>
                  <a:pt x="404691" y="375901"/>
                  <a:pt x="409558" y="379148"/>
                  <a:pt x="423351" y="383207"/>
                </a:cubicBezTo>
                <a:cubicBezTo>
                  <a:pt x="431464" y="385643"/>
                  <a:pt x="450124" y="387267"/>
                  <a:pt x="463917" y="387267"/>
                </a:cubicBezTo>
                <a:cubicBezTo>
                  <a:pt x="472030" y="387267"/>
                  <a:pt x="478520" y="386455"/>
                  <a:pt x="480954" y="385643"/>
                </a:cubicBezTo>
                <a:cubicBezTo>
                  <a:pt x="484200" y="384019"/>
                  <a:pt x="484200" y="384019"/>
                  <a:pt x="480954" y="384019"/>
                </a:cubicBezTo>
                <a:cubicBezTo>
                  <a:pt x="479332" y="384019"/>
                  <a:pt x="478520" y="384019"/>
                  <a:pt x="478520" y="383207"/>
                </a:cubicBezTo>
                <a:cubicBezTo>
                  <a:pt x="480143" y="382396"/>
                  <a:pt x="485011" y="381584"/>
                  <a:pt x="493935" y="380772"/>
                </a:cubicBezTo>
                <a:cubicBezTo>
                  <a:pt x="507728" y="379148"/>
                  <a:pt x="532067" y="371029"/>
                  <a:pt x="544237" y="363722"/>
                </a:cubicBezTo>
                <a:cubicBezTo>
                  <a:pt x="545859" y="362910"/>
                  <a:pt x="546671" y="362910"/>
                  <a:pt x="545048" y="364534"/>
                </a:cubicBezTo>
                <a:cubicBezTo>
                  <a:pt x="543425" y="366158"/>
                  <a:pt x="543425" y="366158"/>
                  <a:pt x="545859" y="364534"/>
                </a:cubicBezTo>
                <a:cubicBezTo>
                  <a:pt x="547482" y="363722"/>
                  <a:pt x="551539" y="361287"/>
                  <a:pt x="554784" y="359663"/>
                </a:cubicBezTo>
                <a:cubicBezTo>
                  <a:pt x="558841" y="358039"/>
                  <a:pt x="567765" y="353168"/>
                  <a:pt x="575878" y="348297"/>
                </a:cubicBezTo>
                <a:cubicBezTo>
                  <a:pt x="588859" y="340990"/>
                  <a:pt x="592916" y="336930"/>
                  <a:pt x="592916" y="332871"/>
                </a:cubicBezTo>
                <a:cubicBezTo>
                  <a:pt x="592916" y="332059"/>
                  <a:pt x="594538" y="331247"/>
                  <a:pt x="596161" y="330435"/>
                </a:cubicBezTo>
                <a:cubicBezTo>
                  <a:pt x="600218" y="329623"/>
                  <a:pt x="602651" y="325564"/>
                  <a:pt x="599406" y="325564"/>
                </a:cubicBezTo>
                <a:cubicBezTo>
                  <a:pt x="597784" y="325564"/>
                  <a:pt x="596973" y="326376"/>
                  <a:pt x="595350" y="327188"/>
                </a:cubicBezTo>
                <a:cubicBezTo>
                  <a:pt x="594538" y="328000"/>
                  <a:pt x="592916" y="329623"/>
                  <a:pt x="591293" y="329623"/>
                </a:cubicBezTo>
                <a:cubicBezTo>
                  <a:pt x="590482" y="330435"/>
                  <a:pt x="586425" y="331247"/>
                  <a:pt x="583991" y="332871"/>
                </a:cubicBezTo>
                <a:cubicBezTo>
                  <a:pt x="581557" y="334495"/>
                  <a:pt x="579124" y="335307"/>
                  <a:pt x="579124" y="334495"/>
                </a:cubicBezTo>
                <a:cubicBezTo>
                  <a:pt x="579124" y="333683"/>
                  <a:pt x="593727" y="323940"/>
                  <a:pt x="595350" y="323128"/>
                </a:cubicBezTo>
                <a:cubicBezTo>
                  <a:pt x="597784" y="322316"/>
                  <a:pt x="601029" y="319069"/>
                  <a:pt x="602651" y="317445"/>
                </a:cubicBezTo>
                <a:cubicBezTo>
                  <a:pt x="604274" y="315821"/>
                  <a:pt x="606708" y="314198"/>
                  <a:pt x="608331" y="313386"/>
                </a:cubicBezTo>
                <a:cubicBezTo>
                  <a:pt x="610765" y="312574"/>
                  <a:pt x="616444" y="309326"/>
                  <a:pt x="621312" y="305267"/>
                </a:cubicBezTo>
                <a:cubicBezTo>
                  <a:pt x="626180" y="301208"/>
                  <a:pt x="631859" y="297148"/>
                  <a:pt x="633482" y="295524"/>
                </a:cubicBezTo>
                <a:cubicBezTo>
                  <a:pt x="638349" y="292277"/>
                  <a:pt x="655387" y="276039"/>
                  <a:pt x="655387" y="275227"/>
                </a:cubicBezTo>
                <a:cubicBezTo>
                  <a:pt x="655387" y="274416"/>
                  <a:pt x="657010" y="272792"/>
                  <a:pt x="659443" y="271980"/>
                </a:cubicBezTo>
                <a:cubicBezTo>
                  <a:pt x="661066" y="271168"/>
                  <a:pt x="662689" y="269544"/>
                  <a:pt x="662689" y="268732"/>
                </a:cubicBezTo>
                <a:cubicBezTo>
                  <a:pt x="662689" y="267920"/>
                  <a:pt x="666745" y="263861"/>
                  <a:pt x="672425" y="260614"/>
                </a:cubicBezTo>
                <a:cubicBezTo>
                  <a:pt x="674859" y="258178"/>
                  <a:pt x="686217" y="249247"/>
                  <a:pt x="687028" y="246000"/>
                </a:cubicBezTo>
                <a:cubicBezTo>
                  <a:pt x="693519" y="249247"/>
                  <a:pt x="652953" y="276039"/>
                  <a:pt x="632670" y="290653"/>
                </a:cubicBezTo>
                <a:close/>
                <a:moveTo>
                  <a:pt x="37976" y="322316"/>
                </a:moveTo>
                <a:cubicBezTo>
                  <a:pt x="37976" y="320693"/>
                  <a:pt x="38788" y="319069"/>
                  <a:pt x="38788" y="319069"/>
                </a:cubicBezTo>
                <a:cubicBezTo>
                  <a:pt x="40410" y="319069"/>
                  <a:pt x="39599" y="319881"/>
                  <a:pt x="38788" y="323128"/>
                </a:cubicBezTo>
                <a:cubicBezTo>
                  <a:pt x="37976" y="324752"/>
                  <a:pt x="37165" y="324752"/>
                  <a:pt x="37976" y="322316"/>
                </a:cubicBezTo>
                <a:close/>
                <a:moveTo>
                  <a:pt x="37165" y="346673"/>
                </a:moveTo>
                <a:cubicBezTo>
                  <a:pt x="37976" y="345049"/>
                  <a:pt x="38788" y="345049"/>
                  <a:pt x="38788" y="345049"/>
                </a:cubicBezTo>
                <a:cubicBezTo>
                  <a:pt x="39599" y="345861"/>
                  <a:pt x="37976" y="350732"/>
                  <a:pt x="37165" y="350732"/>
                </a:cubicBezTo>
                <a:cubicBezTo>
                  <a:pt x="35542" y="349920"/>
                  <a:pt x="35542" y="349108"/>
                  <a:pt x="37165" y="346673"/>
                </a:cubicBezTo>
                <a:close/>
                <a:moveTo>
                  <a:pt x="29863" y="333683"/>
                </a:moveTo>
                <a:cubicBezTo>
                  <a:pt x="30674" y="333683"/>
                  <a:pt x="30674" y="332871"/>
                  <a:pt x="30674" y="332059"/>
                </a:cubicBezTo>
                <a:cubicBezTo>
                  <a:pt x="30674" y="331247"/>
                  <a:pt x="30674" y="331247"/>
                  <a:pt x="31486" y="331247"/>
                </a:cubicBezTo>
                <a:cubicBezTo>
                  <a:pt x="32297" y="332059"/>
                  <a:pt x="33108" y="332059"/>
                  <a:pt x="33108" y="332871"/>
                </a:cubicBezTo>
                <a:cubicBezTo>
                  <a:pt x="33108" y="333683"/>
                  <a:pt x="29863" y="335307"/>
                  <a:pt x="29052" y="334495"/>
                </a:cubicBezTo>
                <a:cubicBezTo>
                  <a:pt x="29052" y="334495"/>
                  <a:pt x="29052" y="333683"/>
                  <a:pt x="29863" y="333683"/>
                </a:cubicBezTo>
                <a:close/>
                <a:moveTo>
                  <a:pt x="20127" y="361287"/>
                </a:moveTo>
                <a:cubicBezTo>
                  <a:pt x="18505" y="362099"/>
                  <a:pt x="19316" y="358851"/>
                  <a:pt x="20127" y="356415"/>
                </a:cubicBezTo>
                <a:cubicBezTo>
                  <a:pt x="20938" y="354792"/>
                  <a:pt x="20938" y="355604"/>
                  <a:pt x="20938" y="357227"/>
                </a:cubicBezTo>
                <a:cubicBezTo>
                  <a:pt x="21750" y="358851"/>
                  <a:pt x="20938" y="360475"/>
                  <a:pt x="20127" y="361287"/>
                </a:cubicBezTo>
                <a:close/>
                <a:moveTo>
                  <a:pt x="33108" y="402693"/>
                </a:moveTo>
                <a:cubicBezTo>
                  <a:pt x="32297" y="405128"/>
                  <a:pt x="32297" y="410000"/>
                  <a:pt x="31486" y="414059"/>
                </a:cubicBezTo>
                <a:cubicBezTo>
                  <a:pt x="30674" y="418118"/>
                  <a:pt x="29863" y="420554"/>
                  <a:pt x="29052" y="420554"/>
                </a:cubicBezTo>
                <a:cubicBezTo>
                  <a:pt x="28240" y="420554"/>
                  <a:pt x="27429" y="419742"/>
                  <a:pt x="29052" y="417307"/>
                </a:cubicBezTo>
                <a:cubicBezTo>
                  <a:pt x="29863" y="415683"/>
                  <a:pt x="29863" y="411623"/>
                  <a:pt x="29863" y="408376"/>
                </a:cubicBezTo>
                <a:cubicBezTo>
                  <a:pt x="29863" y="401881"/>
                  <a:pt x="32297" y="391326"/>
                  <a:pt x="33920" y="391326"/>
                </a:cubicBezTo>
                <a:cubicBezTo>
                  <a:pt x="34731" y="391326"/>
                  <a:pt x="33920" y="396198"/>
                  <a:pt x="33108" y="402693"/>
                </a:cubicBezTo>
                <a:close/>
                <a:moveTo>
                  <a:pt x="37976" y="380772"/>
                </a:moveTo>
                <a:cubicBezTo>
                  <a:pt x="34731" y="386455"/>
                  <a:pt x="33920" y="385643"/>
                  <a:pt x="36353" y="379148"/>
                </a:cubicBezTo>
                <a:cubicBezTo>
                  <a:pt x="37165" y="375901"/>
                  <a:pt x="38788" y="374277"/>
                  <a:pt x="39599" y="375089"/>
                </a:cubicBezTo>
                <a:cubicBezTo>
                  <a:pt x="40410" y="375901"/>
                  <a:pt x="40410" y="376712"/>
                  <a:pt x="37976" y="380772"/>
                </a:cubicBezTo>
                <a:close/>
                <a:moveTo>
                  <a:pt x="42844" y="379148"/>
                </a:moveTo>
                <a:cubicBezTo>
                  <a:pt x="43655" y="379148"/>
                  <a:pt x="43655" y="379960"/>
                  <a:pt x="43655" y="380772"/>
                </a:cubicBezTo>
                <a:cubicBezTo>
                  <a:pt x="43655" y="381584"/>
                  <a:pt x="42844" y="382396"/>
                  <a:pt x="41221" y="382396"/>
                </a:cubicBezTo>
                <a:cubicBezTo>
                  <a:pt x="39599" y="382396"/>
                  <a:pt x="39599" y="381584"/>
                  <a:pt x="39599" y="380772"/>
                </a:cubicBezTo>
                <a:cubicBezTo>
                  <a:pt x="41221" y="379960"/>
                  <a:pt x="42033" y="379148"/>
                  <a:pt x="42844" y="379148"/>
                </a:cubicBezTo>
                <a:close/>
                <a:moveTo>
                  <a:pt x="44467" y="335307"/>
                </a:moveTo>
                <a:cubicBezTo>
                  <a:pt x="42033" y="340178"/>
                  <a:pt x="40410" y="341802"/>
                  <a:pt x="40410" y="338554"/>
                </a:cubicBezTo>
                <a:cubicBezTo>
                  <a:pt x="40410" y="337742"/>
                  <a:pt x="41221" y="336118"/>
                  <a:pt x="41221" y="336118"/>
                </a:cubicBezTo>
                <a:cubicBezTo>
                  <a:pt x="42033" y="336118"/>
                  <a:pt x="42033" y="335307"/>
                  <a:pt x="42844" y="334495"/>
                </a:cubicBezTo>
                <a:cubicBezTo>
                  <a:pt x="42844" y="332871"/>
                  <a:pt x="45278" y="328000"/>
                  <a:pt x="46901" y="328000"/>
                </a:cubicBezTo>
                <a:cubicBezTo>
                  <a:pt x="46901" y="328811"/>
                  <a:pt x="46089" y="331247"/>
                  <a:pt x="44467" y="335307"/>
                </a:cubicBezTo>
                <a:close/>
                <a:moveTo>
                  <a:pt x="132089" y="163188"/>
                </a:moveTo>
                <a:cubicBezTo>
                  <a:pt x="133711" y="161564"/>
                  <a:pt x="133711" y="162376"/>
                  <a:pt x="132089" y="165624"/>
                </a:cubicBezTo>
                <a:cubicBezTo>
                  <a:pt x="131277" y="166435"/>
                  <a:pt x="131277" y="167247"/>
                  <a:pt x="131277" y="165624"/>
                </a:cubicBezTo>
                <a:cubicBezTo>
                  <a:pt x="130466" y="164812"/>
                  <a:pt x="131277" y="163188"/>
                  <a:pt x="132089" y="163188"/>
                </a:cubicBezTo>
                <a:close/>
                <a:moveTo>
                  <a:pt x="117485" y="182673"/>
                </a:moveTo>
                <a:cubicBezTo>
                  <a:pt x="118296" y="181049"/>
                  <a:pt x="119919" y="181049"/>
                  <a:pt x="119919" y="181049"/>
                </a:cubicBezTo>
                <a:cubicBezTo>
                  <a:pt x="120730" y="181861"/>
                  <a:pt x="116674" y="185921"/>
                  <a:pt x="115862" y="185109"/>
                </a:cubicBezTo>
                <a:cubicBezTo>
                  <a:pt x="115862" y="185109"/>
                  <a:pt x="116674" y="184297"/>
                  <a:pt x="117485" y="182673"/>
                </a:cubicBezTo>
                <a:close/>
                <a:moveTo>
                  <a:pt x="100448" y="207841"/>
                </a:moveTo>
                <a:cubicBezTo>
                  <a:pt x="101259" y="206218"/>
                  <a:pt x="102881" y="204594"/>
                  <a:pt x="104504" y="204594"/>
                </a:cubicBezTo>
                <a:cubicBezTo>
                  <a:pt x="106938" y="204594"/>
                  <a:pt x="106938" y="205406"/>
                  <a:pt x="104504" y="203782"/>
                </a:cubicBezTo>
                <a:cubicBezTo>
                  <a:pt x="103693" y="202970"/>
                  <a:pt x="103693" y="202158"/>
                  <a:pt x="103693" y="202158"/>
                </a:cubicBezTo>
                <a:cubicBezTo>
                  <a:pt x="104504" y="202158"/>
                  <a:pt x="106127" y="202970"/>
                  <a:pt x="106938" y="203782"/>
                </a:cubicBezTo>
                <a:cubicBezTo>
                  <a:pt x="109372" y="206218"/>
                  <a:pt x="108561" y="206218"/>
                  <a:pt x="106127" y="208653"/>
                </a:cubicBezTo>
                <a:cubicBezTo>
                  <a:pt x="104504" y="210277"/>
                  <a:pt x="103693" y="210277"/>
                  <a:pt x="103693" y="208653"/>
                </a:cubicBezTo>
                <a:cubicBezTo>
                  <a:pt x="102881" y="207841"/>
                  <a:pt x="102070" y="207841"/>
                  <a:pt x="100448" y="208653"/>
                </a:cubicBezTo>
                <a:cubicBezTo>
                  <a:pt x="98825" y="211089"/>
                  <a:pt x="98825" y="211089"/>
                  <a:pt x="100448" y="207841"/>
                </a:cubicBezTo>
                <a:close/>
                <a:moveTo>
                  <a:pt x="63938" y="268732"/>
                </a:moveTo>
                <a:cubicBezTo>
                  <a:pt x="64749" y="268732"/>
                  <a:pt x="67184" y="268732"/>
                  <a:pt x="67995" y="267920"/>
                </a:cubicBezTo>
                <a:cubicBezTo>
                  <a:pt x="69617" y="266297"/>
                  <a:pt x="70429" y="267109"/>
                  <a:pt x="71240" y="267920"/>
                </a:cubicBezTo>
                <a:cubicBezTo>
                  <a:pt x="72051" y="268732"/>
                  <a:pt x="71240" y="269544"/>
                  <a:pt x="70429" y="268732"/>
                </a:cubicBezTo>
                <a:cubicBezTo>
                  <a:pt x="69617" y="267920"/>
                  <a:pt x="67995" y="268732"/>
                  <a:pt x="67184" y="270356"/>
                </a:cubicBezTo>
                <a:cubicBezTo>
                  <a:pt x="65561" y="272792"/>
                  <a:pt x="65561" y="272792"/>
                  <a:pt x="63938" y="271168"/>
                </a:cubicBezTo>
                <a:cubicBezTo>
                  <a:pt x="61504" y="270356"/>
                  <a:pt x="61504" y="267920"/>
                  <a:pt x="63938" y="268732"/>
                </a:cubicBezTo>
                <a:close/>
                <a:moveTo>
                  <a:pt x="72051" y="293901"/>
                </a:moveTo>
                <a:cubicBezTo>
                  <a:pt x="72863" y="293901"/>
                  <a:pt x="73674" y="294713"/>
                  <a:pt x="73674" y="294713"/>
                </a:cubicBezTo>
                <a:cubicBezTo>
                  <a:pt x="73674" y="295524"/>
                  <a:pt x="72863" y="296336"/>
                  <a:pt x="72051" y="296336"/>
                </a:cubicBezTo>
                <a:cubicBezTo>
                  <a:pt x="71240" y="296336"/>
                  <a:pt x="70429" y="295524"/>
                  <a:pt x="70429" y="294713"/>
                </a:cubicBezTo>
                <a:cubicBezTo>
                  <a:pt x="70429" y="294713"/>
                  <a:pt x="70429" y="293901"/>
                  <a:pt x="72051" y="293901"/>
                </a:cubicBezTo>
                <a:close/>
                <a:moveTo>
                  <a:pt x="67995" y="289841"/>
                </a:moveTo>
                <a:cubicBezTo>
                  <a:pt x="66372" y="289841"/>
                  <a:pt x="67184" y="287406"/>
                  <a:pt x="69617" y="286594"/>
                </a:cubicBezTo>
                <a:cubicBezTo>
                  <a:pt x="71240" y="286594"/>
                  <a:pt x="72051" y="285782"/>
                  <a:pt x="72051" y="286594"/>
                </a:cubicBezTo>
                <a:cubicBezTo>
                  <a:pt x="72863" y="286594"/>
                  <a:pt x="69617" y="289841"/>
                  <a:pt x="67995" y="289841"/>
                </a:cubicBezTo>
                <a:close/>
                <a:moveTo>
                  <a:pt x="72051" y="283346"/>
                </a:moveTo>
                <a:cubicBezTo>
                  <a:pt x="71240" y="283346"/>
                  <a:pt x="69617" y="283346"/>
                  <a:pt x="69617" y="283346"/>
                </a:cubicBezTo>
                <a:cubicBezTo>
                  <a:pt x="69617" y="283346"/>
                  <a:pt x="70429" y="282534"/>
                  <a:pt x="72051" y="281722"/>
                </a:cubicBezTo>
                <a:cubicBezTo>
                  <a:pt x="72863" y="281722"/>
                  <a:pt x="74485" y="281722"/>
                  <a:pt x="74485" y="282534"/>
                </a:cubicBezTo>
                <a:cubicBezTo>
                  <a:pt x="74485" y="282534"/>
                  <a:pt x="73674" y="283346"/>
                  <a:pt x="72051" y="283346"/>
                </a:cubicBezTo>
                <a:close/>
                <a:moveTo>
                  <a:pt x="66372" y="295524"/>
                </a:moveTo>
                <a:cubicBezTo>
                  <a:pt x="66372" y="296336"/>
                  <a:pt x="65561" y="297960"/>
                  <a:pt x="64749" y="297960"/>
                </a:cubicBezTo>
                <a:cubicBezTo>
                  <a:pt x="63938" y="297960"/>
                  <a:pt x="63127" y="297960"/>
                  <a:pt x="63127" y="297148"/>
                </a:cubicBezTo>
                <a:cubicBezTo>
                  <a:pt x="63127" y="296336"/>
                  <a:pt x="63938" y="295524"/>
                  <a:pt x="64749" y="294713"/>
                </a:cubicBezTo>
                <a:cubicBezTo>
                  <a:pt x="65561" y="293901"/>
                  <a:pt x="66372" y="294713"/>
                  <a:pt x="66372" y="295524"/>
                </a:cubicBezTo>
                <a:close/>
                <a:moveTo>
                  <a:pt x="62316" y="271980"/>
                </a:moveTo>
                <a:cubicBezTo>
                  <a:pt x="63127" y="271980"/>
                  <a:pt x="63938" y="271980"/>
                  <a:pt x="63938" y="272792"/>
                </a:cubicBezTo>
                <a:cubicBezTo>
                  <a:pt x="63938" y="273604"/>
                  <a:pt x="63127" y="273604"/>
                  <a:pt x="62316" y="274416"/>
                </a:cubicBezTo>
                <a:cubicBezTo>
                  <a:pt x="61504" y="275227"/>
                  <a:pt x="61504" y="274416"/>
                  <a:pt x="61504" y="273604"/>
                </a:cubicBezTo>
                <a:cubicBezTo>
                  <a:pt x="60693" y="272792"/>
                  <a:pt x="61504" y="271980"/>
                  <a:pt x="62316" y="271980"/>
                </a:cubicBezTo>
                <a:close/>
                <a:moveTo>
                  <a:pt x="57448" y="280099"/>
                </a:moveTo>
                <a:cubicBezTo>
                  <a:pt x="59070" y="276039"/>
                  <a:pt x="61504" y="274416"/>
                  <a:pt x="61504" y="277663"/>
                </a:cubicBezTo>
                <a:cubicBezTo>
                  <a:pt x="61504" y="278475"/>
                  <a:pt x="62316" y="278475"/>
                  <a:pt x="63127" y="276851"/>
                </a:cubicBezTo>
                <a:cubicBezTo>
                  <a:pt x="63938" y="275227"/>
                  <a:pt x="65561" y="274416"/>
                  <a:pt x="65561" y="276039"/>
                </a:cubicBezTo>
                <a:cubicBezTo>
                  <a:pt x="65561" y="277663"/>
                  <a:pt x="59882" y="284158"/>
                  <a:pt x="58259" y="284158"/>
                </a:cubicBezTo>
                <a:cubicBezTo>
                  <a:pt x="55825" y="284158"/>
                  <a:pt x="55825" y="283346"/>
                  <a:pt x="57448" y="280099"/>
                </a:cubicBezTo>
                <a:close/>
                <a:moveTo>
                  <a:pt x="62316" y="304455"/>
                </a:moveTo>
                <a:cubicBezTo>
                  <a:pt x="62316" y="305267"/>
                  <a:pt x="61504" y="306079"/>
                  <a:pt x="59882" y="306079"/>
                </a:cubicBezTo>
                <a:cubicBezTo>
                  <a:pt x="58259" y="306079"/>
                  <a:pt x="58259" y="305267"/>
                  <a:pt x="59882" y="304455"/>
                </a:cubicBezTo>
                <a:cubicBezTo>
                  <a:pt x="60693" y="302831"/>
                  <a:pt x="61504" y="302831"/>
                  <a:pt x="61504" y="302831"/>
                </a:cubicBezTo>
                <a:cubicBezTo>
                  <a:pt x="61504" y="302831"/>
                  <a:pt x="62316" y="302831"/>
                  <a:pt x="62316" y="304455"/>
                </a:cubicBezTo>
                <a:close/>
                <a:moveTo>
                  <a:pt x="54202" y="289029"/>
                </a:moveTo>
                <a:lnTo>
                  <a:pt x="56636" y="289029"/>
                </a:lnTo>
                <a:cubicBezTo>
                  <a:pt x="56636" y="289029"/>
                  <a:pt x="55014" y="290653"/>
                  <a:pt x="54202" y="293089"/>
                </a:cubicBezTo>
                <a:cubicBezTo>
                  <a:pt x="52580" y="295524"/>
                  <a:pt x="52580" y="296336"/>
                  <a:pt x="51769" y="293901"/>
                </a:cubicBezTo>
                <a:cubicBezTo>
                  <a:pt x="50146" y="290653"/>
                  <a:pt x="50957" y="289029"/>
                  <a:pt x="54202" y="289029"/>
                </a:cubicBezTo>
                <a:close/>
                <a:moveTo>
                  <a:pt x="55014" y="312574"/>
                </a:moveTo>
                <a:cubicBezTo>
                  <a:pt x="54202" y="312574"/>
                  <a:pt x="53391" y="313386"/>
                  <a:pt x="52580" y="312574"/>
                </a:cubicBezTo>
                <a:cubicBezTo>
                  <a:pt x="52580" y="312574"/>
                  <a:pt x="52580" y="311762"/>
                  <a:pt x="54202" y="311762"/>
                </a:cubicBezTo>
                <a:cubicBezTo>
                  <a:pt x="56636" y="310950"/>
                  <a:pt x="57448" y="311762"/>
                  <a:pt x="55014" y="312574"/>
                </a:cubicBezTo>
                <a:close/>
                <a:moveTo>
                  <a:pt x="50146" y="297960"/>
                </a:moveTo>
                <a:cubicBezTo>
                  <a:pt x="51769" y="297960"/>
                  <a:pt x="51769" y="297148"/>
                  <a:pt x="51769" y="297960"/>
                </a:cubicBezTo>
                <a:cubicBezTo>
                  <a:pt x="51769" y="298772"/>
                  <a:pt x="50957" y="298772"/>
                  <a:pt x="50146" y="300396"/>
                </a:cubicBezTo>
                <a:cubicBezTo>
                  <a:pt x="49335" y="301208"/>
                  <a:pt x="47712" y="301208"/>
                  <a:pt x="47712" y="300396"/>
                </a:cubicBezTo>
                <a:cubicBezTo>
                  <a:pt x="48523" y="298772"/>
                  <a:pt x="49335" y="297960"/>
                  <a:pt x="50146" y="297960"/>
                </a:cubicBezTo>
                <a:close/>
                <a:moveTo>
                  <a:pt x="56636" y="340990"/>
                </a:moveTo>
                <a:cubicBezTo>
                  <a:pt x="55825" y="340990"/>
                  <a:pt x="55014" y="341802"/>
                  <a:pt x="55014" y="342613"/>
                </a:cubicBezTo>
                <a:cubicBezTo>
                  <a:pt x="55014" y="345049"/>
                  <a:pt x="50957" y="353168"/>
                  <a:pt x="49335" y="353168"/>
                </a:cubicBezTo>
                <a:cubicBezTo>
                  <a:pt x="48523" y="353168"/>
                  <a:pt x="48523" y="352356"/>
                  <a:pt x="48523" y="351544"/>
                </a:cubicBezTo>
                <a:cubicBezTo>
                  <a:pt x="49335" y="350732"/>
                  <a:pt x="50146" y="349108"/>
                  <a:pt x="50146" y="347485"/>
                </a:cubicBezTo>
                <a:cubicBezTo>
                  <a:pt x="50146" y="346673"/>
                  <a:pt x="51769" y="345049"/>
                  <a:pt x="51769" y="345049"/>
                </a:cubicBezTo>
                <a:cubicBezTo>
                  <a:pt x="52580" y="345049"/>
                  <a:pt x="52580" y="343425"/>
                  <a:pt x="51769" y="342613"/>
                </a:cubicBezTo>
                <a:cubicBezTo>
                  <a:pt x="51769" y="340178"/>
                  <a:pt x="51769" y="340178"/>
                  <a:pt x="54202" y="340178"/>
                </a:cubicBezTo>
                <a:cubicBezTo>
                  <a:pt x="55825" y="340178"/>
                  <a:pt x="56636" y="340178"/>
                  <a:pt x="56636" y="340990"/>
                </a:cubicBezTo>
                <a:cubicBezTo>
                  <a:pt x="57448" y="340178"/>
                  <a:pt x="57448" y="340990"/>
                  <a:pt x="56636" y="340990"/>
                </a:cubicBezTo>
                <a:close/>
                <a:moveTo>
                  <a:pt x="59070" y="332059"/>
                </a:moveTo>
                <a:cubicBezTo>
                  <a:pt x="57448" y="332059"/>
                  <a:pt x="57448" y="332059"/>
                  <a:pt x="57448" y="330435"/>
                </a:cubicBezTo>
                <a:cubicBezTo>
                  <a:pt x="58259" y="328811"/>
                  <a:pt x="58259" y="328811"/>
                  <a:pt x="59070" y="329623"/>
                </a:cubicBezTo>
                <a:cubicBezTo>
                  <a:pt x="59070" y="330435"/>
                  <a:pt x="59882" y="331247"/>
                  <a:pt x="60693" y="330435"/>
                </a:cubicBezTo>
                <a:cubicBezTo>
                  <a:pt x="61504" y="329623"/>
                  <a:pt x="61504" y="329623"/>
                  <a:pt x="61504" y="330435"/>
                </a:cubicBezTo>
                <a:cubicBezTo>
                  <a:pt x="62316" y="331247"/>
                  <a:pt x="62316" y="331247"/>
                  <a:pt x="59070" y="332059"/>
                </a:cubicBezTo>
                <a:close/>
                <a:moveTo>
                  <a:pt x="66372" y="324752"/>
                </a:moveTo>
                <a:cubicBezTo>
                  <a:pt x="65561" y="324752"/>
                  <a:pt x="64749" y="323940"/>
                  <a:pt x="63938" y="323128"/>
                </a:cubicBezTo>
                <a:cubicBezTo>
                  <a:pt x="63127" y="322316"/>
                  <a:pt x="63127" y="322316"/>
                  <a:pt x="61504" y="323128"/>
                </a:cubicBezTo>
                <a:cubicBezTo>
                  <a:pt x="60693" y="323940"/>
                  <a:pt x="60693" y="323940"/>
                  <a:pt x="60693" y="322316"/>
                </a:cubicBezTo>
                <a:cubicBezTo>
                  <a:pt x="60693" y="320693"/>
                  <a:pt x="59882" y="319069"/>
                  <a:pt x="59070" y="319069"/>
                </a:cubicBezTo>
                <a:cubicBezTo>
                  <a:pt x="58259" y="319069"/>
                  <a:pt x="58259" y="319069"/>
                  <a:pt x="58259" y="318257"/>
                </a:cubicBezTo>
                <a:cubicBezTo>
                  <a:pt x="59070" y="317445"/>
                  <a:pt x="60693" y="319069"/>
                  <a:pt x="63127" y="320693"/>
                </a:cubicBezTo>
                <a:cubicBezTo>
                  <a:pt x="65561" y="322316"/>
                  <a:pt x="67184" y="324752"/>
                  <a:pt x="66372" y="324752"/>
                </a:cubicBezTo>
                <a:close/>
                <a:moveTo>
                  <a:pt x="70429" y="315821"/>
                </a:moveTo>
                <a:cubicBezTo>
                  <a:pt x="69617" y="315821"/>
                  <a:pt x="68806" y="315010"/>
                  <a:pt x="68806" y="315010"/>
                </a:cubicBezTo>
                <a:cubicBezTo>
                  <a:pt x="68806" y="312574"/>
                  <a:pt x="64749" y="311762"/>
                  <a:pt x="63127" y="314198"/>
                </a:cubicBezTo>
                <a:cubicBezTo>
                  <a:pt x="62316" y="315010"/>
                  <a:pt x="61504" y="315010"/>
                  <a:pt x="60693" y="315010"/>
                </a:cubicBezTo>
                <a:cubicBezTo>
                  <a:pt x="59882" y="314198"/>
                  <a:pt x="63127" y="310950"/>
                  <a:pt x="65561" y="310138"/>
                </a:cubicBezTo>
                <a:cubicBezTo>
                  <a:pt x="66372" y="310138"/>
                  <a:pt x="67184" y="310138"/>
                  <a:pt x="66372" y="311762"/>
                </a:cubicBezTo>
                <a:cubicBezTo>
                  <a:pt x="65561" y="312574"/>
                  <a:pt x="67184" y="313386"/>
                  <a:pt x="70429" y="313386"/>
                </a:cubicBezTo>
                <a:cubicBezTo>
                  <a:pt x="71240" y="313386"/>
                  <a:pt x="71240" y="314198"/>
                  <a:pt x="71240" y="315010"/>
                </a:cubicBezTo>
                <a:cubicBezTo>
                  <a:pt x="71240" y="315010"/>
                  <a:pt x="70429" y="315821"/>
                  <a:pt x="70429" y="315821"/>
                </a:cubicBezTo>
                <a:close/>
                <a:moveTo>
                  <a:pt x="74485" y="310950"/>
                </a:moveTo>
                <a:cubicBezTo>
                  <a:pt x="73674" y="310138"/>
                  <a:pt x="72863" y="309326"/>
                  <a:pt x="73674" y="308514"/>
                </a:cubicBezTo>
                <a:cubicBezTo>
                  <a:pt x="74485" y="307703"/>
                  <a:pt x="73674" y="306079"/>
                  <a:pt x="72863" y="305267"/>
                </a:cubicBezTo>
                <a:cubicBezTo>
                  <a:pt x="71240" y="303643"/>
                  <a:pt x="71240" y="304455"/>
                  <a:pt x="72863" y="304455"/>
                </a:cubicBezTo>
                <a:cubicBezTo>
                  <a:pt x="73674" y="304455"/>
                  <a:pt x="76108" y="305267"/>
                  <a:pt x="76919" y="306079"/>
                </a:cubicBezTo>
                <a:cubicBezTo>
                  <a:pt x="80165" y="308514"/>
                  <a:pt x="77731" y="313386"/>
                  <a:pt x="74485" y="310950"/>
                </a:cubicBezTo>
                <a:close/>
                <a:moveTo>
                  <a:pt x="74485" y="277663"/>
                </a:moveTo>
                <a:cubicBezTo>
                  <a:pt x="74485" y="276851"/>
                  <a:pt x="75297" y="276039"/>
                  <a:pt x="75297" y="276039"/>
                </a:cubicBezTo>
                <a:cubicBezTo>
                  <a:pt x="76108" y="276039"/>
                  <a:pt x="76919" y="276039"/>
                  <a:pt x="76919" y="276851"/>
                </a:cubicBezTo>
                <a:cubicBezTo>
                  <a:pt x="76919" y="276851"/>
                  <a:pt x="76108" y="277663"/>
                  <a:pt x="75297" y="278475"/>
                </a:cubicBezTo>
                <a:cubicBezTo>
                  <a:pt x="75297" y="278475"/>
                  <a:pt x="74485" y="278475"/>
                  <a:pt x="74485" y="277663"/>
                </a:cubicBezTo>
                <a:close/>
                <a:moveTo>
                  <a:pt x="75297" y="297148"/>
                </a:moveTo>
                <a:cubicBezTo>
                  <a:pt x="76108" y="296336"/>
                  <a:pt x="76108" y="295524"/>
                  <a:pt x="76919" y="295524"/>
                </a:cubicBezTo>
                <a:cubicBezTo>
                  <a:pt x="77731" y="295524"/>
                  <a:pt x="77731" y="296336"/>
                  <a:pt x="77731" y="297148"/>
                </a:cubicBezTo>
                <a:cubicBezTo>
                  <a:pt x="77731" y="297960"/>
                  <a:pt x="76919" y="297960"/>
                  <a:pt x="76108" y="297960"/>
                </a:cubicBezTo>
                <a:cubicBezTo>
                  <a:pt x="74485" y="297960"/>
                  <a:pt x="74485" y="297960"/>
                  <a:pt x="75297" y="297148"/>
                </a:cubicBezTo>
                <a:close/>
                <a:moveTo>
                  <a:pt x="76919" y="288217"/>
                </a:moveTo>
                <a:cubicBezTo>
                  <a:pt x="76108" y="288217"/>
                  <a:pt x="76108" y="286594"/>
                  <a:pt x="76108" y="285782"/>
                </a:cubicBezTo>
                <a:cubicBezTo>
                  <a:pt x="76108" y="284970"/>
                  <a:pt x="76919" y="284970"/>
                  <a:pt x="76919" y="284970"/>
                </a:cubicBezTo>
                <a:cubicBezTo>
                  <a:pt x="77731" y="285782"/>
                  <a:pt x="78542" y="284970"/>
                  <a:pt x="79353" y="283346"/>
                </a:cubicBezTo>
                <a:cubicBezTo>
                  <a:pt x="79353" y="281722"/>
                  <a:pt x="80165" y="281722"/>
                  <a:pt x="80165" y="283346"/>
                </a:cubicBezTo>
                <a:cubicBezTo>
                  <a:pt x="79353" y="286594"/>
                  <a:pt x="78542" y="289029"/>
                  <a:pt x="76919" y="288217"/>
                </a:cubicBezTo>
                <a:close/>
                <a:moveTo>
                  <a:pt x="86655" y="276851"/>
                </a:moveTo>
                <a:cubicBezTo>
                  <a:pt x="89900" y="276039"/>
                  <a:pt x="89900" y="276039"/>
                  <a:pt x="87466" y="278475"/>
                </a:cubicBezTo>
                <a:cubicBezTo>
                  <a:pt x="86655" y="279287"/>
                  <a:pt x="84221" y="280099"/>
                  <a:pt x="82598" y="279287"/>
                </a:cubicBezTo>
                <a:cubicBezTo>
                  <a:pt x="80165" y="278475"/>
                  <a:pt x="80165" y="278475"/>
                  <a:pt x="81787" y="274416"/>
                </a:cubicBezTo>
                <a:cubicBezTo>
                  <a:pt x="84221" y="269544"/>
                  <a:pt x="89089" y="266297"/>
                  <a:pt x="89089" y="269544"/>
                </a:cubicBezTo>
                <a:cubicBezTo>
                  <a:pt x="89089" y="270356"/>
                  <a:pt x="88278" y="271980"/>
                  <a:pt x="88278" y="271980"/>
                </a:cubicBezTo>
                <a:cubicBezTo>
                  <a:pt x="88278" y="271980"/>
                  <a:pt x="86655" y="272792"/>
                  <a:pt x="85844" y="274416"/>
                </a:cubicBezTo>
                <a:cubicBezTo>
                  <a:pt x="84221" y="277663"/>
                  <a:pt x="84221" y="277663"/>
                  <a:pt x="86655" y="276851"/>
                </a:cubicBezTo>
                <a:close/>
                <a:moveTo>
                  <a:pt x="92334" y="263861"/>
                </a:moveTo>
                <a:cubicBezTo>
                  <a:pt x="90712" y="263861"/>
                  <a:pt x="89900" y="263049"/>
                  <a:pt x="89900" y="263049"/>
                </a:cubicBezTo>
                <a:cubicBezTo>
                  <a:pt x="89900" y="263049"/>
                  <a:pt x="91523" y="261425"/>
                  <a:pt x="93145" y="259802"/>
                </a:cubicBezTo>
                <a:cubicBezTo>
                  <a:pt x="95580" y="257366"/>
                  <a:pt x="95580" y="257366"/>
                  <a:pt x="95580" y="260614"/>
                </a:cubicBezTo>
                <a:cubicBezTo>
                  <a:pt x="94768" y="263049"/>
                  <a:pt x="93957" y="263861"/>
                  <a:pt x="92334" y="263861"/>
                </a:cubicBezTo>
                <a:close/>
                <a:moveTo>
                  <a:pt x="94768" y="248435"/>
                </a:moveTo>
                <a:lnTo>
                  <a:pt x="91523" y="250871"/>
                </a:lnTo>
                <a:lnTo>
                  <a:pt x="94768" y="248435"/>
                </a:lnTo>
                <a:cubicBezTo>
                  <a:pt x="95580" y="246000"/>
                  <a:pt x="97202" y="244376"/>
                  <a:pt x="97202" y="244376"/>
                </a:cubicBezTo>
                <a:cubicBezTo>
                  <a:pt x="98825" y="244376"/>
                  <a:pt x="97202" y="245188"/>
                  <a:pt x="94768" y="248435"/>
                </a:cubicBezTo>
                <a:close/>
                <a:moveTo>
                  <a:pt x="98013" y="221643"/>
                </a:moveTo>
                <a:cubicBezTo>
                  <a:pt x="97202" y="221643"/>
                  <a:pt x="97202" y="222455"/>
                  <a:pt x="96391" y="223267"/>
                </a:cubicBezTo>
                <a:cubicBezTo>
                  <a:pt x="96391" y="224891"/>
                  <a:pt x="95580" y="226515"/>
                  <a:pt x="94768" y="227326"/>
                </a:cubicBezTo>
                <a:cubicBezTo>
                  <a:pt x="93957" y="228138"/>
                  <a:pt x="92334" y="230574"/>
                  <a:pt x="92334" y="232198"/>
                </a:cubicBezTo>
                <a:cubicBezTo>
                  <a:pt x="92334" y="233822"/>
                  <a:pt x="90712" y="234633"/>
                  <a:pt x="88278" y="234633"/>
                </a:cubicBezTo>
                <a:cubicBezTo>
                  <a:pt x="85844" y="234633"/>
                  <a:pt x="85032" y="234633"/>
                  <a:pt x="85032" y="235445"/>
                </a:cubicBezTo>
                <a:cubicBezTo>
                  <a:pt x="85032" y="236257"/>
                  <a:pt x="85844" y="236257"/>
                  <a:pt x="86655" y="236257"/>
                </a:cubicBezTo>
                <a:cubicBezTo>
                  <a:pt x="87466" y="236257"/>
                  <a:pt x="88278" y="237069"/>
                  <a:pt x="89089" y="237881"/>
                </a:cubicBezTo>
                <a:cubicBezTo>
                  <a:pt x="89900" y="239505"/>
                  <a:pt x="89089" y="239505"/>
                  <a:pt x="86655" y="238693"/>
                </a:cubicBezTo>
                <a:cubicBezTo>
                  <a:pt x="85032" y="237881"/>
                  <a:pt x="84221" y="238693"/>
                  <a:pt x="85032" y="238693"/>
                </a:cubicBezTo>
                <a:cubicBezTo>
                  <a:pt x="87466" y="239505"/>
                  <a:pt x="87466" y="242752"/>
                  <a:pt x="85032" y="245188"/>
                </a:cubicBezTo>
                <a:cubicBezTo>
                  <a:pt x="84221" y="246000"/>
                  <a:pt x="82598" y="246000"/>
                  <a:pt x="80976" y="245188"/>
                </a:cubicBezTo>
                <a:cubicBezTo>
                  <a:pt x="79353" y="244376"/>
                  <a:pt x="80165" y="244376"/>
                  <a:pt x="80976" y="246812"/>
                </a:cubicBezTo>
                <a:cubicBezTo>
                  <a:pt x="81787" y="249247"/>
                  <a:pt x="82598" y="250871"/>
                  <a:pt x="80976" y="252495"/>
                </a:cubicBezTo>
                <a:cubicBezTo>
                  <a:pt x="80165" y="254119"/>
                  <a:pt x="80165" y="254930"/>
                  <a:pt x="80165" y="254930"/>
                </a:cubicBezTo>
                <a:cubicBezTo>
                  <a:pt x="80976" y="254930"/>
                  <a:pt x="79353" y="256554"/>
                  <a:pt x="77731" y="257366"/>
                </a:cubicBezTo>
                <a:cubicBezTo>
                  <a:pt x="74485" y="259802"/>
                  <a:pt x="73674" y="259802"/>
                  <a:pt x="72863" y="257366"/>
                </a:cubicBezTo>
                <a:cubicBezTo>
                  <a:pt x="72051" y="254930"/>
                  <a:pt x="71240" y="255742"/>
                  <a:pt x="71240" y="258990"/>
                </a:cubicBezTo>
                <a:cubicBezTo>
                  <a:pt x="71240" y="261425"/>
                  <a:pt x="72051" y="262237"/>
                  <a:pt x="72863" y="262237"/>
                </a:cubicBezTo>
                <a:cubicBezTo>
                  <a:pt x="73674" y="261425"/>
                  <a:pt x="73674" y="262237"/>
                  <a:pt x="72863" y="263049"/>
                </a:cubicBezTo>
                <a:cubicBezTo>
                  <a:pt x="72863" y="264673"/>
                  <a:pt x="72051" y="265485"/>
                  <a:pt x="71240" y="264673"/>
                </a:cubicBezTo>
                <a:cubicBezTo>
                  <a:pt x="70429" y="263861"/>
                  <a:pt x="69617" y="264673"/>
                  <a:pt x="68806" y="265485"/>
                </a:cubicBezTo>
                <a:cubicBezTo>
                  <a:pt x="67995" y="266297"/>
                  <a:pt x="67184" y="266297"/>
                  <a:pt x="66372" y="265485"/>
                </a:cubicBezTo>
                <a:cubicBezTo>
                  <a:pt x="65561" y="263861"/>
                  <a:pt x="70429" y="254930"/>
                  <a:pt x="74485" y="250871"/>
                </a:cubicBezTo>
                <a:cubicBezTo>
                  <a:pt x="75297" y="250059"/>
                  <a:pt x="76919" y="247623"/>
                  <a:pt x="76919" y="246812"/>
                </a:cubicBezTo>
                <a:cubicBezTo>
                  <a:pt x="76919" y="243564"/>
                  <a:pt x="79353" y="241940"/>
                  <a:pt x="80976" y="242752"/>
                </a:cubicBezTo>
                <a:cubicBezTo>
                  <a:pt x="81787" y="242752"/>
                  <a:pt x="81787" y="242752"/>
                  <a:pt x="81787" y="241940"/>
                </a:cubicBezTo>
                <a:cubicBezTo>
                  <a:pt x="81787" y="239505"/>
                  <a:pt x="85844" y="229762"/>
                  <a:pt x="87466" y="229762"/>
                </a:cubicBezTo>
                <a:cubicBezTo>
                  <a:pt x="88278" y="229762"/>
                  <a:pt x="88278" y="230574"/>
                  <a:pt x="88278" y="230574"/>
                </a:cubicBezTo>
                <a:cubicBezTo>
                  <a:pt x="87466" y="231386"/>
                  <a:pt x="88278" y="231386"/>
                  <a:pt x="89900" y="231386"/>
                </a:cubicBezTo>
                <a:cubicBezTo>
                  <a:pt x="92334" y="230574"/>
                  <a:pt x="93145" y="228138"/>
                  <a:pt x="90712" y="228138"/>
                </a:cubicBezTo>
                <a:cubicBezTo>
                  <a:pt x="88278" y="228138"/>
                  <a:pt x="89089" y="224891"/>
                  <a:pt x="90712" y="223267"/>
                </a:cubicBezTo>
                <a:cubicBezTo>
                  <a:pt x="92334" y="221643"/>
                  <a:pt x="93145" y="221643"/>
                  <a:pt x="93145" y="223267"/>
                </a:cubicBezTo>
                <a:cubicBezTo>
                  <a:pt x="93145" y="224891"/>
                  <a:pt x="93145" y="225703"/>
                  <a:pt x="91523" y="225703"/>
                </a:cubicBezTo>
                <a:cubicBezTo>
                  <a:pt x="89089" y="225703"/>
                  <a:pt x="89089" y="226515"/>
                  <a:pt x="91523" y="226515"/>
                </a:cubicBezTo>
                <a:cubicBezTo>
                  <a:pt x="94768" y="226515"/>
                  <a:pt x="95580" y="224891"/>
                  <a:pt x="93957" y="220831"/>
                </a:cubicBezTo>
                <a:cubicBezTo>
                  <a:pt x="93145" y="218396"/>
                  <a:pt x="93145" y="217584"/>
                  <a:pt x="97202" y="213525"/>
                </a:cubicBezTo>
                <a:cubicBezTo>
                  <a:pt x="99636" y="211089"/>
                  <a:pt x="102881" y="209465"/>
                  <a:pt x="103693" y="210277"/>
                </a:cubicBezTo>
                <a:cubicBezTo>
                  <a:pt x="106127" y="211089"/>
                  <a:pt x="105315" y="215148"/>
                  <a:pt x="102881" y="215148"/>
                </a:cubicBezTo>
                <a:cubicBezTo>
                  <a:pt x="102070" y="215148"/>
                  <a:pt x="100448" y="216772"/>
                  <a:pt x="100448" y="218396"/>
                </a:cubicBezTo>
                <a:cubicBezTo>
                  <a:pt x="99636" y="220020"/>
                  <a:pt x="98825" y="221643"/>
                  <a:pt x="98013" y="221643"/>
                </a:cubicBezTo>
                <a:close/>
                <a:moveTo>
                  <a:pt x="98825" y="251683"/>
                </a:moveTo>
                <a:cubicBezTo>
                  <a:pt x="98013" y="250059"/>
                  <a:pt x="98825" y="249247"/>
                  <a:pt x="99636" y="247623"/>
                </a:cubicBezTo>
                <a:cubicBezTo>
                  <a:pt x="100448" y="246812"/>
                  <a:pt x="102070" y="246000"/>
                  <a:pt x="102070" y="246000"/>
                </a:cubicBezTo>
                <a:cubicBezTo>
                  <a:pt x="100448" y="251683"/>
                  <a:pt x="98825" y="253307"/>
                  <a:pt x="98825" y="251683"/>
                </a:cubicBezTo>
                <a:close/>
                <a:moveTo>
                  <a:pt x="111806" y="250059"/>
                </a:moveTo>
                <a:cubicBezTo>
                  <a:pt x="110183" y="251683"/>
                  <a:pt x="110183" y="251683"/>
                  <a:pt x="110183" y="250059"/>
                </a:cubicBezTo>
                <a:cubicBezTo>
                  <a:pt x="110183" y="249247"/>
                  <a:pt x="110995" y="247623"/>
                  <a:pt x="111806" y="247623"/>
                </a:cubicBezTo>
                <a:cubicBezTo>
                  <a:pt x="113428" y="247623"/>
                  <a:pt x="113428" y="247623"/>
                  <a:pt x="111806" y="250059"/>
                </a:cubicBezTo>
                <a:close/>
                <a:moveTo>
                  <a:pt x="111806" y="234633"/>
                </a:moveTo>
                <a:cubicBezTo>
                  <a:pt x="110183" y="237881"/>
                  <a:pt x="102881" y="245188"/>
                  <a:pt x="102070" y="244376"/>
                </a:cubicBezTo>
                <a:cubicBezTo>
                  <a:pt x="101259" y="243564"/>
                  <a:pt x="102070" y="241940"/>
                  <a:pt x="103693" y="241128"/>
                </a:cubicBezTo>
                <a:cubicBezTo>
                  <a:pt x="105315" y="239505"/>
                  <a:pt x="106938" y="237069"/>
                  <a:pt x="107749" y="236257"/>
                </a:cubicBezTo>
                <a:cubicBezTo>
                  <a:pt x="108561" y="235445"/>
                  <a:pt x="109372" y="233010"/>
                  <a:pt x="110995" y="232198"/>
                </a:cubicBezTo>
                <a:cubicBezTo>
                  <a:pt x="111806" y="231386"/>
                  <a:pt x="112617" y="231386"/>
                  <a:pt x="112617" y="232198"/>
                </a:cubicBezTo>
                <a:cubicBezTo>
                  <a:pt x="112617" y="231386"/>
                  <a:pt x="112617" y="233010"/>
                  <a:pt x="111806" y="234633"/>
                </a:cubicBezTo>
                <a:close/>
                <a:moveTo>
                  <a:pt x="108561" y="203782"/>
                </a:moveTo>
                <a:cubicBezTo>
                  <a:pt x="108561" y="202970"/>
                  <a:pt x="109372" y="202158"/>
                  <a:pt x="110183" y="201346"/>
                </a:cubicBezTo>
                <a:cubicBezTo>
                  <a:pt x="110995" y="201346"/>
                  <a:pt x="111806" y="201346"/>
                  <a:pt x="111806" y="202970"/>
                </a:cubicBezTo>
                <a:cubicBezTo>
                  <a:pt x="111806" y="203782"/>
                  <a:pt x="110995" y="205406"/>
                  <a:pt x="110183" y="205406"/>
                </a:cubicBezTo>
                <a:cubicBezTo>
                  <a:pt x="109372" y="205406"/>
                  <a:pt x="108561" y="204594"/>
                  <a:pt x="108561" y="203782"/>
                </a:cubicBezTo>
                <a:close/>
                <a:moveTo>
                  <a:pt x="110995" y="198099"/>
                </a:moveTo>
                <a:cubicBezTo>
                  <a:pt x="106938" y="199723"/>
                  <a:pt x="104504" y="198911"/>
                  <a:pt x="106938" y="198099"/>
                </a:cubicBezTo>
                <a:cubicBezTo>
                  <a:pt x="107749" y="197287"/>
                  <a:pt x="109372" y="196475"/>
                  <a:pt x="110995" y="197287"/>
                </a:cubicBezTo>
                <a:cubicBezTo>
                  <a:pt x="113428" y="197287"/>
                  <a:pt x="113428" y="197287"/>
                  <a:pt x="110995" y="198099"/>
                </a:cubicBezTo>
                <a:close/>
                <a:moveTo>
                  <a:pt x="116674" y="226515"/>
                </a:moveTo>
                <a:cubicBezTo>
                  <a:pt x="115862" y="226515"/>
                  <a:pt x="115051" y="225703"/>
                  <a:pt x="115051" y="224079"/>
                </a:cubicBezTo>
                <a:cubicBezTo>
                  <a:pt x="115862" y="222455"/>
                  <a:pt x="116674" y="221643"/>
                  <a:pt x="116674" y="222455"/>
                </a:cubicBezTo>
                <a:cubicBezTo>
                  <a:pt x="119108" y="223267"/>
                  <a:pt x="118296" y="226515"/>
                  <a:pt x="116674" y="226515"/>
                </a:cubicBezTo>
                <a:close/>
                <a:moveTo>
                  <a:pt x="116674" y="193228"/>
                </a:moveTo>
                <a:cubicBezTo>
                  <a:pt x="115862" y="194039"/>
                  <a:pt x="115862" y="193228"/>
                  <a:pt x="115862" y="192416"/>
                </a:cubicBezTo>
                <a:cubicBezTo>
                  <a:pt x="115862" y="191604"/>
                  <a:pt x="116674" y="191604"/>
                  <a:pt x="116674" y="191604"/>
                </a:cubicBezTo>
                <a:cubicBezTo>
                  <a:pt x="117485" y="191604"/>
                  <a:pt x="118296" y="191604"/>
                  <a:pt x="118296" y="192416"/>
                </a:cubicBezTo>
                <a:cubicBezTo>
                  <a:pt x="118296" y="192416"/>
                  <a:pt x="117485" y="192416"/>
                  <a:pt x="116674" y="193228"/>
                </a:cubicBezTo>
                <a:close/>
                <a:moveTo>
                  <a:pt x="116674" y="189980"/>
                </a:moveTo>
                <a:cubicBezTo>
                  <a:pt x="115051" y="189980"/>
                  <a:pt x="112617" y="190792"/>
                  <a:pt x="111806" y="191604"/>
                </a:cubicBezTo>
                <a:cubicBezTo>
                  <a:pt x="110995" y="192416"/>
                  <a:pt x="110995" y="191604"/>
                  <a:pt x="112617" y="190792"/>
                </a:cubicBezTo>
                <a:cubicBezTo>
                  <a:pt x="114240" y="189168"/>
                  <a:pt x="115862" y="188356"/>
                  <a:pt x="117485" y="188356"/>
                </a:cubicBezTo>
                <a:cubicBezTo>
                  <a:pt x="120730" y="188356"/>
                  <a:pt x="120730" y="189980"/>
                  <a:pt x="116674" y="189980"/>
                </a:cubicBezTo>
                <a:close/>
                <a:moveTo>
                  <a:pt x="121542" y="221643"/>
                </a:moveTo>
                <a:cubicBezTo>
                  <a:pt x="120730" y="221643"/>
                  <a:pt x="119919" y="221643"/>
                  <a:pt x="119919" y="220831"/>
                </a:cubicBezTo>
                <a:cubicBezTo>
                  <a:pt x="119919" y="220020"/>
                  <a:pt x="120730" y="219208"/>
                  <a:pt x="122353" y="220020"/>
                </a:cubicBezTo>
                <a:cubicBezTo>
                  <a:pt x="123164" y="220020"/>
                  <a:pt x="123976" y="220831"/>
                  <a:pt x="123976" y="220831"/>
                </a:cubicBezTo>
                <a:cubicBezTo>
                  <a:pt x="123976" y="220831"/>
                  <a:pt x="123164" y="221643"/>
                  <a:pt x="121542" y="221643"/>
                </a:cubicBezTo>
                <a:close/>
                <a:moveTo>
                  <a:pt x="125598" y="211089"/>
                </a:moveTo>
                <a:cubicBezTo>
                  <a:pt x="124787" y="211901"/>
                  <a:pt x="124787" y="211089"/>
                  <a:pt x="124787" y="210277"/>
                </a:cubicBezTo>
                <a:cubicBezTo>
                  <a:pt x="124787" y="209465"/>
                  <a:pt x="125598" y="208653"/>
                  <a:pt x="125598" y="208653"/>
                </a:cubicBezTo>
                <a:cubicBezTo>
                  <a:pt x="126409" y="208653"/>
                  <a:pt x="127221" y="208653"/>
                  <a:pt x="127221" y="209465"/>
                </a:cubicBezTo>
                <a:cubicBezTo>
                  <a:pt x="127221" y="210277"/>
                  <a:pt x="126409" y="210277"/>
                  <a:pt x="125598" y="211089"/>
                </a:cubicBezTo>
                <a:close/>
                <a:moveTo>
                  <a:pt x="132900" y="202158"/>
                </a:moveTo>
                <a:cubicBezTo>
                  <a:pt x="132089" y="202158"/>
                  <a:pt x="132089" y="201346"/>
                  <a:pt x="132900" y="200534"/>
                </a:cubicBezTo>
                <a:cubicBezTo>
                  <a:pt x="133711" y="199723"/>
                  <a:pt x="135334" y="198911"/>
                  <a:pt x="135334" y="199723"/>
                </a:cubicBezTo>
                <a:cubicBezTo>
                  <a:pt x="136145" y="200534"/>
                  <a:pt x="135334" y="202158"/>
                  <a:pt x="132900" y="202158"/>
                </a:cubicBezTo>
                <a:close/>
                <a:moveTo>
                  <a:pt x="127221" y="176178"/>
                </a:moveTo>
                <a:cubicBezTo>
                  <a:pt x="126409" y="176178"/>
                  <a:pt x="127221" y="175366"/>
                  <a:pt x="127221" y="173742"/>
                </a:cubicBezTo>
                <a:cubicBezTo>
                  <a:pt x="127221" y="172119"/>
                  <a:pt x="127221" y="172119"/>
                  <a:pt x="126409" y="172931"/>
                </a:cubicBezTo>
                <a:cubicBezTo>
                  <a:pt x="125598" y="172931"/>
                  <a:pt x="124787" y="174554"/>
                  <a:pt x="124787" y="176178"/>
                </a:cubicBezTo>
                <a:cubicBezTo>
                  <a:pt x="124787" y="178614"/>
                  <a:pt x="122353" y="181049"/>
                  <a:pt x="121542" y="179426"/>
                </a:cubicBezTo>
                <a:cubicBezTo>
                  <a:pt x="120730" y="178614"/>
                  <a:pt x="121542" y="178614"/>
                  <a:pt x="122353" y="177802"/>
                </a:cubicBezTo>
                <a:cubicBezTo>
                  <a:pt x="123164" y="176990"/>
                  <a:pt x="123976" y="176990"/>
                  <a:pt x="123164" y="176178"/>
                </a:cubicBezTo>
                <a:cubicBezTo>
                  <a:pt x="123164" y="176178"/>
                  <a:pt x="123976" y="173742"/>
                  <a:pt x="125598" y="171307"/>
                </a:cubicBezTo>
                <a:cubicBezTo>
                  <a:pt x="128844" y="168059"/>
                  <a:pt x="128844" y="167247"/>
                  <a:pt x="128844" y="169683"/>
                </a:cubicBezTo>
                <a:cubicBezTo>
                  <a:pt x="128844" y="172931"/>
                  <a:pt x="130466" y="172119"/>
                  <a:pt x="133711" y="168871"/>
                </a:cubicBezTo>
                <a:cubicBezTo>
                  <a:pt x="134523" y="167247"/>
                  <a:pt x="136145" y="166435"/>
                  <a:pt x="136145" y="167247"/>
                </a:cubicBezTo>
                <a:cubicBezTo>
                  <a:pt x="136145" y="168871"/>
                  <a:pt x="128844" y="176178"/>
                  <a:pt x="127221" y="176178"/>
                </a:cubicBezTo>
                <a:close/>
                <a:moveTo>
                  <a:pt x="154805" y="176990"/>
                </a:moveTo>
                <a:cubicBezTo>
                  <a:pt x="153994" y="176990"/>
                  <a:pt x="153183" y="176178"/>
                  <a:pt x="153183" y="176178"/>
                </a:cubicBezTo>
                <a:cubicBezTo>
                  <a:pt x="153994" y="175366"/>
                  <a:pt x="154805" y="175366"/>
                  <a:pt x="155617" y="175366"/>
                </a:cubicBezTo>
                <a:cubicBezTo>
                  <a:pt x="156428" y="175366"/>
                  <a:pt x="157240" y="175366"/>
                  <a:pt x="157240" y="176178"/>
                </a:cubicBezTo>
                <a:cubicBezTo>
                  <a:pt x="157240" y="176178"/>
                  <a:pt x="155617" y="176990"/>
                  <a:pt x="154805" y="176990"/>
                </a:cubicBezTo>
                <a:close/>
                <a:moveTo>
                  <a:pt x="160485" y="172119"/>
                </a:moveTo>
                <a:cubicBezTo>
                  <a:pt x="158862" y="172119"/>
                  <a:pt x="158862" y="172119"/>
                  <a:pt x="159673" y="171307"/>
                </a:cubicBezTo>
                <a:cubicBezTo>
                  <a:pt x="160485" y="170495"/>
                  <a:pt x="162107" y="170495"/>
                  <a:pt x="162107" y="171307"/>
                </a:cubicBezTo>
                <a:cubicBezTo>
                  <a:pt x="162107" y="171307"/>
                  <a:pt x="162107" y="172119"/>
                  <a:pt x="160485" y="172119"/>
                </a:cubicBezTo>
                <a:close/>
                <a:moveTo>
                  <a:pt x="164541" y="166435"/>
                </a:moveTo>
                <a:cubicBezTo>
                  <a:pt x="162107" y="168871"/>
                  <a:pt x="162107" y="168059"/>
                  <a:pt x="164541" y="166435"/>
                </a:cubicBezTo>
                <a:cubicBezTo>
                  <a:pt x="165353" y="164812"/>
                  <a:pt x="166164" y="164000"/>
                  <a:pt x="166164" y="164000"/>
                </a:cubicBezTo>
                <a:cubicBezTo>
                  <a:pt x="166975" y="164000"/>
                  <a:pt x="166164" y="164812"/>
                  <a:pt x="164541" y="166435"/>
                </a:cubicBezTo>
                <a:close/>
                <a:moveTo>
                  <a:pt x="167787" y="120158"/>
                </a:moveTo>
                <a:cubicBezTo>
                  <a:pt x="166164" y="122594"/>
                  <a:pt x="166164" y="122594"/>
                  <a:pt x="166164" y="118535"/>
                </a:cubicBezTo>
                <a:cubicBezTo>
                  <a:pt x="166164" y="116099"/>
                  <a:pt x="166164" y="115287"/>
                  <a:pt x="166975" y="116099"/>
                </a:cubicBezTo>
                <a:cubicBezTo>
                  <a:pt x="166975" y="116911"/>
                  <a:pt x="167787" y="116911"/>
                  <a:pt x="168598" y="116911"/>
                </a:cubicBezTo>
                <a:cubicBezTo>
                  <a:pt x="170220" y="116911"/>
                  <a:pt x="169409" y="117723"/>
                  <a:pt x="167787" y="120158"/>
                </a:cubicBezTo>
                <a:close/>
                <a:moveTo>
                  <a:pt x="179145" y="109604"/>
                </a:moveTo>
                <a:cubicBezTo>
                  <a:pt x="177522" y="110416"/>
                  <a:pt x="175088" y="109604"/>
                  <a:pt x="176711" y="107980"/>
                </a:cubicBezTo>
                <a:cubicBezTo>
                  <a:pt x="177522" y="107168"/>
                  <a:pt x="178334" y="107168"/>
                  <a:pt x="179145" y="107980"/>
                </a:cubicBezTo>
                <a:cubicBezTo>
                  <a:pt x="180768" y="108792"/>
                  <a:pt x="180768" y="108792"/>
                  <a:pt x="179145" y="109604"/>
                </a:cubicBezTo>
                <a:close/>
                <a:moveTo>
                  <a:pt x="184824" y="99049"/>
                </a:moveTo>
                <a:cubicBezTo>
                  <a:pt x="184013" y="99049"/>
                  <a:pt x="183202" y="99861"/>
                  <a:pt x="184013" y="99861"/>
                </a:cubicBezTo>
                <a:cubicBezTo>
                  <a:pt x="184824" y="99861"/>
                  <a:pt x="184013" y="101485"/>
                  <a:pt x="182390" y="102297"/>
                </a:cubicBezTo>
                <a:cubicBezTo>
                  <a:pt x="179145" y="103109"/>
                  <a:pt x="178334" y="103109"/>
                  <a:pt x="180768" y="100673"/>
                </a:cubicBezTo>
                <a:cubicBezTo>
                  <a:pt x="182390" y="99049"/>
                  <a:pt x="183202" y="97426"/>
                  <a:pt x="183202" y="96614"/>
                </a:cubicBezTo>
                <a:cubicBezTo>
                  <a:pt x="183202" y="95802"/>
                  <a:pt x="184013" y="94990"/>
                  <a:pt x="184824" y="95802"/>
                </a:cubicBezTo>
                <a:cubicBezTo>
                  <a:pt x="186447" y="96614"/>
                  <a:pt x="186447" y="99049"/>
                  <a:pt x="184824" y="99049"/>
                </a:cubicBezTo>
                <a:close/>
                <a:moveTo>
                  <a:pt x="270824" y="182673"/>
                </a:moveTo>
                <a:cubicBezTo>
                  <a:pt x="271635" y="181861"/>
                  <a:pt x="272446" y="181049"/>
                  <a:pt x="272446" y="181861"/>
                </a:cubicBezTo>
                <a:cubicBezTo>
                  <a:pt x="273258" y="182673"/>
                  <a:pt x="272446" y="184297"/>
                  <a:pt x="270824" y="185109"/>
                </a:cubicBezTo>
                <a:cubicBezTo>
                  <a:pt x="270012" y="186732"/>
                  <a:pt x="269201" y="185109"/>
                  <a:pt x="270824" y="182673"/>
                </a:cubicBezTo>
                <a:close/>
                <a:moveTo>
                  <a:pt x="265956" y="193228"/>
                </a:moveTo>
                <a:cubicBezTo>
                  <a:pt x="265956" y="193228"/>
                  <a:pt x="264333" y="194851"/>
                  <a:pt x="263522" y="197287"/>
                </a:cubicBezTo>
                <a:cubicBezTo>
                  <a:pt x="262711" y="200534"/>
                  <a:pt x="261899" y="200534"/>
                  <a:pt x="261899" y="197287"/>
                </a:cubicBezTo>
                <a:cubicBezTo>
                  <a:pt x="261899" y="194851"/>
                  <a:pt x="263522" y="194039"/>
                  <a:pt x="265956" y="193228"/>
                </a:cubicBezTo>
                <a:close/>
                <a:moveTo>
                  <a:pt x="257843" y="220831"/>
                </a:moveTo>
                <a:cubicBezTo>
                  <a:pt x="257031" y="220831"/>
                  <a:pt x="257031" y="220020"/>
                  <a:pt x="257031" y="219208"/>
                </a:cubicBezTo>
                <a:cubicBezTo>
                  <a:pt x="257843" y="218396"/>
                  <a:pt x="257843" y="217584"/>
                  <a:pt x="258654" y="217584"/>
                </a:cubicBezTo>
                <a:cubicBezTo>
                  <a:pt x="258654" y="217584"/>
                  <a:pt x="259465" y="218396"/>
                  <a:pt x="259465" y="219208"/>
                </a:cubicBezTo>
                <a:cubicBezTo>
                  <a:pt x="258654" y="220020"/>
                  <a:pt x="257843" y="220831"/>
                  <a:pt x="257843" y="220831"/>
                </a:cubicBezTo>
                <a:close/>
                <a:moveTo>
                  <a:pt x="256220" y="205406"/>
                </a:moveTo>
                <a:cubicBezTo>
                  <a:pt x="257031" y="205406"/>
                  <a:pt x="257843" y="204594"/>
                  <a:pt x="257843" y="202970"/>
                </a:cubicBezTo>
                <a:cubicBezTo>
                  <a:pt x="257843" y="202158"/>
                  <a:pt x="258654" y="200534"/>
                  <a:pt x="259465" y="200534"/>
                </a:cubicBezTo>
                <a:cubicBezTo>
                  <a:pt x="260276" y="199723"/>
                  <a:pt x="261088" y="200534"/>
                  <a:pt x="261088" y="200534"/>
                </a:cubicBezTo>
                <a:cubicBezTo>
                  <a:pt x="261088" y="202158"/>
                  <a:pt x="255409" y="210277"/>
                  <a:pt x="254597" y="210277"/>
                </a:cubicBezTo>
                <a:cubicBezTo>
                  <a:pt x="252975" y="209465"/>
                  <a:pt x="255409" y="205406"/>
                  <a:pt x="256220" y="205406"/>
                </a:cubicBezTo>
                <a:close/>
                <a:moveTo>
                  <a:pt x="250541" y="232198"/>
                </a:moveTo>
                <a:cubicBezTo>
                  <a:pt x="250541" y="232198"/>
                  <a:pt x="249729" y="233010"/>
                  <a:pt x="248107" y="233822"/>
                </a:cubicBezTo>
                <a:cubicBezTo>
                  <a:pt x="246484" y="235445"/>
                  <a:pt x="246484" y="235445"/>
                  <a:pt x="246484" y="233822"/>
                </a:cubicBezTo>
                <a:cubicBezTo>
                  <a:pt x="246484" y="233010"/>
                  <a:pt x="247295" y="232198"/>
                  <a:pt x="248107" y="232198"/>
                </a:cubicBezTo>
                <a:cubicBezTo>
                  <a:pt x="249729" y="232198"/>
                  <a:pt x="250541" y="232198"/>
                  <a:pt x="250541" y="232198"/>
                </a:cubicBezTo>
                <a:close/>
                <a:moveTo>
                  <a:pt x="248107" y="217584"/>
                </a:moveTo>
                <a:cubicBezTo>
                  <a:pt x="248918" y="217584"/>
                  <a:pt x="249729" y="217584"/>
                  <a:pt x="249729" y="218396"/>
                </a:cubicBezTo>
                <a:cubicBezTo>
                  <a:pt x="249729" y="219208"/>
                  <a:pt x="248918" y="219208"/>
                  <a:pt x="248107" y="220020"/>
                </a:cubicBezTo>
                <a:cubicBezTo>
                  <a:pt x="247295" y="220831"/>
                  <a:pt x="246484" y="220020"/>
                  <a:pt x="246484" y="219208"/>
                </a:cubicBezTo>
                <a:cubicBezTo>
                  <a:pt x="246484" y="218396"/>
                  <a:pt x="247295" y="217584"/>
                  <a:pt x="248107" y="217584"/>
                </a:cubicBezTo>
                <a:close/>
                <a:moveTo>
                  <a:pt x="244862" y="222455"/>
                </a:moveTo>
                <a:cubicBezTo>
                  <a:pt x="245673" y="222455"/>
                  <a:pt x="246484" y="222455"/>
                  <a:pt x="246484" y="223267"/>
                </a:cubicBezTo>
                <a:cubicBezTo>
                  <a:pt x="246484" y="223267"/>
                  <a:pt x="245673" y="224079"/>
                  <a:pt x="244862" y="224891"/>
                </a:cubicBezTo>
                <a:cubicBezTo>
                  <a:pt x="244050" y="225703"/>
                  <a:pt x="244050" y="224891"/>
                  <a:pt x="244050" y="224079"/>
                </a:cubicBezTo>
                <a:cubicBezTo>
                  <a:pt x="244050" y="222455"/>
                  <a:pt x="244050" y="222455"/>
                  <a:pt x="244862" y="222455"/>
                </a:cubicBezTo>
                <a:close/>
                <a:moveTo>
                  <a:pt x="228635" y="245188"/>
                </a:moveTo>
                <a:cubicBezTo>
                  <a:pt x="230258" y="242752"/>
                  <a:pt x="231880" y="240317"/>
                  <a:pt x="233503" y="237881"/>
                </a:cubicBezTo>
                <a:cubicBezTo>
                  <a:pt x="234315" y="236257"/>
                  <a:pt x="235937" y="236257"/>
                  <a:pt x="235937" y="237069"/>
                </a:cubicBezTo>
                <a:cubicBezTo>
                  <a:pt x="236748" y="237881"/>
                  <a:pt x="235937" y="238693"/>
                  <a:pt x="235126" y="239505"/>
                </a:cubicBezTo>
                <a:cubicBezTo>
                  <a:pt x="234315" y="240317"/>
                  <a:pt x="232692" y="241940"/>
                  <a:pt x="232692" y="243564"/>
                </a:cubicBezTo>
                <a:cubicBezTo>
                  <a:pt x="232692" y="246000"/>
                  <a:pt x="226201" y="251683"/>
                  <a:pt x="226201" y="249247"/>
                </a:cubicBezTo>
                <a:cubicBezTo>
                  <a:pt x="226201" y="248435"/>
                  <a:pt x="227012" y="246812"/>
                  <a:pt x="228635" y="245188"/>
                </a:cubicBezTo>
                <a:close/>
                <a:moveTo>
                  <a:pt x="224579" y="252495"/>
                </a:moveTo>
                <a:cubicBezTo>
                  <a:pt x="225390" y="252495"/>
                  <a:pt x="226201" y="252495"/>
                  <a:pt x="226201" y="253307"/>
                </a:cubicBezTo>
                <a:cubicBezTo>
                  <a:pt x="226201" y="254119"/>
                  <a:pt x="225390" y="254119"/>
                  <a:pt x="224579" y="254930"/>
                </a:cubicBezTo>
                <a:cubicBezTo>
                  <a:pt x="223767" y="254930"/>
                  <a:pt x="222956" y="254930"/>
                  <a:pt x="222956" y="254119"/>
                </a:cubicBezTo>
                <a:cubicBezTo>
                  <a:pt x="222956" y="252495"/>
                  <a:pt x="223767" y="252495"/>
                  <a:pt x="224579" y="252495"/>
                </a:cubicBezTo>
                <a:close/>
                <a:moveTo>
                  <a:pt x="204296" y="286594"/>
                </a:moveTo>
                <a:cubicBezTo>
                  <a:pt x="203484" y="285782"/>
                  <a:pt x="205107" y="280099"/>
                  <a:pt x="206730" y="279287"/>
                </a:cubicBezTo>
                <a:cubicBezTo>
                  <a:pt x="208352" y="278475"/>
                  <a:pt x="208352" y="278475"/>
                  <a:pt x="208352" y="279287"/>
                </a:cubicBezTo>
                <a:cubicBezTo>
                  <a:pt x="209164" y="280099"/>
                  <a:pt x="205107" y="286594"/>
                  <a:pt x="204296" y="286594"/>
                </a:cubicBezTo>
                <a:close/>
                <a:moveTo>
                  <a:pt x="209975" y="275227"/>
                </a:moveTo>
                <a:cubicBezTo>
                  <a:pt x="209164" y="274416"/>
                  <a:pt x="210786" y="271168"/>
                  <a:pt x="212409" y="271168"/>
                </a:cubicBezTo>
                <a:cubicBezTo>
                  <a:pt x="213220" y="271168"/>
                  <a:pt x="213220" y="271980"/>
                  <a:pt x="213220" y="272792"/>
                </a:cubicBezTo>
                <a:cubicBezTo>
                  <a:pt x="213220" y="274416"/>
                  <a:pt x="210786" y="276039"/>
                  <a:pt x="209975" y="275227"/>
                </a:cubicBezTo>
                <a:close/>
                <a:moveTo>
                  <a:pt x="216465" y="267109"/>
                </a:moveTo>
                <a:cubicBezTo>
                  <a:pt x="215654" y="267109"/>
                  <a:pt x="215654" y="266297"/>
                  <a:pt x="215654" y="266297"/>
                </a:cubicBezTo>
                <a:cubicBezTo>
                  <a:pt x="216465" y="265485"/>
                  <a:pt x="217277" y="264673"/>
                  <a:pt x="217277" y="264673"/>
                </a:cubicBezTo>
                <a:cubicBezTo>
                  <a:pt x="217277" y="264673"/>
                  <a:pt x="218088" y="265485"/>
                  <a:pt x="218088" y="266297"/>
                </a:cubicBezTo>
                <a:cubicBezTo>
                  <a:pt x="217277" y="266297"/>
                  <a:pt x="217277" y="267109"/>
                  <a:pt x="216465" y="267109"/>
                </a:cubicBezTo>
                <a:close/>
                <a:moveTo>
                  <a:pt x="467973" y="282534"/>
                </a:moveTo>
                <a:cubicBezTo>
                  <a:pt x="466351" y="282534"/>
                  <a:pt x="465539" y="282534"/>
                  <a:pt x="467162" y="280911"/>
                </a:cubicBezTo>
                <a:cubicBezTo>
                  <a:pt x="467973" y="279287"/>
                  <a:pt x="468784" y="278475"/>
                  <a:pt x="468784" y="278475"/>
                </a:cubicBezTo>
                <a:cubicBezTo>
                  <a:pt x="468784" y="278475"/>
                  <a:pt x="469596" y="278475"/>
                  <a:pt x="470407" y="278475"/>
                </a:cubicBezTo>
                <a:cubicBezTo>
                  <a:pt x="471219" y="278475"/>
                  <a:pt x="469596" y="281722"/>
                  <a:pt x="467973" y="282534"/>
                </a:cubicBezTo>
                <a:close/>
                <a:moveTo>
                  <a:pt x="502049" y="247623"/>
                </a:moveTo>
                <a:cubicBezTo>
                  <a:pt x="510162" y="245188"/>
                  <a:pt x="520709" y="241940"/>
                  <a:pt x="525576" y="241128"/>
                </a:cubicBezTo>
                <a:cubicBezTo>
                  <a:pt x="526388" y="241128"/>
                  <a:pt x="527199" y="241128"/>
                  <a:pt x="528011" y="241128"/>
                </a:cubicBezTo>
                <a:cubicBezTo>
                  <a:pt x="526388" y="243564"/>
                  <a:pt x="525576" y="249247"/>
                  <a:pt x="524765" y="248435"/>
                </a:cubicBezTo>
                <a:cubicBezTo>
                  <a:pt x="524765" y="247623"/>
                  <a:pt x="524765" y="248435"/>
                  <a:pt x="523954" y="249247"/>
                </a:cubicBezTo>
                <a:cubicBezTo>
                  <a:pt x="523143" y="250871"/>
                  <a:pt x="522331" y="253307"/>
                  <a:pt x="515841" y="256554"/>
                </a:cubicBezTo>
                <a:cubicBezTo>
                  <a:pt x="511784" y="258990"/>
                  <a:pt x="495558" y="268732"/>
                  <a:pt x="494747" y="268732"/>
                </a:cubicBezTo>
                <a:cubicBezTo>
                  <a:pt x="493935" y="268732"/>
                  <a:pt x="484200" y="273604"/>
                  <a:pt x="480954" y="276039"/>
                </a:cubicBezTo>
                <a:cubicBezTo>
                  <a:pt x="480143" y="276851"/>
                  <a:pt x="478520" y="277663"/>
                  <a:pt x="476898" y="277663"/>
                </a:cubicBezTo>
                <a:cubicBezTo>
                  <a:pt x="476086" y="277663"/>
                  <a:pt x="475275" y="277663"/>
                  <a:pt x="474464" y="278475"/>
                </a:cubicBezTo>
                <a:cubicBezTo>
                  <a:pt x="472841" y="280911"/>
                  <a:pt x="472030" y="279287"/>
                  <a:pt x="472841" y="276851"/>
                </a:cubicBezTo>
                <a:cubicBezTo>
                  <a:pt x="473653" y="274416"/>
                  <a:pt x="480143" y="269544"/>
                  <a:pt x="482577" y="267109"/>
                </a:cubicBezTo>
                <a:lnTo>
                  <a:pt x="464728" y="276851"/>
                </a:lnTo>
                <a:cubicBezTo>
                  <a:pt x="474464" y="267109"/>
                  <a:pt x="489879" y="255742"/>
                  <a:pt x="502049" y="247623"/>
                </a:cubicBezTo>
                <a:close/>
                <a:moveTo>
                  <a:pt x="537746" y="366158"/>
                </a:moveTo>
                <a:cubicBezTo>
                  <a:pt x="536124" y="366158"/>
                  <a:pt x="536124" y="366158"/>
                  <a:pt x="536935" y="365346"/>
                </a:cubicBezTo>
                <a:cubicBezTo>
                  <a:pt x="536935" y="364534"/>
                  <a:pt x="538558" y="364534"/>
                  <a:pt x="539369" y="364534"/>
                </a:cubicBezTo>
                <a:cubicBezTo>
                  <a:pt x="540992" y="365346"/>
                  <a:pt x="540181" y="366158"/>
                  <a:pt x="537746" y="366158"/>
                </a:cubicBezTo>
                <a:close/>
                <a:moveTo>
                  <a:pt x="541803" y="364534"/>
                </a:moveTo>
                <a:cubicBezTo>
                  <a:pt x="540992" y="363722"/>
                  <a:pt x="543425" y="360475"/>
                  <a:pt x="545048" y="360475"/>
                </a:cubicBezTo>
                <a:cubicBezTo>
                  <a:pt x="545859" y="360475"/>
                  <a:pt x="545859" y="361287"/>
                  <a:pt x="545859" y="362099"/>
                </a:cubicBezTo>
                <a:cubicBezTo>
                  <a:pt x="545859" y="363722"/>
                  <a:pt x="543425" y="365346"/>
                  <a:pt x="541803" y="364534"/>
                </a:cubicBezTo>
                <a:close/>
                <a:moveTo>
                  <a:pt x="594538" y="339366"/>
                </a:moveTo>
                <a:cubicBezTo>
                  <a:pt x="595350" y="338554"/>
                  <a:pt x="596973" y="337742"/>
                  <a:pt x="596973" y="338554"/>
                </a:cubicBezTo>
                <a:cubicBezTo>
                  <a:pt x="596973" y="338554"/>
                  <a:pt x="596161" y="339366"/>
                  <a:pt x="594538" y="339366"/>
                </a:cubicBezTo>
                <a:cubicBezTo>
                  <a:pt x="592916" y="340178"/>
                  <a:pt x="592916" y="340178"/>
                  <a:pt x="594538" y="339366"/>
                </a:cubicBezTo>
                <a:close/>
                <a:moveTo>
                  <a:pt x="616444" y="308514"/>
                </a:moveTo>
                <a:cubicBezTo>
                  <a:pt x="616444" y="308514"/>
                  <a:pt x="618878" y="306079"/>
                  <a:pt x="622123" y="304455"/>
                </a:cubicBezTo>
                <a:cubicBezTo>
                  <a:pt x="625369" y="302019"/>
                  <a:pt x="628614" y="301208"/>
                  <a:pt x="628614" y="301208"/>
                </a:cubicBezTo>
                <a:cubicBezTo>
                  <a:pt x="627802" y="302019"/>
                  <a:pt x="616444" y="309326"/>
                  <a:pt x="616444" y="308514"/>
                </a:cubicBezTo>
                <a:close/>
                <a:moveTo>
                  <a:pt x="645651" y="289841"/>
                </a:moveTo>
                <a:cubicBezTo>
                  <a:pt x="643217" y="291465"/>
                  <a:pt x="643217" y="291465"/>
                  <a:pt x="645651" y="289841"/>
                </a:cubicBezTo>
                <a:cubicBezTo>
                  <a:pt x="646463" y="288217"/>
                  <a:pt x="648085" y="286594"/>
                  <a:pt x="648085" y="286594"/>
                </a:cubicBezTo>
                <a:cubicBezTo>
                  <a:pt x="648896" y="286594"/>
                  <a:pt x="648085" y="288217"/>
                  <a:pt x="645651" y="289841"/>
                </a:cubicBezTo>
                <a:close/>
              </a:path>
            </a:pathLst>
          </a:custGeom>
          <a:solidFill>
            <a:schemeClr val="tx1"/>
          </a:solidFill>
          <a:ln w="3810" cap="flat">
            <a:noFill/>
            <a:prstDash val="solid"/>
            <a:miter/>
          </a:ln>
        </p:spPr>
        <p:txBody>
          <a:bodyPr rtlCol="0" anchor="ctr"/>
          <a:lstStyle/>
          <a:p>
            <a:endParaRPr lang="en-US" b="1" i="0" dirty="0">
              <a:latin typeface="Montserrat" pitchFamily="2" charset="77"/>
            </a:endParaRPr>
          </a:p>
        </p:txBody>
      </p:sp>
      <p:sp>
        <p:nvSpPr>
          <p:cNvPr id="8" name="TextBox 7">
            <a:extLst>
              <a:ext uri="{FF2B5EF4-FFF2-40B4-BE49-F238E27FC236}">
                <a16:creationId xmlns:a16="http://schemas.microsoft.com/office/drawing/2014/main" id="{604E3486-5A3B-117B-8C6A-06D235F0DB38}"/>
              </a:ext>
            </a:extLst>
          </p:cNvPr>
          <p:cNvSpPr txBox="1"/>
          <p:nvPr/>
        </p:nvSpPr>
        <p:spPr>
          <a:xfrm>
            <a:off x="1993515" y="919364"/>
            <a:ext cx="2770509" cy="830997"/>
          </a:xfrm>
          <a:prstGeom prst="rect">
            <a:avLst/>
          </a:prstGeom>
          <a:noFill/>
        </p:spPr>
        <p:txBody>
          <a:bodyPr wrap="square" rtlCol="0">
            <a:spAutoFit/>
          </a:bodyPr>
          <a:lstStyle/>
          <a:p>
            <a:pPr lvl="0" algn="ctr"/>
            <a:r>
              <a:rPr lang="en-US" sz="4800" b="1" i="0" dirty="0">
                <a:solidFill>
                  <a:schemeClr val="bg1"/>
                </a:solidFill>
                <a:latin typeface="Montserrat ExtraBold" pitchFamily="2" charset="77"/>
                <a:cs typeface="Gotham Black" pitchFamily="2" charset="0"/>
              </a:rPr>
              <a:t>Agenda</a:t>
            </a:r>
          </a:p>
        </p:txBody>
      </p:sp>
    </p:spTree>
    <p:extLst>
      <p:ext uri="{BB962C8B-B14F-4D97-AF65-F5344CB8AC3E}">
        <p14:creationId xmlns:p14="http://schemas.microsoft.com/office/powerpoint/2010/main" val="171917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12_Title Only">
    <p:spTree>
      <p:nvGrpSpPr>
        <p:cNvPr id="1" name=""/>
        <p:cNvGrpSpPr/>
        <p:nvPr/>
      </p:nvGrpSpPr>
      <p:grpSpPr>
        <a:xfrm>
          <a:off x="0" y="0"/>
          <a:ext cx="0" cy="0"/>
          <a:chOff x="0" y="0"/>
          <a:chExt cx="0" cy="0"/>
        </a:xfrm>
      </p:grpSpPr>
      <p:sp>
        <p:nvSpPr>
          <p:cNvPr id="24" name="Picture Placeholder 23">
            <a:extLst>
              <a:ext uri="{FF2B5EF4-FFF2-40B4-BE49-F238E27FC236}">
                <a16:creationId xmlns:a16="http://schemas.microsoft.com/office/drawing/2014/main" id="{3542FF4E-2C92-F653-B41C-C11CB50FD30F}"/>
              </a:ext>
            </a:extLst>
          </p:cNvPr>
          <p:cNvSpPr>
            <a:spLocks noGrp="1"/>
          </p:cNvSpPr>
          <p:nvPr>
            <p:ph type="pic" sz="quarter" idx="23" hasCustomPrompt="1"/>
          </p:nvPr>
        </p:nvSpPr>
        <p:spPr>
          <a:xfrm>
            <a:off x="361738" y="1560513"/>
            <a:ext cx="6045200" cy="5160962"/>
          </a:xfrm>
        </p:spPr>
        <p:txBody>
          <a:bodyPr anchor="ctr">
            <a:normAutofit/>
          </a:bodyPr>
          <a:lstStyle>
            <a:lvl1pPr algn="ctr">
              <a:lnSpc>
                <a:spcPct val="100000"/>
              </a:lnSpc>
              <a:defRPr sz="1200" b="0" i="0">
                <a:latin typeface="Montserrat" pitchFamily="2" charset="77"/>
                <a:cs typeface="Gotham Book" pitchFamily="2" charset="0"/>
              </a:defRPr>
            </a:lvl1pPr>
          </a:lstStyle>
          <a:p>
            <a:r>
              <a:rPr lang="en-US" dirty="0"/>
              <a:t>Insert Photo</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pic>
        <p:nvPicPr>
          <p:cNvPr id="19" name="Picture 18">
            <a:extLst>
              <a:ext uri="{FF2B5EF4-FFF2-40B4-BE49-F238E27FC236}">
                <a16:creationId xmlns:a16="http://schemas.microsoft.com/office/drawing/2014/main" id="{91ACB86D-1F87-7047-0DD0-8AD33B3CF128}"/>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202525" y="5498568"/>
            <a:ext cx="2096944" cy="635959"/>
          </a:xfrm>
          <a:prstGeom prst="rect">
            <a:avLst/>
          </a:prstGeom>
        </p:spPr>
      </p:pic>
      <p:sp>
        <p:nvSpPr>
          <p:cNvPr id="22" name="Text Placeholder 21">
            <a:extLst>
              <a:ext uri="{FF2B5EF4-FFF2-40B4-BE49-F238E27FC236}">
                <a16:creationId xmlns:a16="http://schemas.microsoft.com/office/drawing/2014/main" id="{C072C09F-E05F-3CD5-80CA-9BCA26B843C1}"/>
              </a:ext>
            </a:extLst>
          </p:cNvPr>
          <p:cNvSpPr>
            <a:spLocks noGrp="1"/>
          </p:cNvSpPr>
          <p:nvPr>
            <p:ph type="body" sz="quarter" idx="22" hasCustomPrompt="1"/>
          </p:nvPr>
        </p:nvSpPr>
        <p:spPr>
          <a:xfrm>
            <a:off x="6769100" y="1567799"/>
            <a:ext cx="4500880" cy="365125"/>
          </a:xfrm>
        </p:spPr>
        <p:txBody>
          <a:bodyPr>
            <a:noAutofit/>
          </a:bodyPr>
          <a:lstStyle>
            <a:lvl1pPr>
              <a:defRPr sz="1800" b="1" i="0">
                <a:latin typeface="Montserrat" pitchFamily="2" charset="77"/>
              </a:defRPr>
            </a:lvl1pPr>
          </a:lstStyle>
          <a:p>
            <a:pPr lvl="0"/>
            <a:r>
              <a:rPr lang="en-US" dirty="0"/>
              <a:t>Lead-in copy 18pt Montserrat Bold</a:t>
            </a:r>
          </a:p>
        </p:txBody>
      </p:sp>
      <p:sp>
        <p:nvSpPr>
          <p:cNvPr id="26" name="Text Placeholder 25">
            <a:extLst>
              <a:ext uri="{FF2B5EF4-FFF2-40B4-BE49-F238E27FC236}">
                <a16:creationId xmlns:a16="http://schemas.microsoft.com/office/drawing/2014/main" id="{67858294-74FE-7DC6-7410-95434215AAB4}"/>
              </a:ext>
            </a:extLst>
          </p:cNvPr>
          <p:cNvSpPr>
            <a:spLocks noGrp="1"/>
          </p:cNvSpPr>
          <p:nvPr>
            <p:ph type="body" sz="quarter" idx="24" hasCustomPrompt="1"/>
          </p:nvPr>
        </p:nvSpPr>
        <p:spPr>
          <a:xfrm>
            <a:off x="6769100" y="2028825"/>
            <a:ext cx="4143375" cy="2865438"/>
          </a:xfrm>
        </p:spPr>
        <p:txBody>
          <a:bodyPr>
            <a:normAutofit/>
          </a:bodyPr>
          <a:lstStyle>
            <a:lvl1pPr marL="0" indent="0">
              <a:lnSpc>
                <a:spcPts val="2180"/>
              </a:lnSpc>
              <a:buFont typeface="Arial" panose="020B0604020202020204" pitchFamily="34" charset="0"/>
              <a:buNone/>
              <a:defRPr sz="1400" b="0" i="0">
                <a:solidFill>
                  <a:schemeClr val="accent6"/>
                </a:solidFill>
                <a:latin typeface="Montserrat" pitchFamily="2" charset="77"/>
                <a:cs typeface="Gotham Medium" pitchFamily="2" charset="0"/>
              </a:defRPr>
            </a:lvl1pPr>
            <a:lvl2pPr>
              <a:defRPr sz="1400" b="0" i="0">
                <a:latin typeface="Gotham Medium" pitchFamily="2" charset="0"/>
                <a:cs typeface="Gotham Medium" pitchFamily="2" charset="0"/>
              </a:defRPr>
            </a:lvl2pPr>
            <a:lvl3pPr>
              <a:defRPr sz="1400" b="0" i="0">
                <a:latin typeface="Gotham Medium" pitchFamily="2" charset="0"/>
                <a:cs typeface="Gotham Medium" pitchFamily="2" charset="0"/>
              </a:defRPr>
            </a:lvl3pPr>
            <a:lvl4pPr>
              <a:defRPr sz="1400" b="0" i="0">
                <a:latin typeface="Gotham Medium" pitchFamily="2" charset="0"/>
                <a:cs typeface="Gotham Medium" pitchFamily="2" charset="0"/>
              </a:defRPr>
            </a:lvl4pPr>
            <a:lvl5pPr>
              <a:defRPr sz="1400" b="0" i="0">
                <a:latin typeface="Gotham Medium" pitchFamily="2" charset="0"/>
                <a:cs typeface="Gotham Medium" pitchFamily="2" charset="0"/>
              </a:defRPr>
            </a:lvl5pPr>
          </a:lstStyle>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p:txBody>
      </p:sp>
      <p:sp>
        <p:nvSpPr>
          <p:cNvPr id="4" name="Text Placeholder 3">
            <a:extLst>
              <a:ext uri="{FF2B5EF4-FFF2-40B4-BE49-F238E27FC236}">
                <a16:creationId xmlns:a16="http://schemas.microsoft.com/office/drawing/2014/main" id="{9D8C05A5-5752-A721-F145-EC9E9D75BA92}"/>
              </a:ext>
            </a:extLst>
          </p:cNvPr>
          <p:cNvSpPr>
            <a:spLocks noGrp="1"/>
          </p:cNvSpPr>
          <p:nvPr>
            <p:ph type="body" sz="quarter" idx="25" hasCustomPrompt="1"/>
          </p:nvPr>
        </p:nvSpPr>
        <p:spPr>
          <a:xfrm>
            <a:off x="361950" y="557213"/>
            <a:ext cx="6045200" cy="1003300"/>
          </a:xfrm>
        </p:spPr>
        <p:txBody>
          <a:bodyPr anchor="ctr">
            <a:normAutofit/>
          </a:bodyPr>
          <a:lstStyle>
            <a:lvl1pPr algn="ctr">
              <a:defRPr sz="3600" b="1" i="0">
                <a:solidFill>
                  <a:schemeClr val="bg1"/>
                </a:solidFill>
                <a:latin typeface="Montserrat ExtraBold" pitchFamily="2" charset="77"/>
              </a:defRPr>
            </a:lvl1pPr>
          </a:lstStyle>
          <a:p>
            <a:pPr lvl="0"/>
            <a:r>
              <a:rPr lang="en-US" dirty="0"/>
              <a:t>Headline goes here</a:t>
            </a:r>
          </a:p>
        </p:txBody>
      </p:sp>
    </p:spTree>
    <p:extLst>
      <p:ext uri="{BB962C8B-B14F-4D97-AF65-F5344CB8AC3E}">
        <p14:creationId xmlns:p14="http://schemas.microsoft.com/office/powerpoint/2010/main" val="280938379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14_Title Only">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91ACB86D-1F87-7047-0DD0-8AD33B3CF128}"/>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202525" y="5498568"/>
            <a:ext cx="2096944" cy="635959"/>
          </a:xfrm>
          <a:prstGeom prst="rect">
            <a:avLst/>
          </a:prstGeom>
        </p:spPr>
      </p:pic>
      <p:sp>
        <p:nvSpPr>
          <p:cNvPr id="34" name="Picture Placeholder 33">
            <a:extLst>
              <a:ext uri="{FF2B5EF4-FFF2-40B4-BE49-F238E27FC236}">
                <a16:creationId xmlns:a16="http://schemas.microsoft.com/office/drawing/2014/main" id="{5D37A43F-BE85-9340-27E8-2F32DB8EB69A}"/>
              </a:ext>
            </a:extLst>
          </p:cNvPr>
          <p:cNvSpPr>
            <a:spLocks noGrp="1"/>
          </p:cNvSpPr>
          <p:nvPr>
            <p:ph type="pic" sz="quarter" idx="25" hasCustomPrompt="1"/>
          </p:nvPr>
        </p:nvSpPr>
        <p:spPr>
          <a:xfrm>
            <a:off x="657725" y="2143138"/>
            <a:ext cx="5438275" cy="5438275"/>
          </a:xfrm>
          <a:prstGeom prst="ellipse">
            <a:avLst/>
          </a:prstGeom>
          <a:solidFill>
            <a:schemeClr val="accent6">
              <a:lumMod val="20000"/>
              <a:lumOff val="80000"/>
            </a:schemeClr>
          </a:solidFill>
          <a:ln w="142875">
            <a:solidFill>
              <a:srgbClr val="FFFFFF"/>
            </a:solidFill>
          </a:ln>
          <a:effectLst>
            <a:outerShdw blurRad="292100" dist="38100" dir="10740000" sx="101000" sy="101000" algn="tr" rotWithShape="0">
              <a:prstClr val="black">
                <a:alpha val="20000"/>
              </a:prstClr>
            </a:outerShdw>
          </a:effectLst>
        </p:spPr>
        <p:txBody>
          <a:bodyPr anchor="ctr"/>
          <a:lstStyle>
            <a:lvl1pPr algn="ctr">
              <a:defRPr b="0" i="0">
                <a:latin typeface="Montserrat" pitchFamily="2" charset="77"/>
                <a:cs typeface="Gotham Book" pitchFamily="2" charset="0"/>
              </a:defRPr>
            </a:lvl1pPr>
          </a:lstStyle>
          <a:p>
            <a:r>
              <a:rPr lang="en-US" dirty="0"/>
              <a:t>Insert photo</a:t>
            </a:r>
          </a:p>
        </p:txBody>
      </p:sp>
      <p:sp>
        <p:nvSpPr>
          <p:cNvPr id="4" name="Slide Number Placeholder 16">
            <a:extLst>
              <a:ext uri="{FF2B5EF4-FFF2-40B4-BE49-F238E27FC236}">
                <a16:creationId xmlns:a16="http://schemas.microsoft.com/office/drawing/2014/main" id="{EEDAD3BE-338D-FE91-6B50-E2BDDFBE6274}"/>
              </a:ext>
            </a:extLst>
          </p:cNvPr>
          <p:cNvSpPr txBox="1">
            <a:spLocks/>
          </p:cNvSpPr>
          <p:nvPr/>
        </p:nvSpPr>
        <p:spPr>
          <a:xfrm>
            <a:off x="8458906"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b="0" i="0" smtClean="0">
                <a:solidFill>
                  <a:schemeClr val="accent3"/>
                </a:solidFill>
                <a:latin typeface="Montserrat" pitchFamily="2" charset="77"/>
              </a:rPr>
              <a:pPr/>
              <a:t>‹#›</a:t>
            </a:fld>
            <a:endParaRPr lang="en-US" b="0" i="0" dirty="0">
              <a:solidFill>
                <a:schemeClr val="accent3"/>
              </a:solidFill>
              <a:latin typeface="Montserrat" pitchFamily="2" charset="77"/>
            </a:endParaRPr>
          </a:p>
        </p:txBody>
      </p:sp>
      <p:sp>
        <p:nvSpPr>
          <p:cNvPr id="36" name="Text Placeholder 35">
            <a:extLst>
              <a:ext uri="{FF2B5EF4-FFF2-40B4-BE49-F238E27FC236}">
                <a16:creationId xmlns:a16="http://schemas.microsoft.com/office/drawing/2014/main" id="{0FBD230E-5F5E-77E7-CE3E-DE4C07AA122E}"/>
              </a:ext>
            </a:extLst>
          </p:cNvPr>
          <p:cNvSpPr>
            <a:spLocks noGrp="1"/>
          </p:cNvSpPr>
          <p:nvPr>
            <p:ph type="body" sz="quarter" idx="26" hasCustomPrompt="1"/>
          </p:nvPr>
        </p:nvSpPr>
        <p:spPr>
          <a:xfrm>
            <a:off x="922020" y="1041301"/>
            <a:ext cx="5204878" cy="952500"/>
          </a:xfrm>
        </p:spPr>
        <p:txBody>
          <a:bodyPr>
            <a:noAutofit/>
          </a:bodyPr>
          <a:lstStyle>
            <a:lvl1pPr algn="ctr">
              <a:defRPr sz="3600" b="1" i="0">
                <a:solidFill>
                  <a:schemeClr val="bg1"/>
                </a:solidFill>
                <a:latin typeface="Montserrat ExtraBold" pitchFamily="2" charset="77"/>
                <a:cs typeface="Gotham Black" pitchFamily="2" charset="0"/>
              </a:defRPr>
            </a:lvl1pPr>
          </a:lstStyle>
          <a:p>
            <a:pPr lvl="0"/>
            <a:r>
              <a:rPr lang="en-US" dirty="0"/>
              <a:t>Headline Here</a:t>
            </a:r>
          </a:p>
        </p:txBody>
      </p:sp>
      <p:sp>
        <p:nvSpPr>
          <p:cNvPr id="2" name="Text Placeholder 21">
            <a:extLst>
              <a:ext uri="{FF2B5EF4-FFF2-40B4-BE49-F238E27FC236}">
                <a16:creationId xmlns:a16="http://schemas.microsoft.com/office/drawing/2014/main" id="{AA9C41F5-0F42-785F-BB4A-9F704CCDF768}"/>
              </a:ext>
            </a:extLst>
          </p:cNvPr>
          <p:cNvSpPr>
            <a:spLocks noGrp="1"/>
          </p:cNvSpPr>
          <p:nvPr>
            <p:ph type="body" sz="quarter" idx="22" hasCustomPrompt="1"/>
          </p:nvPr>
        </p:nvSpPr>
        <p:spPr>
          <a:xfrm>
            <a:off x="6769100" y="1567799"/>
            <a:ext cx="4500880" cy="365125"/>
          </a:xfrm>
        </p:spPr>
        <p:txBody>
          <a:bodyPr>
            <a:noAutofit/>
          </a:bodyPr>
          <a:lstStyle>
            <a:lvl1pPr>
              <a:defRPr sz="1800" b="1" i="0">
                <a:latin typeface="Montserrat" pitchFamily="2" charset="77"/>
              </a:defRPr>
            </a:lvl1pPr>
          </a:lstStyle>
          <a:p>
            <a:pPr lvl="0"/>
            <a:r>
              <a:rPr lang="en-US" dirty="0"/>
              <a:t>Lead-in copy 18pt Montserrat Bold</a:t>
            </a:r>
          </a:p>
        </p:txBody>
      </p:sp>
      <p:sp>
        <p:nvSpPr>
          <p:cNvPr id="3" name="Text Placeholder 25">
            <a:extLst>
              <a:ext uri="{FF2B5EF4-FFF2-40B4-BE49-F238E27FC236}">
                <a16:creationId xmlns:a16="http://schemas.microsoft.com/office/drawing/2014/main" id="{3DB3B326-6B06-015D-DFBD-8605C1707507}"/>
              </a:ext>
            </a:extLst>
          </p:cNvPr>
          <p:cNvSpPr>
            <a:spLocks noGrp="1"/>
          </p:cNvSpPr>
          <p:nvPr>
            <p:ph type="body" sz="quarter" idx="24" hasCustomPrompt="1"/>
          </p:nvPr>
        </p:nvSpPr>
        <p:spPr>
          <a:xfrm>
            <a:off x="6769100" y="2028825"/>
            <a:ext cx="4143375" cy="2865438"/>
          </a:xfrm>
        </p:spPr>
        <p:txBody>
          <a:bodyPr>
            <a:normAutofit/>
          </a:bodyPr>
          <a:lstStyle>
            <a:lvl1pPr marL="0" indent="0">
              <a:lnSpc>
                <a:spcPts val="2180"/>
              </a:lnSpc>
              <a:buFont typeface="Arial" panose="020B0604020202020204" pitchFamily="34" charset="0"/>
              <a:buNone/>
              <a:defRPr sz="1400" b="0" i="0">
                <a:solidFill>
                  <a:schemeClr val="accent6"/>
                </a:solidFill>
                <a:latin typeface="Montserrat" pitchFamily="2" charset="77"/>
                <a:cs typeface="Gotham Medium" pitchFamily="2" charset="0"/>
              </a:defRPr>
            </a:lvl1pPr>
            <a:lvl2pPr>
              <a:defRPr sz="1400" b="0" i="0">
                <a:latin typeface="Gotham Medium" pitchFamily="2" charset="0"/>
                <a:cs typeface="Gotham Medium" pitchFamily="2" charset="0"/>
              </a:defRPr>
            </a:lvl2pPr>
            <a:lvl3pPr>
              <a:defRPr sz="1400" b="0" i="0">
                <a:latin typeface="Gotham Medium" pitchFamily="2" charset="0"/>
                <a:cs typeface="Gotham Medium" pitchFamily="2" charset="0"/>
              </a:defRPr>
            </a:lvl3pPr>
            <a:lvl4pPr>
              <a:defRPr sz="1400" b="0" i="0">
                <a:latin typeface="Gotham Medium" pitchFamily="2" charset="0"/>
                <a:cs typeface="Gotham Medium" pitchFamily="2" charset="0"/>
              </a:defRPr>
            </a:lvl4pPr>
            <a:lvl5pPr>
              <a:defRPr sz="1400" b="0" i="0">
                <a:latin typeface="Gotham Medium" pitchFamily="2" charset="0"/>
                <a:cs typeface="Gotham Medium" pitchFamily="2" charset="0"/>
              </a:defRPr>
            </a:lvl5pPr>
          </a:lstStyle>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ts val="2180"/>
              </a:lnSpc>
              <a:spcBef>
                <a:spcPts val="1000"/>
              </a:spcBef>
              <a:spcAft>
                <a:spcPts val="0"/>
              </a:spcAft>
              <a:buClrTx/>
              <a:buSzTx/>
              <a:buFont typeface="Arial" panose="020B0604020202020204" pitchFamily="34" charset="0"/>
              <a:buChar char="•"/>
              <a:tabLst/>
              <a:defRPr/>
            </a:pPr>
            <a:r>
              <a:rPr lang="en-US" dirty="0"/>
              <a:t>Agenda bullet point copy </a:t>
            </a:r>
            <a:br>
              <a:rPr lang="en-US" dirty="0"/>
            </a:br>
            <a:r>
              <a:rPr lang="en-US" dirty="0"/>
              <a:t>in Montserrat medium 14pt.</a:t>
            </a:r>
          </a:p>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lang="en-US" dirty="0"/>
          </a:p>
        </p:txBody>
      </p:sp>
    </p:spTree>
    <p:extLst>
      <p:ext uri="{BB962C8B-B14F-4D97-AF65-F5344CB8AC3E}">
        <p14:creationId xmlns:p14="http://schemas.microsoft.com/office/powerpoint/2010/main" val="198420389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9_Title Only">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6D342095-033E-BDA4-0C7B-3E404D1FF373}"/>
              </a:ext>
            </a:extLst>
          </p:cNvPr>
          <p:cNvSpPr>
            <a:spLocks noGrp="1"/>
          </p:cNvSpPr>
          <p:nvPr>
            <p:ph type="body" sz="quarter" idx="13" hasCustomPrompt="1"/>
          </p:nvPr>
        </p:nvSpPr>
        <p:spPr>
          <a:xfrm>
            <a:off x="923846" y="1047753"/>
            <a:ext cx="7454344" cy="512368"/>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 bold 36pt</a:t>
            </a:r>
          </a:p>
        </p:txBody>
      </p:sp>
      <p:sp>
        <p:nvSpPr>
          <p:cNvPr id="6" name="Slide Number Placeholder 4">
            <a:extLst>
              <a:ext uri="{FF2B5EF4-FFF2-40B4-BE49-F238E27FC236}">
                <a16:creationId xmlns:a16="http://schemas.microsoft.com/office/drawing/2014/main" id="{F35AA10A-3DF4-F848-A0A2-36735527AA3F}"/>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5958895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9_Blan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1FD61A3-F1A8-BA54-2FA8-CEEA39213ABA}"/>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3" name="Slide Number Placeholder 4">
            <a:extLst>
              <a:ext uri="{FF2B5EF4-FFF2-40B4-BE49-F238E27FC236}">
                <a16:creationId xmlns:a16="http://schemas.microsoft.com/office/drawing/2014/main" id="{EF7D6AD8-11C9-C1A4-4E6C-5A9377EE9298}"/>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23" name="Picture Placeholder 22">
            <a:extLst>
              <a:ext uri="{FF2B5EF4-FFF2-40B4-BE49-F238E27FC236}">
                <a16:creationId xmlns:a16="http://schemas.microsoft.com/office/drawing/2014/main" id="{B787861B-F232-FA0F-8DE3-998E18E08A07}"/>
              </a:ext>
            </a:extLst>
          </p:cNvPr>
          <p:cNvSpPr>
            <a:spLocks noGrp="1"/>
          </p:cNvSpPr>
          <p:nvPr>
            <p:ph type="pic" sz="quarter" idx="22" hasCustomPrompt="1"/>
          </p:nvPr>
        </p:nvSpPr>
        <p:spPr>
          <a:xfrm>
            <a:off x="6235700" y="908050"/>
            <a:ext cx="5956300" cy="5072063"/>
          </a:xfrm>
          <a:ln>
            <a:noFill/>
          </a:ln>
        </p:spPr>
        <p:txBody>
          <a:bodyPr anchor="ctr">
            <a:normAutofit/>
          </a:bodyPr>
          <a:lstStyle>
            <a:lvl1pPr algn="ctr">
              <a:defRPr sz="1200" b="0" i="0">
                <a:latin typeface="Montserrat" pitchFamily="2" charset="77"/>
                <a:cs typeface="Gotham Book" pitchFamily="2" charset="0"/>
              </a:defRPr>
            </a:lvl1pPr>
          </a:lstStyle>
          <a:p>
            <a:r>
              <a:rPr lang="en-US" dirty="0"/>
              <a:t>Insert photo</a:t>
            </a:r>
          </a:p>
        </p:txBody>
      </p:sp>
      <p:sp>
        <p:nvSpPr>
          <p:cNvPr id="4" name="Text Placeholder 9">
            <a:extLst>
              <a:ext uri="{FF2B5EF4-FFF2-40B4-BE49-F238E27FC236}">
                <a16:creationId xmlns:a16="http://schemas.microsoft.com/office/drawing/2014/main" id="{3C7BF540-8CF9-5E25-8A36-FB37A13396C5}"/>
              </a:ext>
            </a:extLst>
          </p:cNvPr>
          <p:cNvSpPr>
            <a:spLocks noGrp="1"/>
          </p:cNvSpPr>
          <p:nvPr>
            <p:ph type="body" sz="quarter" idx="23" hasCustomPrompt="1"/>
          </p:nvPr>
        </p:nvSpPr>
        <p:spPr>
          <a:xfrm>
            <a:off x="923846" y="1047753"/>
            <a:ext cx="5172148" cy="1073996"/>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a:t>
            </a:r>
            <a:br>
              <a:rPr lang="en-US" dirty="0"/>
            </a:br>
            <a:r>
              <a:rPr lang="en-US" dirty="0"/>
              <a:t>bold 36pt</a:t>
            </a:r>
          </a:p>
        </p:txBody>
      </p:sp>
      <p:sp>
        <p:nvSpPr>
          <p:cNvPr id="5" name="Text Placeholder 13">
            <a:extLst>
              <a:ext uri="{FF2B5EF4-FFF2-40B4-BE49-F238E27FC236}">
                <a16:creationId xmlns:a16="http://schemas.microsoft.com/office/drawing/2014/main" id="{1B80D579-7282-5298-5897-5793224B87F9}"/>
              </a:ext>
            </a:extLst>
          </p:cNvPr>
          <p:cNvSpPr>
            <a:spLocks noGrp="1"/>
          </p:cNvSpPr>
          <p:nvPr>
            <p:ph type="body" sz="quarter" idx="16" hasCustomPrompt="1"/>
          </p:nvPr>
        </p:nvSpPr>
        <p:spPr>
          <a:xfrm>
            <a:off x="909661" y="2678228"/>
            <a:ext cx="5186333" cy="3314625"/>
          </a:xfrm>
        </p:spPr>
        <p:txBody>
          <a:bodyPr>
            <a:normAutofit/>
          </a:bodyPr>
          <a:lstStyle>
            <a:lvl1pPr>
              <a:defRPr sz="1400" b="0" i="0">
                <a:solidFill>
                  <a:schemeClr val="accent6"/>
                </a:solidFill>
                <a:latin typeface="Montserrat" pitchFamily="2" charset="77"/>
                <a:cs typeface="Gotham Book" pitchFamily="2" charset="0"/>
              </a:defRPr>
            </a:lvl1pPr>
            <a:lvl5pPr algn="l">
              <a:defRPr>
                <a:solidFill>
                  <a:schemeClr val="accent5"/>
                </a:solidFill>
              </a:defRPr>
            </a:lvl5pPr>
          </a:lstStyle>
          <a:p>
            <a:pPr lvl="0"/>
            <a:r>
              <a:rPr lang="en-US" dirty="0"/>
              <a:t>Body copy goes here in Montserrat regular – 14pt</a:t>
            </a:r>
          </a:p>
        </p:txBody>
      </p:sp>
      <p:sp>
        <p:nvSpPr>
          <p:cNvPr id="7" name="Text Placeholder 13">
            <a:extLst>
              <a:ext uri="{FF2B5EF4-FFF2-40B4-BE49-F238E27FC236}">
                <a16:creationId xmlns:a16="http://schemas.microsoft.com/office/drawing/2014/main" id="{759B32E1-5779-F34F-487E-AEEC2B918081}"/>
              </a:ext>
            </a:extLst>
          </p:cNvPr>
          <p:cNvSpPr>
            <a:spLocks noGrp="1"/>
          </p:cNvSpPr>
          <p:nvPr>
            <p:ph type="body" sz="quarter" idx="17" hasCustomPrompt="1"/>
          </p:nvPr>
        </p:nvSpPr>
        <p:spPr>
          <a:xfrm>
            <a:off x="909661" y="2226055"/>
            <a:ext cx="5186334"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Tree>
    <p:extLst>
      <p:ext uri="{BB962C8B-B14F-4D97-AF65-F5344CB8AC3E}">
        <p14:creationId xmlns:p14="http://schemas.microsoft.com/office/powerpoint/2010/main" val="162194748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3_Blan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1FD61A3-F1A8-BA54-2FA8-CEEA39213ABA}"/>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 name="Slide Number Placeholder 4">
            <a:extLst>
              <a:ext uri="{FF2B5EF4-FFF2-40B4-BE49-F238E27FC236}">
                <a16:creationId xmlns:a16="http://schemas.microsoft.com/office/drawing/2014/main" id="{110327D5-3FCA-B12F-3918-5EE2C4957F77}"/>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5" name="Text Placeholder 9">
            <a:extLst>
              <a:ext uri="{FF2B5EF4-FFF2-40B4-BE49-F238E27FC236}">
                <a16:creationId xmlns:a16="http://schemas.microsoft.com/office/drawing/2014/main" id="{A5B27A51-789D-C291-CE9B-C683DF295399}"/>
              </a:ext>
            </a:extLst>
          </p:cNvPr>
          <p:cNvSpPr>
            <a:spLocks noGrp="1"/>
          </p:cNvSpPr>
          <p:nvPr>
            <p:ph type="body" sz="quarter" idx="23" hasCustomPrompt="1"/>
          </p:nvPr>
        </p:nvSpPr>
        <p:spPr>
          <a:xfrm>
            <a:off x="923846" y="1047753"/>
            <a:ext cx="5172148" cy="1073996"/>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a:t>
            </a:r>
            <a:br>
              <a:rPr lang="en-US" dirty="0"/>
            </a:br>
            <a:r>
              <a:rPr lang="en-US" dirty="0"/>
              <a:t>bold 36pt</a:t>
            </a:r>
          </a:p>
        </p:txBody>
      </p:sp>
      <p:sp>
        <p:nvSpPr>
          <p:cNvPr id="7" name="Text Placeholder 13">
            <a:extLst>
              <a:ext uri="{FF2B5EF4-FFF2-40B4-BE49-F238E27FC236}">
                <a16:creationId xmlns:a16="http://schemas.microsoft.com/office/drawing/2014/main" id="{7F1A0823-9AE9-FEBD-D147-D81A223E6D42}"/>
              </a:ext>
            </a:extLst>
          </p:cNvPr>
          <p:cNvSpPr>
            <a:spLocks noGrp="1"/>
          </p:cNvSpPr>
          <p:nvPr>
            <p:ph type="body" sz="quarter" idx="16" hasCustomPrompt="1"/>
          </p:nvPr>
        </p:nvSpPr>
        <p:spPr>
          <a:xfrm>
            <a:off x="909661" y="2678228"/>
            <a:ext cx="5186333" cy="3314625"/>
          </a:xfrm>
        </p:spPr>
        <p:txBody>
          <a:bodyPr>
            <a:normAutofit/>
          </a:bodyPr>
          <a:lstStyle>
            <a:lvl1pPr>
              <a:defRPr sz="1400" b="0" i="0">
                <a:solidFill>
                  <a:schemeClr val="accent6"/>
                </a:solidFill>
                <a:latin typeface="Montserrat" pitchFamily="2" charset="77"/>
                <a:cs typeface="Gotham Book" pitchFamily="2" charset="0"/>
              </a:defRPr>
            </a:lvl1pPr>
            <a:lvl5pPr algn="l">
              <a:defRPr>
                <a:solidFill>
                  <a:schemeClr val="accent5"/>
                </a:solidFill>
              </a:defRPr>
            </a:lvl5pPr>
          </a:lstStyle>
          <a:p>
            <a:pPr lvl="0"/>
            <a:r>
              <a:rPr lang="en-US" dirty="0"/>
              <a:t>Body copy goes here in Montserrat regular – 14pt</a:t>
            </a:r>
          </a:p>
        </p:txBody>
      </p:sp>
      <p:sp>
        <p:nvSpPr>
          <p:cNvPr id="8" name="Text Placeholder 13">
            <a:extLst>
              <a:ext uri="{FF2B5EF4-FFF2-40B4-BE49-F238E27FC236}">
                <a16:creationId xmlns:a16="http://schemas.microsoft.com/office/drawing/2014/main" id="{FAE32431-51E2-5E33-DB29-1E33BACAABF4}"/>
              </a:ext>
            </a:extLst>
          </p:cNvPr>
          <p:cNvSpPr>
            <a:spLocks noGrp="1"/>
          </p:cNvSpPr>
          <p:nvPr>
            <p:ph type="body" sz="quarter" idx="17" hasCustomPrompt="1"/>
          </p:nvPr>
        </p:nvSpPr>
        <p:spPr>
          <a:xfrm>
            <a:off x="909661" y="2226055"/>
            <a:ext cx="5186334"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Tree>
    <p:extLst>
      <p:ext uri="{BB962C8B-B14F-4D97-AF65-F5344CB8AC3E}">
        <p14:creationId xmlns:p14="http://schemas.microsoft.com/office/powerpoint/2010/main" val="148897555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10_Blan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1FD61A3-F1A8-BA54-2FA8-CEEA39213ABA}"/>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 name="Slide Number Placeholder 4">
            <a:extLst>
              <a:ext uri="{FF2B5EF4-FFF2-40B4-BE49-F238E27FC236}">
                <a16:creationId xmlns:a16="http://schemas.microsoft.com/office/drawing/2014/main" id="{6DF82CB9-5334-5B61-A465-3BCA443C9531}"/>
              </a:ext>
            </a:extLst>
          </p:cNvPr>
          <p:cNvSpPr>
            <a:spLocks noGrp="1"/>
          </p:cNvSpPr>
          <p:nvPr>
            <p:ph type="sldNum" sz="quarter" idx="21"/>
          </p:nvPr>
        </p:nvSpPr>
        <p:spPr>
          <a:xfrm>
            <a:off x="8610600" y="6356350"/>
            <a:ext cx="2743200" cy="365125"/>
          </a:xfrm>
        </p:spPr>
        <p:txBody>
          <a:bodyPr/>
          <a:lstStyle>
            <a:lvl1pPr>
              <a:defRPr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3" name="Text Placeholder 9">
            <a:extLst>
              <a:ext uri="{FF2B5EF4-FFF2-40B4-BE49-F238E27FC236}">
                <a16:creationId xmlns:a16="http://schemas.microsoft.com/office/drawing/2014/main" id="{DD4F329C-043A-E66F-39E9-464E6A96A4AF}"/>
              </a:ext>
            </a:extLst>
          </p:cNvPr>
          <p:cNvSpPr>
            <a:spLocks noGrp="1"/>
          </p:cNvSpPr>
          <p:nvPr>
            <p:ph type="body" sz="quarter" idx="23" hasCustomPrompt="1"/>
          </p:nvPr>
        </p:nvSpPr>
        <p:spPr>
          <a:xfrm>
            <a:off x="923846" y="1047753"/>
            <a:ext cx="5172148" cy="1073996"/>
          </a:xfrm>
        </p:spPr>
        <p:txBody>
          <a:bodyPr anchor="ctr">
            <a:noAutofit/>
          </a:bodyPr>
          <a:lstStyle>
            <a:lvl1pPr>
              <a:lnSpc>
                <a:spcPct val="100000"/>
              </a:lnSpc>
              <a:defRPr sz="3600" b="1" i="0">
                <a:solidFill>
                  <a:schemeClr val="bg1"/>
                </a:solidFill>
                <a:latin typeface="Montserrat ExtraBold" pitchFamily="2" charset="77"/>
              </a:defRPr>
            </a:lvl1pPr>
          </a:lstStyle>
          <a:p>
            <a:pPr lvl="0"/>
            <a:r>
              <a:rPr lang="en-US" dirty="0"/>
              <a:t>Montserrat extra</a:t>
            </a:r>
            <a:br>
              <a:rPr lang="en-US" dirty="0"/>
            </a:br>
            <a:r>
              <a:rPr lang="en-US" dirty="0"/>
              <a:t>bold 36pt</a:t>
            </a:r>
          </a:p>
        </p:txBody>
      </p:sp>
      <p:sp>
        <p:nvSpPr>
          <p:cNvPr id="5" name="Text Placeholder 13">
            <a:extLst>
              <a:ext uri="{FF2B5EF4-FFF2-40B4-BE49-F238E27FC236}">
                <a16:creationId xmlns:a16="http://schemas.microsoft.com/office/drawing/2014/main" id="{48E962B6-49F2-D88A-A3A5-F6AACD7E6DEA}"/>
              </a:ext>
            </a:extLst>
          </p:cNvPr>
          <p:cNvSpPr>
            <a:spLocks noGrp="1"/>
          </p:cNvSpPr>
          <p:nvPr>
            <p:ph type="body" sz="quarter" idx="16" hasCustomPrompt="1"/>
          </p:nvPr>
        </p:nvSpPr>
        <p:spPr>
          <a:xfrm>
            <a:off x="909661" y="2678228"/>
            <a:ext cx="5186333" cy="3314625"/>
          </a:xfrm>
        </p:spPr>
        <p:txBody>
          <a:bodyPr>
            <a:normAutofit/>
          </a:bodyPr>
          <a:lstStyle>
            <a:lvl1pPr>
              <a:defRPr sz="1400" b="0" i="0">
                <a:solidFill>
                  <a:schemeClr val="accent6"/>
                </a:solidFill>
                <a:latin typeface="Montserrat" pitchFamily="2" charset="77"/>
                <a:cs typeface="Gotham Book" pitchFamily="2" charset="0"/>
              </a:defRPr>
            </a:lvl1pPr>
            <a:lvl5pPr algn="l">
              <a:defRPr>
                <a:solidFill>
                  <a:schemeClr val="accent5"/>
                </a:solidFill>
              </a:defRPr>
            </a:lvl5pPr>
          </a:lstStyle>
          <a:p>
            <a:pPr lvl="0"/>
            <a:r>
              <a:rPr lang="en-US" dirty="0"/>
              <a:t>Body copy goes here in Montserrat regular – 14pt</a:t>
            </a:r>
          </a:p>
        </p:txBody>
      </p:sp>
      <p:sp>
        <p:nvSpPr>
          <p:cNvPr id="7" name="Text Placeholder 13">
            <a:extLst>
              <a:ext uri="{FF2B5EF4-FFF2-40B4-BE49-F238E27FC236}">
                <a16:creationId xmlns:a16="http://schemas.microsoft.com/office/drawing/2014/main" id="{43925D2E-8E09-1BF1-B97A-290B228EC4B1}"/>
              </a:ext>
            </a:extLst>
          </p:cNvPr>
          <p:cNvSpPr>
            <a:spLocks noGrp="1"/>
          </p:cNvSpPr>
          <p:nvPr>
            <p:ph type="body" sz="quarter" idx="17" hasCustomPrompt="1"/>
          </p:nvPr>
        </p:nvSpPr>
        <p:spPr>
          <a:xfrm>
            <a:off x="909661" y="2226055"/>
            <a:ext cx="5186334" cy="367839"/>
          </a:xfrm>
        </p:spPr>
        <p:txBody>
          <a:bodyPr>
            <a:noAutofit/>
          </a:bodyPr>
          <a:lstStyle>
            <a:lvl1pPr>
              <a:defRPr sz="1800" b="1" i="0">
                <a:solidFill>
                  <a:schemeClr val="tx1"/>
                </a:solidFill>
                <a:latin typeface="Montserrat" pitchFamily="2" charset="77"/>
                <a:cs typeface="Gotham Bold" pitchFamily="2" charset="0"/>
              </a:defRPr>
            </a:lvl1pPr>
            <a:lvl5pPr algn="l">
              <a:defRPr>
                <a:solidFill>
                  <a:schemeClr val="accent5"/>
                </a:solidFill>
              </a:defRPr>
            </a:lvl5pPr>
          </a:lstStyle>
          <a:p>
            <a:pPr lvl="0"/>
            <a:r>
              <a:rPr lang="en-US" dirty="0"/>
              <a:t>Subhead here in Montserrat bold 18pt</a:t>
            </a:r>
          </a:p>
        </p:txBody>
      </p:sp>
    </p:spTree>
    <p:extLst>
      <p:ext uri="{BB962C8B-B14F-4D97-AF65-F5344CB8AC3E}">
        <p14:creationId xmlns:p14="http://schemas.microsoft.com/office/powerpoint/2010/main" val="229070264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8411"/>
          <a:stretch/>
        </p:blipFill>
        <p:spPr>
          <a:xfrm>
            <a:off x="0" y="-67847"/>
            <a:ext cx="12191999" cy="6879499"/>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8" name="Text Placeholder 7">
            <a:extLst>
              <a:ext uri="{FF2B5EF4-FFF2-40B4-BE49-F238E27FC236}">
                <a16:creationId xmlns:a16="http://schemas.microsoft.com/office/drawing/2014/main" id="{FB3D1248-4382-128B-04DB-E0786EDA3CFA}"/>
              </a:ext>
            </a:extLst>
          </p:cNvPr>
          <p:cNvSpPr>
            <a:spLocks noGrp="1"/>
          </p:cNvSpPr>
          <p:nvPr>
            <p:ph type="body" sz="quarter" idx="15" hasCustomPrompt="1"/>
          </p:nvPr>
        </p:nvSpPr>
        <p:spPr>
          <a:xfrm>
            <a:off x="157290" y="0"/>
            <a:ext cx="11125296" cy="632389"/>
          </a:xfrm>
        </p:spPr>
        <p:txBody>
          <a:bodyPr anchor="ctr">
            <a:noAutofit/>
          </a:bodyPr>
          <a:lstStyle>
            <a:lvl1pPr algn="l">
              <a:lnSpc>
                <a:spcPts val="4500"/>
              </a:lnSpc>
              <a:defRPr sz="3200" b="1" i="0">
                <a:solidFill>
                  <a:srgbClr val="FFFFFF"/>
                </a:solidFill>
                <a:effectLst/>
                <a:latin typeface="Montserrat ExtraBold" pitchFamily="2" charset="77"/>
              </a:defRPr>
            </a:lvl1pPr>
          </a:lstStyle>
          <a:p>
            <a:pPr lvl="0"/>
            <a:r>
              <a:rPr lang="en-US" dirty="0"/>
              <a:t>Insights Slide Header</a:t>
            </a: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sp>
        <p:nvSpPr>
          <p:cNvPr id="3" name="Text Placeholder 7">
            <a:extLst>
              <a:ext uri="{FF2B5EF4-FFF2-40B4-BE49-F238E27FC236}">
                <a16:creationId xmlns:a16="http://schemas.microsoft.com/office/drawing/2014/main" id="{61B2507F-BCCC-B378-94E9-91221C2BAE56}"/>
              </a:ext>
            </a:extLst>
          </p:cNvPr>
          <p:cNvSpPr>
            <a:spLocks noGrp="1"/>
          </p:cNvSpPr>
          <p:nvPr>
            <p:ph type="body" sz="quarter" idx="22" hasCustomPrompt="1"/>
          </p:nvPr>
        </p:nvSpPr>
        <p:spPr>
          <a:xfrm>
            <a:off x="157290" y="6197926"/>
            <a:ext cx="4354889" cy="451304"/>
          </a:xfrm>
        </p:spPr>
        <p:txBody>
          <a:bodyPr anchor="ctr">
            <a:noAutofit/>
          </a:bodyPr>
          <a:lstStyle>
            <a:lvl1pPr algn="l">
              <a:lnSpc>
                <a:spcPts val="4500"/>
              </a:lnSpc>
              <a:defRPr sz="1050" b="0" i="0">
                <a:solidFill>
                  <a:srgbClr val="FFFFFF"/>
                </a:solidFill>
                <a:effectLst/>
                <a:latin typeface="Montserrat" pitchFamily="2" charset="0"/>
              </a:defRPr>
            </a:lvl1pPr>
          </a:lstStyle>
          <a:p>
            <a:pPr lvl="0"/>
            <a:r>
              <a:rPr lang="en-US" dirty="0"/>
              <a:t>Source:</a:t>
            </a:r>
          </a:p>
        </p:txBody>
      </p:sp>
    </p:spTree>
    <p:extLst>
      <p:ext uri="{BB962C8B-B14F-4D97-AF65-F5344CB8AC3E}">
        <p14:creationId xmlns:p14="http://schemas.microsoft.com/office/powerpoint/2010/main" val="30873966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8341"/>
          <a:stretch/>
        </p:blipFill>
        <p:spPr>
          <a:xfrm>
            <a:off x="0" y="-101462"/>
            <a:ext cx="12192000" cy="6879498"/>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sp>
        <p:nvSpPr>
          <p:cNvPr id="3" name="Text Placeholder 7">
            <a:extLst>
              <a:ext uri="{FF2B5EF4-FFF2-40B4-BE49-F238E27FC236}">
                <a16:creationId xmlns:a16="http://schemas.microsoft.com/office/drawing/2014/main" id="{F385834A-0D12-9703-071F-F21312F04940}"/>
              </a:ext>
            </a:extLst>
          </p:cNvPr>
          <p:cNvSpPr>
            <a:spLocks noGrp="1"/>
          </p:cNvSpPr>
          <p:nvPr>
            <p:ph type="body" sz="quarter" idx="15" hasCustomPrompt="1"/>
          </p:nvPr>
        </p:nvSpPr>
        <p:spPr>
          <a:xfrm>
            <a:off x="157290" y="0"/>
            <a:ext cx="11125296" cy="632389"/>
          </a:xfrm>
        </p:spPr>
        <p:txBody>
          <a:bodyPr anchor="ctr">
            <a:noAutofit/>
          </a:bodyPr>
          <a:lstStyle>
            <a:lvl1pPr algn="l">
              <a:lnSpc>
                <a:spcPts val="4500"/>
              </a:lnSpc>
              <a:defRPr sz="3200" b="1" i="0">
                <a:solidFill>
                  <a:srgbClr val="FFFFFF"/>
                </a:solidFill>
                <a:effectLst/>
                <a:latin typeface="Montserrat ExtraBold" pitchFamily="2" charset="77"/>
              </a:defRPr>
            </a:lvl1pPr>
          </a:lstStyle>
          <a:p>
            <a:pPr lvl="0"/>
            <a:r>
              <a:rPr lang="en-US" dirty="0"/>
              <a:t>Insights Slide Header</a:t>
            </a:r>
          </a:p>
        </p:txBody>
      </p:sp>
      <p:sp>
        <p:nvSpPr>
          <p:cNvPr id="4" name="Text Placeholder 7">
            <a:extLst>
              <a:ext uri="{FF2B5EF4-FFF2-40B4-BE49-F238E27FC236}">
                <a16:creationId xmlns:a16="http://schemas.microsoft.com/office/drawing/2014/main" id="{95E5D3F2-14A1-6554-0BF0-105A3902A601}"/>
              </a:ext>
            </a:extLst>
          </p:cNvPr>
          <p:cNvSpPr>
            <a:spLocks noGrp="1"/>
          </p:cNvSpPr>
          <p:nvPr>
            <p:ph type="body" sz="quarter" idx="22" hasCustomPrompt="1"/>
          </p:nvPr>
        </p:nvSpPr>
        <p:spPr>
          <a:xfrm>
            <a:off x="157290" y="6197926"/>
            <a:ext cx="4354889" cy="451304"/>
          </a:xfrm>
        </p:spPr>
        <p:txBody>
          <a:bodyPr anchor="ctr">
            <a:noAutofit/>
          </a:bodyPr>
          <a:lstStyle>
            <a:lvl1pPr algn="l">
              <a:lnSpc>
                <a:spcPts val="4500"/>
              </a:lnSpc>
              <a:defRPr sz="1050" b="0" i="0">
                <a:solidFill>
                  <a:srgbClr val="FFFFFF"/>
                </a:solidFill>
                <a:effectLst/>
                <a:latin typeface="Montserrat" pitchFamily="2" charset="0"/>
              </a:defRPr>
            </a:lvl1pPr>
          </a:lstStyle>
          <a:p>
            <a:pPr lvl="0"/>
            <a:r>
              <a:rPr lang="en-US" dirty="0"/>
              <a:t>Source:</a:t>
            </a:r>
          </a:p>
        </p:txBody>
      </p:sp>
    </p:spTree>
    <p:extLst>
      <p:ext uri="{BB962C8B-B14F-4D97-AF65-F5344CB8AC3E}">
        <p14:creationId xmlns:p14="http://schemas.microsoft.com/office/powerpoint/2010/main" val="1382897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4CA446-AF75-5A76-65D4-474AEDE50899}"/>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7921"/>
          <a:stretch/>
        </p:blipFill>
        <p:spPr>
          <a:xfrm>
            <a:off x="0" y="-101462"/>
            <a:ext cx="12191999" cy="6879498"/>
          </a:xfrm>
          <a:prstGeom prst="rect">
            <a:avLst/>
          </a:prstGeom>
        </p:spPr>
      </p:pic>
      <p:sp>
        <p:nvSpPr>
          <p:cNvPr id="12" name="Rectangle 11">
            <a:extLst>
              <a:ext uri="{FF2B5EF4-FFF2-40B4-BE49-F238E27FC236}">
                <a16:creationId xmlns:a16="http://schemas.microsoft.com/office/drawing/2014/main" id="{70F5D47C-2B5A-47B4-5E8F-0DF37EFBA80D}"/>
              </a:ext>
            </a:extLst>
          </p:cNvPr>
          <p:cNvSpPr/>
          <p:nvPr userDrawn="1"/>
        </p:nvSpPr>
        <p:spPr>
          <a:xfrm>
            <a:off x="0" y="6753559"/>
            <a:ext cx="12192000" cy="13652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2" name="Slide Number Placeholder 4">
            <a:extLst>
              <a:ext uri="{FF2B5EF4-FFF2-40B4-BE49-F238E27FC236}">
                <a16:creationId xmlns:a16="http://schemas.microsoft.com/office/drawing/2014/main" id="{C3A8A1C4-CA0C-27FD-32AC-500CA1E94E32}"/>
              </a:ext>
            </a:extLst>
          </p:cNvPr>
          <p:cNvSpPr>
            <a:spLocks noGrp="1"/>
          </p:cNvSpPr>
          <p:nvPr>
            <p:ph type="sldNum" sz="quarter" idx="21"/>
          </p:nvPr>
        </p:nvSpPr>
        <p:spPr>
          <a:xfrm>
            <a:off x="8610600" y="6356350"/>
            <a:ext cx="2743200" cy="365125"/>
          </a:xfrm>
        </p:spPr>
        <p:txBody>
          <a:bodyPr/>
          <a:lstStyle>
            <a:lvl1pPr>
              <a:defRPr b="0" i="0">
                <a:solidFill>
                  <a:srgbClr val="FFFFFF"/>
                </a:solidFill>
                <a:latin typeface="Montserrat" pitchFamily="2" charset="77"/>
              </a:defRPr>
            </a:lvl1pPr>
          </a:lstStyle>
          <a:p>
            <a:fld id="{092B7F3C-4313-C24D-846D-3F8791666B11}" type="slidenum">
              <a:rPr lang="en-US" smtClean="0"/>
              <a:pPr/>
              <a:t>‹#›</a:t>
            </a:fld>
            <a:endParaRPr lang="en-US" dirty="0"/>
          </a:p>
        </p:txBody>
      </p:sp>
      <p:sp>
        <p:nvSpPr>
          <p:cNvPr id="3" name="Text Placeholder 7">
            <a:extLst>
              <a:ext uri="{FF2B5EF4-FFF2-40B4-BE49-F238E27FC236}">
                <a16:creationId xmlns:a16="http://schemas.microsoft.com/office/drawing/2014/main" id="{F954DF7D-08AD-7974-6CD9-A51EE6EEFDE1}"/>
              </a:ext>
            </a:extLst>
          </p:cNvPr>
          <p:cNvSpPr>
            <a:spLocks noGrp="1"/>
          </p:cNvSpPr>
          <p:nvPr>
            <p:ph type="body" sz="quarter" idx="15" hasCustomPrompt="1"/>
          </p:nvPr>
        </p:nvSpPr>
        <p:spPr>
          <a:xfrm>
            <a:off x="157290" y="0"/>
            <a:ext cx="11125296" cy="632389"/>
          </a:xfrm>
        </p:spPr>
        <p:txBody>
          <a:bodyPr anchor="ctr">
            <a:noAutofit/>
          </a:bodyPr>
          <a:lstStyle>
            <a:lvl1pPr algn="l">
              <a:lnSpc>
                <a:spcPts val="4500"/>
              </a:lnSpc>
              <a:defRPr sz="3200" b="1" i="0">
                <a:solidFill>
                  <a:srgbClr val="FFFFFF"/>
                </a:solidFill>
                <a:effectLst/>
                <a:latin typeface="Montserrat ExtraBold" pitchFamily="2" charset="77"/>
              </a:defRPr>
            </a:lvl1pPr>
          </a:lstStyle>
          <a:p>
            <a:pPr lvl="0"/>
            <a:r>
              <a:rPr lang="en-US" dirty="0"/>
              <a:t>Insights Slide Header</a:t>
            </a:r>
          </a:p>
        </p:txBody>
      </p:sp>
      <p:sp>
        <p:nvSpPr>
          <p:cNvPr id="4" name="Text Placeholder 7">
            <a:extLst>
              <a:ext uri="{FF2B5EF4-FFF2-40B4-BE49-F238E27FC236}">
                <a16:creationId xmlns:a16="http://schemas.microsoft.com/office/drawing/2014/main" id="{D9D0D081-4FE1-7D0A-B52B-E415D107B717}"/>
              </a:ext>
            </a:extLst>
          </p:cNvPr>
          <p:cNvSpPr>
            <a:spLocks noGrp="1"/>
          </p:cNvSpPr>
          <p:nvPr>
            <p:ph type="body" sz="quarter" idx="22" hasCustomPrompt="1"/>
          </p:nvPr>
        </p:nvSpPr>
        <p:spPr>
          <a:xfrm>
            <a:off x="157290" y="6197926"/>
            <a:ext cx="4354889" cy="451304"/>
          </a:xfrm>
        </p:spPr>
        <p:txBody>
          <a:bodyPr anchor="ctr">
            <a:noAutofit/>
          </a:bodyPr>
          <a:lstStyle>
            <a:lvl1pPr algn="l">
              <a:lnSpc>
                <a:spcPts val="4500"/>
              </a:lnSpc>
              <a:defRPr sz="1050" b="0" i="0">
                <a:solidFill>
                  <a:srgbClr val="FFFFFF"/>
                </a:solidFill>
                <a:effectLst/>
                <a:latin typeface="Montserrat" pitchFamily="2" charset="0"/>
              </a:defRPr>
            </a:lvl1pPr>
          </a:lstStyle>
          <a:p>
            <a:pPr lvl="0"/>
            <a:r>
              <a:rPr lang="en-US" dirty="0"/>
              <a:t>Source:</a:t>
            </a:r>
          </a:p>
        </p:txBody>
      </p:sp>
    </p:spTree>
    <p:extLst>
      <p:ext uri="{BB962C8B-B14F-4D97-AF65-F5344CB8AC3E}">
        <p14:creationId xmlns:p14="http://schemas.microsoft.com/office/powerpoint/2010/main" val="201085350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5_Blank">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78525B5-E484-1F44-962F-106D013D770A}"/>
              </a:ext>
            </a:extLst>
          </p:cNvPr>
          <p:cNvSpPr/>
          <p:nvPr/>
        </p:nvSpPr>
        <p:spPr>
          <a:xfrm>
            <a:off x="0" y="6775647"/>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
        <p:nvSpPr>
          <p:cNvPr id="5" name="Slide Number Placeholder 4">
            <a:extLst>
              <a:ext uri="{FF2B5EF4-FFF2-40B4-BE49-F238E27FC236}">
                <a16:creationId xmlns:a16="http://schemas.microsoft.com/office/drawing/2014/main" id="{F8082970-4FF8-F345-6DD0-798AA8D794C9}"/>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90654417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4_Blank">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3A05997-2D6F-4A5F-449A-3CD3B226705B}"/>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45223" y="5447696"/>
            <a:ext cx="2070628" cy="627978"/>
          </a:xfrm>
          <a:prstGeom prst="rect">
            <a:avLst/>
          </a:prstGeom>
        </p:spPr>
      </p:pic>
      <p:sp>
        <p:nvSpPr>
          <p:cNvPr id="4" name="Freeform 3">
            <a:extLst>
              <a:ext uri="{FF2B5EF4-FFF2-40B4-BE49-F238E27FC236}">
                <a16:creationId xmlns:a16="http://schemas.microsoft.com/office/drawing/2014/main" id="{6BC85D38-C113-1111-F1A8-7B56EFEA82BB}"/>
              </a:ext>
            </a:extLst>
          </p:cNvPr>
          <p:cNvSpPr/>
          <p:nvPr/>
        </p:nvSpPr>
        <p:spPr>
          <a:xfrm>
            <a:off x="4176388" y="3415553"/>
            <a:ext cx="3828780" cy="31853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0" i="0" dirty="0">
              <a:latin typeface="Montserrat" pitchFamily="2" charset="77"/>
            </a:endParaRPr>
          </a:p>
        </p:txBody>
      </p:sp>
      <p:grpSp>
        <p:nvGrpSpPr>
          <p:cNvPr id="6" name="Graphic 5">
            <a:extLst>
              <a:ext uri="{FF2B5EF4-FFF2-40B4-BE49-F238E27FC236}">
                <a16:creationId xmlns:a16="http://schemas.microsoft.com/office/drawing/2014/main" id="{8326AF57-4238-5233-8EB3-6718E4BFDCDE}"/>
              </a:ext>
            </a:extLst>
          </p:cNvPr>
          <p:cNvGrpSpPr/>
          <p:nvPr/>
        </p:nvGrpSpPr>
        <p:grpSpPr>
          <a:xfrm>
            <a:off x="4121002" y="2569295"/>
            <a:ext cx="3949996" cy="1187942"/>
            <a:chOff x="4652525" y="3213529"/>
            <a:chExt cx="2073018" cy="623450"/>
          </a:xfrm>
          <a:solidFill>
            <a:srgbClr val="295937"/>
          </a:solidFill>
        </p:grpSpPr>
        <p:sp>
          <p:nvSpPr>
            <p:cNvPr id="7" name="Freeform 6">
              <a:extLst>
                <a:ext uri="{FF2B5EF4-FFF2-40B4-BE49-F238E27FC236}">
                  <a16:creationId xmlns:a16="http://schemas.microsoft.com/office/drawing/2014/main" id="{2ADD5E9F-8F91-8B96-E4F4-1972DFB13001}"/>
                </a:ext>
              </a:extLst>
            </p:cNvPr>
            <p:cNvSpPr/>
            <p:nvPr/>
          </p:nvSpPr>
          <p:spPr>
            <a:xfrm>
              <a:off x="4652525" y="3213529"/>
              <a:ext cx="537527" cy="491796"/>
            </a:xfrm>
            <a:custGeom>
              <a:avLst/>
              <a:gdLst>
                <a:gd name="connsiteX0" fmla="*/ 208945 w 537527"/>
                <a:gd name="connsiteY0" fmla="*/ 173539 h 491796"/>
                <a:gd name="connsiteX1" fmla="*/ 210567 w 537527"/>
                <a:gd name="connsiteY1" fmla="*/ 171104 h 491796"/>
                <a:gd name="connsiteX2" fmla="*/ 236530 w 537527"/>
                <a:gd name="connsiteY2" fmla="*/ 136193 h 491796"/>
                <a:gd name="connsiteX3" fmla="*/ 248699 w 537527"/>
                <a:gd name="connsiteY3" fmla="*/ 121579 h 491796"/>
                <a:gd name="connsiteX4" fmla="*/ 260058 w 537527"/>
                <a:gd name="connsiteY4" fmla="*/ 107777 h 491796"/>
                <a:gd name="connsiteX5" fmla="*/ 286020 w 537527"/>
                <a:gd name="connsiteY5" fmla="*/ 76926 h 491796"/>
                <a:gd name="connsiteX6" fmla="*/ 295756 w 537527"/>
                <a:gd name="connsiteY6" fmla="*/ 64747 h 491796"/>
                <a:gd name="connsiteX7" fmla="*/ 302246 w 537527"/>
                <a:gd name="connsiteY7" fmla="*/ 56629 h 491796"/>
                <a:gd name="connsiteX8" fmla="*/ 303869 w 537527"/>
                <a:gd name="connsiteY8" fmla="*/ 45262 h 491796"/>
                <a:gd name="connsiteX9" fmla="*/ 303869 w 537527"/>
                <a:gd name="connsiteY9" fmla="*/ 42827 h 491796"/>
                <a:gd name="connsiteX10" fmla="*/ 303869 w 537527"/>
                <a:gd name="connsiteY10" fmla="*/ 42015 h 491796"/>
                <a:gd name="connsiteX11" fmla="*/ 303869 w 537527"/>
                <a:gd name="connsiteY11" fmla="*/ 39579 h 491796"/>
                <a:gd name="connsiteX12" fmla="*/ 307114 w 537527"/>
                <a:gd name="connsiteY12" fmla="*/ 37955 h 491796"/>
                <a:gd name="connsiteX13" fmla="*/ 311982 w 537527"/>
                <a:gd name="connsiteY13" fmla="*/ 38767 h 491796"/>
                <a:gd name="connsiteX14" fmla="*/ 311982 w 537527"/>
                <a:gd name="connsiteY14" fmla="*/ 41203 h 491796"/>
                <a:gd name="connsiteX15" fmla="*/ 318472 w 537527"/>
                <a:gd name="connsiteY15" fmla="*/ 42827 h 491796"/>
                <a:gd name="connsiteX16" fmla="*/ 325774 w 537527"/>
                <a:gd name="connsiteY16" fmla="*/ 42015 h 491796"/>
                <a:gd name="connsiteX17" fmla="*/ 329831 w 537527"/>
                <a:gd name="connsiteY17" fmla="*/ 41203 h 491796"/>
                <a:gd name="connsiteX18" fmla="*/ 333887 w 537527"/>
                <a:gd name="connsiteY18" fmla="*/ 39579 h 491796"/>
                <a:gd name="connsiteX19" fmla="*/ 328208 w 537527"/>
                <a:gd name="connsiteY19" fmla="*/ 38767 h 491796"/>
                <a:gd name="connsiteX20" fmla="*/ 318472 w 537527"/>
                <a:gd name="connsiteY20" fmla="*/ 37143 h 491796"/>
                <a:gd name="connsiteX21" fmla="*/ 324152 w 537527"/>
                <a:gd name="connsiteY21" fmla="*/ 33896 h 491796"/>
                <a:gd name="connsiteX22" fmla="*/ 329831 w 537527"/>
                <a:gd name="connsiteY22" fmla="*/ 33896 h 491796"/>
                <a:gd name="connsiteX23" fmla="*/ 332265 w 537527"/>
                <a:gd name="connsiteY23" fmla="*/ 35520 h 491796"/>
                <a:gd name="connsiteX24" fmla="*/ 333887 w 537527"/>
                <a:gd name="connsiteY24" fmla="*/ 33896 h 491796"/>
                <a:gd name="connsiteX25" fmla="*/ 335510 w 537527"/>
                <a:gd name="connsiteY25" fmla="*/ 32272 h 491796"/>
                <a:gd name="connsiteX26" fmla="*/ 337133 w 537527"/>
                <a:gd name="connsiteY26" fmla="*/ 33896 h 491796"/>
                <a:gd name="connsiteX27" fmla="*/ 338755 w 537527"/>
                <a:gd name="connsiteY27" fmla="*/ 36332 h 491796"/>
                <a:gd name="connsiteX28" fmla="*/ 361472 w 537527"/>
                <a:gd name="connsiteY28" fmla="*/ 39579 h 491796"/>
                <a:gd name="connsiteX29" fmla="*/ 366340 w 537527"/>
                <a:gd name="connsiteY29" fmla="*/ 39579 h 491796"/>
                <a:gd name="connsiteX30" fmla="*/ 367151 w 537527"/>
                <a:gd name="connsiteY30" fmla="*/ 38767 h 491796"/>
                <a:gd name="connsiteX31" fmla="*/ 355793 w 537527"/>
                <a:gd name="connsiteY31" fmla="*/ 37143 h 491796"/>
                <a:gd name="connsiteX32" fmla="*/ 349302 w 537527"/>
                <a:gd name="connsiteY32" fmla="*/ 35520 h 491796"/>
                <a:gd name="connsiteX33" fmla="*/ 346057 w 537527"/>
                <a:gd name="connsiteY33" fmla="*/ 33084 h 491796"/>
                <a:gd name="connsiteX34" fmla="*/ 342001 w 537527"/>
                <a:gd name="connsiteY34" fmla="*/ 32272 h 491796"/>
                <a:gd name="connsiteX35" fmla="*/ 346057 w 537527"/>
                <a:gd name="connsiteY35" fmla="*/ 32272 h 491796"/>
                <a:gd name="connsiteX36" fmla="*/ 350114 w 537527"/>
                <a:gd name="connsiteY36" fmla="*/ 30648 h 491796"/>
                <a:gd name="connsiteX37" fmla="*/ 325774 w 537527"/>
                <a:gd name="connsiteY37" fmla="*/ 29025 h 491796"/>
                <a:gd name="connsiteX38" fmla="*/ 316038 w 537527"/>
                <a:gd name="connsiteY38" fmla="*/ 29836 h 491796"/>
                <a:gd name="connsiteX39" fmla="*/ 306303 w 537527"/>
                <a:gd name="connsiteY39" fmla="*/ 29836 h 491796"/>
                <a:gd name="connsiteX40" fmla="*/ 305491 w 537527"/>
                <a:gd name="connsiteY40" fmla="*/ 28213 h 491796"/>
                <a:gd name="connsiteX41" fmla="*/ 304680 w 537527"/>
                <a:gd name="connsiteY41" fmla="*/ 25777 h 491796"/>
                <a:gd name="connsiteX42" fmla="*/ 302246 w 537527"/>
                <a:gd name="connsiteY42" fmla="*/ 26589 h 491796"/>
                <a:gd name="connsiteX43" fmla="*/ 291699 w 537527"/>
                <a:gd name="connsiteY43" fmla="*/ 23342 h 491796"/>
                <a:gd name="connsiteX44" fmla="*/ 272227 w 537527"/>
                <a:gd name="connsiteY44" fmla="*/ 33896 h 491796"/>
                <a:gd name="connsiteX45" fmla="*/ 271416 w 537527"/>
                <a:gd name="connsiteY45" fmla="*/ 31460 h 491796"/>
                <a:gd name="connsiteX46" fmla="*/ 269793 w 537527"/>
                <a:gd name="connsiteY46" fmla="*/ 29025 h 491796"/>
                <a:gd name="connsiteX47" fmla="*/ 267359 w 537527"/>
                <a:gd name="connsiteY47" fmla="*/ 27401 h 491796"/>
                <a:gd name="connsiteX48" fmla="*/ 264114 w 537527"/>
                <a:gd name="connsiteY48" fmla="*/ 28213 h 491796"/>
                <a:gd name="connsiteX49" fmla="*/ 259246 w 537527"/>
                <a:gd name="connsiteY49" fmla="*/ 29836 h 491796"/>
                <a:gd name="connsiteX50" fmla="*/ 238152 w 537527"/>
                <a:gd name="connsiteY50" fmla="*/ 27401 h 491796"/>
                <a:gd name="connsiteX51" fmla="*/ 235718 w 537527"/>
                <a:gd name="connsiteY51" fmla="*/ 27401 h 491796"/>
                <a:gd name="connsiteX52" fmla="*/ 239775 w 537527"/>
                <a:gd name="connsiteY52" fmla="*/ 23342 h 491796"/>
                <a:gd name="connsiteX53" fmla="*/ 243831 w 537527"/>
                <a:gd name="connsiteY53" fmla="*/ 22530 h 491796"/>
                <a:gd name="connsiteX54" fmla="*/ 250322 w 537527"/>
                <a:gd name="connsiteY54" fmla="*/ 21718 h 491796"/>
                <a:gd name="connsiteX55" fmla="*/ 256812 w 537527"/>
                <a:gd name="connsiteY55" fmla="*/ 20094 h 491796"/>
                <a:gd name="connsiteX56" fmla="*/ 260869 w 537527"/>
                <a:gd name="connsiteY56" fmla="*/ 19282 h 491796"/>
                <a:gd name="connsiteX57" fmla="*/ 266548 w 537527"/>
                <a:gd name="connsiteY57" fmla="*/ 17658 h 491796"/>
                <a:gd name="connsiteX58" fmla="*/ 270605 w 537527"/>
                <a:gd name="connsiteY58" fmla="*/ 17658 h 491796"/>
                <a:gd name="connsiteX59" fmla="*/ 275473 w 537527"/>
                <a:gd name="connsiteY59" fmla="*/ 17658 h 491796"/>
                <a:gd name="connsiteX60" fmla="*/ 281963 w 537527"/>
                <a:gd name="connsiteY60" fmla="*/ 16846 h 491796"/>
                <a:gd name="connsiteX61" fmla="*/ 286020 w 537527"/>
                <a:gd name="connsiteY61" fmla="*/ 16035 h 491796"/>
                <a:gd name="connsiteX62" fmla="*/ 292510 w 537527"/>
                <a:gd name="connsiteY62" fmla="*/ 16035 h 491796"/>
                <a:gd name="connsiteX63" fmla="*/ 301435 w 537527"/>
                <a:gd name="connsiteY63" fmla="*/ 15223 h 491796"/>
                <a:gd name="connsiteX64" fmla="*/ 307925 w 537527"/>
                <a:gd name="connsiteY64" fmla="*/ 14411 h 491796"/>
                <a:gd name="connsiteX65" fmla="*/ 314416 w 537527"/>
                <a:gd name="connsiteY65" fmla="*/ 13599 h 491796"/>
                <a:gd name="connsiteX66" fmla="*/ 324152 w 537527"/>
                <a:gd name="connsiteY66" fmla="*/ 13599 h 491796"/>
                <a:gd name="connsiteX67" fmla="*/ 330642 w 537527"/>
                <a:gd name="connsiteY67" fmla="*/ 13599 h 491796"/>
                <a:gd name="connsiteX68" fmla="*/ 336321 w 537527"/>
                <a:gd name="connsiteY68" fmla="*/ 12787 h 491796"/>
                <a:gd name="connsiteX69" fmla="*/ 346057 w 537527"/>
                <a:gd name="connsiteY69" fmla="*/ 11975 h 491796"/>
                <a:gd name="connsiteX70" fmla="*/ 353359 w 537527"/>
                <a:gd name="connsiteY70" fmla="*/ 13599 h 491796"/>
                <a:gd name="connsiteX71" fmla="*/ 354981 w 537527"/>
                <a:gd name="connsiteY71" fmla="*/ 13599 h 491796"/>
                <a:gd name="connsiteX72" fmla="*/ 375264 w 537527"/>
                <a:gd name="connsiteY72" fmla="*/ 11163 h 491796"/>
                <a:gd name="connsiteX73" fmla="*/ 407717 w 537527"/>
                <a:gd name="connsiteY73" fmla="*/ 12787 h 491796"/>
                <a:gd name="connsiteX74" fmla="*/ 425566 w 537527"/>
                <a:gd name="connsiteY74" fmla="*/ 13599 h 491796"/>
                <a:gd name="connsiteX75" fmla="*/ 443415 w 537527"/>
                <a:gd name="connsiteY75" fmla="*/ 16846 h 491796"/>
                <a:gd name="connsiteX76" fmla="*/ 471000 w 537527"/>
                <a:gd name="connsiteY76" fmla="*/ 28213 h 491796"/>
                <a:gd name="connsiteX77" fmla="*/ 462887 w 537527"/>
                <a:gd name="connsiteY77" fmla="*/ 28213 h 491796"/>
                <a:gd name="connsiteX78" fmla="*/ 460452 w 537527"/>
                <a:gd name="connsiteY78" fmla="*/ 26589 h 491796"/>
                <a:gd name="connsiteX79" fmla="*/ 454773 w 537527"/>
                <a:gd name="connsiteY79" fmla="*/ 28213 h 491796"/>
                <a:gd name="connsiteX80" fmla="*/ 450717 w 537527"/>
                <a:gd name="connsiteY80" fmla="*/ 29836 h 491796"/>
                <a:gd name="connsiteX81" fmla="*/ 450717 w 537527"/>
                <a:gd name="connsiteY81" fmla="*/ 28213 h 491796"/>
                <a:gd name="connsiteX82" fmla="*/ 449905 w 537527"/>
                <a:gd name="connsiteY82" fmla="*/ 24965 h 491796"/>
                <a:gd name="connsiteX83" fmla="*/ 450717 w 537527"/>
                <a:gd name="connsiteY83" fmla="*/ 23342 h 491796"/>
                <a:gd name="connsiteX84" fmla="*/ 449905 w 537527"/>
                <a:gd name="connsiteY84" fmla="*/ 21718 h 491796"/>
                <a:gd name="connsiteX85" fmla="*/ 444226 w 537527"/>
                <a:gd name="connsiteY85" fmla="*/ 20906 h 491796"/>
                <a:gd name="connsiteX86" fmla="*/ 415019 w 537527"/>
                <a:gd name="connsiteY86" fmla="*/ 17658 h 491796"/>
                <a:gd name="connsiteX87" fmla="*/ 414208 w 537527"/>
                <a:gd name="connsiteY87" fmla="*/ 21718 h 491796"/>
                <a:gd name="connsiteX88" fmla="*/ 416641 w 537527"/>
                <a:gd name="connsiteY88" fmla="*/ 22530 h 491796"/>
                <a:gd name="connsiteX89" fmla="*/ 418264 w 537527"/>
                <a:gd name="connsiteY89" fmla="*/ 22530 h 491796"/>
                <a:gd name="connsiteX90" fmla="*/ 417453 w 537527"/>
                <a:gd name="connsiteY90" fmla="*/ 24965 h 491796"/>
                <a:gd name="connsiteX91" fmla="*/ 413396 w 537527"/>
                <a:gd name="connsiteY91" fmla="*/ 23342 h 491796"/>
                <a:gd name="connsiteX92" fmla="*/ 410151 w 537527"/>
                <a:gd name="connsiteY92" fmla="*/ 21718 h 491796"/>
                <a:gd name="connsiteX93" fmla="*/ 408528 w 537527"/>
                <a:gd name="connsiteY93" fmla="*/ 20094 h 491796"/>
                <a:gd name="connsiteX94" fmla="*/ 407717 w 537527"/>
                <a:gd name="connsiteY94" fmla="*/ 17658 h 491796"/>
                <a:gd name="connsiteX95" fmla="*/ 402038 w 537527"/>
                <a:gd name="connsiteY95" fmla="*/ 21718 h 491796"/>
                <a:gd name="connsiteX96" fmla="*/ 402849 w 537527"/>
                <a:gd name="connsiteY96" fmla="*/ 20906 h 491796"/>
                <a:gd name="connsiteX97" fmla="*/ 404472 w 537527"/>
                <a:gd name="connsiteY97" fmla="*/ 21718 h 491796"/>
                <a:gd name="connsiteX98" fmla="*/ 402038 w 537527"/>
                <a:gd name="connsiteY98" fmla="*/ 24965 h 491796"/>
                <a:gd name="connsiteX99" fmla="*/ 399604 w 537527"/>
                <a:gd name="connsiteY99" fmla="*/ 20094 h 491796"/>
                <a:gd name="connsiteX100" fmla="*/ 398793 w 537527"/>
                <a:gd name="connsiteY100" fmla="*/ 18470 h 491796"/>
                <a:gd name="connsiteX101" fmla="*/ 395547 w 537527"/>
                <a:gd name="connsiteY101" fmla="*/ 20094 h 491796"/>
                <a:gd name="connsiteX102" fmla="*/ 394736 w 537527"/>
                <a:gd name="connsiteY102" fmla="*/ 21718 h 491796"/>
                <a:gd name="connsiteX103" fmla="*/ 393925 w 537527"/>
                <a:gd name="connsiteY103" fmla="*/ 23342 h 491796"/>
                <a:gd name="connsiteX104" fmla="*/ 393113 w 537527"/>
                <a:gd name="connsiteY104" fmla="*/ 20906 h 491796"/>
                <a:gd name="connsiteX105" fmla="*/ 389868 w 537527"/>
                <a:gd name="connsiteY105" fmla="*/ 17658 h 491796"/>
                <a:gd name="connsiteX106" fmla="*/ 383377 w 537527"/>
                <a:gd name="connsiteY106" fmla="*/ 15223 h 491796"/>
                <a:gd name="connsiteX107" fmla="*/ 381755 w 537527"/>
                <a:gd name="connsiteY107" fmla="*/ 15223 h 491796"/>
                <a:gd name="connsiteX108" fmla="*/ 379321 w 537527"/>
                <a:gd name="connsiteY108" fmla="*/ 16846 h 491796"/>
                <a:gd name="connsiteX109" fmla="*/ 378510 w 537527"/>
                <a:gd name="connsiteY109" fmla="*/ 21718 h 491796"/>
                <a:gd name="connsiteX110" fmla="*/ 374453 w 537527"/>
                <a:gd name="connsiteY110" fmla="*/ 24153 h 491796"/>
                <a:gd name="connsiteX111" fmla="*/ 365529 w 537527"/>
                <a:gd name="connsiteY111" fmla="*/ 21718 h 491796"/>
                <a:gd name="connsiteX112" fmla="*/ 360661 w 537527"/>
                <a:gd name="connsiteY112" fmla="*/ 21718 h 491796"/>
                <a:gd name="connsiteX113" fmla="*/ 357416 w 537527"/>
                <a:gd name="connsiteY113" fmla="*/ 25777 h 491796"/>
                <a:gd name="connsiteX114" fmla="*/ 353359 w 537527"/>
                <a:gd name="connsiteY114" fmla="*/ 26589 h 491796"/>
                <a:gd name="connsiteX115" fmla="*/ 355793 w 537527"/>
                <a:gd name="connsiteY115" fmla="*/ 28213 h 491796"/>
                <a:gd name="connsiteX116" fmla="*/ 359849 w 537527"/>
                <a:gd name="connsiteY116" fmla="*/ 30648 h 491796"/>
                <a:gd name="connsiteX117" fmla="*/ 366340 w 537527"/>
                <a:gd name="connsiteY117" fmla="*/ 31460 h 491796"/>
                <a:gd name="connsiteX118" fmla="*/ 371208 w 537527"/>
                <a:gd name="connsiteY118" fmla="*/ 29836 h 491796"/>
                <a:gd name="connsiteX119" fmla="*/ 373642 w 537527"/>
                <a:gd name="connsiteY119" fmla="*/ 28213 h 491796"/>
                <a:gd name="connsiteX120" fmla="*/ 376076 w 537527"/>
                <a:gd name="connsiteY120" fmla="*/ 29836 h 491796"/>
                <a:gd name="connsiteX121" fmla="*/ 385000 w 537527"/>
                <a:gd name="connsiteY121" fmla="*/ 31460 h 491796"/>
                <a:gd name="connsiteX122" fmla="*/ 386623 w 537527"/>
                <a:gd name="connsiteY122" fmla="*/ 29836 h 491796"/>
                <a:gd name="connsiteX123" fmla="*/ 389057 w 537527"/>
                <a:gd name="connsiteY123" fmla="*/ 28213 h 491796"/>
                <a:gd name="connsiteX124" fmla="*/ 391491 w 537527"/>
                <a:gd name="connsiteY124" fmla="*/ 29836 h 491796"/>
                <a:gd name="connsiteX125" fmla="*/ 399604 w 537527"/>
                <a:gd name="connsiteY125" fmla="*/ 31460 h 491796"/>
                <a:gd name="connsiteX126" fmla="*/ 412585 w 537527"/>
                <a:gd name="connsiteY126" fmla="*/ 29836 h 491796"/>
                <a:gd name="connsiteX127" fmla="*/ 416641 w 537527"/>
                <a:gd name="connsiteY127" fmla="*/ 28213 h 491796"/>
                <a:gd name="connsiteX128" fmla="*/ 415830 w 537527"/>
                <a:gd name="connsiteY128" fmla="*/ 30648 h 491796"/>
                <a:gd name="connsiteX129" fmla="*/ 421509 w 537527"/>
                <a:gd name="connsiteY129" fmla="*/ 33084 h 491796"/>
                <a:gd name="connsiteX130" fmla="*/ 430434 w 537527"/>
                <a:gd name="connsiteY130" fmla="*/ 33084 h 491796"/>
                <a:gd name="connsiteX131" fmla="*/ 434490 w 537527"/>
                <a:gd name="connsiteY131" fmla="*/ 32272 h 491796"/>
                <a:gd name="connsiteX132" fmla="*/ 436113 w 537527"/>
                <a:gd name="connsiteY132" fmla="*/ 33896 h 491796"/>
                <a:gd name="connsiteX133" fmla="*/ 437736 w 537527"/>
                <a:gd name="connsiteY133" fmla="*/ 35520 h 491796"/>
                <a:gd name="connsiteX134" fmla="*/ 452339 w 537527"/>
                <a:gd name="connsiteY134" fmla="*/ 37955 h 491796"/>
                <a:gd name="connsiteX135" fmla="*/ 455585 w 537527"/>
                <a:gd name="connsiteY135" fmla="*/ 40391 h 491796"/>
                <a:gd name="connsiteX136" fmla="*/ 449094 w 537527"/>
                <a:gd name="connsiteY136" fmla="*/ 40391 h 491796"/>
                <a:gd name="connsiteX137" fmla="*/ 445037 w 537527"/>
                <a:gd name="connsiteY137" fmla="*/ 40391 h 491796"/>
                <a:gd name="connsiteX138" fmla="*/ 454773 w 537527"/>
                <a:gd name="connsiteY138" fmla="*/ 44450 h 491796"/>
                <a:gd name="connsiteX139" fmla="*/ 497773 w 537527"/>
                <a:gd name="connsiteY139" fmla="*/ 56629 h 491796"/>
                <a:gd name="connsiteX140" fmla="*/ 503452 w 537527"/>
                <a:gd name="connsiteY140" fmla="*/ 58252 h 491796"/>
                <a:gd name="connsiteX141" fmla="*/ 508320 w 537527"/>
                <a:gd name="connsiteY141" fmla="*/ 60688 h 491796"/>
                <a:gd name="connsiteX142" fmla="*/ 513188 w 537527"/>
                <a:gd name="connsiteY142" fmla="*/ 64747 h 491796"/>
                <a:gd name="connsiteX143" fmla="*/ 517244 w 537527"/>
                <a:gd name="connsiteY143" fmla="*/ 72054 h 491796"/>
                <a:gd name="connsiteX144" fmla="*/ 500207 w 537527"/>
                <a:gd name="connsiteY144" fmla="*/ 102906 h 491796"/>
                <a:gd name="connsiteX145" fmla="*/ 493716 w 537527"/>
                <a:gd name="connsiteY145" fmla="*/ 114272 h 491796"/>
                <a:gd name="connsiteX146" fmla="*/ 496150 w 537527"/>
                <a:gd name="connsiteY146" fmla="*/ 112648 h 491796"/>
                <a:gd name="connsiteX147" fmla="*/ 498584 w 537527"/>
                <a:gd name="connsiteY147" fmla="*/ 111836 h 491796"/>
                <a:gd name="connsiteX148" fmla="*/ 509131 w 537527"/>
                <a:gd name="connsiteY148" fmla="*/ 106965 h 491796"/>
                <a:gd name="connsiteX149" fmla="*/ 517244 w 537527"/>
                <a:gd name="connsiteY149" fmla="*/ 102094 h 491796"/>
                <a:gd name="connsiteX150" fmla="*/ 519679 w 537527"/>
                <a:gd name="connsiteY150" fmla="*/ 104530 h 491796"/>
                <a:gd name="connsiteX151" fmla="*/ 521301 w 537527"/>
                <a:gd name="connsiteY151" fmla="*/ 104530 h 491796"/>
                <a:gd name="connsiteX152" fmla="*/ 522112 w 537527"/>
                <a:gd name="connsiteY152" fmla="*/ 103718 h 491796"/>
                <a:gd name="connsiteX153" fmla="*/ 526169 w 537527"/>
                <a:gd name="connsiteY153" fmla="*/ 104530 h 491796"/>
                <a:gd name="connsiteX154" fmla="*/ 531037 w 537527"/>
                <a:gd name="connsiteY154" fmla="*/ 102906 h 491796"/>
                <a:gd name="connsiteX155" fmla="*/ 533471 w 537527"/>
                <a:gd name="connsiteY155" fmla="*/ 100470 h 491796"/>
                <a:gd name="connsiteX156" fmla="*/ 535905 w 537527"/>
                <a:gd name="connsiteY156" fmla="*/ 95599 h 491796"/>
                <a:gd name="connsiteX157" fmla="*/ 537527 w 537527"/>
                <a:gd name="connsiteY157" fmla="*/ 89916 h 491796"/>
                <a:gd name="connsiteX158" fmla="*/ 533471 w 537527"/>
                <a:gd name="connsiteY158" fmla="*/ 75302 h 491796"/>
                <a:gd name="connsiteX159" fmla="*/ 532660 w 537527"/>
                <a:gd name="connsiteY159" fmla="*/ 67995 h 491796"/>
                <a:gd name="connsiteX160" fmla="*/ 509943 w 537527"/>
                <a:gd name="connsiteY160" fmla="*/ 35520 h 491796"/>
                <a:gd name="connsiteX161" fmla="*/ 478301 w 537527"/>
                <a:gd name="connsiteY161" fmla="*/ 16846 h 491796"/>
                <a:gd name="connsiteX162" fmla="*/ 466943 w 537527"/>
                <a:gd name="connsiteY162" fmla="*/ 13599 h 491796"/>
                <a:gd name="connsiteX163" fmla="*/ 440170 w 537527"/>
                <a:gd name="connsiteY163" fmla="*/ 7104 h 491796"/>
                <a:gd name="connsiteX164" fmla="*/ 395547 w 537527"/>
                <a:gd name="connsiteY164" fmla="*/ 1421 h 491796"/>
                <a:gd name="connsiteX165" fmla="*/ 386623 w 537527"/>
                <a:gd name="connsiteY165" fmla="*/ 1421 h 491796"/>
                <a:gd name="connsiteX166" fmla="*/ 349302 w 537527"/>
                <a:gd name="connsiteY166" fmla="*/ 1421 h 491796"/>
                <a:gd name="connsiteX167" fmla="*/ 334699 w 537527"/>
                <a:gd name="connsiteY167" fmla="*/ 609 h 491796"/>
                <a:gd name="connsiteX168" fmla="*/ 333076 w 537527"/>
                <a:gd name="connsiteY168" fmla="*/ 609 h 491796"/>
                <a:gd name="connsiteX169" fmla="*/ 326585 w 537527"/>
                <a:gd name="connsiteY169" fmla="*/ 2233 h 491796"/>
                <a:gd name="connsiteX170" fmla="*/ 305491 w 537527"/>
                <a:gd name="connsiteY170" fmla="*/ 3856 h 491796"/>
                <a:gd name="connsiteX171" fmla="*/ 291699 w 537527"/>
                <a:gd name="connsiteY171" fmla="*/ 4668 h 491796"/>
                <a:gd name="connsiteX172" fmla="*/ 253567 w 537527"/>
                <a:gd name="connsiteY172" fmla="*/ 9539 h 491796"/>
                <a:gd name="connsiteX173" fmla="*/ 243020 w 537527"/>
                <a:gd name="connsiteY173" fmla="*/ 10351 h 491796"/>
                <a:gd name="connsiteX174" fmla="*/ 234096 w 537527"/>
                <a:gd name="connsiteY174" fmla="*/ 11163 h 491796"/>
                <a:gd name="connsiteX175" fmla="*/ 225982 w 537527"/>
                <a:gd name="connsiteY175" fmla="*/ 12787 h 491796"/>
                <a:gd name="connsiteX176" fmla="*/ 221926 w 537527"/>
                <a:gd name="connsiteY176" fmla="*/ 11163 h 491796"/>
                <a:gd name="connsiteX177" fmla="*/ 218681 w 537527"/>
                <a:gd name="connsiteY177" fmla="*/ 9539 h 491796"/>
                <a:gd name="connsiteX178" fmla="*/ 214624 w 537527"/>
                <a:gd name="connsiteY178" fmla="*/ 12787 h 491796"/>
                <a:gd name="connsiteX179" fmla="*/ 211379 w 537527"/>
                <a:gd name="connsiteY179" fmla="*/ 13599 h 491796"/>
                <a:gd name="connsiteX180" fmla="*/ 190285 w 537527"/>
                <a:gd name="connsiteY180" fmla="*/ 16035 h 491796"/>
                <a:gd name="connsiteX181" fmla="*/ 184605 w 537527"/>
                <a:gd name="connsiteY181" fmla="*/ 16035 h 491796"/>
                <a:gd name="connsiteX182" fmla="*/ 178926 w 537527"/>
                <a:gd name="connsiteY182" fmla="*/ 16035 h 491796"/>
                <a:gd name="connsiteX183" fmla="*/ 168379 w 537527"/>
                <a:gd name="connsiteY183" fmla="*/ 18470 h 491796"/>
                <a:gd name="connsiteX184" fmla="*/ 137549 w 537527"/>
                <a:gd name="connsiteY184" fmla="*/ 22530 h 491796"/>
                <a:gd name="connsiteX185" fmla="*/ 129436 w 537527"/>
                <a:gd name="connsiteY185" fmla="*/ 22530 h 491796"/>
                <a:gd name="connsiteX186" fmla="*/ 128625 w 537527"/>
                <a:gd name="connsiteY186" fmla="*/ 22530 h 491796"/>
                <a:gd name="connsiteX187" fmla="*/ 122134 w 537527"/>
                <a:gd name="connsiteY187" fmla="*/ 24965 h 491796"/>
                <a:gd name="connsiteX188" fmla="*/ 75889 w 537527"/>
                <a:gd name="connsiteY188" fmla="*/ 29025 h 491796"/>
                <a:gd name="connsiteX189" fmla="*/ 49927 w 537527"/>
                <a:gd name="connsiteY189" fmla="*/ 29836 h 491796"/>
                <a:gd name="connsiteX190" fmla="*/ 31267 w 537527"/>
                <a:gd name="connsiteY190" fmla="*/ 29836 h 491796"/>
                <a:gd name="connsiteX191" fmla="*/ 20720 w 537527"/>
                <a:gd name="connsiteY191" fmla="*/ 29025 h 491796"/>
                <a:gd name="connsiteX192" fmla="*/ 20720 w 537527"/>
                <a:gd name="connsiteY192" fmla="*/ 24965 h 491796"/>
                <a:gd name="connsiteX193" fmla="*/ 15040 w 537527"/>
                <a:gd name="connsiteY193" fmla="*/ 19282 h 491796"/>
                <a:gd name="connsiteX194" fmla="*/ 437 w 537527"/>
                <a:gd name="connsiteY194" fmla="*/ 20906 h 491796"/>
                <a:gd name="connsiteX195" fmla="*/ 4493 w 537527"/>
                <a:gd name="connsiteY195" fmla="*/ 57440 h 491796"/>
                <a:gd name="connsiteX196" fmla="*/ 21531 w 537527"/>
                <a:gd name="connsiteY196" fmla="*/ 73678 h 491796"/>
                <a:gd name="connsiteX197" fmla="*/ 45059 w 537527"/>
                <a:gd name="connsiteY197" fmla="*/ 76114 h 491796"/>
                <a:gd name="connsiteX198" fmla="*/ 82380 w 537527"/>
                <a:gd name="connsiteY198" fmla="*/ 72054 h 491796"/>
                <a:gd name="connsiteX199" fmla="*/ 97795 w 537527"/>
                <a:gd name="connsiteY199" fmla="*/ 69619 h 491796"/>
                <a:gd name="connsiteX200" fmla="*/ 116455 w 537527"/>
                <a:gd name="connsiteY200" fmla="*/ 66371 h 491796"/>
                <a:gd name="connsiteX201" fmla="*/ 170813 w 537527"/>
                <a:gd name="connsiteY201" fmla="*/ 56629 h 491796"/>
                <a:gd name="connsiteX202" fmla="*/ 178926 w 537527"/>
                <a:gd name="connsiteY202" fmla="*/ 55005 h 491796"/>
                <a:gd name="connsiteX203" fmla="*/ 189473 w 537527"/>
                <a:gd name="connsiteY203" fmla="*/ 53381 h 491796"/>
                <a:gd name="connsiteX204" fmla="*/ 204888 w 537527"/>
                <a:gd name="connsiteY204" fmla="*/ 50945 h 491796"/>
                <a:gd name="connsiteX205" fmla="*/ 227605 w 537527"/>
                <a:gd name="connsiteY205" fmla="*/ 46886 h 491796"/>
                <a:gd name="connsiteX206" fmla="*/ 243831 w 537527"/>
                <a:gd name="connsiteY206" fmla="*/ 44450 h 491796"/>
                <a:gd name="connsiteX207" fmla="*/ 247077 w 537527"/>
                <a:gd name="connsiteY207" fmla="*/ 42015 h 491796"/>
                <a:gd name="connsiteX208" fmla="*/ 248699 w 537527"/>
                <a:gd name="connsiteY208" fmla="*/ 40391 h 491796"/>
                <a:gd name="connsiteX209" fmla="*/ 250322 w 537527"/>
                <a:gd name="connsiteY209" fmla="*/ 42015 h 491796"/>
                <a:gd name="connsiteX210" fmla="*/ 253567 w 537527"/>
                <a:gd name="connsiteY210" fmla="*/ 42827 h 491796"/>
                <a:gd name="connsiteX211" fmla="*/ 258435 w 537527"/>
                <a:gd name="connsiteY211" fmla="*/ 40391 h 491796"/>
                <a:gd name="connsiteX212" fmla="*/ 257624 w 537527"/>
                <a:gd name="connsiteY212" fmla="*/ 39579 h 491796"/>
                <a:gd name="connsiteX213" fmla="*/ 256812 w 537527"/>
                <a:gd name="connsiteY213" fmla="*/ 38767 h 491796"/>
                <a:gd name="connsiteX214" fmla="*/ 260058 w 537527"/>
                <a:gd name="connsiteY214" fmla="*/ 37143 h 491796"/>
                <a:gd name="connsiteX215" fmla="*/ 262492 w 537527"/>
                <a:gd name="connsiteY215" fmla="*/ 35520 h 491796"/>
                <a:gd name="connsiteX216" fmla="*/ 270605 w 537527"/>
                <a:gd name="connsiteY216" fmla="*/ 33896 h 491796"/>
                <a:gd name="connsiteX217" fmla="*/ 264926 w 537527"/>
                <a:gd name="connsiteY217" fmla="*/ 40391 h 491796"/>
                <a:gd name="connsiteX218" fmla="*/ 262492 w 537527"/>
                <a:gd name="connsiteY218" fmla="*/ 40391 h 491796"/>
                <a:gd name="connsiteX219" fmla="*/ 263303 w 537527"/>
                <a:gd name="connsiteY219" fmla="*/ 41203 h 491796"/>
                <a:gd name="connsiteX220" fmla="*/ 264926 w 537527"/>
                <a:gd name="connsiteY220" fmla="*/ 41203 h 491796"/>
                <a:gd name="connsiteX221" fmla="*/ 191907 w 537527"/>
                <a:gd name="connsiteY221" fmla="*/ 135381 h 491796"/>
                <a:gd name="connsiteX222" fmla="*/ 127002 w 537527"/>
                <a:gd name="connsiteY222" fmla="*/ 234430 h 491796"/>
                <a:gd name="connsiteX223" fmla="*/ 128625 w 537527"/>
                <a:gd name="connsiteY223" fmla="*/ 233618 h 491796"/>
                <a:gd name="connsiteX224" fmla="*/ 135926 w 537527"/>
                <a:gd name="connsiteY224" fmla="*/ 224688 h 491796"/>
                <a:gd name="connsiteX225" fmla="*/ 147285 w 537527"/>
                <a:gd name="connsiteY225" fmla="*/ 210074 h 491796"/>
                <a:gd name="connsiteX226" fmla="*/ 154587 w 537527"/>
                <a:gd name="connsiteY226" fmla="*/ 199519 h 491796"/>
                <a:gd name="connsiteX227" fmla="*/ 156209 w 537527"/>
                <a:gd name="connsiteY227" fmla="*/ 195460 h 491796"/>
                <a:gd name="connsiteX228" fmla="*/ 161077 w 537527"/>
                <a:gd name="connsiteY228" fmla="*/ 188153 h 491796"/>
                <a:gd name="connsiteX229" fmla="*/ 178115 w 537527"/>
                <a:gd name="connsiteY229" fmla="*/ 166233 h 491796"/>
                <a:gd name="connsiteX230" fmla="*/ 213813 w 537527"/>
                <a:gd name="connsiteY230" fmla="*/ 118331 h 491796"/>
                <a:gd name="connsiteX231" fmla="*/ 233284 w 537527"/>
                <a:gd name="connsiteY231" fmla="*/ 93975 h 491796"/>
                <a:gd name="connsiteX232" fmla="*/ 239775 w 537527"/>
                <a:gd name="connsiteY232" fmla="*/ 85856 h 491796"/>
                <a:gd name="connsiteX233" fmla="*/ 242209 w 537527"/>
                <a:gd name="connsiteY233" fmla="*/ 83421 h 491796"/>
                <a:gd name="connsiteX234" fmla="*/ 226794 w 537527"/>
                <a:gd name="connsiteY234" fmla="*/ 105342 h 491796"/>
                <a:gd name="connsiteX235" fmla="*/ 222737 w 537527"/>
                <a:gd name="connsiteY235" fmla="*/ 110213 h 491796"/>
                <a:gd name="connsiteX236" fmla="*/ 220303 w 537527"/>
                <a:gd name="connsiteY236" fmla="*/ 113460 h 491796"/>
                <a:gd name="connsiteX237" fmla="*/ 217869 w 537527"/>
                <a:gd name="connsiteY237" fmla="*/ 118331 h 491796"/>
                <a:gd name="connsiteX238" fmla="*/ 215435 w 537527"/>
                <a:gd name="connsiteY238" fmla="*/ 122391 h 491796"/>
                <a:gd name="connsiteX239" fmla="*/ 213001 w 537527"/>
                <a:gd name="connsiteY239" fmla="*/ 125639 h 491796"/>
                <a:gd name="connsiteX240" fmla="*/ 201643 w 537527"/>
                <a:gd name="connsiteY240" fmla="*/ 141876 h 491796"/>
                <a:gd name="connsiteX241" fmla="*/ 199209 w 537527"/>
                <a:gd name="connsiteY241" fmla="*/ 145936 h 491796"/>
                <a:gd name="connsiteX242" fmla="*/ 194341 w 537527"/>
                <a:gd name="connsiteY242" fmla="*/ 153242 h 491796"/>
                <a:gd name="connsiteX243" fmla="*/ 187851 w 537527"/>
                <a:gd name="connsiteY243" fmla="*/ 161361 h 491796"/>
                <a:gd name="connsiteX244" fmla="*/ 179738 w 537527"/>
                <a:gd name="connsiteY244" fmla="*/ 173539 h 491796"/>
                <a:gd name="connsiteX245" fmla="*/ 174058 w 537527"/>
                <a:gd name="connsiteY245" fmla="*/ 181658 h 491796"/>
                <a:gd name="connsiteX246" fmla="*/ 170002 w 537527"/>
                <a:gd name="connsiteY246" fmla="*/ 188153 h 491796"/>
                <a:gd name="connsiteX247" fmla="*/ 161888 w 537527"/>
                <a:gd name="connsiteY247" fmla="*/ 199519 h 491796"/>
                <a:gd name="connsiteX248" fmla="*/ 157832 w 537527"/>
                <a:gd name="connsiteY248" fmla="*/ 203579 h 491796"/>
                <a:gd name="connsiteX249" fmla="*/ 154587 w 537527"/>
                <a:gd name="connsiteY249" fmla="*/ 207638 h 491796"/>
                <a:gd name="connsiteX250" fmla="*/ 153775 w 537527"/>
                <a:gd name="connsiteY250" fmla="*/ 212510 h 491796"/>
                <a:gd name="connsiteX251" fmla="*/ 145662 w 537527"/>
                <a:gd name="connsiteY251" fmla="*/ 222252 h 491796"/>
                <a:gd name="connsiteX252" fmla="*/ 144039 w 537527"/>
                <a:gd name="connsiteY252" fmla="*/ 225500 h 491796"/>
                <a:gd name="connsiteX253" fmla="*/ 137549 w 537527"/>
                <a:gd name="connsiteY253" fmla="*/ 233618 h 491796"/>
                <a:gd name="connsiteX254" fmla="*/ 132681 w 537527"/>
                <a:gd name="connsiteY254" fmla="*/ 240925 h 491796"/>
                <a:gd name="connsiteX255" fmla="*/ 133492 w 537527"/>
                <a:gd name="connsiteY255" fmla="*/ 242549 h 491796"/>
                <a:gd name="connsiteX256" fmla="*/ 131870 w 537527"/>
                <a:gd name="connsiteY256" fmla="*/ 244173 h 491796"/>
                <a:gd name="connsiteX257" fmla="*/ 127002 w 537527"/>
                <a:gd name="connsiteY257" fmla="*/ 249044 h 491796"/>
                <a:gd name="connsiteX258" fmla="*/ 122134 w 537527"/>
                <a:gd name="connsiteY258" fmla="*/ 255539 h 491796"/>
                <a:gd name="connsiteX259" fmla="*/ 121323 w 537527"/>
                <a:gd name="connsiteY259" fmla="*/ 257163 h 491796"/>
                <a:gd name="connsiteX260" fmla="*/ 120511 w 537527"/>
                <a:gd name="connsiteY260" fmla="*/ 259599 h 491796"/>
                <a:gd name="connsiteX261" fmla="*/ 116455 w 537527"/>
                <a:gd name="connsiteY261" fmla="*/ 265282 h 491796"/>
                <a:gd name="connsiteX262" fmla="*/ 96172 w 537527"/>
                <a:gd name="connsiteY262" fmla="*/ 302628 h 491796"/>
                <a:gd name="connsiteX263" fmla="*/ 92927 w 537527"/>
                <a:gd name="connsiteY263" fmla="*/ 310747 h 491796"/>
                <a:gd name="connsiteX264" fmla="*/ 92115 w 537527"/>
                <a:gd name="connsiteY264" fmla="*/ 312371 h 491796"/>
                <a:gd name="connsiteX265" fmla="*/ 88870 w 537527"/>
                <a:gd name="connsiteY265" fmla="*/ 314807 h 491796"/>
                <a:gd name="connsiteX266" fmla="*/ 82380 w 537527"/>
                <a:gd name="connsiteY266" fmla="*/ 326985 h 491796"/>
                <a:gd name="connsiteX267" fmla="*/ 78323 w 537527"/>
                <a:gd name="connsiteY267" fmla="*/ 334292 h 491796"/>
                <a:gd name="connsiteX268" fmla="*/ 76700 w 537527"/>
                <a:gd name="connsiteY268" fmla="*/ 336727 h 491796"/>
                <a:gd name="connsiteX269" fmla="*/ 74267 w 537527"/>
                <a:gd name="connsiteY269" fmla="*/ 343222 h 491796"/>
                <a:gd name="connsiteX270" fmla="*/ 61285 w 537527"/>
                <a:gd name="connsiteY270" fmla="*/ 366767 h 491796"/>
                <a:gd name="connsiteX271" fmla="*/ 59663 w 537527"/>
                <a:gd name="connsiteY271" fmla="*/ 371638 h 491796"/>
                <a:gd name="connsiteX272" fmla="*/ 57229 w 537527"/>
                <a:gd name="connsiteY272" fmla="*/ 377321 h 491796"/>
                <a:gd name="connsiteX273" fmla="*/ 29644 w 537527"/>
                <a:gd name="connsiteY273" fmla="*/ 447143 h 491796"/>
                <a:gd name="connsiteX274" fmla="*/ 28021 w 537527"/>
                <a:gd name="connsiteY274" fmla="*/ 449579 h 491796"/>
                <a:gd name="connsiteX275" fmla="*/ 27210 w 537527"/>
                <a:gd name="connsiteY275" fmla="*/ 453638 h 491796"/>
                <a:gd name="connsiteX276" fmla="*/ 25588 w 537527"/>
                <a:gd name="connsiteY276" fmla="*/ 451202 h 491796"/>
                <a:gd name="connsiteX277" fmla="*/ 28021 w 537527"/>
                <a:gd name="connsiteY277" fmla="*/ 434965 h 491796"/>
                <a:gd name="connsiteX278" fmla="*/ 28833 w 537527"/>
                <a:gd name="connsiteY278" fmla="*/ 432529 h 491796"/>
                <a:gd name="connsiteX279" fmla="*/ 30455 w 537527"/>
                <a:gd name="connsiteY279" fmla="*/ 424410 h 491796"/>
                <a:gd name="connsiteX280" fmla="*/ 30455 w 537527"/>
                <a:gd name="connsiteY280" fmla="*/ 420351 h 491796"/>
                <a:gd name="connsiteX281" fmla="*/ 27210 w 537527"/>
                <a:gd name="connsiteY281" fmla="*/ 422786 h 491796"/>
                <a:gd name="connsiteX282" fmla="*/ 23154 w 537527"/>
                <a:gd name="connsiteY282" fmla="*/ 460133 h 491796"/>
                <a:gd name="connsiteX283" fmla="*/ 29644 w 537527"/>
                <a:gd name="connsiteY283" fmla="*/ 469876 h 491796"/>
                <a:gd name="connsiteX284" fmla="*/ 44248 w 537527"/>
                <a:gd name="connsiteY284" fmla="*/ 484489 h 491796"/>
                <a:gd name="connsiteX285" fmla="*/ 49927 w 537527"/>
                <a:gd name="connsiteY285" fmla="*/ 487737 h 491796"/>
                <a:gd name="connsiteX286" fmla="*/ 65342 w 537527"/>
                <a:gd name="connsiteY286" fmla="*/ 491796 h 491796"/>
                <a:gd name="connsiteX287" fmla="*/ 71832 w 537527"/>
                <a:gd name="connsiteY287" fmla="*/ 487737 h 491796"/>
                <a:gd name="connsiteX288" fmla="*/ 78323 w 537527"/>
                <a:gd name="connsiteY288" fmla="*/ 482866 h 491796"/>
                <a:gd name="connsiteX289" fmla="*/ 81568 w 537527"/>
                <a:gd name="connsiteY289" fmla="*/ 480430 h 491796"/>
                <a:gd name="connsiteX290" fmla="*/ 84002 w 537527"/>
                <a:gd name="connsiteY290" fmla="*/ 477994 h 491796"/>
                <a:gd name="connsiteX291" fmla="*/ 91304 w 537527"/>
                <a:gd name="connsiteY291" fmla="*/ 466628 h 491796"/>
                <a:gd name="connsiteX292" fmla="*/ 76700 w 537527"/>
                <a:gd name="connsiteY292" fmla="*/ 470688 h 491796"/>
                <a:gd name="connsiteX293" fmla="*/ 59663 w 537527"/>
                <a:gd name="connsiteY293" fmla="*/ 477183 h 491796"/>
                <a:gd name="connsiteX294" fmla="*/ 54795 w 537527"/>
                <a:gd name="connsiteY294" fmla="*/ 474747 h 491796"/>
                <a:gd name="connsiteX295" fmla="*/ 55606 w 537527"/>
                <a:gd name="connsiteY295" fmla="*/ 459321 h 491796"/>
                <a:gd name="connsiteX296" fmla="*/ 61285 w 537527"/>
                <a:gd name="connsiteY296" fmla="*/ 440648 h 491796"/>
                <a:gd name="connsiteX297" fmla="*/ 62908 w 537527"/>
                <a:gd name="connsiteY297" fmla="*/ 430905 h 491796"/>
                <a:gd name="connsiteX298" fmla="*/ 63719 w 537527"/>
                <a:gd name="connsiteY298" fmla="*/ 427658 h 491796"/>
                <a:gd name="connsiteX299" fmla="*/ 66153 w 537527"/>
                <a:gd name="connsiteY299" fmla="*/ 426034 h 491796"/>
                <a:gd name="connsiteX300" fmla="*/ 70210 w 537527"/>
                <a:gd name="connsiteY300" fmla="*/ 417915 h 491796"/>
                <a:gd name="connsiteX301" fmla="*/ 73455 w 537527"/>
                <a:gd name="connsiteY301" fmla="*/ 411420 h 491796"/>
                <a:gd name="connsiteX302" fmla="*/ 74267 w 537527"/>
                <a:gd name="connsiteY302" fmla="*/ 407361 h 491796"/>
                <a:gd name="connsiteX303" fmla="*/ 75889 w 537527"/>
                <a:gd name="connsiteY303" fmla="*/ 400054 h 491796"/>
                <a:gd name="connsiteX304" fmla="*/ 76700 w 537527"/>
                <a:gd name="connsiteY304" fmla="*/ 397618 h 491796"/>
                <a:gd name="connsiteX305" fmla="*/ 84814 w 537527"/>
                <a:gd name="connsiteY305" fmla="*/ 380569 h 491796"/>
                <a:gd name="connsiteX306" fmla="*/ 84814 w 537527"/>
                <a:gd name="connsiteY306" fmla="*/ 379757 h 491796"/>
                <a:gd name="connsiteX307" fmla="*/ 92115 w 537527"/>
                <a:gd name="connsiteY307" fmla="*/ 363519 h 491796"/>
                <a:gd name="connsiteX308" fmla="*/ 92115 w 537527"/>
                <a:gd name="connsiteY308" fmla="*/ 361084 h 491796"/>
                <a:gd name="connsiteX309" fmla="*/ 90493 w 537527"/>
                <a:gd name="connsiteY309" fmla="*/ 357836 h 491796"/>
                <a:gd name="connsiteX310" fmla="*/ 85625 w 537527"/>
                <a:gd name="connsiteY310" fmla="*/ 360272 h 491796"/>
                <a:gd name="connsiteX311" fmla="*/ 85625 w 537527"/>
                <a:gd name="connsiteY311" fmla="*/ 361895 h 491796"/>
                <a:gd name="connsiteX312" fmla="*/ 86436 w 537527"/>
                <a:gd name="connsiteY312" fmla="*/ 362707 h 491796"/>
                <a:gd name="connsiteX313" fmla="*/ 84002 w 537527"/>
                <a:gd name="connsiteY313" fmla="*/ 364331 h 491796"/>
                <a:gd name="connsiteX314" fmla="*/ 82380 w 537527"/>
                <a:gd name="connsiteY314" fmla="*/ 364331 h 491796"/>
                <a:gd name="connsiteX315" fmla="*/ 83191 w 537527"/>
                <a:gd name="connsiteY315" fmla="*/ 373262 h 491796"/>
                <a:gd name="connsiteX316" fmla="*/ 84814 w 537527"/>
                <a:gd name="connsiteY316" fmla="*/ 374074 h 491796"/>
                <a:gd name="connsiteX317" fmla="*/ 80757 w 537527"/>
                <a:gd name="connsiteY317" fmla="*/ 374074 h 491796"/>
                <a:gd name="connsiteX318" fmla="*/ 74267 w 537527"/>
                <a:gd name="connsiteY318" fmla="*/ 375698 h 491796"/>
                <a:gd name="connsiteX319" fmla="*/ 75889 w 537527"/>
                <a:gd name="connsiteY319" fmla="*/ 375698 h 491796"/>
                <a:gd name="connsiteX320" fmla="*/ 75889 w 537527"/>
                <a:gd name="connsiteY320" fmla="*/ 376509 h 491796"/>
                <a:gd name="connsiteX321" fmla="*/ 74267 w 537527"/>
                <a:gd name="connsiteY321" fmla="*/ 380569 h 491796"/>
                <a:gd name="connsiteX322" fmla="*/ 76700 w 537527"/>
                <a:gd name="connsiteY322" fmla="*/ 380569 h 491796"/>
                <a:gd name="connsiteX323" fmla="*/ 79134 w 537527"/>
                <a:gd name="connsiteY323" fmla="*/ 378945 h 491796"/>
                <a:gd name="connsiteX324" fmla="*/ 78323 w 537527"/>
                <a:gd name="connsiteY324" fmla="*/ 380569 h 491796"/>
                <a:gd name="connsiteX325" fmla="*/ 75078 w 537527"/>
                <a:gd name="connsiteY325" fmla="*/ 385440 h 491796"/>
                <a:gd name="connsiteX326" fmla="*/ 71832 w 537527"/>
                <a:gd name="connsiteY326" fmla="*/ 388688 h 491796"/>
                <a:gd name="connsiteX327" fmla="*/ 70210 w 537527"/>
                <a:gd name="connsiteY327" fmla="*/ 388688 h 491796"/>
                <a:gd name="connsiteX328" fmla="*/ 68587 w 537527"/>
                <a:gd name="connsiteY328" fmla="*/ 391123 h 491796"/>
                <a:gd name="connsiteX329" fmla="*/ 66153 w 537527"/>
                <a:gd name="connsiteY329" fmla="*/ 400054 h 491796"/>
                <a:gd name="connsiteX330" fmla="*/ 64531 w 537527"/>
                <a:gd name="connsiteY330" fmla="*/ 401678 h 491796"/>
                <a:gd name="connsiteX331" fmla="*/ 62097 w 537527"/>
                <a:gd name="connsiteY331" fmla="*/ 400866 h 491796"/>
                <a:gd name="connsiteX332" fmla="*/ 62908 w 537527"/>
                <a:gd name="connsiteY332" fmla="*/ 403301 h 491796"/>
                <a:gd name="connsiteX333" fmla="*/ 62908 w 537527"/>
                <a:gd name="connsiteY333" fmla="*/ 405737 h 491796"/>
                <a:gd name="connsiteX334" fmla="*/ 59663 w 537527"/>
                <a:gd name="connsiteY334" fmla="*/ 408173 h 491796"/>
                <a:gd name="connsiteX335" fmla="*/ 58040 w 537527"/>
                <a:gd name="connsiteY335" fmla="*/ 411420 h 491796"/>
                <a:gd name="connsiteX336" fmla="*/ 55606 w 537527"/>
                <a:gd name="connsiteY336" fmla="*/ 415480 h 491796"/>
                <a:gd name="connsiteX337" fmla="*/ 55606 w 537527"/>
                <a:gd name="connsiteY337" fmla="*/ 408985 h 491796"/>
                <a:gd name="connsiteX338" fmla="*/ 58851 w 537527"/>
                <a:gd name="connsiteY338" fmla="*/ 400054 h 491796"/>
                <a:gd name="connsiteX339" fmla="*/ 62908 w 537527"/>
                <a:gd name="connsiteY339" fmla="*/ 393559 h 491796"/>
                <a:gd name="connsiteX340" fmla="*/ 65342 w 537527"/>
                <a:gd name="connsiteY340" fmla="*/ 389500 h 491796"/>
                <a:gd name="connsiteX341" fmla="*/ 67776 w 537527"/>
                <a:gd name="connsiteY341" fmla="*/ 387064 h 491796"/>
                <a:gd name="connsiteX342" fmla="*/ 68587 w 537527"/>
                <a:gd name="connsiteY342" fmla="*/ 384628 h 491796"/>
                <a:gd name="connsiteX343" fmla="*/ 68587 w 537527"/>
                <a:gd name="connsiteY343" fmla="*/ 380569 h 491796"/>
                <a:gd name="connsiteX344" fmla="*/ 69399 w 537527"/>
                <a:gd name="connsiteY344" fmla="*/ 378133 h 491796"/>
                <a:gd name="connsiteX345" fmla="*/ 71021 w 537527"/>
                <a:gd name="connsiteY345" fmla="*/ 375698 h 491796"/>
                <a:gd name="connsiteX346" fmla="*/ 74267 w 537527"/>
                <a:gd name="connsiteY346" fmla="*/ 367579 h 491796"/>
                <a:gd name="connsiteX347" fmla="*/ 75078 w 537527"/>
                <a:gd name="connsiteY347" fmla="*/ 361084 h 491796"/>
                <a:gd name="connsiteX348" fmla="*/ 77512 w 537527"/>
                <a:gd name="connsiteY348" fmla="*/ 364331 h 491796"/>
                <a:gd name="connsiteX349" fmla="*/ 80757 w 537527"/>
                <a:gd name="connsiteY349" fmla="*/ 365955 h 491796"/>
                <a:gd name="connsiteX350" fmla="*/ 79946 w 537527"/>
                <a:gd name="connsiteY350" fmla="*/ 362707 h 491796"/>
                <a:gd name="connsiteX351" fmla="*/ 81568 w 537527"/>
                <a:gd name="connsiteY351" fmla="*/ 351341 h 491796"/>
                <a:gd name="connsiteX352" fmla="*/ 85625 w 537527"/>
                <a:gd name="connsiteY352" fmla="*/ 344846 h 491796"/>
                <a:gd name="connsiteX353" fmla="*/ 88870 w 537527"/>
                <a:gd name="connsiteY353" fmla="*/ 338351 h 491796"/>
                <a:gd name="connsiteX354" fmla="*/ 91304 w 537527"/>
                <a:gd name="connsiteY354" fmla="*/ 331856 h 491796"/>
                <a:gd name="connsiteX355" fmla="*/ 92927 w 537527"/>
                <a:gd name="connsiteY355" fmla="*/ 329420 h 491796"/>
                <a:gd name="connsiteX356" fmla="*/ 93738 w 537527"/>
                <a:gd name="connsiteY356" fmla="*/ 327797 h 491796"/>
                <a:gd name="connsiteX357" fmla="*/ 96172 w 537527"/>
                <a:gd name="connsiteY357" fmla="*/ 324549 h 491796"/>
                <a:gd name="connsiteX358" fmla="*/ 97795 w 537527"/>
                <a:gd name="connsiteY358" fmla="*/ 322925 h 491796"/>
                <a:gd name="connsiteX359" fmla="*/ 97795 w 537527"/>
                <a:gd name="connsiteY359" fmla="*/ 318866 h 491796"/>
                <a:gd name="connsiteX360" fmla="*/ 99417 w 537527"/>
                <a:gd name="connsiteY360" fmla="*/ 319678 h 491796"/>
                <a:gd name="connsiteX361" fmla="*/ 99417 w 537527"/>
                <a:gd name="connsiteY361" fmla="*/ 321301 h 491796"/>
                <a:gd name="connsiteX362" fmla="*/ 105908 w 537527"/>
                <a:gd name="connsiteY362" fmla="*/ 310747 h 491796"/>
                <a:gd name="connsiteX363" fmla="*/ 104285 w 537527"/>
                <a:gd name="connsiteY363" fmla="*/ 306688 h 491796"/>
                <a:gd name="connsiteX364" fmla="*/ 98606 w 537527"/>
                <a:gd name="connsiteY364" fmla="*/ 310747 h 491796"/>
                <a:gd name="connsiteX365" fmla="*/ 92927 w 537527"/>
                <a:gd name="connsiteY365" fmla="*/ 313183 h 491796"/>
                <a:gd name="connsiteX366" fmla="*/ 94549 w 537527"/>
                <a:gd name="connsiteY366" fmla="*/ 313183 h 491796"/>
                <a:gd name="connsiteX367" fmla="*/ 95361 w 537527"/>
                <a:gd name="connsiteY367" fmla="*/ 311559 h 491796"/>
                <a:gd name="connsiteX368" fmla="*/ 97795 w 537527"/>
                <a:gd name="connsiteY368" fmla="*/ 305064 h 491796"/>
                <a:gd name="connsiteX369" fmla="*/ 103474 w 537527"/>
                <a:gd name="connsiteY369" fmla="*/ 303440 h 491796"/>
                <a:gd name="connsiteX370" fmla="*/ 108342 w 537527"/>
                <a:gd name="connsiteY370" fmla="*/ 304252 h 491796"/>
                <a:gd name="connsiteX371" fmla="*/ 110776 w 537527"/>
                <a:gd name="connsiteY371" fmla="*/ 301816 h 491796"/>
                <a:gd name="connsiteX372" fmla="*/ 113210 w 537527"/>
                <a:gd name="connsiteY372" fmla="*/ 296945 h 491796"/>
                <a:gd name="connsiteX373" fmla="*/ 115643 w 537527"/>
                <a:gd name="connsiteY373" fmla="*/ 291262 h 491796"/>
                <a:gd name="connsiteX374" fmla="*/ 119700 w 537527"/>
                <a:gd name="connsiteY374" fmla="*/ 284767 h 491796"/>
                <a:gd name="connsiteX375" fmla="*/ 121323 w 537527"/>
                <a:gd name="connsiteY375" fmla="*/ 279896 h 491796"/>
                <a:gd name="connsiteX376" fmla="*/ 120511 w 537527"/>
                <a:gd name="connsiteY376" fmla="*/ 278272 h 491796"/>
                <a:gd name="connsiteX377" fmla="*/ 120511 w 537527"/>
                <a:gd name="connsiteY377" fmla="*/ 277460 h 491796"/>
                <a:gd name="connsiteX378" fmla="*/ 116455 w 537527"/>
                <a:gd name="connsiteY378" fmla="*/ 283143 h 491796"/>
                <a:gd name="connsiteX379" fmla="*/ 113210 w 537527"/>
                <a:gd name="connsiteY379" fmla="*/ 284767 h 491796"/>
                <a:gd name="connsiteX380" fmla="*/ 113210 w 537527"/>
                <a:gd name="connsiteY380" fmla="*/ 281519 h 491796"/>
                <a:gd name="connsiteX381" fmla="*/ 114832 w 537527"/>
                <a:gd name="connsiteY381" fmla="*/ 279084 h 491796"/>
                <a:gd name="connsiteX382" fmla="*/ 120511 w 537527"/>
                <a:gd name="connsiteY382" fmla="*/ 273401 h 491796"/>
                <a:gd name="connsiteX383" fmla="*/ 131870 w 537527"/>
                <a:gd name="connsiteY383" fmla="*/ 269341 h 491796"/>
                <a:gd name="connsiteX384" fmla="*/ 134304 w 537527"/>
                <a:gd name="connsiteY384" fmla="*/ 262034 h 491796"/>
                <a:gd name="connsiteX385" fmla="*/ 135115 w 537527"/>
                <a:gd name="connsiteY385" fmla="*/ 258787 h 491796"/>
                <a:gd name="connsiteX386" fmla="*/ 131870 w 537527"/>
                <a:gd name="connsiteY386" fmla="*/ 259599 h 491796"/>
                <a:gd name="connsiteX387" fmla="*/ 129436 w 537527"/>
                <a:gd name="connsiteY387" fmla="*/ 265282 h 491796"/>
                <a:gd name="connsiteX388" fmla="*/ 122134 w 537527"/>
                <a:gd name="connsiteY388" fmla="*/ 267718 h 491796"/>
                <a:gd name="connsiteX389" fmla="*/ 123757 w 537527"/>
                <a:gd name="connsiteY389" fmla="*/ 264470 h 491796"/>
                <a:gd name="connsiteX390" fmla="*/ 128625 w 537527"/>
                <a:gd name="connsiteY390" fmla="*/ 257975 h 491796"/>
                <a:gd name="connsiteX391" fmla="*/ 132681 w 537527"/>
                <a:gd name="connsiteY391" fmla="*/ 256351 h 491796"/>
                <a:gd name="connsiteX392" fmla="*/ 135115 w 537527"/>
                <a:gd name="connsiteY392" fmla="*/ 253104 h 491796"/>
                <a:gd name="connsiteX393" fmla="*/ 135926 w 537527"/>
                <a:gd name="connsiteY393" fmla="*/ 250668 h 491796"/>
                <a:gd name="connsiteX394" fmla="*/ 145662 w 537527"/>
                <a:gd name="connsiteY394" fmla="*/ 252292 h 491796"/>
                <a:gd name="connsiteX395" fmla="*/ 142417 w 537527"/>
                <a:gd name="connsiteY395" fmla="*/ 253104 h 491796"/>
                <a:gd name="connsiteX396" fmla="*/ 138360 w 537527"/>
                <a:gd name="connsiteY396" fmla="*/ 253915 h 491796"/>
                <a:gd name="connsiteX397" fmla="*/ 139983 w 537527"/>
                <a:gd name="connsiteY397" fmla="*/ 255539 h 491796"/>
                <a:gd name="connsiteX398" fmla="*/ 142417 w 537527"/>
                <a:gd name="connsiteY398" fmla="*/ 258787 h 491796"/>
                <a:gd name="connsiteX399" fmla="*/ 142417 w 537527"/>
                <a:gd name="connsiteY399" fmla="*/ 261222 h 491796"/>
                <a:gd name="connsiteX400" fmla="*/ 135115 w 537527"/>
                <a:gd name="connsiteY400" fmla="*/ 273401 h 491796"/>
                <a:gd name="connsiteX401" fmla="*/ 128625 w 537527"/>
                <a:gd name="connsiteY401" fmla="*/ 282331 h 491796"/>
                <a:gd name="connsiteX402" fmla="*/ 126191 w 537527"/>
                <a:gd name="connsiteY402" fmla="*/ 288826 h 491796"/>
                <a:gd name="connsiteX403" fmla="*/ 122945 w 537527"/>
                <a:gd name="connsiteY403" fmla="*/ 295321 h 491796"/>
                <a:gd name="connsiteX404" fmla="*/ 118078 w 537527"/>
                <a:gd name="connsiteY404" fmla="*/ 303440 h 491796"/>
                <a:gd name="connsiteX405" fmla="*/ 115643 w 537527"/>
                <a:gd name="connsiteY405" fmla="*/ 309123 h 491796"/>
                <a:gd name="connsiteX406" fmla="*/ 110776 w 537527"/>
                <a:gd name="connsiteY406" fmla="*/ 313995 h 491796"/>
                <a:gd name="connsiteX407" fmla="*/ 111587 w 537527"/>
                <a:gd name="connsiteY407" fmla="*/ 314807 h 491796"/>
                <a:gd name="connsiteX408" fmla="*/ 113210 w 537527"/>
                <a:gd name="connsiteY408" fmla="*/ 318866 h 491796"/>
                <a:gd name="connsiteX409" fmla="*/ 111587 w 537527"/>
                <a:gd name="connsiteY409" fmla="*/ 324549 h 491796"/>
                <a:gd name="connsiteX410" fmla="*/ 109964 w 537527"/>
                <a:gd name="connsiteY410" fmla="*/ 320490 h 491796"/>
                <a:gd name="connsiteX411" fmla="*/ 105096 w 537527"/>
                <a:gd name="connsiteY411" fmla="*/ 321301 h 491796"/>
                <a:gd name="connsiteX412" fmla="*/ 104285 w 537527"/>
                <a:gd name="connsiteY412" fmla="*/ 332668 h 491796"/>
                <a:gd name="connsiteX413" fmla="*/ 106719 w 537527"/>
                <a:gd name="connsiteY413" fmla="*/ 334292 h 491796"/>
                <a:gd name="connsiteX414" fmla="*/ 109964 w 537527"/>
                <a:gd name="connsiteY414" fmla="*/ 333480 h 491796"/>
                <a:gd name="connsiteX415" fmla="*/ 117266 w 537527"/>
                <a:gd name="connsiteY415" fmla="*/ 324549 h 491796"/>
                <a:gd name="connsiteX416" fmla="*/ 121323 w 537527"/>
                <a:gd name="connsiteY416" fmla="*/ 316430 h 491796"/>
                <a:gd name="connsiteX417" fmla="*/ 122134 w 537527"/>
                <a:gd name="connsiteY417" fmla="*/ 313995 h 491796"/>
                <a:gd name="connsiteX418" fmla="*/ 123757 w 537527"/>
                <a:gd name="connsiteY418" fmla="*/ 311559 h 491796"/>
                <a:gd name="connsiteX419" fmla="*/ 126191 w 537527"/>
                <a:gd name="connsiteY419" fmla="*/ 308312 h 491796"/>
                <a:gd name="connsiteX420" fmla="*/ 128625 w 537527"/>
                <a:gd name="connsiteY420" fmla="*/ 305064 h 491796"/>
                <a:gd name="connsiteX421" fmla="*/ 131870 w 537527"/>
                <a:gd name="connsiteY421" fmla="*/ 299381 h 491796"/>
                <a:gd name="connsiteX422" fmla="*/ 134304 w 537527"/>
                <a:gd name="connsiteY422" fmla="*/ 294510 h 491796"/>
                <a:gd name="connsiteX423" fmla="*/ 139172 w 537527"/>
                <a:gd name="connsiteY423" fmla="*/ 284767 h 491796"/>
                <a:gd name="connsiteX424" fmla="*/ 140794 w 537527"/>
                <a:gd name="connsiteY424" fmla="*/ 282331 h 491796"/>
                <a:gd name="connsiteX425" fmla="*/ 145662 w 537527"/>
                <a:gd name="connsiteY425" fmla="*/ 273401 h 491796"/>
                <a:gd name="connsiteX426" fmla="*/ 149719 w 537527"/>
                <a:gd name="connsiteY426" fmla="*/ 266094 h 491796"/>
                <a:gd name="connsiteX427" fmla="*/ 155398 w 537527"/>
                <a:gd name="connsiteY427" fmla="*/ 257163 h 491796"/>
                <a:gd name="connsiteX428" fmla="*/ 161077 w 537527"/>
                <a:gd name="connsiteY428" fmla="*/ 248232 h 491796"/>
                <a:gd name="connsiteX429" fmla="*/ 162700 w 537527"/>
                <a:gd name="connsiteY429" fmla="*/ 246609 h 491796"/>
                <a:gd name="connsiteX430" fmla="*/ 164322 w 537527"/>
                <a:gd name="connsiteY430" fmla="*/ 244173 h 491796"/>
                <a:gd name="connsiteX431" fmla="*/ 166756 w 537527"/>
                <a:gd name="connsiteY431" fmla="*/ 240925 h 491796"/>
                <a:gd name="connsiteX432" fmla="*/ 172435 w 537527"/>
                <a:gd name="connsiteY432" fmla="*/ 232807 h 491796"/>
                <a:gd name="connsiteX433" fmla="*/ 179738 w 537527"/>
                <a:gd name="connsiteY433" fmla="*/ 220628 h 491796"/>
                <a:gd name="connsiteX434" fmla="*/ 187039 w 537527"/>
                <a:gd name="connsiteY434" fmla="*/ 210886 h 491796"/>
                <a:gd name="connsiteX435" fmla="*/ 203266 w 537527"/>
                <a:gd name="connsiteY435" fmla="*/ 187341 h 491796"/>
                <a:gd name="connsiteX436" fmla="*/ 208945 w 537527"/>
                <a:gd name="connsiteY436" fmla="*/ 173539 h 491796"/>
                <a:gd name="connsiteX437" fmla="*/ 382566 w 537527"/>
                <a:gd name="connsiteY437" fmla="*/ 29025 h 491796"/>
                <a:gd name="connsiteX438" fmla="*/ 386623 w 537527"/>
                <a:gd name="connsiteY438" fmla="*/ 24153 h 491796"/>
                <a:gd name="connsiteX439" fmla="*/ 388245 w 537527"/>
                <a:gd name="connsiteY439" fmla="*/ 26589 h 491796"/>
                <a:gd name="connsiteX440" fmla="*/ 382566 w 537527"/>
                <a:gd name="connsiteY440" fmla="*/ 29025 h 491796"/>
                <a:gd name="connsiteX441" fmla="*/ 395547 w 537527"/>
                <a:gd name="connsiteY441" fmla="*/ 34708 h 491796"/>
                <a:gd name="connsiteX442" fmla="*/ 393113 w 537527"/>
                <a:gd name="connsiteY442" fmla="*/ 33896 h 491796"/>
                <a:gd name="connsiteX443" fmla="*/ 395547 w 537527"/>
                <a:gd name="connsiteY443" fmla="*/ 32272 h 491796"/>
                <a:gd name="connsiteX444" fmla="*/ 397981 w 537527"/>
                <a:gd name="connsiteY444" fmla="*/ 33084 h 491796"/>
                <a:gd name="connsiteX445" fmla="*/ 395547 w 537527"/>
                <a:gd name="connsiteY445" fmla="*/ 34708 h 491796"/>
                <a:gd name="connsiteX446" fmla="*/ 401227 w 537527"/>
                <a:gd name="connsiteY446" fmla="*/ 34708 h 491796"/>
                <a:gd name="connsiteX447" fmla="*/ 400415 w 537527"/>
                <a:gd name="connsiteY447" fmla="*/ 33084 h 491796"/>
                <a:gd name="connsiteX448" fmla="*/ 402849 w 537527"/>
                <a:gd name="connsiteY448" fmla="*/ 32272 h 491796"/>
                <a:gd name="connsiteX449" fmla="*/ 401227 w 537527"/>
                <a:gd name="connsiteY449" fmla="*/ 34708 h 491796"/>
                <a:gd name="connsiteX450" fmla="*/ 424755 w 537527"/>
                <a:gd name="connsiteY450" fmla="*/ 30648 h 491796"/>
                <a:gd name="connsiteX451" fmla="*/ 427189 w 537527"/>
                <a:gd name="connsiteY451" fmla="*/ 28213 h 491796"/>
                <a:gd name="connsiteX452" fmla="*/ 432868 w 537527"/>
                <a:gd name="connsiteY452" fmla="*/ 29025 h 491796"/>
                <a:gd name="connsiteX453" fmla="*/ 424755 w 537527"/>
                <a:gd name="connsiteY453" fmla="*/ 30648 h 491796"/>
                <a:gd name="connsiteX454" fmla="*/ 438547 w 537527"/>
                <a:gd name="connsiteY454" fmla="*/ 32272 h 491796"/>
                <a:gd name="connsiteX455" fmla="*/ 439358 w 537527"/>
                <a:gd name="connsiteY455" fmla="*/ 30648 h 491796"/>
                <a:gd name="connsiteX456" fmla="*/ 442604 w 537527"/>
                <a:gd name="connsiteY456" fmla="*/ 31460 h 491796"/>
                <a:gd name="connsiteX457" fmla="*/ 438547 w 537527"/>
                <a:gd name="connsiteY457" fmla="*/ 32272 h 491796"/>
                <a:gd name="connsiteX458" fmla="*/ 488848 w 537527"/>
                <a:gd name="connsiteY458" fmla="*/ 45262 h 491796"/>
                <a:gd name="connsiteX459" fmla="*/ 487226 w 537527"/>
                <a:gd name="connsiteY459" fmla="*/ 45262 h 491796"/>
                <a:gd name="connsiteX460" fmla="*/ 485603 w 537527"/>
                <a:gd name="connsiteY460" fmla="*/ 43639 h 491796"/>
                <a:gd name="connsiteX461" fmla="*/ 487226 w 537527"/>
                <a:gd name="connsiteY461" fmla="*/ 42827 h 491796"/>
                <a:gd name="connsiteX462" fmla="*/ 488848 w 537527"/>
                <a:gd name="connsiteY462" fmla="*/ 45262 h 491796"/>
                <a:gd name="connsiteX463" fmla="*/ 482358 w 537527"/>
                <a:gd name="connsiteY463" fmla="*/ 33084 h 491796"/>
                <a:gd name="connsiteX464" fmla="*/ 483981 w 537527"/>
                <a:gd name="connsiteY464" fmla="*/ 35520 h 491796"/>
                <a:gd name="connsiteX465" fmla="*/ 479113 w 537527"/>
                <a:gd name="connsiteY465" fmla="*/ 33896 h 491796"/>
                <a:gd name="connsiteX466" fmla="*/ 482358 w 537527"/>
                <a:gd name="connsiteY466" fmla="*/ 33084 h 491796"/>
                <a:gd name="connsiteX467" fmla="*/ 475056 w 537527"/>
                <a:gd name="connsiteY467" fmla="*/ 29836 h 491796"/>
                <a:gd name="connsiteX468" fmla="*/ 476679 w 537527"/>
                <a:gd name="connsiteY468" fmla="*/ 28213 h 491796"/>
                <a:gd name="connsiteX469" fmla="*/ 477490 w 537527"/>
                <a:gd name="connsiteY469" fmla="*/ 29836 h 491796"/>
                <a:gd name="connsiteX470" fmla="*/ 475868 w 537527"/>
                <a:gd name="connsiteY470" fmla="*/ 31460 h 491796"/>
                <a:gd name="connsiteX471" fmla="*/ 475056 w 537527"/>
                <a:gd name="connsiteY471" fmla="*/ 29836 h 491796"/>
                <a:gd name="connsiteX472" fmla="*/ 374453 w 537527"/>
                <a:gd name="connsiteY472" fmla="*/ 7104 h 491796"/>
                <a:gd name="connsiteX473" fmla="*/ 379321 w 537527"/>
                <a:gd name="connsiteY473" fmla="*/ 7916 h 491796"/>
                <a:gd name="connsiteX474" fmla="*/ 377698 w 537527"/>
                <a:gd name="connsiteY474" fmla="*/ 9539 h 491796"/>
                <a:gd name="connsiteX475" fmla="*/ 373642 w 537527"/>
                <a:gd name="connsiteY475" fmla="*/ 9539 h 491796"/>
                <a:gd name="connsiteX476" fmla="*/ 370397 w 537527"/>
                <a:gd name="connsiteY476" fmla="*/ 10351 h 491796"/>
                <a:gd name="connsiteX477" fmla="*/ 367963 w 537527"/>
                <a:gd name="connsiteY477" fmla="*/ 11163 h 491796"/>
                <a:gd name="connsiteX478" fmla="*/ 374453 w 537527"/>
                <a:gd name="connsiteY478" fmla="*/ 7104 h 491796"/>
                <a:gd name="connsiteX479" fmla="*/ 333887 w 537527"/>
                <a:gd name="connsiteY479" fmla="*/ 7916 h 491796"/>
                <a:gd name="connsiteX480" fmla="*/ 337133 w 537527"/>
                <a:gd name="connsiteY480" fmla="*/ 7104 h 491796"/>
                <a:gd name="connsiteX481" fmla="*/ 333076 w 537527"/>
                <a:gd name="connsiteY481" fmla="*/ 9539 h 491796"/>
                <a:gd name="connsiteX482" fmla="*/ 333887 w 537527"/>
                <a:gd name="connsiteY482" fmla="*/ 7916 h 491796"/>
                <a:gd name="connsiteX483" fmla="*/ 282774 w 537527"/>
                <a:gd name="connsiteY483" fmla="*/ 12787 h 491796"/>
                <a:gd name="connsiteX484" fmla="*/ 288454 w 537527"/>
                <a:gd name="connsiteY484" fmla="*/ 13599 h 491796"/>
                <a:gd name="connsiteX485" fmla="*/ 286831 w 537527"/>
                <a:gd name="connsiteY485" fmla="*/ 15223 h 491796"/>
                <a:gd name="connsiteX486" fmla="*/ 281152 w 537527"/>
                <a:gd name="connsiteY486" fmla="*/ 15223 h 491796"/>
                <a:gd name="connsiteX487" fmla="*/ 278718 w 537527"/>
                <a:gd name="connsiteY487" fmla="*/ 14411 h 491796"/>
                <a:gd name="connsiteX488" fmla="*/ 282774 w 537527"/>
                <a:gd name="connsiteY488" fmla="*/ 12787 h 491796"/>
                <a:gd name="connsiteX489" fmla="*/ 267359 w 537527"/>
                <a:gd name="connsiteY489" fmla="*/ 12787 h 491796"/>
                <a:gd name="connsiteX490" fmla="*/ 271416 w 537527"/>
                <a:gd name="connsiteY490" fmla="*/ 12787 h 491796"/>
                <a:gd name="connsiteX491" fmla="*/ 269793 w 537527"/>
                <a:gd name="connsiteY491" fmla="*/ 13599 h 491796"/>
                <a:gd name="connsiteX492" fmla="*/ 267359 w 537527"/>
                <a:gd name="connsiteY492" fmla="*/ 12787 h 491796"/>
                <a:gd name="connsiteX493" fmla="*/ 251133 w 537527"/>
                <a:gd name="connsiteY493" fmla="*/ 13599 h 491796"/>
                <a:gd name="connsiteX494" fmla="*/ 253567 w 537527"/>
                <a:gd name="connsiteY494" fmla="*/ 16035 h 491796"/>
                <a:gd name="connsiteX495" fmla="*/ 248699 w 537527"/>
                <a:gd name="connsiteY495" fmla="*/ 16035 h 491796"/>
                <a:gd name="connsiteX496" fmla="*/ 251133 w 537527"/>
                <a:gd name="connsiteY496" fmla="*/ 13599 h 491796"/>
                <a:gd name="connsiteX497" fmla="*/ 157021 w 537527"/>
                <a:gd name="connsiteY497" fmla="*/ 51757 h 491796"/>
                <a:gd name="connsiteX498" fmla="*/ 156209 w 537527"/>
                <a:gd name="connsiteY498" fmla="*/ 50134 h 491796"/>
                <a:gd name="connsiteX499" fmla="*/ 159455 w 537527"/>
                <a:gd name="connsiteY499" fmla="*/ 49322 h 491796"/>
                <a:gd name="connsiteX500" fmla="*/ 157021 w 537527"/>
                <a:gd name="connsiteY500" fmla="*/ 51757 h 491796"/>
                <a:gd name="connsiteX501" fmla="*/ 211379 w 537527"/>
                <a:gd name="connsiteY501" fmla="*/ 29836 h 491796"/>
                <a:gd name="connsiteX502" fmla="*/ 213813 w 537527"/>
                <a:gd name="connsiteY502" fmla="*/ 28213 h 491796"/>
                <a:gd name="connsiteX503" fmla="*/ 214624 w 537527"/>
                <a:gd name="connsiteY503" fmla="*/ 29836 h 491796"/>
                <a:gd name="connsiteX504" fmla="*/ 212190 w 537527"/>
                <a:gd name="connsiteY504" fmla="*/ 31460 h 491796"/>
                <a:gd name="connsiteX505" fmla="*/ 211379 w 537527"/>
                <a:gd name="connsiteY505" fmla="*/ 29836 h 491796"/>
                <a:gd name="connsiteX506" fmla="*/ 188662 w 537527"/>
                <a:gd name="connsiteY506" fmla="*/ 40391 h 491796"/>
                <a:gd name="connsiteX507" fmla="*/ 187039 w 537527"/>
                <a:gd name="connsiteY507" fmla="*/ 40391 h 491796"/>
                <a:gd name="connsiteX508" fmla="*/ 185417 w 537527"/>
                <a:gd name="connsiteY508" fmla="*/ 39579 h 491796"/>
                <a:gd name="connsiteX509" fmla="*/ 188662 w 537527"/>
                <a:gd name="connsiteY509" fmla="*/ 40391 h 491796"/>
                <a:gd name="connsiteX510" fmla="*/ 182983 w 537527"/>
                <a:gd name="connsiteY510" fmla="*/ 36332 h 491796"/>
                <a:gd name="connsiteX511" fmla="*/ 185417 w 537527"/>
                <a:gd name="connsiteY511" fmla="*/ 37143 h 491796"/>
                <a:gd name="connsiteX512" fmla="*/ 182983 w 537527"/>
                <a:gd name="connsiteY512" fmla="*/ 38767 h 491796"/>
                <a:gd name="connsiteX513" fmla="*/ 180549 w 537527"/>
                <a:gd name="connsiteY513" fmla="*/ 37955 h 491796"/>
                <a:gd name="connsiteX514" fmla="*/ 182983 w 537527"/>
                <a:gd name="connsiteY514" fmla="*/ 36332 h 491796"/>
                <a:gd name="connsiteX515" fmla="*/ 173247 w 537527"/>
                <a:gd name="connsiteY515" fmla="*/ 42015 h 491796"/>
                <a:gd name="connsiteX516" fmla="*/ 175681 w 537527"/>
                <a:gd name="connsiteY516" fmla="*/ 42827 h 491796"/>
                <a:gd name="connsiteX517" fmla="*/ 173247 w 537527"/>
                <a:gd name="connsiteY517" fmla="*/ 42827 h 491796"/>
                <a:gd name="connsiteX518" fmla="*/ 173247 w 537527"/>
                <a:gd name="connsiteY518" fmla="*/ 42015 h 491796"/>
                <a:gd name="connsiteX519" fmla="*/ 216247 w 537527"/>
                <a:gd name="connsiteY519" fmla="*/ 42015 h 491796"/>
                <a:gd name="connsiteX520" fmla="*/ 214624 w 537527"/>
                <a:gd name="connsiteY520" fmla="*/ 46074 h 491796"/>
                <a:gd name="connsiteX521" fmla="*/ 213001 w 537527"/>
                <a:gd name="connsiteY521" fmla="*/ 46886 h 491796"/>
                <a:gd name="connsiteX522" fmla="*/ 214624 w 537527"/>
                <a:gd name="connsiteY522" fmla="*/ 48510 h 491796"/>
                <a:gd name="connsiteX523" fmla="*/ 217058 w 537527"/>
                <a:gd name="connsiteY523" fmla="*/ 50945 h 491796"/>
                <a:gd name="connsiteX524" fmla="*/ 210567 w 537527"/>
                <a:gd name="connsiteY524" fmla="*/ 50134 h 491796"/>
                <a:gd name="connsiteX525" fmla="*/ 208945 w 537527"/>
                <a:gd name="connsiteY525" fmla="*/ 48510 h 491796"/>
                <a:gd name="connsiteX526" fmla="*/ 208945 w 537527"/>
                <a:gd name="connsiteY526" fmla="*/ 50134 h 491796"/>
                <a:gd name="connsiteX527" fmla="*/ 200832 w 537527"/>
                <a:gd name="connsiteY527" fmla="*/ 47698 h 491796"/>
                <a:gd name="connsiteX528" fmla="*/ 189473 w 537527"/>
                <a:gd name="connsiteY528" fmla="*/ 49322 h 491796"/>
                <a:gd name="connsiteX529" fmla="*/ 183794 w 537527"/>
                <a:gd name="connsiteY529" fmla="*/ 49322 h 491796"/>
                <a:gd name="connsiteX530" fmla="*/ 171624 w 537527"/>
                <a:gd name="connsiteY530" fmla="*/ 51757 h 491796"/>
                <a:gd name="connsiteX531" fmla="*/ 169190 w 537527"/>
                <a:gd name="connsiteY531" fmla="*/ 50945 h 491796"/>
                <a:gd name="connsiteX532" fmla="*/ 170813 w 537527"/>
                <a:gd name="connsiteY532" fmla="*/ 47698 h 491796"/>
                <a:gd name="connsiteX533" fmla="*/ 174870 w 537527"/>
                <a:gd name="connsiteY533" fmla="*/ 46886 h 491796"/>
                <a:gd name="connsiteX534" fmla="*/ 177303 w 537527"/>
                <a:gd name="connsiteY534" fmla="*/ 46886 h 491796"/>
                <a:gd name="connsiteX535" fmla="*/ 183794 w 537527"/>
                <a:gd name="connsiteY535" fmla="*/ 45262 h 491796"/>
                <a:gd name="connsiteX536" fmla="*/ 192718 w 537527"/>
                <a:gd name="connsiteY536" fmla="*/ 41203 h 491796"/>
                <a:gd name="connsiteX537" fmla="*/ 194341 w 537527"/>
                <a:gd name="connsiteY537" fmla="*/ 41203 h 491796"/>
                <a:gd name="connsiteX538" fmla="*/ 195964 w 537527"/>
                <a:gd name="connsiteY538" fmla="*/ 43639 h 491796"/>
                <a:gd name="connsiteX539" fmla="*/ 205699 w 537527"/>
                <a:gd name="connsiteY539" fmla="*/ 38767 h 491796"/>
                <a:gd name="connsiteX540" fmla="*/ 213001 w 537527"/>
                <a:gd name="connsiteY540" fmla="*/ 37143 h 491796"/>
                <a:gd name="connsiteX541" fmla="*/ 217869 w 537527"/>
                <a:gd name="connsiteY541" fmla="*/ 38767 h 491796"/>
                <a:gd name="connsiteX542" fmla="*/ 216247 w 537527"/>
                <a:gd name="connsiteY542" fmla="*/ 42015 h 491796"/>
                <a:gd name="connsiteX543" fmla="*/ 224360 w 537527"/>
                <a:gd name="connsiteY543" fmla="*/ 45262 h 491796"/>
                <a:gd name="connsiteX544" fmla="*/ 221926 w 537527"/>
                <a:gd name="connsiteY544" fmla="*/ 43639 h 491796"/>
                <a:gd name="connsiteX545" fmla="*/ 226794 w 537527"/>
                <a:gd name="connsiteY545" fmla="*/ 42827 h 491796"/>
                <a:gd name="connsiteX546" fmla="*/ 224360 w 537527"/>
                <a:gd name="connsiteY546" fmla="*/ 45262 h 491796"/>
                <a:gd name="connsiteX547" fmla="*/ 229228 w 537527"/>
                <a:gd name="connsiteY547" fmla="*/ 30648 h 491796"/>
                <a:gd name="connsiteX548" fmla="*/ 221926 w 537527"/>
                <a:gd name="connsiteY548" fmla="*/ 29836 h 491796"/>
                <a:gd name="connsiteX549" fmla="*/ 228416 w 537527"/>
                <a:gd name="connsiteY549" fmla="*/ 25777 h 491796"/>
                <a:gd name="connsiteX550" fmla="*/ 229228 w 537527"/>
                <a:gd name="connsiteY550" fmla="*/ 30648 h 491796"/>
                <a:gd name="connsiteX551" fmla="*/ 235718 w 537527"/>
                <a:gd name="connsiteY551" fmla="*/ 37955 h 491796"/>
                <a:gd name="connsiteX552" fmla="*/ 234096 w 537527"/>
                <a:gd name="connsiteY552" fmla="*/ 35520 h 491796"/>
                <a:gd name="connsiteX553" fmla="*/ 235718 w 537527"/>
                <a:gd name="connsiteY553" fmla="*/ 35520 h 491796"/>
                <a:gd name="connsiteX554" fmla="*/ 237341 w 537527"/>
                <a:gd name="connsiteY554" fmla="*/ 37955 h 491796"/>
                <a:gd name="connsiteX555" fmla="*/ 235718 w 537527"/>
                <a:gd name="connsiteY555" fmla="*/ 37955 h 491796"/>
                <a:gd name="connsiteX556" fmla="*/ 242209 w 537527"/>
                <a:gd name="connsiteY556" fmla="*/ 34708 h 491796"/>
                <a:gd name="connsiteX557" fmla="*/ 240586 w 537527"/>
                <a:gd name="connsiteY557" fmla="*/ 34708 h 491796"/>
                <a:gd name="connsiteX558" fmla="*/ 242209 w 537527"/>
                <a:gd name="connsiteY558" fmla="*/ 32272 h 491796"/>
                <a:gd name="connsiteX559" fmla="*/ 242209 w 537527"/>
                <a:gd name="connsiteY559" fmla="*/ 34708 h 491796"/>
                <a:gd name="connsiteX560" fmla="*/ 244643 w 537527"/>
                <a:gd name="connsiteY560" fmla="*/ 42827 h 491796"/>
                <a:gd name="connsiteX561" fmla="*/ 245454 w 537527"/>
                <a:gd name="connsiteY561" fmla="*/ 41203 h 491796"/>
                <a:gd name="connsiteX562" fmla="*/ 250322 w 537527"/>
                <a:gd name="connsiteY562" fmla="*/ 41203 h 491796"/>
                <a:gd name="connsiteX563" fmla="*/ 244643 w 537527"/>
                <a:gd name="connsiteY563" fmla="*/ 42827 h 491796"/>
                <a:gd name="connsiteX564" fmla="*/ 251133 w 537527"/>
                <a:gd name="connsiteY564" fmla="*/ 37143 h 491796"/>
                <a:gd name="connsiteX565" fmla="*/ 250322 w 537527"/>
                <a:gd name="connsiteY565" fmla="*/ 35520 h 491796"/>
                <a:gd name="connsiteX566" fmla="*/ 252756 w 537527"/>
                <a:gd name="connsiteY566" fmla="*/ 35520 h 491796"/>
                <a:gd name="connsiteX567" fmla="*/ 251133 w 537527"/>
                <a:gd name="connsiteY567" fmla="*/ 37143 h 491796"/>
                <a:gd name="connsiteX568" fmla="*/ 35323 w 537527"/>
                <a:gd name="connsiteY568" fmla="*/ 460945 h 491796"/>
                <a:gd name="connsiteX569" fmla="*/ 38568 w 537527"/>
                <a:gd name="connsiteY569" fmla="*/ 456886 h 491796"/>
                <a:gd name="connsiteX570" fmla="*/ 41003 w 537527"/>
                <a:gd name="connsiteY570" fmla="*/ 458509 h 491796"/>
                <a:gd name="connsiteX571" fmla="*/ 35323 w 537527"/>
                <a:gd name="connsiteY571" fmla="*/ 460945 h 491796"/>
                <a:gd name="connsiteX572" fmla="*/ 42625 w 537527"/>
                <a:gd name="connsiteY572" fmla="*/ 448767 h 491796"/>
                <a:gd name="connsiteX573" fmla="*/ 41003 w 537527"/>
                <a:gd name="connsiteY573" fmla="*/ 446331 h 491796"/>
                <a:gd name="connsiteX574" fmla="*/ 42625 w 537527"/>
                <a:gd name="connsiteY574" fmla="*/ 443895 h 491796"/>
                <a:gd name="connsiteX575" fmla="*/ 43436 w 537527"/>
                <a:gd name="connsiteY575" fmla="*/ 446331 h 491796"/>
                <a:gd name="connsiteX576" fmla="*/ 42625 w 537527"/>
                <a:gd name="connsiteY576" fmla="*/ 448767 h 491796"/>
                <a:gd name="connsiteX577" fmla="*/ 43436 w 537527"/>
                <a:gd name="connsiteY577" fmla="*/ 439024 h 491796"/>
                <a:gd name="connsiteX578" fmla="*/ 41003 w 537527"/>
                <a:gd name="connsiteY578" fmla="*/ 437400 h 491796"/>
                <a:gd name="connsiteX579" fmla="*/ 43436 w 537527"/>
                <a:gd name="connsiteY579" fmla="*/ 436589 h 491796"/>
                <a:gd name="connsiteX580" fmla="*/ 45871 w 537527"/>
                <a:gd name="connsiteY580" fmla="*/ 438212 h 491796"/>
                <a:gd name="connsiteX581" fmla="*/ 43436 w 537527"/>
                <a:gd name="connsiteY581" fmla="*/ 439024 h 491796"/>
                <a:gd name="connsiteX582" fmla="*/ 47493 w 537527"/>
                <a:gd name="connsiteY582" fmla="*/ 435777 h 491796"/>
                <a:gd name="connsiteX583" fmla="*/ 42625 w 537527"/>
                <a:gd name="connsiteY583" fmla="*/ 433341 h 491796"/>
                <a:gd name="connsiteX584" fmla="*/ 43436 w 537527"/>
                <a:gd name="connsiteY584" fmla="*/ 432529 h 491796"/>
                <a:gd name="connsiteX585" fmla="*/ 45871 w 537527"/>
                <a:gd name="connsiteY585" fmla="*/ 431717 h 491796"/>
                <a:gd name="connsiteX586" fmla="*/ 47493 w 537527"/>
                <a:gd name="connsiteY586" fmla="*/ 432529 h 491796"/>
                <a:gd name="connsiteX587" fmla="*/ 47493 w 537527"/>
                <a:gd name="connsiteY587" fmla="*/ 435777 h 491796"/>
                <a:gd name="connsiteX588" fmla="*/ 50738 w 537527"/>
                <a:gd name="connsiteY588" fmla="*/ 431717 h 491796"/>
                <a:gd name="connsiteX589" fmla="*/ 50738 w 537527"/>
                <a:gd name="connsiteY589" fmla="*/ 431717 h 491796"/>
                <a:gd name="connsiteX590" fmla="*/ 48304 w 537527"/>
                <a:gd name="connsiteY590" fmla="*/ 427658 h 491796"/>
                <a:gd name="connsiteX591" fmla="*/ 48304 w 537527"/>
                <a:gd name="connsiteY591" fmla="*/ 426034 h 491796"/>
                <a:gd name="connsiteX592" fmla="*/ 50738 w 537527"/>
                <a:gd name="connsiteY592" fmla="*/ 431717 h 491796"/>
                <a:gd name="connsiteX593" fmla="*/ 73455 w 537527"/>
                <a:gd name="connsiteY593" fmla="*/ 352965 h 491796"/>
                <a:gd name="connsiteX594" fmla="*/ 74267 w 537527"/>
                <a:gd name="connsiteY594" fmla="*/ 354589 h 491796"/>
                <a:gd name="connsiteX595" fmla="*/ 72644 w 537527"/>
                <a:gd name="connsiteY595" fmla="*/ 356212 h 491796"/>
                <a:gd name="connsiteX596" fmla="*/ 71832 w 537527"/>
                <a:gd name="connsiteY596" fmla="*/ 354589 h 491796"/>
                <a:gd name="connsiteX597" fmla="*/ 73455 w 537527"/>
                <a:gd name="connsiteY597" fmla="*/ 352965 h 491796"/>
                <a:gd name="connsiteX598" fmla="*/ 67776 w 537527"/>
                <a:gd name="connsiteY598" fmla="*/ 371638 h 491796"/>
                <a:gd name="connsiteX599" fmla="*/ 66153 w 537527"/>
                <a:gd name="connsiteY599" fmla="*/ 369203 h 491796"/>
                <a:gd name="connsiteX600" fmla="*/ 66965 w 537527"/>
                <a:gd name="connsiteY600" fmla="*/ 366767 h 491796"/>
                <a:gd name="connsiteX601" fmla="*/ 68587 w 537527"/>
                <a:gd name="connsiteY601" fmla="*/ 369203 h 491796"/>
                <a:gd name="connsiteX602" fmla="*/ 67776 w 537527"/>
                <a:gd name="connsiteY602" fmla="*/ 371638 h 491796"/>
                <a:gd name="connsiteX603" fmla="*/ 70210 w 537527"/>
                <a:gd name="connsiteY603" fmla="*/ 365143 h 491796"/>
                <a:gd name="connsiteX604" fmla="*/ 71832 w 537527"/>
                <a:gd name="connsiteY604" fmla="*/ 360272 h 491796"/>
                <a:gd name="connsiteX605" fmla="*/ 74267 w 537527"/>
                <a:gd name="connsiteY605" fmla="*/ 360272 h 491796"/>
                <a:gd name="connsiteX606" fmla="*/ 70210 w 537527"/>
                <a:gd name="connsiteY606" fmla="*/ 365143 h 491796"/>
                <a:gd name="connsiteX607" fmla="*/ 78323 w 537527"/>
                <a:gd name="connsiteY607" fmla="*/ 348906 h 491796"/>
                <a:gd name="connsiteX608" fmla="*/ 76700 w 537527"/>
                <a:gd name="connsiteY608" fmla="*/ 347282 h 491796"/>
                <a:gd name="connsiteX609" fmla="*/ 77512 w 537527"/>
                <a:gd name="connsiteY609" fmla="*/ 344846 h 491796"/>
                <a:gd name="connsiteX610" fmla="*/ 79134 w 537527"/>
                <a:gd name="connsiteY610" fmla="*/ 346470 h 491796"/>
                <a:gd name="connsiteX611" fmla="*/ 78323 w 537527"/>
                <a:gd name="connsiteY611" fmla="*/ 348906 h 491796"/>
                <a:gd name="connsiteX612" fmla="*/ 81568 w 537527"/>
                <a:gd name="connsiteY612" fmla="*/ 340787 h 491796"/>
                <a:gd name="connsiteX613" fmla="*/ 80757 w 537527"/>
                <a:gd name="connsiteY613" fmla="*/ 339975 h 491796"/>
                <a:gd name="connsiteX614" fmla="*/ 83191 w 537527"/>
                <a:gd name="connsiteY614" fmla="*/ 339975 h 491796"/>
                <a:gd name="connsiteX615" fmla="*/ 81568 w 537527"/>
                <a:gd name="connsiteY615" fmla="*/ 340787 h 491796"/>
                <a:gd name="connsiteX616" fmla="*/ 86436 w 537527"/>
                <a:gd name="connsiteY616" fmla="*/ 333480 h 491796"/>
                <a:gd name="connsiteX617" fmla="*/ 84814 w 537527"/>
                <a:gd name="connsiteY617" fmla="*/ 331044 h 491796"/>
                <a:gd name="connsiteX618" fmla="*/ 84814 w 537527"/>
                <a:gd name="connsiteY618" fmla="*/ 328609 h 491796"/>
                <a:gd name="connsiteX619" fmla="*/ 86436 w 537527"/>
                <a:gd name="connsiteY619" fmla="*/ 331044 h 491796"/>
                <a:gd name="connsiteX620" fmla="*/ 86436 w 537527"/>
                <a:gd name="connsiteY620" fmla="*/ 333480 h 491796"/>
                <a:gd name="connsiteX621" fmla="*/ 105096 w 537527"/>
                <a:gd name="connsiteY621" fmla="*/ 298569 h 491796"/>
                <a:gd name="connsiteX622" fmla="*/ 103474 w 537527"/>
                <a:gd name="connsiteY622" fmla="*/ 303440 h 491796"/>
                <a:gd name="connsiteX623" fmla="*/ 102663 w 537527"/>
                <a:gd name="connsiteY623" fmla="*/ 305064 h 491796"/>
                <a:gd name="connsiteX624" fmla="*/ 104285 w 537527"/>
                <a:gd name="connsiteY624" fmla="*/ 298569 h 491796"/>
                <a:gd name="connsiteX625" fmla="*/ 105096 w 537527"/>
                <a:gd name="connsiteY625" fmla="*/ 298569 h 491796"/>
                <a:gd name="connsiteX626" fmla="*/ 140794 w 537527"/>
                <a:gd name="connsiteY626" fmla="*/ 237678 h 491796"/>
                <a:gd name="connsiteX627" fmla="*/ 140794 w 537527"/>
                <a:gd name="connsiteY627" fmla="*/ 240113 h 491796"/>
                <a:gd name="connsiteX628" fmla="*/ 139172 w 537527"/>
                <a:gd name="connsiteY628" fmla="*/ 240925 h 491796"/>
                <a:gd name="connsiteX629" fmla="*/ 140794 w 537527"/>
                <a:gd name="connsiteY629" fmla="*/ 237678 h 491796"/>
                <a:gd name="connsiteX630" fmla="*/ 131870 w 537527"/>
                <a:gd name="connsiteY630" fmla="*/ 255539 h 491796"/>
                <a:gd name="connsiteX631" fmla="*/ 128625 w 537527"/>
                <a:gd name="connsiteY631" fmla="*/ 253104 h 491796"/>
                <a:gd name="connsiteX632" fmla="*/ 131059 w 537527"/>
                <a:gd name="connsiteY632" fmla="*/ 251480 h 491796"/>
                <a:gd name="connsiteX633" fmla="*/ 131870 w 537527"/>
                <a:gd name="connsiteY633" fmla="*/ 255539 h 491796"/>
                <a:gd name="connsiteX634" fmla="*/ 135926 w 537527"/>
                <a:gd name="connsiteY634" fmla="*/ 247421 h 491796"/>
                <a:gd name="connsiteX635" fmla="*/ 133492 w 537527"/>
                <a:gd name="connsiteY635" fmla="*/ 249856 h 491796"/>
                <a:gd name="connsiteX636" fmla="*/ 131870 w 537527"/>
                <a:gd name="connsiteY636" fmla="*/ 248232 h 491796"/>
                <a:gd name="connsiteX637" fmla="*/ 132681 w 537527"/>
                <a:gd name="connsiteY637" fmla="*/ 244173 h 491796"/>
                <a:gd name="connsiteX638" fmla="*/ 135926 w 537527"/>
                <a:gd name="connsiteY638" fmla="*/ 242549 h 491796"/>
                <a:gd name="connsiteX639" fmla="*/ 143228 w 537527"/>
                <a:gd name="connsiteY639" fmla="*/ 244985 h 491796"/>
                <a:gd name="connsiteX640" fmla="*/ 140794 w 537527"/>
                <a:gd name="connsiteY640" fmla="*/ 245797 h 491796"/>
                <a:gd name="connsiteX641" fmla="*/ 135926 w 537527"/>
                <a:gd name="connsiteY641" fmla="*/ 247421 h 491796"/>
                <a:gd name="connsiteX642" fmla="*/ 143228 w 537527"/>
                <a:gd name="connsiteY642" fmla="*/ 255539 h 491796"/>
                <a:gd name="connsiteX643" fmla="*/ 139983 w 537527"/>
                <a:gd name="connsiteY643" fmla="*/ 253915 h 491796"/>
                <a:gd name="connsiteX644" fmla="*/ 141606 w 537527"/>
                <a:gd name="connsiteY644" fmla="*/ 251480 h 491796"/>
                <a:gd name="connsiteX645" fmla="*/ 141606 w 537527"/>
                <a:gd name="connsiteY645" fmla="*/ 249856 h 491796"/>
                <a:gd name="connsiteX646" fmla="*/ 143228 w 537527"/>
                <a:gd name="connsiteY646" fmla="*/ 248232 h 491796"/>
                <a:gd name="connsiteX647" fmla="*/ 144851 w 537527"/>
                <a:gd name="connsiteY647" fmla="*/ 249856 h 491796"/>
                <a:gd name="connsiteX648" fmla="*/ 145662 w 537527"/>
                <a:gd name="connsiteY648" fmla="*/ 253104 h 491796"/>
                <a:gd name="connsiteX649" fmla="*/ 147285 w 537527"/>
                <a:gd name="connsiteY649" fmla="*/ 254727 h 491796"/>
                <a:gd name="connsiteX650" fmla="*/ 143228 w 537527"/>
                <a:gd name="connsiteY650" fmla="*/ 255539 h 491796"/>
                <a:gd name="connsiteX651" fmla="*/ 148096 w 537527"/>
                <a:gd name="connsiteY651" fmla="*/ 248232 h 491796"/>
                <a:gd name="connsiteX652" fmla="*/ 148907 w 537527"/>
                <a:gd name="connsiteY652" fmla="*/ 244985 h 491796"/>
                <a:gd name="connsiteX653" fmla="*/ 149719 w 537527"/>
                <a:gd name="connsiteY653" fmla="*/ 247421 h 491796"/>
                <a:gd name="connsiteX654" fmla="*/ 148096 w 537527"/>
                <a:gd name="connsiteY654" fmla="*/ 248232 h 491796"/>
                <a:gd name="connsiteX655" fmla="*/ 153775 w 537527"/>
                <a:gd name="connsiteY655" fmla="*/ 232807 h 491796"/>
                <a:gd name="connsiteX656" fmla="*/ 147285 w 537527"/>
                <a:gd name="connsiteY656" fmla="*/ 233618 h 491796"/>
                <a:gd name="connsiteX657" fmla="*/ 143228 w 537527"/>
                <a:gd name="connsiteY657" fmla="*/ 231183 h 491796"/>
                <a:gd name="connsiteX658" fmla="*/ 147285 w 537527"/>
                <a:gd name="connsiteY658" fmla="*/ 231183 h 491796"/>
                <a:gd name="connsiteX659" fmla="*/ 148907 w 537527"/>
                <a:gd name="connsiteY659" fmla="*/ 231995 h 491796"/>
                <a:gd name="connsiteX660" fmla="*/ 152153 w 537527"/>
                <a:gd name="connsiteY660" fmla="*/ 231183 h 491796"/>
                <a:gd name="connsiteX661" fmla="*/ 152153 w 537527"/>
                <a:gd name="connsiteY661" fmla="*/ 229559 h 491796"/>
                <a:gd name="connsiteX662" fmla="*/ 148907 w 537527"/>
                <a:gd name="connsiteY662" fmla="*/ 227935 h 491796"/>
                <a:gd name="connsiteX663" fmla="*/ 146474 w 537527"/>
                <a:gd name="connsiteY663" fmla="*/ 227124 h 491796"/>
                <a:gd name="connsiteX664" fmla="*/ 148096 w 537527"/>
                <a:gd name="connsiteY664" fmla="*/ 225500 h 491796"/>
                <a:gd name="connsiteX665" fmla="*/ 150530 w 537527"/>
                <a:gd name="connsiteY665" fmla="*/ 223064 h 491796"/>
                <a:gd name="connsiteX666" fmla="*/ 152964 w 537527"/>
                <a:gd name="connsiteY666" fmla="*/ 219816 h 491796"/>
                <a:gd name="connsiteX667" fmla="*/ 154587 w 537527"/>
                <a:gd name="connsiteY667" fmla="*/ 220628 h 491796"/>
                <a:gd name="connsiteX668" fmla="*/ 153775 w 537527"/>
                <a:gd name="connsiteY668" fmla="*/ 226312 h 491796"/>
                <a:gd name="connsiteX669" fmla="*/ 153775 w 537527"/>
                <a:gd name="connsiteY669" fmla="*/ 232807 h 491796"/>
                <a:gd name="connsiteX670" fmla="*/ 156209 w 537527"/>
                <a:gd name="connsiteY670" fmla="*/ 236054 h 491796"/>
                <a:gd name="connsiteX671" fmla="*/ 154587 w 537527"/>
                <a:gd name="connsiteY671" fmla="*/ 234430 h 491796"/>
                <a:gd name="connsiteX672" fmla="*/ 157021 w 537527"/>
                <a:gd name="connsiteY672" fmla="*/ 232807 h 491796"/>
                <a:gd name="connsiteX673" fmla="*/ 156209 w 537527"/>
                <a:gd name="connsiteY673" fmla="*/ 236054 h 491796"/>
                <a:gd name="connsiteX674" fmla="*/ 165945 w 537527"/>
                <a:gd name="connsiteY674" fmla="*/ 206015 h 491796"/>
                <a:gd name="connsiteX675" fmla="*/ 161888 w 537527"/>
                <a:gd name="connsiteY675" fmla="*/ 210886 h 491796"/>
                <a:gd name="connsiteX676" fmla="*/ 161077 w 537527"/>
                <a:gd name="connsiteY676" fmla="*/ 214133 h 491796"/>
                <a:gd name="connsiteX677" fmla="*/ 161888 w 537527"/>
                <a:gd name="connsiteY677" fmla="*/ 217381 h 491796"/>
                <a:gd name="connsiteX678" fmla="*/ 158643 w 537527"/>
                <a:gd name="connsiteY678" fmla="*/ 217381 h 491796"/>
                <a:gd name="connsiteX679" fmla="*/ 155398 w 537527"/>
                <a:gd name="connsiteY679" fmla="*/ 216569 h 491796"/>
                <a:gd name="connsiteX680" fmla="*/ 157021 w 537527"/>
                <a:gd name="connsiteY680" fmla="*/ 211698 h 491796"/>
                <a:gd name="connsiteX681" fmla="*/ 163511 w 537527"/>
                <a:gd name="connsiteY681" fmla="*/ 204391 h 491796"/>
                <a:gd name="connsiteX682" fmla="*/ 167568 w 537527"/>
                <a:gd name="connsiteY682" fmla="*/ 202767 h 491796"/>
                <a:gd name="connsiteX683" fmla="*/ 168379 w 537527"/>
                <a:gd name="connsiteY683" fmla="*/ 205203 h 491796"/>
                <a:gd name="connsiteX684" fmla="*/ 165945 w 537527"/>
                <a:gd name="connsiteY684" fmla="*/ 206015 h 491796"/>
                <a:gd name="connsiteX685" fmla="*/ 174058 w 537527"/>
                <a:gd name="connsiteY685" fmla="*/ 190589 h 491796"/>
                <a:gd name="connsiteX686" fmla="*/ 173247 w 537527"/>
                <a:gd name="connsiteY686" fmla="*/ 188965 h 491796"/>
                <a:gd name="connsiteX687" fmla="*/ 174870 w 537527"/>
                <a:gd name="connsiteY687" fmla="*/ 187341 h 491796"/>
                <a:gd name="connsiteX688" fmla="*/ 175681 w 537527"/>
                <a:gd name="connsiteY688" fmla="*/ 188965 h 491796"/>
                <a:gd name="connsiteX689" fmla="*/ 174058 w 537527"/>
                <a:gd name="connsiteY689" fmla="*/ 190589 h 491796"/>
                <a:gd name="connsiteX690" fmla="*/ 178115 w 537527"/>
                <a:gd name="connsiteY690" fmla="*/ 193024 h 491796"/>
                <a:gd name="connsiteX691" fmla="*/ 176492 w 537527"/>
                <a:gd name="connsiteY691" fmla="*/ 191401 h 491796"/>
                <a:gd name="connsiteX692" fmla="*/ 178926 w 537527"/>
                <a:gd name="connsiteY692" fmla="*/ 188965 h 491796"/>
                <a:gd name="connsiteX693" fmla="*/ 178115 w 537527"/>
                <a:gd name="connsiteY693" fmla="*/ 193024 h 491796"/>
                <a:gd name="connsiteX694" fmla="*/ 178926 w 537527"/>
                <a:gd name="connsiteY694" fmla="*/ 184906 h 491796"/>
                <a:gd name="connsiteX695" fmla="*/ 176492 w 537527"/>
                <a:gd name="connsiteY695" fmla="*/ 186530 h 491796"/>
                <a:gd name="connsiteX696" fmla="*/ 178115 w 537527"/>
                <a:gd name="connsiteY696" fmla="*/ 184094 h 491796"/>
                <a:gd name="connsiteX697" fmla="*/ 181360 w 537527"/>
                <a:gd name="connsiteY697" fmla="*/ 183282 h 491796"/>
                <a:gd name="connsiteX698" fmla="*/ 178926 w 537527"/>
                <a:gd name="connsiteY698" fmla="*/ 184906 h 491796"/>
                <a:gd name="connsiteX699" fmla="*/ 188662 w 537527"/>
                <a:gd name="connsiteY699" fmla="*/ 171104 h 491796"/>
                <a:gd name="connsiteX700" fmla="*/ 186228 w 537527"/>
                <a:gd name="connsiteY700" fmla="*/ 172727 h 491796"/>
                <a:gd name="connsiteX701" fmla="*/ 187851 w 537527"/>
                <a:gd name="connsiteY701" fmla="*/ 169480 h 491796"/>
                <a:gd name="connsiteX702" fmla="*/ 188662 w 537527"/>
                <a:gd name="connsiteY702" fmla="*/ 171104 h 49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37527" h="491796">
                  <a:moveTo>
                    <a:pt x="208945" y="173539"/>
                  </a:moveTo>
                  <a:cubicBezTo>
                    <a:pt x="208945" y="171916"/>
                    <a:pt x="209756" y="171104"/>
                    <a:pt x="210567" y="171104"/>
                  </a:cubicBezTo>
                  <a:cubicBezTo>
                    <a:pt x="212190" y="171104"/>
                    <a:pt x="225171" y="153242"/>
                    <a:pt x="236530" y="136193"/>
                  </a:cubicBezTo>
                  <a:cubicBezTo>
                    <a:pt x="238152" y="133757"/>
                    <a:pt x="243831" y="126450"/>
                    <a:pt x="248699" y="121579"/>
                  </a:cubicBezTo>
                  <a:cubicBezTo>
                    <a:pt x="253567" y="116708"/>
                    <a:pt x="258435" y="110213"/>
                    <a:pt x="260058" y="107777"/>
                  </a:cubicBezTo>
                  <a:cubicBezTo>
                    <a:pt x="271416" y="92351"/>
                    <a:pt x="281152" y="82609"/>
                    <a:pt x="286020" y="76926"/>
                  </a:cubicBezTo>
                  <a:cubicBezTo>
                    <a:pt x="289265" y="72866"/>
                    <a:pt x="293322" y="67183"/>
                    <a:pt x="295756" y="64747"/>
                  </a:cubicBezTo>
                  <a:cubicBezTo>
                    <a:pt x="298189" y="61500"/>
                    <a:pt x="300623" y="57440"/>
                    <a:pt x="302246" y="56629"/>
                  </a:cubicBezTo>
                  <a:cubicBezTo>
                    <a:pt x="303869" y="55005"/>
                    <a:pt x="304680" y="51757"/>
                    <a:pt x="303869" y="45262"/>
                  </a:cubicBezTo>
                  <a:cubicBezTo>
                    <a:pt x="303869" y="44450"/>
                    <a:pt x="303869" y="43639"/>
                    <a:pt x="303869" y="42827"/>
                  </a:cubicBezTo>
                  <a:cubicBezTo>
                    <a:pt x="307114" y="42827"/>
                    <a:pt x="307114" y="42827"/>
                    <a:pt x="303869" y="42015"/>
                  </a:cubicBezTo>
                  <a:cubicBezTo>
                    <a:pt x="303869" y="41203"/>
                    <a:pt x="303869" y="40391"/>
                    <a:pt x="303869" y="39579"/>
                  </a:cubicBezTo>
                  <a:cubicBezTo>
                    <a:pt x="306303" y="39579"/>
                    <a:pt x="307114" y="37955"/>
                    <a:pt x="307114" y="37955"/>
                  </a:cubicBezTo>
                  <a:cubicBezTo>
                    <a:pt x="306303" y="35520"/>
                    <a:pt x="309548" y="36332"/>
                    <a:pt x="311982" y="38767"/>
                  </a:cubicBezTo>
                  <a:cubicBezTo>
                    <a:pt x="313605" y="40391"/>
                    <a:pt x="313605" y="41203"/>
                    <a:pt x="311982" y="41203"/>
                  </a:cubicBezTo>
                  <a:cubicBezTo>
                    <a:pt x="310359" y="42015"/>
                    <a:pt x="311982" y="42827"/>
                    <a:pt x="318472" y="42827"/>
                  </a:cubicBezTo>
                  <a:cubicBezTo>
                    <a:pt x="323340" y="43639"/>
                    <a:pt x="326585" y="42827"/>
                    <a:pt x="325774" y="42015"/>
                  </a:cubicBezTo>
                  <a:cubicBezTo>
                    <a:pt x="325774" y="41203"/>
                    <a:pt x="327397" y="41203"/>
                    <a:pt x="329831" y="41203"/>
                  </a:cubicBezTo>
                  <a:cubicBezTo>
                    <a:pt x="332265" y="41203"/>
                    <a:pt x="333887" y="41203"/>
                    <a:pt x="333887" y="39579"/>
                  </a:cubicBezTo>
                  <a:cubicBezTo>
                    <a:pt x="333887" y="38767"/>
                    <a:pt x="331453" y="38767"/>
                    <a:pt x="328208" y="38767"/>
                  </a:cubicBezTo>
                  <a:cubicBezTo>
                    <a:pt x="321718" y="40391"/>
                    <a:pt x="318472" y="39579"/>
                    <a:pt x="318472" y="37143"/>
                  </a:cubicBezTo>
                  <a:cubicBezTo>
                    <a:pt x="318472" y="36332"/>
                    <a:pt x="320906" y="34708"/>
                    <a:pt x="324152" y="33896"/>
                  </a:cubicBezTo>
                  <a:cubicBezTo>
                    <a:pt x="327397" y="33896"/>
                    <a:pt x="330642" y="33896"/>
                    <a:pt x="329831" y="33896"/>
                  </a:cubicBezTo>
                  <a:cubicBezTo>
                    <a:pt x="329831" y="34708"/>
                    <a:pt x="330642" y="35520"/>
                    <a:pt x="332265" y="35520"/>
                  </a:cubicBezTo>
                  <a:cubicBezTo>
                    <a:pt x="333887" y="35520"/>
                    <a:pt x="333887" y="34708"/>
                    <a:pt x="333887" y="33896"/>
                  </a:cubicBezTo>
                  <a:cubicBezTo>
                    <a:pt x="333887" y="33084"/>
                    <a:pt x="333887" y="32272"/>
                    <a:pt x="335510" y="32272"/>
                  </a:cubicBezTo>
                  <a:cubicBezTo>
                    <a:pt x="337133" y="32272"/>
                    <a:pt x="337944" y="33084"/>
                    <a:pt x="337133" y="33896"/>
                  </a:cubicBezTo>
                  <a:cubicBezTo>
                    <a:pt x="337133" y="34708"/>
                    <a:pt x="337133" y="35520"/>
                    <a:pt x="338755" y="36332"/>
                  </a:cubicBezTo>
                  <a:cubicBezTo>
                    <a:pt x="342001" y="38767"/>
                    <a:pt x="360661" y="41203"/>
                    <a:pt x="361472" y="39579"/>
                  </a:cubicBezTo>
                  <a:cubicBezTo>
                    <a:pt x="361472" y="38767"/>
                    <a:pt x="363906" y="39579"/>
                    <a:pt x="366340" y="39579"/>
                  </a:cubicBezTo>
                  <a:cubicBezTo>
                    <a:pt x="370397" y="40391"/>
                    <a:pt x="370397" y="40391"/>
                    <a:pt x="367151" y="38767"/>
                  </a:cubicBezTo>
                  <a:cubicBezTo>
                    <a:pt x="365529" y="37955"/>
                    <a:pt x="359849" y="37143"/>
                    <a:pt x="355793" y="37143"/>
                  </a:cubicBezTo>
                  <a:cubicBezTo>
                    <a:pt x="350925" y="37143"/>
                    <a:pt x="348491" y="36332"/>
                    <a:pt x="349302" y="35520"/>
                  </a:cubicBezTo>
                  <a:cubicBezTo>
                    <a:pt x="350114" y="34708"/>
                    <a:pt x="348491" y="33896"/>
                    <a:pt x="346057" y="33084"/>
                  </a:cubicBezTo>
                  <a:lnTo>
                    <a:pt x="342001" y="32272"/>
                  </a:lnTo>
                  <a:lnTo>
                    <a:pt x="346057" y="32272"/>
                  </a:lnTo>
                  <a:cubicBezTo>
                    <a:pt x="348491" y="32272"/>
                    <a:pt x="350114" y="31460"/>
                    <a:pt x="350114" y="30648"/>
                  </a:cubicBezTo>
                  <a:cubicBezTo>
                    <a:pt x="350114" y="29836"/>
                    <a:pt x="329831" y="28213"/>
                    <a:pt x="325774" y="29025"/>
                  </a:cubicBezTo>
                  <a:cubicBezTo>
                    <a:pt x="324963" y="29025"/>
                    <a:pt x="320095" y="29836"/>
                    <a:pt x="316038" y="29836"/>
                  </a:cubicBezTo>
                  <a:cubicBezTo>
                    <a:pt x="311982" y="29836"/>
                    <a:pt x="307114" y="29836"/>
                    <a:pt x="306303" y="29836"/>
                  </a:cubicBezTo>
                  <a:cubicBezTo>
                    <a:pt x="305491" y="29836"/>
                    <a:pt x="304680" y="29836"/>
                    <a:pt x="305491" y="28213"/>
                  </a:cubicBezTo>
                  <a:cubicBezTo>
                    <a:pt x="306303" y="27401"/>
                    <a:pt x="305491" y="25777"/>
                    <a:pt x="304680" y="25777"/>
                  </a:cubicBezTo>
                  <a:cubicBezTo>
                    <a:pt x="303869" y="25777"/>
                    <a:pt x="303057" y="25777"/>
                    <a:pt x="302246" y="26589"/>
                  </a:cubicBezTo>
                  <a:cubicBezTo>
                    <a:pt x="299812" y="24153"/>
                    <a:pt x="294944" y="23342"/>
                    <a:pt x="291699" y="23342"/>
                  </a:cubicBezTo>
                  <a:cubicBezTo>
                    <a:pt x="285209" y="23342"/>
                    <a:pt x="277095" y="29836"/>
                    <a:pt x="272227" y="33896"/>
                  </a:cubicBezTo>
                  <a:cubicBezTo>
                    <a:pt x="270605" y="33896"/>
                    <a:pt x="270605" y="33896"/>
                    <a:pt x="271416" y="31460"/>
                  </a:cubicBezTo>
                  <a:cubicBezTo>
                    <a:pt x="272227" y="29836"/>
                    <a:pt x="271416" y="29025"/>
                    <a:pt x="269793" y="29025"/>
                  </a:cubicBezTo>
                  <a:cubicBezTo>
                    <a:pt x="268171" y="29025"/>
                    <a:pt x="266548" y="28213"/>
                    <a:pt x="267359" y="27401"/>
                  </a:cubicBezTo>
                  <a:cubicBezTo>
                    <a:pt x="267359" y="26589"/>
                    <a:pt x="265737" y="27401"/>
                    <a:pt x="264114" y="28213"/>
                  </a:cubicBezTo>
                  <a:cubicBezTo>
                    <a:pt x="262492" y="29836"/>
                    <a:pt x="260058" y="30648"/>
                    <a:pt x="259246" y="29836"/>
                  </a:cubicBezTo>
                  <a:cubicBezTo>
                    <a:pt x="256812" y="28213"/>
                    <a:pt x="238963" y="26589"/>
                    <a:pt x="238152" y="27401"/>
                  </a:cubicBezTo>
                  <a:cubicBezTo>
                    <a:pt x="237341" y="28213"/>
                    <a:pt x="236530" y="28213"/>
                    <a:pt x="235718" y="27401"/>
                  </a:cubicBezTo>
                  <a:cubicBezTo>
                    <a:pt x="234096" y="25777"/>
                    <a:pt x="237341" y="23342"/>
                    <a:pt x="239775" y="23342"/>
                  </a:cubicBezTo>
                  <a:cubicBezTo>
                    <a:pt x="240586" y="23342"/>
                    <a:pt x="242209" y="23342"/>
                    <a:pt x="243831" y="22530"/>
                  </a:cubicBezTo>
                  <a:cubicBezTo>
                    <a:pt x="244643" y="22530"/>
                    <a:pt x="247888" y="21718"/>
                    <a:pt x="250322" y="21718"/>
                  </a:cubicBezTo>
                  <a:cubicBezTo>
                    <a:pt x="253567" y="21718"/>
                    <a:pt x="256001" y="20906"/>
                    <a:pt x="256812" y="20094"/>
                  </a:cubicBezTo>
                  <a:cubicBezTo>
                    <a:pt x="257624" y="19282"/>
                    <a:pt x="259246" y="19282"/>
                    <a:pt x="260869" y="19282"/>
                  </a:cubicBezTo>
                  <a:cubicBezTo>
                    <a:pt x="262492" y="19282"/>
                    <a:pt x="264926" y="18470"/>
                    <a:pt x="266548" y="17658"/>
                  </a:cubicBezTo>
                  <a:cubicBezTo>
                    <a:pt x="268171" y="16035"/>
                    <a:pt x="269793" y="16035"/>
                    <a:pt x="270605" y="17658"/>
                  </a:cubicBezTo>
                  <a:cubicBezTo>
                    <a:pt x="270605" y="18470"/>
                    <a:pt x="273039" y="18470"/>
                    <a:pt x="275473" y="17658"/>
                  </a:cubicBezTo>
                  <a:cubicBezTo>
                    <a:pt x="277095" y="16846"/>
                    <a:pt x="280341" y="16035"/>
                    <a:pt x="281963" y="16846"/>
                  </a:cubicBezTo>
                  <a:cubicBezTo>
                    <a:pt x="282774" y="16846"/>
                    <a:pt x="285209" y="16846"/>
                    <a:pt x="286020" y="16035"/>
                  </a:cubicBezTo>
                  <a:cubicBezTo>
                    <a:pt x="286831" y="15223"/>
                    <a:pt x="290076" y="15223"/>
                    <a:pt x="292510" y="16035"/>
                  </a:cubicBezTo>
                  <a:cubicBezTo>
                    <a:pt x="294944" y="16035"/>
                    <a:pt x="299001" y="16846"/>
                    <a:pt x="301435" y="15223"/>
                  </a:cubicBezTo>
                  <a:cubicBezTo>
                    <a:pt x="303869" y="14411"/>
                    <a:pt x="307114" y="13599"/>
                    <a:pt x="307925" y="14411"/>
                  </a:cubicBezTo>
                  <a:cubicBezTo>
                    <a:pt x="309548" y="15223"/>
                    <a:pt x="311982" y="14411"/>
                    <a:pt x="314416" y="13599"/>
                  </a:cubicBezTo>
                  <a:cubicBezTo>
                    <a:pt x="316850" y="12787"/>
                    <a:pt x="320906" y="11975"/>
                    <a:pt x="324152" y="13599"/>
                  </a:cubicBezTo>
                  <a:cubicBezTo>
                    <a:pt x="327397" y="14411"/>
                    <a:pt x="329831" y="14411"/>
                    <a:pt x="330642" y="13599"/>
                  </a:cubicBezTo>
                  <a:cubicBezTo>
                    <a:pt x="331453" y="11975"/>
                    <a:pt x="333887" y="11975"/>
                    <a:pt x="336321" y="12787"/>
                  </a:cubicBezTo>
                  <a:cubicBezTo>
                    <a:pt x="338755" y="12787"/>
                    <a:pt x="343623" y="12787"/>
                    <a:pt x="346057" y="11975"/>
                  </a:cubicBezTo>
                  <a:cubicBezTo>
                    <a:pt x="352548" y="9539"/>
                    <a:pt x="353359" y="10351"/>
                    <a:pt x="353359" y="13599"/>
                  </a:cubicBezTo>
                  <a:cubicBezTo>
                    <a:pt x="353359" y="16035"/>
                    <a:pt x="353359" y="16035"/>
                    <a:pt x="354981" y="13599"/>
                  </a:cubicBezTo>
                  <a:cubicBezTo>
                    <a:pt x="356604" y="11975"/>
                    <a:pt x="365529" y="11163"/>
                    <a:pt x="375264" y="11163"/>
                  </a:cubicBezTo>
                  <a:cubicBezTo>
                    <a:pt x="389057" y="11163"/>
                    <a:pt x="403660" y="12787"/>
                    <a:pt x="407717" y="12787"/>
                  </a:cubicBezTo>
                  <a:cubicBezTo>
                    <a:pt x="416641" y="13599"/>
                    <a:pt x="424755" y="14411"/>
                    <a:pt x="425566" y="13599"/>
                  </a:cubicBezTo>
                  <a:cubicBezTo>
                    <a:pt x="426377" y="13599"/>
                    <a:pt x="434490" y="15223"/>
                    <a:pt x="443415" y="16846"/>
                  </a:cubicBezTo>
                  <a:cubicBezTo>
                    <a:pt x="468566" y="21718"/>
                    <a:pt x="480735" y="26589"/>
                    <a:pt x="471000" y="28213"/>
                  </a:cubicBezTo>
                  <a:cubicBezTo>
                    <a:pt x="462887" y="29025"/>
                    <a:pt x="462075" y="29025"/>
                    <a:pt x="462887" y="28213"/>
                  </a:cubicBezTo>
                  <a:cubicBezTo>
                    <a:pt x="463698" y="27401"/>
                    <a:pt x="462075" y="26589"/>
                    <a:pt x="460452" y="26589"/>
                  </a:cubicBezTo>
                  <a:cubicBezTo>
                    <a:pt x="458830" y="26589"/>
                    <a:pt x="455585" y="27401"/>
                    <a:pt x="454773" y="28213"/>
                  </a:cubicBezTo>
                  <a:cubicBezTo>
                    <a:pt x="453962" y="29025"/>
                    <a:pt x="452339" y="29836"/>
                    <a:pt x="450717" y="29836"/>
                  </a:cubicBezTo>
                  <a:cubicBezTo>
                    <a:pt x="449905" y="29836"/>
                    <a:pt x="449905" y="29025"/>
                    <a:pt x="450717" y="28213"/>
                  </a:cubicBezTo>
                  <a:cubicBezTo>
                    <a:pt x="451528" y="27401"/>
                    <a:pt x="450717" y="26589"/>
                    <a:pt x="449905" y="24965"/>
                  </a:cubicBezTo>
                  <a:cubicBezTo>
                    <a:pt x="449094" y="23342"/>
                    <a:pt x="449094" y="22530"/>
                    <a:pt x="450717" y="23342"/>
                  </a:cubicBezTo>
                  <a:cubicBezTo>
                    <a:pt x="451528" y="23342"/>
                    <a:pt x="451528" y="22530"/>
                    <a:pt x="449905" y="21718"/>
                  </a:cubicBezTo>
                  <a:cubicBezTo>
                    <a:pt x="448283" y="20906"/>
                    <a:pt x="445849" y="20906"/>
                    <a:pt x="444226" y="20906"/>
                  </a:cubicBezTo>
                  <a:cubicBezTo>
                    <a:pt x="440981" y="21718"/>
                    <a:pt x="417453" y="19282"/>
                    <a:pt x="415019" y="17658"/>
                  </a:cubicBezTo>
                  <a:cubicBezTo>
                    <a:pt x="412585" y="16035"/>
                    <a:pt x="411774" y="20094"/>
                    <a:pt x="414208" y="21718"/>
                  </a:cubicBezTo>
                  <a:cubicBezTo>
                    <a:pt x="415830" y="23342"/>
                    <a:pt x="415830" y="23342"/>
                    <a:pt x="416641" y="22530"/>
                  </a:cubicBezTo>
                  <a:cubicBezTo>
                    <a:pt x="416641" y="21718"/>
                    <a:pt x="417453" y="21718"/>
                    <a:pt x="418264" y="22530"/>
                  </a:cubicBezTo>
                  <a:cubicBezTo>
                    <a:pt x="419076" y="23342"/>
                    <a:pt x="419076" y="24153"/>
                    <a:pt x="417453" y="24965"/>
                  </a:cubicBezTo>
                  <a:cubicBezTo>
                    <a:pt x="414208" y="26589"/>
                    <a:pt x="411774" y="25777"/>
                    <a:pt x="413396" y="23342"/>
                  </a:cubicBezTo>
                  <a:cubicBezTo>
                    <a:pt x="413396" y="22530"/>
                    <a:pt x="412585" y="22530"/>
                    <a:pt x="410151" y="21718"/>
                  </a:cubicBezTo>
                  <a:cubicBezTo>
                    <a:pt x="407717" y="21718"/>
                    <a:pt x="406906" y="20906"/>
                    <a:pt x="408528" y="20094"/>
                  </a:cubicBezTo>
                  <a:cubicBezTo>
                    <a:pt x="410151" y="19282"/>
                    <a:pt x="409340" y="18470"/>
                    <a:pt x="407717" y="17658"/>
                  </a:cubicBezTo>
                  <a:cubicBezTo>
                    <a:pt x="404472" y="16846"/>
                    <a:pt x="400415" y="19282"/>
                    <a:pt x="402038" y="21718"/>
                  </a:cubicBezTo>
                  <a:cubicBezTo>
                    <a:pt x="402849" y="22530"/>
                    <a:pt x="402849" y="21718"/>
                    <a:pt x="402849" y="20906"/>
                  </a:cubicBezTo>
                  <a:cubicBezTo>
                    <a:pt x="402849" y="19282"/>
                    <a:pt x="403660" y="19282"/>
                    <a:pt x="404472" y="21718"/>
                  </a:cubicBezTo>
                  <a:cubicBezTo>
                    <a:pt x="406094" y="25777"/>
                    <a:pt x="405283" y="25777"/>
                    <a:pt x="402038" y="24965"/>
                  </a:cubicBezTo>
                  <a:cubicBezTo>
                    <a:pt x="400415" y="24153"/>
                    <a:pt x="399604" y="22530"/>
                    <a:pt x="399604" y="20094"/>
                  </a:cubicBezTo>
                  <a:cubicBezTo>
                    <a:pt x="399604" y="18470"/>
                    <a:pt x="398793" y="17658"/>
                    <a:pt x="398793" y="18470"/>
                  </a:cubicBezTo>
                  <a:cubicBezTo>
                    <a:pt x="398793" y="20094"/>
                    <a:pt x="397170" y="20094"/>
                    <a:pt x="395547" y="20094"/>
                  </a:cubicBezTo>
                  <a:cubicBezTo>
                    <a:pt x="394736" y="20094"/>
                    <a:pt x="393925" y="20906"/>
                    <a:pt x="394736" y="21718"/>
                  </a:cubicBezTo>
                  <a:cubicBezTo>
                    <a:pt x="395547" y="22530"/>
                    <a:pt x="394736" y="23342"/>
                    <a:pt x="393925" y="23342"/>
                  </a:cubicBezTo>
                  <a:cubicBezTo>
                    <a:pt x="393113" y="23342"/>
                    <a:pt x="392302" y="21718"/>
                    <a:pt x="393113" y="20906"/>
                  </a:cubicBezTo>
                  <a:cubicBezTo>
                    <a:pt x="393113" y="19282"/>
                    <a:pt x="391491" y="18470"/>
                    <a:pt x="389868" y="17658"/>
                  </a:cubicBezTo>
                  <a:cubicBezTo>
                    <a:pt x="388245" y="17658"/>
                    <a:pt x="385000" y="16035"/>
                    <a:pt x="383377" y="15223"/>
                  </a:cubicBezTo>
                  <a:cubicBezTo>
                    <a:pt x="381755" y="14411"/>
                    <a:pt x="380944" y="14411"/>
                    <a:pt x="381755" y="15223"/>
                  </a:cubicBezTo>
                  <a:cubicBezTo>
                    <a:pt x="382566" y="16035"/>
                    <a:pt x="381755" y="17658"/>
                    <a:pt x="379321" y="16846"/>
                  </a:cubicBezTo>
                  <a:cubicBezTo>
                    <a:pt x="374453" y="16035"/>
                    <a:pt x="374453" y="20094"/>
                    <a:pt x="378510" y="21718"/>
                  </a:cubicBezTo>
                  <a:cubicBezTo>
                    <a:pt x="380944" y="22530"/>
                    <a:pt x="380132" y="23342"/>
                    <a:pt x="374453" y="24153"/>
                  </a:cubicBezTo>
                  <a:cubicBezTo>
                    <a:pt x="367963" y="24965"/>
                    <a:pt x="367151" y="24965"/>
                    <a:pt x="365529" y="21718"/>
                  </a:cubicBezTo>
                  <a:cubicBezTo>
                    <a:pt x="363095" y="16846"/>
                    <a:pt x="361472" y="17658"/>
                    <a:pt x="360661" y="21718"/>
                  </a:cubicBezTo>
                  <a:cubicBezTo>
                    <a:pt x="360661" y="24965"/>
                    <a:pt x="359038" y="25777"/>
                    <a:pt x="357416" y="25777"/>
                  </a:cubicBezTo>
                  <a:cubicBezTo>
                    <a:pt x="355793" y="25777"/>
                    <a:pt x="354170" y="25777"/>
                    <a:pt x="353359" y="26589"/>
                  </a:cubicBezTo>
                  <a:cubicBezTo>
                    <a:pt x="352548" y="27401"/>
                    <a:pt x="354170" y="28213"/>
                    <a:pt x="355793" y="28213"/>
                  </a:cubicBezTo>
                  <a:cubicBezTo>
                    <a:pt x="357416" y="28213"/>
                    <a:pt x="359849" y="29025"/>
                    <a:pt x="359849" y="30648"/>
                  </a:cubicBezTo>
                  <a:cubicBezTo>
                    <a:pt x="359849" y="32272"/>
                    <a:pt x="362283" y="32272"/>
                    <a:pt x="366340" y="31460"/>
                  </a:cubicBezTo>
                  <a:cubicBezTo>
                    <a:pt x="368774" y="31460"/>
                    <a:pt x="371208" y="30648"/>
                    <a:pt x="371208" y="29836"/>
                  </a:cubicBezTo>
                  <a:cubicBezTo>
                    <a:pt x="370397" y="29025"/>
                    <a:pt x="372019" y="28213"/>
                    <a:pt x="373642" y="28213"/>
                  </a:cubicBezTo>
                  <a:cubicBezTo>
                    <a:pt x="375264" y="28213"/>
                    <a:pt x="376076" y="29025"/>
                    <a:pt x="376076" y="29836"/>
                  </a:cubicBezTo>
                  <a:cubicBezTo>
                    <a:pt x="374453" y="31460"/>
                    <a:pt x="380132" y="32272"/>
                    <a:pt x="385000" y="31460"/>
                  </a:cubicBezTo>
                  <a:cubicBezTo>
                    <a:pt x="387434" y="30648"/>
                    <a:pt x="388245" y="30648"/>
                    <a:pt x="386623" y="29836"/>
                  </a:cubicBezTo>
                  <a:cubicBezTo>
                    <a:pt x="385000" y="29025"/>
                    <a:pt x="386623" y="28213"/>
                    <a:pt x="389057" y="28213"/>
                  </a:cubicBezTo>
                  <a:cubicBezTo>
                    <a:pt x="393113" y="28213"/>
                    <a:pt x="393113" y="29025"/>
                    <a:pt x="391491" y="29836"/>
                  </a:cubicBezTo>
                  <a:cubicBezTo>
                    <a:pt x="389868" y="30648"/>
                    <a:pt x="392302" y="30648"/>
                    <a:pt x="399604" y="31460"/>
                  </a:cubicBezTo>
                  <a:cubicBezTo>
                    <a:pt x="406906" y="31460"/>
                    <a:pt x="410962" y="31460"/>
                    <a:pt x="412585" y="29836"/>
                  </a:cubicBezTo>
                  <a:cubicBezTo>
                    <a:pt x="414208" y="28213"/>
                    <a:pt x="415830" y="28213"/>
                    <a:pt x="416641" y="28213"/>
                  </a:cubicBezTo>
                  <a:cubicBezTo>
                    <a:pt x="417453" y="29025"/>
                    <a:pt x="417453" y="29836"/>
                    <a:pt x="415830" y="30648"/>
                  </a:cubicBezTo>
                  <a:cubicBezTo>
                    <a:pt x="414208" y="31460"/>
                    <a:pt x="416641" y="32272"/>
                    <a:pt x="421509" y="33084"/>
                  </a:cubicBezTo>
                  <a:cubicBezTo>
                    <a:pt x="426377" y="33084"/>
                    <a:pt x="430434" y="33084"/>
                    <a:pt x="430434" y="33084"/>
                  </a:cubicBezTo>
                  <a:cubicBezTo>
                    <a:pt x="431245" y="32272"/>
                    <a:pt x="432868" y="32272"/>
                    <a:pt x="434490" y="32272"/>
                  </a:cubicBezTo>
                  <a:cubicBezTo>
                    <a:pt x="436924" y="32272"/>
                    <a:pt x="437736" y="32272"/>
                    <a:pt x="436113" y="33896"/>
                  </a:cubicBezTo>
                  <a:cubicBezTo>
                    <a:pt x="433679" y="34708"/>
                    <a:pt x="434490" y="34708"/>
                    <a:pt x="437736" y="35520"/>
                  </a:cubicBezTo>
                  <a:cubicBezTo>
                    <a:pt x="442604" y="37143"/>
                    <a:pt x="447472" y="37143"/>
                    <a:pt x="452339" y="37955"/>
                  </a:cubicBezTo>
                  <a:cubicBezTo>
                    <a:pt x="458019" y="39579"/>
                    <a:pt x="458830" y="39579"/>
                    <a:pt x="455585" y="40391"/>
                  </a:cubicBezTo>
                  <a:cubicBezTo>
                    <a:pt x="453962" y="41203"/>
                    <a:pt x="450717" y="40391"/>
                    <a:pt x="449094" y="40391"/>
                  </a:cubicBezTo>
                  <a:cubicBezTo>
                    <a:pt x="447472" y="39579"/>
                    <a:pt x="445037" y="39579"/>
                    <a:pt x="445037" y="40391"/>
                  </a:cubicBezTo>
                  <a:cubicBezTo>
                    <a:pt x="445037" y="42827"/>
                    <a:pt x="449094" y="44450"/>
                    <a:pt x="454773" y="44450"/>
                  </a:cubicBezTo>
                  <a:cubicBezTo>
                    <a:pt x="462075" y="45262"/>
                    <a:pt x="496150" y="55005"/>
                    <a:pt x="497773" y="56629"/>
                  </a:cubicBezTo>
                  <a:cubicBezTo>
                    <a:pt x="497773" y="57440"/>
                    <a:pt x="501018" y="58252"/>
                    <a:pt x="503452" y="58252"/>
                  </a:cubicBezTo>
                  <a:cubicBezTo>
                    <a:pt x="505886" y="58252"/>
                    <a:pt x="508320" y="59064"/>
                    <a:pt x="508320" y="60688"/>
                  </a:cubicBezTo>
                  <a:cubicBezTo>
                    <a:pt x="508320" y="61500"/>
                    <a:pt x="510754" y="63124"/>
                    <a:pt x="513188" y="64747"/>
                  </a:cubicBezTo>
                  <a:cubicBezTo>
                    <a:pt x="517244" y="67995"/>
                    <a:pt x="518056" y="67183"/>
                    <a:pt x="517244" y="72054"/>
                  </a:cubicBezTo>
                  <a:cubicBezTo>
                    <a:pt x="515622" y="79361"/>
                    <a:pt x="507509" y="93975"/>
                    <a:pt x="500207" y="102906"/>
                  </a:cubicBezTo>
                  <a:cubicBezTo>
                    <a:pt x="495339" y="109401"/>
                    <a:pt x="492905" y="114272"/>
                    <a:pt x="493716" y="114272"/>
                  </a:cubicBezTo>
                  <a:cubicBezTo>
                    <a:pt x="494528" y="114272"/>
                    <a:pt x="495339" y="113460"/>
                    <a:pt x="496150" y="112648"/>
                  </a:cubicBezTo>
                  <a:cubicBezTo>
                    <a:pt x="497773" y="111025"/>
                    <a:pt x="499396" y="111025"/>
                    <a:pt x="498584" y="111836"/>
                  </a:cubicBezTo>
                  <a:cubicBezTo>
                    <a:pt x="498584" y="115084"/>
                    <a:pt x="501018" y="114272"/>
                    <a:pt x="509131" y="106965"/>
                  </a:cubicBezTo>
                  <a:cubicBezTo>
                    <a:pt x="513999" y="102906"/>
                    <a:pt x="515622" y="102094"/>
                    <a:pt x="517244" y="102094"/>
                  </a:cubicBezTo>
                  <a:cubicBezTo>
                    <a:pt x="518056" y="102094"/>
                    <a:pt x="518867" y="102906"/>
                    <a:pt x="519679" y="104530"/>
                  </a:cubicBezTo>
                  <a:cubicBezTo>
                    <a:pt x="521301" y="107777"/>
                    <a:pt x="521301" y="107777"/>
                    <a:pt x="521301" y="104530"/>
                  </a:cubicBezTo>
                  <a:cubicBezTo>
                    <a:pt x="520490" y="100470"/>
                    <a:pt x="520490" y="100470"/>
                    <a:pt x="522112" y="103718"/>
                  </a:cubicBezTo>
                  <a:cubicBezTo>
                    <a:pt x="523735" y="106153"/>
                    <a:pt x="523735" y="106153"/>
                    <a:pt x="526169" y="104530"/>
                  </a:cubicBezTo>
                  <a:cubicBezTo>
                    <a:pt x="527792" y="102906"/>
                    <a:pt x="529414" y="102094"/>
                    <a:pt x="531037" y="102906"/>
                  </a:cubicBezTo>
                  <a:cubicBezTo>
                    <a:pt x="532660" y="102906"/>
                    <a:pt x="533471" y="102094"/>
                    <a:pt x="533471" y="100470"/>
                  </a:cubicBezTo>
                  <a:cubicBezTo>
                    <a:pt x="533471" y="98846"/>
                    <a:pt x="534282" y="96411"/>
                    <a:pt x="535905" y="95599"/>
                  </a:cubicBezTo>
                  <a:cubicBezTo>
                    <a:pt x="537527" y="93975"/>
                    <a:pt x="537527" y="92351"/>
                    <a:pt x="537527" y="89916"/>
                  </a:cubicBezTo>
                  <a:cubicBezTo>
                    <a:pt x="536716" y="82609"/>
                    <a:pt x="534282" y="76114"/>
                    <a:pt x="533471" y="75302"/>
                  </a:cubicBezTo>
                  <a:cubicBezTo>
                    <a:pt x="531848" y="73678"/>
                    <a:pt x="531037" y="67995"/>
                    <a:pt x="532660" y="67995"/>
                  </a:cubicBezTo>
                  <a:cubicBezTo>
                    <a:pt x="535094" y="67995"/>
                    <a:pt x="518056" y="42015"/>
                    <a:pt x="509943" y="35520"/>
                  </a:cubicBezTo>
                  <a:cubicBezTo>
                    <a:pt x="501830" y="27401"/>
                    <a:pt x="487226" y="19282"/>
                    <a:pt x="478301" y="16846"/>
                  </a:cubicBezTo>
                  <a:cubicBezTo>
                    <a:pt x="475056" y="16035"/>
                    <a:pt x="469377" y="14411"/>
                    <a:pt x="466943" y="13599"/>
                  </a:cubicBezTo>
                  <a:cubicBezTo>
                    <a:pt x="461264" y="11163"/>
                    <a:pt x="458019" y="10351"/>
                    <a:pt x="440170" y="7104"/>
                  </a:cubicBezTo>
                  <a:cubicBezTo>
                    <a:pt x="427189" y="4668"/>
                    <a:pt x="395547" y="609"/>
                    <a:pt x="395547" y="1421"/>
                  </a:cubicBezTo>
                  <a:cubicBezTo>
                    <a:pt x="395547" y="2233"/>
                    <a:pt x="391491" y="2233"/>
                    <a:pt x="386623" y="1421"/>
                  </a:cubicBezTo>
                  <a:cubicBezTo>
                    <a:pt x="375264" y="609"/>
                    <a:pt x="369585" y="609"/>
                    <a:pt x="349302" y="1421"/>
                  </a:cubicBezTo>
                  <a:cubicBezTo>
                    <a:pt x="340378" y="1421"/>
                    <a:pt x="334699" y="1421"/>
                    <a:pt x="334699" y="609"/>
                  </a:cubicBezTo>
                  <a:cubicBezTo>
                    <a:pt x="334699" y="-203"/>
                    <a:pt x="333887" y="-203"/>
                    <a:pt x="333076" y="609"/>
                  </a:cubicBezTo>
                  <a:cubicBezTo>
                    <a:pt x="332265" y="1421"/>
                    <a:pt x="329019" y="2233"/>
                    <a:pt x="326585" y="2233"/>
                  </a:cubicBezTo>
                  <a:cubicBezTo>
                    <a:pt x="315227" y="3856"/>
                    <a:pt x="307925" y="3045"/>
                    <a:pt x="305491" y="3856"/>
                  </a:cubicBezTo>
                  <a:cubicBezTo>
                    <a:pt x="301435" y="4668"/>
                    <a:pt x="299001" y="5480"/>
                    <a:pt x="291699" y="4668"/>
                  </a:cubicBezTo>
                  <a:cubicBezTo>
                    <a:pt x="281963" y="3856"/>
                    <a:pt x="262492" y="7104"/>
                    <a:pt x="253567" y="9539"/>
                  </a:cubicBezTo>
                  <a:cubicBezTo>
                    <a:pt x="251133" y="10351"/>
                    <a:pt x="246265" y="10351"/>
                    <a:pt x="243020" y="10351"/>
                  </a:cubicBezTo>
                  <a:cubicBezTo>
                    <a:pt x="239775" y="10351"/>
                    <a:pt x="235718" y="10351"/>
                    <a:pt x="234096" y="11163"/>
                  </a:cubicBezTo>
                  <a:cubicBezTo>
                    <a:pt x="232473" y="11975"/>
                    <a:pt x="229228" y="12787"/>
                    <a:pt x="225982" y="12787"/>
                  </a:cubicBezTo>
                  <a:cubicBezTo>
                    <a:pt x="220303" y="12787"/>
                    <a:pt x="220303" y="13599"/>
                    <a:pt x="221926" y="11163"/>
                  </a:cubicBezTo>
                  <a:cubicBezTo>
                    <a:pt x="223549" y="8728"/>
                    <a:pt x="222737" y="8728"/>
                    <a:pt x="218681" y="9539"/>
                  </a:cubicBezTo>
                  <a:cubicBezTo>
                    <a:pt x="212190" y="9539"/>
                    <a:pt x="211379" y="11163"/>
                    <a:pt x="214624" y="12787"/>
                  </a:cubicBezTo>
                  <a:cubicBezTo>
                    <a:pt x="216247" y="13599"/>
                    <a:pt x="215435" y="13599"/>
                    <a:pt x="211379" y="13599"/>
                  </a:cubicBezTo>
                  <a:cubicBezTo>
                    <a:pt x="202454" y="13599"/>
                    <a:pt x="195152" y="13599"/>
                    <a:pt x="190285" y="16035"/>
                  </a:cubicBezTo>
                  <a:cubicBezTo>
                    <a:pt x="188662" y="16846"/>
                    <a:pt x="186228" y="16846"/>
                    <a:pt x="184605" y="16035"/>
                  </a:cubicBezTo>
                  <a:cubicBezTo>
                    <a:pt x="182983" y="15223"/>
                    <a:pt x="180549" y="16035"/>
                    <a:pt x="178926" y="16035"/>
                  </a:cubicBezTo>
                  <a:cubicBezTo>
                    <a:pt x="174058" y="16846"/>
                    <a:pt x="170002" y="19282"/>
                    <a:pt x="168379" y="18470"/>
                  </a:cubicBezTo>
                  <a:cubicBezTo>
                    <a:pt x="162700" y="17658"/>
                    <a:pt x="142417" y="21718"/>
                    <a:pt x="137549" y="22530"/>
                  </a:cubicBezTo>
                  <a:cubicBezTo>
                    <a:pt x="134304" y="22530"/>
                    <a:pt x="130247" y="22530"/>
                    <a:pt x="129436" y="22530"/>
                  </a:cubicBezTo>
                  <a:cubicBezTo>
                    <a:pt x="128625" y="21718"/>
                    <a:pt x="128625" y="21718"/>
                    <a:pt x="128625" y="22530"/>
                  </a:cubicBezTo>
                  <a:cubicBezTo>
                    <a:pt x="129436" y="23342"/>
                    <a:pt x="126191" y="24153"/>
                    <a:pt x="122134" y="24965"/>
                  </a:cubicBezTo>
                  <a:cubicBezTo>
                    <a:pt x="101040" y="29025"/>
                    <a:pt x="91304" y="28213"/>
                    <a:pt x="75889" y="29025"/>
                  </a:cubicBezTo>
                  <a:cubicBezTo>
                    <a:pt x="66965" y="29836"/>
                    <a:pt x="54795" y="29836"/>
                    <a:pt x="49927" y="29836"/>
                  </a:cubicBezTo>
                  <a:cubicBezTo>
                    <a:pt x="45059" y="29836"/>
                    <a:pt x="36135" y="30648"/>
                    <a:pt x="31267" y="29836"/>
                  </a:cubicBezTo>
                  <a:lnTo>
                    <a:pt x="20720" y="29025"/>
                  </a:lnTo>
                  <a:lnTo>
                    <a:pt x="20720" y="24965"/>
                  </a:lnTo>
                  <a:cubicBezTo>
                    <a:pt x="20720" y="20906"/>
                    <a:pt x="20720" y="20906"/>
                    <a:pt x="15040" y="19282"/>
                  </a:cubicBezTo>
                  <a:cubicBezTo>
                    <a:pt x="7739" y="17658"/>
                    <a:pt x="2059" y="18470"/>
                    <a:pt x="437" y="20906"/>
                  </a:cubicBezTo>
                  <a:cubicBezTo>
                    <a:pt x="-1186" y="23342"/>
                    <a:pt x="2059" y="50134"/>
                    <a:pt x="4493" y="57440"/>
                  </a:cubicBezTo>
                  <a:cubicBezTo>
                    <a:pt x="6927" y="65559"/>
                    <a:pt x="13418" y="71242"/>
                    <a:pt x="21531" y="73678"/>
                  </a:cubicBezTo>
                  <a:cubicBezTo>
                    <a:pt x="32078" y="76926"/>
                    <a:pt x="41814" y="78549"/>
                    <a:pt x="45059" y="76114"/>
                  </a:cubicBezTo>
                  <a:cubicBezTo>
                    <a:pt x="47493" y="74490"/>
                    <a:pt x="53172" y="74490"/>
                    <a:pt x="82380" y="72054"/>
                  </a:cubicBezTo>
                  <a:cubicBezTo>
                    <a:pt x="86436" y="72054"/>
                    <a:pt x="93738" y="70431"/>
                    <a:pt x="97795" y="69619"/>
                  </a:cubicBezTo>
                  <a:cubicBezTo>
                    <a:pt x="101040" y="68807"/>
                    <a:pt x="109964" y="67183"/>
                    <a:pt x="116455" y="66371"/>
                  </a:cubicBezTo>
                  <a:cubicBezTo>
                    <a:pt x="136738" y="63124"/>
                    <a:pt x="165134" y="58252"/>
                    <a:pt x="170813" y="56629"/>
                  </a:cubicBezTo>
                  <a:cubicBezTo>
                    <a:pt x="172435" y="56629"/>
                    <a:pt x="176492" y="55005"/>
                    <a:pt x="178926" y="55005"/>
                  </a:cubicBezTo>
                  <a:cubicBezTo>
                    <a:pt x="182983" y="55005"/>
                    <a:pt x="187039" y="54193"/>
                    <a:pt x="189473" y="53381"/>
                  </a:cubicBezTo>
                  <a:cubicBezTo>
                    <a:pt x="191907" y="52569"/>
                    <a:pt x="199209" y="51757"/>
                    <a:pt x="204888" y="50945"/>
                  </a:cubicBezTo>
                  <a:cubicBezTo>
                    <a:pt x="210567" y="50134"/>
                    <a:pt x="221114" y="48510"/>
                    <a:pt x="227605" y="46886"/>
                  </a:cubicBezTo>
                  <a:cubicBezTo>
                    <a:pt x="234096" y="45262"/>
                    <a:pt x="241397" y="45262"/>
                    <a:pt x="243831" y="44450"/>
                  </a:cubicBezTo>
                  <a:cubicBezTo>
                    <a:pt x="246265" y="44450"/>
                    <a:pt x="247888" y="42827"/>
                    <a:pt x="247077" y="42015"/>
                  </a:cubicBezTo>
                  <a:cubicBezTo>
                    <a:pt x="247077" y="41203"/>
                    <a:pt x="247077" y="40391"/>
                    <a:pt x="248699" y="40391"/>
                  </a:cubicBezTo>
                  <a:cubicBezTo>
                    <a:pt x="250322" y="40391"/>
                    <a:pt x="251133" y="41203"/>
                    <a:pt x="250322" y="42015"/>
                  </a:cubicBezTo>
                  <a:cubicBezTo>
                    <a:pt x="249510" y="42827"/>
                    <a:pt x="251133" y="42827"/>
                    <a:pt x="253567" y="42827"/>
                  </a:cubicBezTo>
                  <a:cubicBezTo>
                    <a:pt x="256001" y="42827"/>
                    <a:pt x="258435" y="42015"/>
                    <a:pt x="258435" y="40391"/>
                  </a:cubicBezTo>
                  <a:cubicBezTo>
                    <a:pt x="258435" y="38767"/>
                    <a:pt x="258435" y="38767"/>
                    <a:pt x="257624" y="39579"/>
                  </a:cubicBezTo>
                  <a:cubicBezTo>
                    <a:pt x="256001" y="40391"/>
                    <a:pt x="256001" y="39579"/>
                    <a:pt x="256812" y="38767"/>
                  </a:cubicBezTo>
                  <a:cubicBezTo>
                    <a:pt x="257624" y="37955"/>
                    <a:pt x="258435" y="37143"/>
                    <a:pt x="260058" y="37143"/>
                  </a:cubicBezTo>
                  <a:cubicBezTo>
                    <a:pt x="261680" y="37143"/>
                    <a:pt x="262492" y="36332"/>
                    <a:pt x="262492" y="35520"/>
                  </a:cubicBezTo>
                  <a:cubicBezTo>
                    <a:pt x="262492" y="33896"/>
                    <a:pt x="264926" y="33084"/>
                    <a:pt x="270605" y="33896"/>
                  </a:cubicBezTo>
                  <a:cubicBezTo>
                    <a:pt x="268982" y="35520"/>
                    <a:pt x="266548" y="37955"/>
                    <a:pt x="264926" y="40391"/>
                  </a:cubicBezTo>
                  <a:cubicBezTo>
                    <a:pt x="264114" y="39579"/>
                    <a:pt x="263303" y="39579"/>
                    <a:pt x="262492" y="40391"/>
                  </a:cubicBezTo>
                  <a:cubicBezTo>
                    <a:pt x="261680" y="41203"/>
                    <a:pt x="261680" y="41203"/>
                    <a:pt x="263303" y="41203"/>
                  </a:cubicBezTo>
                  <a:cubicBezTo>
                    <a:pt x="264114" y="41203"/>
                    <a:pt x="264926" y="41203"/>
                    <a:pt x="264926" y="41203"/>
                  </a:cubicBezTo>
                  <a:cubicBezTo>
                    <a:pt x="238963" y="71242"/>
                    <a:pt x="214624" y="102094"/>
                    <a:pt x="191907" y="135381"/>
                  </a:cubicBezTo>
                  <a:cubicBezTo>
                    <a:pt x="165945" y="172727"/>
                    <a:pt x="124568" y="231995"/>
                    <a:pt x="127002" y="234430"/>
                  </a:cubicBezTo>
                  <a:cubicBezTo>
                    <a:pt x="127813" y="235242"/>
                    <a:pt x="128625" y="234430"/>
                    <a:pt x="128625" y="233618"/>
                  </a:cubicBezTo>
                  <a:cubicBezTo>
                    <a:pt x="128625" y="231995"/>
                    <a:pt x="132681" y="228747"/>
                    <a:pt x="135926" y="224688"/>
                  </a:cubicBezTo>
                  <a:cubicBezTo>
                    <a:pt x="139172" y="220628"/>
                    <a:pt x="144851" y="214133"/>
                    <a:pt x="147285" y="210074"/>
                  </a:cubicBezTo>
                  <a:cubicBezTo>
                    <a:pt x="149719" y="205203"/>
                    <a:pt x="153775" y="200331"/>
                    <a:pt x="154587" y="199519"/>
                  </a:cubicBezTo>
                  <a:cubicBezTo>
                    <a:pt x="156209" y="198708"/>
                    <a:pt x="156209" y="197084"/>
                    <a:pt x="156209" y="195460"/>
                  </a:cubicBezTo>
                  <a:cubicBezTo>
                    <a:pt x="156209" y="193836"/>
                    <a:pt x="158643" y="191401"/>
                    <a:pt x="161077" y="188153"/>
                  </a:cubicBezTo>
                  <a:cubicBezTo>
                    <a:pt x="168379" y="180034"/>
                    <a:pt x="171624" y="175975"/>
                    <a:pt x="178115" y="166233"/>
                  </a:cubicBezTo>
                  <a:cubicBezTo>
                    <a:pt x="189473" y="149995"/>
                    <a:pt x="201643" y="133757"/>
                    <a:pt x="213813" y="118331"/>
                  </a:cubicBezTo>
                  <a:cubicBezTo>
                    <a:pt x="221926" y="107777"/>
                    <a:pt x="230850" y="96411"/>
                    <a:pt x="233284" y="93975"/>
                  </a:cubicBezTo>
                  <a:cubicBezTo>
                    <a:pt x="235718" y="91539"/>
                    <a:pt x="238152" y="87480"/>
                    <a:pt x="239775" y="85856"/>
                  </a:cubicBezTo>
                  <a:cubicBezTo>
                    <a:pt x="240586" y="84233"/>
                    <a:pt x="242209" y="82609"/>
                    <a:pt x="242209" y="83421"/>
                  </a:cubicBezTo>
                  <a:cubicBezTo>
                    <a:pt x="243020" y="84233"/>
                    <a:pt x="232473" y="98034"/>
                    <a:pt x="226794" y="105342"/>
                  </a:cubicBezTo>
                  <a:cubicBezTo>
                    <a:pt x="225171" y="107777"/>
                    <a:pt x="222737" y="110213"/>
                    <a:pt x="222737" y="110213"/>
                  </a:cubicBezTo>
                  <a:cubicBezTo>
                    <a:pt x="222737" y="111025"/>
                    <a:pt x="221926" y="112648"/>
                    <a:pt x="220303" y="113460"/>
                  </a:cubicBezTo>
                  <a:cubicBezTo>
                    <a:pt x="218681" y="114272"/>
                    <a:pt x="217869" y="117520"/>
                    <a:pt x="217869" y="118331"/>
                  </a:cubicBezTo>
                  <a:cubicBezTo>
                    <a:pt x="217869" y="119955"/>
                    <a:pt x="217058" y="121579"/>
                    <a:pt x="215435" y="122391"/>
                  </a:cubicBezTo>
                  <a:cubicBezTo>
                    <a:pt x="213813" y="123203"/>
                    <a:pt x="213001" y="124827"/>
                    <a:pt x="213001" y="125639"/>
                  </a:cubicBezTo>
                  <a:cubicBezTo>
                    <a:pt x="213001" y="127262"/>
                    <a:pt x="205699" y="137005"/>
                    <a:pt x="201643" y="141876"/>
                  </a:cubicBezTo>
                  <a:cubicBezTo>
                    <a:pt x="200832" y="143500"/>
                    <a:pt x="199209" y="145124"/>
                    <a:pt x="199209" y="145936"/>
                  </a:cubicBezTo>
                  <a:cubicBezTo>
                    <a:pt x="199209" y="146747"/>
                    <a:pt x="196775" y="149995"/>
                    <a:pt x="194341" y="153242"/>
                  </a:cubicBezTo>
                  <a:cubicBezTo>
                    <a:pt x="191907" y="156490"/>
                    <a:pt x="188662" y="160549"/>
                    <a:pt x="187851" y="161361"/>
                  </a:cubicBezTo>
                  <a:cubicBezTo>
                    <a:pt x="186228" y="164609"/>
                    <a:pt x="183794" y="168668"/>
                    <a:pt x="179738" y="173539"/>
                  </a:cubicBezTo>
                  <a:cubicBezTo>
                    <a:pt x="177303" y="175975"/>
                    <a:pt x="175681" y="180034"/>
                    <a:pt x="174058" y="181658"/>
                  </a:cubicBezTo>
                  <a:cubicBezTo>
                    <a:pt x="172435" y="184094"/>
                    <a:pt x="171624" y="186530"/>
                    <a:pt x="170002" y="188153"/>
                  </a:cubicBezTo>
                  <a:cubicBezTo>
                    <a:pt x="164322" y="193836"/>
                    <a:pt x="161888" y="198708"/>
                    <a:pt x="161888" y="199519"/>
                  </a:cubicBezTo>
                  <a:cubicBezTo>
                    <a:pt x="161888" y="200331"/>
                    <a:pt x="160266" y="201955"/>
                    <a:pt x="157832" y="203579"/>
                  </a:cubicBezTo>
                  <a:cubicBezTo>
                    <a:pt x="156209" y="205203"/>
                    <a:pt x="154587" y="207638"/>
                    <a:pt x="154587" y="207638"/>
                  </a:cubicBezTo>
                  <a:cubicBezTo>
                    <a:pt x="154587" y="210886"/>
                    <a:pt x="154587" y="213321"/>
                    <a:pt x="153775" y="212510"/>
                  </a:cubicBezTo>
                  <a:cubicBezTo>
                    <a:pt x="152153" y="210886"/>
                    <a:pt x="146474" y="219005"/>
                    <a:pt x="145662" y="222252"/>
                  </a:cubicBezTo>
                  <a:cubicBezTo>
                    <a:pt x="145662" y="223876"/>
                    <a:pt x="144851" y="226312"/>
                    <a:pt x="144039" y="225500"/>
                  </a:cubicBezTo>
                  <a:cubicBezTo>
                    <a:pt x="144039" y="225500"/>
                    <a:pt x="140794" y="229559"/>
                    <a:pt x="137549" y="233618"/>
                  </a:cubicBezTo>
                  <a:cubicBezTo>
                    <a:pt x="134304" y="238490"/>
                    <a:pt x="132681" y="241737"/>
                    <a:pt x="132681" y="240925"/>
                  </a:cubicBezTo>
                  <a:cubicBezTo>
                    <a:pt x="133492" y="240113"/>
                    <a:pt x="133492" y="240925"/>
                    <a:pt x="133492" y="242549"/>
                  </a:cubicBezTo>
                  <a:cubicBezTo>
                    <a:pt x="133492" y="243361"/>
                    <a:pt x="132681" y="244173"/>
                    <a:pt x="131870" y="244173"/>
                  </a:cubicBezTo>
                  <a:cubicBezTo>
                    <a:pt x="131059" y="244173"/>
                    <a:pt x="128625" y="245797"/>
                    <a:pt x="127002" y="249044"/>
                  </a:cubicBezTo>
                  <a:cubicBezTo>
                    <a:pt x="125379" y="252292"/>
                    <a:pt x="122945" y="255539"/>
                    <a:pt x="122134" y="255539"/>
                  </a:cubicBezTo>
                  <a:cubicBezTo>
                    <a:pt x="121323" y="255539"/>
                    <a:pt x="121323" y="256351"/>
                    <a:pt x="121323" y="257163"/>
                  </a:cubicBezTo>
                  <a:cubicBezTo>
                    <a:pt x="121323" y="257975"/>
                    <a:pt x="121323" y="258787"/>
                    <a:pt x="120511" y="259599"/>
                  </a:cubicBezTo>
                  <a:cubicBezTo>
                    <a:pt x="118889" y="260410"/>
                    <a:pt x="117266" y="262846"/>
                    <a:pt x="116455" y="265282"/>
                  </a:cubicBezTo>
                  <a:cubicBezTo>
                    <a:pt x="115643" y="270965"/>
                    <a:pt x="101851" y="293698"/>
                    <a:pt x="96172" y="302628"/>
                  </a:cubicBezTo>
                  <a:cubicBezTo>
                    <a:pt x="93738" y="305876"/>
                    <a:pt x="92115" y="309935"/>
                    <a:pt x="92927" y="310747"/>
                  </a:cubicBezTo>
                  <a:cubicBezTo>
                    <a:pt x="92927" y="312371"/>
                    <a:pt x="92927" y="313183"/>
                    <a:pt x="92115" y="312371"/>
                  </a:cubicBezTo>
                  <a:cubicBezTo>
                    <a:pt x="91304" y="311559"/>
                    <a:pt x="90493" y="313183"/>
                    <a:pt x="88870" y="314807"/>
                  </a:cubicBezTo>
                  <a:cubicBezTo>
                    <a:pt x="86436" y="318866"/>
                    <a:pt x="84002" y="322113"/>
                    <a:pt x="82380" y="326985"/>
                  </a:cubicBezTo>
                  <a:cubicBezTo>
                    <a:pt x="80757" y="331044"/>
                    <a:pt x="78323" y="334292"/>
                    <a:pt x="78323" y="334292"/>
                  </a:cubicBezTo>
                  <a:cubicBezTo>
                    <a:pt x="77512" y="334292"/>
                    <a:pt x="76700" y="335915"/>
                    <a:pt x="76700" y="336727"/>
                  </a:cubicBezTo>
                  <a:cubicBezTo>
                    <a:pt x="76700" y="338351"/>
                    <a:pt x="75889" y="340787"/>
                    <a:pt x="74267" y="343222"/>
                  </a:cubicBezTo>
                  <a:cubicBezTo>
                    <a:pt x="73455" y="345658"/>
                    <a:pt x="62097" y="365955"/>
                    <a:pt x="61285" y="366767"/>
                  </a:cubicBezTo>
                  <a:cubicBezTo>
                    <a:pt x="59663" y="367579"/>
                    <a:pt x="59663" y="369203"/>
                    <a:pt x="59663" y="371638"/>
                  </a:cubicBezTo>
                  <a:cubicBezTo>
                    <a:pt x="59663" y="373262"/>
                    <a:pt x="58040" y="375698"/>
                    <a:pt x="57229" y="377321"/>
                  </a:cubicBezTo>
                  <a:cubicBezTo>
                    <a:pt x="52361" y="385440"/>
                    <a:pt x="28833" y="439024"/>
                    <a:pt x="29644" y="447143"/>
                  </a:cubicBezTo>
                  <a:cubicBezTo>
                    <a:pt x="29644" y="447955"/>
                    <a:pt x="28833" y="449579"/>
                    <a:pt x="28021" y="449579"/>
                  </a:cubicBezTo>
                  <a:cubicBezTo>
                    <a:pt x="27210" y="449579"/>
                    <a:pt x="26399" y="451202"/>
                    <a:pt x="27210" y="453638"/>
                  </a:cubicBezTo>
                  <a:cubicBezTo>
                    <a:pt x="28021" y="459321"/>
                    <a:pt x="25588" y="457697"/>
                    <a:pt x="25588" y="451202"/>
                  </a:cubicBezTo>
                  <a:cubicBezTo>
                    <a:pt x="25588" y="444707"/>
                    <a:pt x="26399" y="435777"/>
                    <a:pt x="28021" y="434965"/>
                  </a:cubicBezTo>
                  <a:cubicBezTo>
                    <a:pt x="28833" y="434153"/>
                    <a:pt x="28833" y="433341"/>
                    <a:pt x="28833" y="432529"/>
                  </a:cubicBezTo>
                  <a:cubicBezTo>
                    <a:pt x="28021" y="429282"/>
                    <a:pt x="28833" y="426034"/>
                    <a:pt x="30455" y="424410"/>
                  </a:cubicBezTo>
                  <a:cubicBezTo>
                    <a:pt x="32078" y="422786"/>
                    <a:pt x="32078" y="421975"/>
                    <a:pt x="30455" y="420351"/>
                  </a:cubicBezTo>
                  <a:cubicBezTo>
                    <a:pt x="28833" y="418727"/>
                    <a:pt x="28021" y="419539"/>
                    <a:pt x="27210" y="422786"/>
                  </a:cubicBezTo>
                  <a:cubicBezTo>
                    <a:pt x="23154" y="434153"/>
                    <a:pt x="20720" y="458509"/>
                    <a:pt x="23154" y="460133"/>
                  </a:cubicBezTo>
                  <a:cubicBezTo>
                    <a:pt x="23965" y="460945"/>
                    <a:pt x="27210" y="465004"/>
                    <a:pt x="29644" y="469876"/>
                  </a:cubicBezTo>
                  <a:cubicBezTo>
                    <a:pt x="34512" y="478806"/>
                    <a:pt x="39380" y="484489"/>
                    <a:pt x="44248" y="484489"/>
                  </a:cubicBezTo>
                  <a:cubicBezTo>
                    <a:pt x="45059" y="484489"/>
                    <a:pt x="48304" y="486113"/>
                    <a:pt x="49927" y="487737"/>
                  </a:cubicBezTo>
                  <a:cubicBezTo>
                    <a:pt x="52361" y="490173"/>
                    <a:pt x="58040" y="491796"/>
                    <a:pt x="65342" y="491796"/>
                  </a:cubicBezTo>
                  <a:cubicBezTo>
                    <a:pt x="66965" y="491796"/>
                    <a:pt x="70210" y="490173"/>
                    <a:pt x="71832" y="487737"/>
                  </a:cubicBezTo>
                  <a:cubicBezTo>
                    <a:pt x="74267" y="485301"/>
                    <a:pt x="76700" y="483677"/>
                    <a:pt x="78323" y="482866"/>
                  </a:cubicBezTo>
                  <a:cubicBezTo>
                    <a:pt x="79946" y="482866"/>
                    <a:pt x="80757" y="482054"/>
                    <a:pt x="81568" y="480430"/>
                  </a:cubicBezTo>
                  <a:cubicBezTo>
                    <a:pt x="81568" y="479618"/>
                    <a:pt x="83191" y="477994"/>
                    <a:pt x="84002" y="477994"/>
                  </a:cubicBezTo>
                  <a:cubicBezTo>
                    <a:pt x="84814" y="477994"/>
                    <a:pt x="88870" y="472311"/>
                    <a:pt x="91304" y="466628"/>
                  </a:cubicBezTo>
                  <a:cubicBezTo>
                    <a:pt x="92927" y="464192"/>
                    <a:pt x="86436" y="465816"/>
                    <a:pt x="76700" y="470688"/>
                  </a:cubicBezTo>
                  <a:cubicBezTo>
                    <a:pt x="67776" y="474747"/>
                    <a:pt x="62908" y="477183"/>
                    <a:pt x="59663" y="477183"/>
                  </a:cubicBezTo>
                  <a:cubicBezTo>
                    <a:pt x="57229" y="477183"/>
                    <a:pt x="55606" y="476371"/>
                    <a:pt x="54795" y="474747"/>
                  </a:cubicBezTo>
                  <a:cubicBezTo>
                    <a:pt x="52361" y="471499"/>
                    <a:pt x="52361" y="469876"/>
                    <a:pt x="55606" y="459321"/>
                  </a:cubicBezTo>
                  <a:cubicBezTo>
                    <a:pt x="57229" y="452826"/>
                    <a:pt x="59663" y="443895"/>
                    <a:pt x="61285" y="440648"/>
                  </a:cubicBezTo>
                  <a:cubicBezTo>
                    <a:pt x="62908" y="436589"/>
                    <a:pt x="62908" y="432529"/>
                    <a:pt x="62908" y="430905"/>
                  </a:cubicBezTo>
                  <a:cubicBezTo>
                    <a:pt x="62908" y="428470"/>
                    <a:pt x="62097" y="427658"/>
                    <a:pt x="63719" y="427658"/>
                  </a:cubicBezTo>
                  <a:cubicBezTo>
                    <a:pt x="65342" y="427658"/>
                    <a:pt x="66153" y="426846"/>
                    <a:pt x="66153" y="426034"/>
                  </a:cubicBezTo>
                  <a:cubicBezTo>
                    <a:pt x="66153" y="425222"/>
                    <a:pt x="67776" y="421163"/>
                    <a:pt x="70210" y="417915"/>
                  </a:cubicBezTo>
                  <a:cubicBezTo>
                    <a:pt x="72644" y="414668"/>
                    <a:pt x="74267" y="411420"/>
                    <a:pt x="73455" y="411420"/>
                  </a:cubicBezTo>
                  <a:cubicBezTo>
                    <a:pt x="72644" y="411420"/>
                    <a:pt x="73455" y="409797"/>
                    <a:pt x="74267" y="407361"/>
                  </a:cubicBezTo>
                  <a:cubicBezTo>
                    <a:pt x="75078" y="404925"/>
                    <a:pt x="76700" y="402489"/>
                    <a:pt x="75889" y="400054"/>
                  </a:cubicBezTo>
                  <a:cubicBezTo>
                    <a:pt x="75078" y="398430"/>
                    <a:pt x="75889" y="397618"/>
                    <a:pt x="76700" y="397618"/>
                  </a:cubicBezTo>
                  <a:cubicBezTo>
                    <a:pt x="79134" y="396806"/>
                    <a:pt x="86436" y="383004"/>
                    <a:pt x="84814" y="380569"/>
                  </a:cubicBezTo>
                  <a:cubicBezTo>
                    <a:pt x="84002" y="379757"/>
                    <a:pt x="84814" y="378945"/>
                    <a:pt x="84814" y="379757"/>
                  </a:cubicBezTo>
                  <a:cubicBezTo>
                    <a:pt x="87247" y="381381"/>
                    <a:pt x="93738" y="365955"/>
                    <a:pt x="92115" y="363519"/>
                  </a:cubicBezTo>
                  <a:cubicBezTo>
                    <a:pt x="91304" y="362707"/>
                    <a:pt x="91304" y="361084"/>
                    <a:pt x="92115" y="361084"/>
                  </a:cubicBezTo>
                  <a:cubicBezTo>
                    <a:pt x="94549" y="359460"/>
                    <a:pt x="93738" y="357836"/>
                    <a:pt x="90493" y="357836"/>
                  </a:cubicBezTo>
                  <a:cubicBezTo>
                    <a:pt x="88870" y="357836"/>
                    <a:pt x="86436" y="358648"/>
                    <a:pt x="85625" y="360272"/>
                  </a:cubicBezTo>
                  <a:cubicBezTo>
                    <a:pt x="84002" y="362707"/>
                    <a:pt x="84814" y="362707"/>
                    <a:pt x="85625" y="361895"/>
                  </a:cubicBezTo>
                  <a:cubicBezTo>
                    <a:pt x="86436" y="361084"/>
                    <a:pt x="87247" y="361895"/>
                    <a:pt x="86436" y="362707"/>
                  </a:cubicBezTo>
                  <a:cubicBezTo>
                    <a:pt x="85625" y="363519"/>
                    <a:pt x="84814" y="364331"/>
                    <a:pt x="84002" y="364331"/>
                  </a:cubicBezTo>
                  <a:cubicBezTo>
                    <a:pt x="83191" y="363519"/>
                    <a:pt x="82380" y="364331"/>
                    <a:pt x="82380" y="364331"/>
                  </a:cubicBezTo>
                  <a:cubicBezTo>
                    <a:pt x="81568" y="371638"/>
                    <a:pt x="81568" y="374074"/>
                    <a:pt x="83191" y="373262"/>
                  </a:cubicBezTo>
                  <a:cubicBezTo>
                    <a:pt x="84002" y="373262"/>
                    <a:pt x="84814" y="373262"/>
                    <a:pt x="84814" y="374074"/>
                  </a:cubicBezTo>
                  <a:cubicBezTo>
                    <a:pt x="84814" y="377321"/>
                    <a:pt x="82380" y="377321"/>
                    <a:pt x="80757" y="374074"/>
                  </a:cubicBezTo>
                  <a:cubicBezTo>
                    <a:pt x="79946" y="371638"/>
                    <a:pt x="74267" y="372450"/>
                    <a:pt x="74267" y="375698"/>
                  </a:cubicBezTo>
                  <a:cubicBezTo>
                    <a:pt x="74267" y="376509"/>
                    <a:pt x="75078" y="376509"/>
                    <a:pt x="75889" y="375698"/>
                  </a:cubicBezTo>
                  <a:cubicBezTo>
                    <a:pt x="77512" y="374886"/>
                    <a:pt x="76700" y="374886"/>
                    <a:pt x="75889" y="376509"/>
                  </a:cubicBezTo>
                  <a:cubicBezTo>
                    <a:pt x="75078" y="377321"/>
                    <a:pt x="74267" y="379757"/>
                    <a:pt x="74267" y="380569"/>
                  </a:cubicBezTo>
                  <a:cubicBezTo>
                    <a:pt x="75078" y="383004"/>
                    <a:pt x="75078" y="383004"/>
                    <a:pt x="76700" y="380569"/>
                  </a:cubicBezTo>
                  <a:cubicBezTo>
                    <a:pt x="77512" y="378945"/>
                    <a:pt x="79134" y="378133"/>
                    <a:pt x="79134" y="378945"/>
                  </a:cubicBezTo>
                  <a:cubicBezTo>
                    <a:pt x="79134" y="380569"/>
                    <a:pt x="79134" y="380569"/>
                    <a:pt x="78323" y="380569"/>
                  </a:cubicBezTo>
                  <a:cubicBezTo>
                    <a:pt x="77512" y="380569"/>
                    <a:pt x="75889" y="383004"/>
                    <a:pt x="75078" y="385440"/>
                  </a:cubicBezTo>
                  <a:cubicBezTo>
                    <a:pt x="73455" y="389500"/>
                    <a:pt x="72644" y="390311"/>
                    <a:pt x="71832" y="388688"/>
                  </a:cubicBezTo>
                  <a:cubicBezTo>
                    <a:pt x="70210" y="387064"/>
                    <a:pt x="70210" y="387064"/>
                    <a:pt x="70210" y="388688"/>
                  </a:cubicBezTo>
                  <a:cubicBezTo>
                    <a:pt x="70210" y="390311"/>
                    <a:pt x="69399" y="391123"/>
                    <a:pt x="68587" y="391123"/>
                  </a:cubicBezTo>
                  <a:cubicBezTo>
                    <a:pt x="66153" y="391123"/>
                    <a:pt x="66153" y="391935"/>
                    <a:pt x="66153" y="400054"/>
                  </a:cubicBezTo>
                  <a:cubicBezTo>
                    <a:pt x="66153" y="404925"/>
                    <a:pt x="66153" y="404925"/>
                    <a:pt x="64531" y="401678"/>
                  </a:cubicBezTo>
                  <a:cubicBezTo>
                    <a:pt x="62908" y="398430"/>
                    <a:pt x="62097" y="398430"/>
                    <a:pt x="62097" y="400866"/>
                  </a:cubicBezTo>
                  <a:cubicBezTo>
                    <a:pt x="62097" y="402489"/>
                    <a:pt x="62097" y="403301"/>
                    <a:pt x="62908" y="403301"/>
                  </a:cubicBezTo>
                  <a:cubicBezTo>
                    <a:pt x="63719" y="403301"/>
                    <a:pt x="63719" y="404113"/>
                    <a:pt x="62908" y="405737"/>
                  </a:cubicBezTo>
                  <a:cubicBezTo>
                    <a:pt x="62097" y="408173"/>
                    <a:pt x="60474" y="408985"/>
                    <a:pt x="59663" y="408173"/>
                  </a:cubicBezTo>
                  <a:cubicBezTo>
                    <a:pt x="58851" y="408173"/>
                    <a:pt x="58040" y="409797"/>
                    <a:pt x="58040" y="411420"/>
                  </a:cubicBezTo>
                  <a:cubicBezTo>
                    <a:pt x="58040" y="413856"/>
                    <a:pt x="57229" y="415480"/>
                    <a:pt x="55606" y="415480"/>
                  </a:cubicBezTo>
                  <a:cubicBezTo>
                    <a:pt x="52361" y="416292"/>
                    <a:pt x="52361" y="415480"/>
                    <a:pt x="55606" y="408985"/>
                  </a:cubicBezTo>
                  <a:cubicBezTo>
                    <a:pt x="57229" y="405737"/>
                    <a:pt x="58851" y="401678"/>
                    <a:pt x="58851" y="400054"/>
                  </a:cubicBezTo>
                  <a:cubicBezTo>
                    <a:pt x="58851" y="397618"/>
                    <a:pt x="60474" y="395183"/>
                    <a:pt x="62908" y="393559"/>
                  </a:cubicBezTo>
                  <a:cubicBezTo>
                    <a:pt x="64531" y="392747"/>
                    <a:pt x="65342" y="391123"/>
                    <a:pt x="65342" y="389500"/>
                  </a:cubicBezTo>
                  <a:cubicBezTo>
                    <a:pt x="65342" y="387876"/>
                    <a:pt x="66153" y="387876"/>
                    <a:pt x="67776" y="387064"/>
                  </a:cubicBezTo>
                  <a:cubicBezTo>
                    <a:pt x="70210" y="386252"/>
                    <a:pt x="70210" y="385440"/>
                    <a:pt x="68587" y="384628"/>
                  </a:cubicBezTo>
                  <a:cubicBezTo>
                    <a:pt x="66153" y="383816"/>
                    <a:pt x="66965" y="383004"/>
                    <a:pt x="68587" y="380569"/>
                  </a:cubicBezTo>
                  <a:cubicBezTo>
                    <a:pt x="69399" y="379757"/>
                    <a:pt x="70210" y="378133"/>
                    <a:pt x="69399" y="378133"/>
                  </a:cubicBezTo>
                  <a:cubicBezTo>
                    <a:pt x="68587" y="378133"/>
                    <a:pt x="69399" y="377321"/>
                    <a:pt x="71021" y="375698"/>
                  </a:cubicBezTo>
                  <a:cubicBezTo>
                    <a:pt x="72644" y="374074"/>
                    <a:pt x="74267" y="370826"/>
                    <a:pt x="74267" y="367579"/>
                  </a:cubicBezTo>
                  <a:cubicBezTo>
                    <a:pt x="74267" y="365143"/>
                    <a:pt x="75078" y="361895"/>
                    <a:pt x="75078" y="361084"/>
                  </a:cubicBezTo>
                  <a:cubicBezTo>
                    <a:pt x="75078" y="361084"/>
                    <a:pt x="75889" y="361895"/>
                    <a:pt x="77512" y="364331"/>
                  </a:cubicBezTo>
                  <a:cubicBezTo>
                    <a:pt x="79134" y="366767"/>
                    <a:pt x="79946" y="366767"/>
                    <a:pt x="80757" y="365955"/>
                  </a:cubicBezTo>
                  <a:cubicBezTo>
                    <a:pt x="81568" y="365143"/>
                    <a:pt x="80757" y="363519"/>
                    <a:pt x="79946" y="362707"/>
                  </a:cubicBezTo>
                  <a:cubicBezTo>
                    <a:pt x="76700" y="359460"/>
                    <a:pt x="78323" y="354589"/>
                    <a:pt x="81568" y="351341"/>
                  </a:cubicBezTo>
                  <a:cubicBezTo>
                    <a:pt x="84002" y="349717"/>
                    <a:pt x="85625" y="346470"/>
                    <a:pt x="85625" y="344846"/>
                  </a:cubicBezTo>
                  <a:cubicBezTo>
                    <a:pt x="85625" y="343222"/>
                    <a:pt x="87247" y="340787"/>
                    <a:pt x="88870" y="338351"/>
                  </a:cubicBezTo>
                  <a:cubicBezTo>
                    <a:pt x="90493" y="335915"/>
                    <a:pt x="91304" y="334292"/>
                    <a:pt x="91304" y="331856"/>
                  </a:cubicBezTo>
                  <a:cubicBezTo>
                    <a:pt x="91304" y="329420"/>
                    <a:pt x="91304" y="327797"/>
                    <a:pt x="92927" y="329420"/>
                  </a:cubicBezTo>
                  <a:cubicBezTo>
                    <a:pt x="93738" y="330232"/>
                    <a:pt x="93738" y="329420"/>
                    <a:pt x="93738" y="327797"/>
                  </a:cubicBezTo>
                  <a:cubicBezTo>
                    <a:pt x="93738" y="326173"/>
                    <a:pt x="93738" y="325361"/>
                    <a:pt x="96172" y="324549"/>
                  </a:cubicBezTo>
                  <a:cubicBezTo>
                    <a:pt x="98606" y="323737"/>
                    <a:pt x="98606" y="322925"/>
                    <a:pt x="97795" y="322925"/>
                  </a:cubicBezTo>
                  <a:cubicBezTo>
                    <a:pt x="95361" y="321301"/>
                    <a:pt x="95361" y="319678"/>
                    <a:pt x="97795" y="318866"/>
                  </a:cubicBezTo>
                  <a:cubicBezTo>
                    <a:pt x="99417" y="318866"/>
                    <a:pt x="99417" y="318866"/>
                    <a:pt x="99417" y="319678"/>
                  </a:cubicBezTo>
                  <a:cubicBezTo>
                    <a:pt x="98606" y="320490"/>
                    <a:pt x="99417" y="321301"/>
                    <a:pt x="99417" y="321301"/>
                  </a:cubicBezTo>
                  <a:cubicBezTo>
                    <a:pt x="101040" y="321301"/>
                    <a:pt x="105096" y="314807"/>
                    <a:pt x="105908" y="310747"/>
                  </a:cubicBezTo>
                  <a:cubicBezTo>
                    <a:pt x="106719" y="308312"/>
                    <a:pt x="105908" y="306688"/>
                    <a:pt x="104285" y="306688"/>
                  </a:cubicBezTo>
                  <a:cubicBezTo>
                    <a:pt x="102663" y="306688"/>
                    <a:pt x="100228" y="308312"/>
                    <a:pt x="98606" y="310747"/>
                  </a:cubicBezTo>
                  <a:cubicBezTo>
                    <a:pt x="96172" y="314807"/>
                    <a:pt x="92927" y="316430"/>
                    <a:pt x="92927" y="313183"/>
                  </a:cubicBezTo>
                  <a:cubicBezTo>
                    <a:pt x="92927" y="312371"/>
                    <a:pt x="93738" y="312371"/>
                    <a:pt x="94549" y="313183"/>
                  </a:cubicBezTo>
                  <a:cubicBezTo>
                    <a:pt x="96172" y="313995"/>
                    <a:pt x="96172" y="313183"/>
                    <a:pt x="95361" y="311559"/>
                  </a:cubicBezTo>
                  <a:cubicBezTo>
                    <a:pt x="94549" y="310747"/>
                    <a:pt x="96172" y="307500"/>
                    <a:pt x="97795" y="305064"/>
                  </a:cubicBezTo>
                  <a:cubicBezTo>
                    <a:pt x="100228" y="301004"/>
                    <a:pt x="101040" y="301004"/>
                    <a:pt x="103474" y="303440"/>
                  </a:cubicBezTo>
                  <a:cubicBezTo>
                    <a:pt x="105908" y="305876"/>
                    <a:pt x="106719" y="305876"/>
                    <a:pt x="108342" y="304252"/>
                  </a:cubicBezTo>
                  <a:cubicBezTo>
                    <a:pt x="109964" y="303440"/>
                    <a:pt x="110776" y="301816"/>
                    <a:pt x="110776" y="301816"/>
                  </a:cubicBezTo>
                  <a:cubicBezTo>
                    <a:pt x="110776" y="301004"/>
                    <a:pt x="111587" y="299381"/>
                    <a:pt x="113210" y="296945"/>
                  </a:cubicBezTo>
                  <a:cubicBezTo>
                    <a:pt x="114832" y="294510"/>
                    <a:pt x="115643" y="292074"/>
                    <a:pt x="115643" y="291262"/>
                  </a:cubicBezTo>
                  <a:cubicBezTo>
                    <a:pt x="115643" y="290450"/>
                    <a:pt x="117266" y="287203"/>
                    <a:pt x="119700" y="284767"/>
                  </a:cubicBezTo>
                  <a:cubicBezTo>
                    <a:pt x="122945" y="280707"/>
                    <a:pt x="122945" y="279896"/>
                    <a:pt x="121323" y="279896"/>
                  </a:cubicBezTo>
                  <a:cubicBezTo>
                    <a:pt x="118889" y="279084"/>
                    <a:pt x="118889" y="279084"/>
                    <a:pt x="120511" y="278272"/>
                  </a:cubicBezTo>
                  <a:cubicBezTo>
                    <a:pt x="122134" y="277460"/>
                    <a:pt x="122134" y="276648"/>
                    <a:pt x="120511" y="277460"/>
                  </a:cubicBezTo>
                  <a:cubicBezTo>
                    <a:pt x="118889" y="277460"/>
                    <a:pt x="117266" y="279896"/>
                    <a:pt x="116455" y="283143"/>
                  </a:cubicBezTo>
                  <a:cubicBezTo>
                    <a:pt x="114021" y="288015"/>
                    <a:pt x="114021" y="288015"/>
                    <a:pt x="113210" y="284767"/>
                  </a:cubicBezTo>
                  <a:cubicBezTo>
                    <a:pt x="112398" y="283143"/>
                    <a:pt x="113210" y="281519"/>
                    <a:pt x="113210" y="281519"/>
                  </a:cubicBezTo>
                  <a:cubicBezTo>
                    <a:pt x="114021" y="281519"/>
                    <a:pt x="114832" y="279896"/>
                    <a:pt x="114832" y="279084"/>
                  </a:cubicBezTo>
                  <a:cubicBezTo>
                    <a:pt x="114021" y="275836"/>
                    <a:pt x="118889" y="271777"/>
                    <a:pt x="120511" y="273401"/>
                  </a:cubicBezTo>
                  <a:cubicBezTo>
                    <a:pt x="122134" y="275024"/>
                    <a:pt x="132681" y="270965"/>
                    <a:pt x="131870" y="269341"/>
                  </a:cubicBezTo>
                  <a:cubicBezTo>
                    <a:pt x="131870" y="268529"/>
                    <a:pt x="132681" y="265282"/>
                    <a:pt x="134304" y="262034"/>
                  </a:cubicBezTo>
                  <a:cubicBezTo>
                    <a:pt x="135926" y="258787"/>
                    <a:pt x="135926" y="257975"/>
                    <a:pt x="135115" y="258787"/>
                  </a:cubicBezTo>
                  <a:cubicBezTo>
                    <a:pt x="134304" y="259599"/>
                    <a:pt x="132681" y="260410"/>
                    <a:pt x="131870" y="259599"/>
                  </a:cubicBezTo>
                  <a:cubicBezTo>
                    <a:pt x="130247" y="257975"/>
                    <a:pt x="127813" y="262846"/>
                    <a:pt x="129436" y="265282"/>
                  </a:cubicBezTo>
                  <a:cubicBezTo>
                    <a:pt x="130247" y="266906"/>
                    <a:pt x="122945" y="268529"/>
                    <a:pt x="122134" y="267718"/>
                  </a:cubicBezTo>
                  <a:cubicBezTo>
                    <a:pt x="122134" y="267718"/>
                    <a:pt x="122134" y="266094"/>
                    <a:pt x="123757" y="264470"/>
                  </a:cubicBezTo>
                  <a:cubicBezTo>
                    <a:pt x="124568" y="262846"/>
                    <a:pt x="127002" y="260410"/>
                    <a:pt x="128625" y="257975"/>
                  </a:cubicBezTo>
                  <a:cubicBezTo>
                    <a:pt x="131059" y="254727"/>
                    <a:pt x="131059" y="254727"/>
                    <a:pt x="132681" y="256351"/>
                  </a:cubicBezTo>
                  <a:cubicBezTo>
                    <a:pt x="135115" y="258787"/>
                    <a:pt x="135115" y="257975"/>
                    <a:pt x="135115" y="253104"/>
                  </a:cubicBezTo>
                  <a:cubicBezTo>
                    <a:pt x="135115" y="251480"/>
                    <a:pt x="135926" y="250668"/>
                    <a:pt x="135926" y="250668"/>
                  </a:cubicBezTo>
                  <a:cubicBezTo>
                    <a:pt x="143228" y="250668"/>
                    <a:pt x="145662" y="250668"/>
                    <a:pt x="145662" y="252292"/>
                  </a:cubicBezTo>
                  <a:cubicBezTo>
                    <a:pt x="145662" y="253104"/>
                    <a:pt x="144851" y="253104"/>
                    <a:pt x="142417" y="253104"/>
                  </a:cubicBezTo>
                  <a:cubicBezTo>
                    <a:pt x="140794" y="253104"/>
                    <a:pt x="139172" y="253104"/>
                    <a:pt x="138360" y="253915"/>
                  </a:cubicBezTo>
                  <a:cubicBezTo>
                    <a:pt x="138360" y="254727"/>
                    <a:pt x="138360" y="255539"/>
                    <a:pt x="139983" y="255539"/>
                  </a:cubicBezTo>
                  <a:cubicBezTo>
                    <a:pt x="141606" y="255539"/>
                    <a:pt x="142417" y="256351"/>
                    <a:pt x="142417" y="258787"/>
                  </a:cubicBezTo>
                  <a:cubicBezTo>
                    <a:pt x="142417" y="260410"/>
                    <a:pt x="142417" y="261222"/>
                    <a:pt x="142417" y="261222"/>
                  </a:cubicBezTo>
                  <a:cubicBezTo>
                    <a:pt x="140794" y="260410"/>
                    <a:pt x="133492" y="270965"/>
                    <a:pt x="135115" y="273401"/>
                  </a:cubicBezTo>
                  <a:cubicBezTo>
                    <a:pt x="135926" y="275836"/>
                    <a:pt x="130247" y="283143"/>
                    <a:pt x="128625" y="282331"/>
                  </a:cubicBezTo>
                  <a:cubicBezTo>
                    <a:pt x="128625" y="282331"/>
                    <a:pt x="127002" y="284767"/>
                    <a:pt x="126191" y="288826"/>
                  </a:cubicBezTo>
                  <a:cubicBezTo>
                    <a:pt x="125379" y="292886"/>
                    <a:pt x="123757" y="295321"/>
                    <a:pt x="122945" y="295321"/>
                  </a:cubicBezTo>
                  <a:cubicBezTo>
                    <a:pt x="119700" y="294510"/>
                    <a:pt x="117266" y="297757"/>
                    <a:pt x="118078" y="303440"/>
                  </a:cubicBezTo>
                  <a:cubicBezTo>
                    <a:pt x="118889" y="308312"/>
                    <a:pt x="118078" y="308312"/>
                    <a:pt x="115643" y="309123"/>
                  </a:cubicBezTo>
                  <a:cubicBezTo>
                    <a:pt x="113210" y="309935"/>
                    <a:pt x="110776" y="311559"/>
                    <a:pt x="110776" y="313995"/>
                  </a:cubicBezTo>
                  <a:cubicBezTo>
                    <a:pt x="110776" y="314807"/>
                    <a:pt x="111587" y="314807"/>
                    <a:pt x="111587" y="314807"/>
                  </a:cubicBezTo>
                  <a:cubicBezTo>
                    <a:pt x="112398" y="314807"/>
                    <a:pt x="113210" y="316430"/>
                    <a:pt x="113210" y="318866"/>
                  </a:cubicBezTo>
                  <a:cubicBezTo>
                    <a:pt x="113210" y="321301"/>
                    <a:pt x="112398" y="324549"/>
                    <a:pt x="111587" y="324549"/>
                  </a:cubicBezTo>
                  <a:cubicBezTo>
                    <a:pt x="109964" y="325361"/>
                    <a:pt x="109153" y="323737"/>
                    <a:pt x="109964" y="320490"/>
                  </a:cubicBezTo>
                  <a:cubicBezTo>
                    <a:pt x="110776" y="314807"/>
                    <a:pt x="109153" y="314807"/>
                    <a:pt x="105096" y="321301"/>
                  </a:cubicBezTo>
                  <a:cubicBezTo>
                    <a:pt x="102663" y="326173"/>
                    <a:pt x="101040" y="333480"/>
                    <a:pt x="104285" y="332668"/>
                  </a:cubicBezTo>
                  <a:cubicBezTo>
                    <a:pt x="105096" y="332668"/>
                    <a:pt x="105908" y="332668"/>
                    <a:pt x="106719" y="334292"/>
                  </a:cubicBezTo>
                  <a:cubicBezTo>
                    <a:pt x="108342" y="335915"/>
                    <a:pt x="108342" y="335915"/>
                    <a:pt x="109964" y="333480"/>
                  </a:cubicBezTo>
                  <a:cubicBezTo>
                    <a:pt x="111587" y="331856"/>
                    <a:pt x="114021" y="327797"/>
                    <a:pt x="117266" y="324549"/>
                  </a:cubicBezTo>
                  <a:cubicBezTo>
                    <a:pt x="120511" y="320490"/>
                    <a:pt x="122134" y="318054"/>
                    <a:pt x="121323" y="316430"/>
                  </a:cubicBezTo>
                  <a:cubicBezTo>
                    <a:pt x="121323" y="314807"/>
                    <a:pt x="121323" y="313995"/>
                    <a:pt x="122134" y="313995"/>
                  </a:cubicBezTo>
                  <a:cubicBezTo>
                    <a:pt x="122945" y="313995"/>
                    <a:pt x="123757" y="313183"/>
                    <a:pt x="123757" y="311559"/>
                  </a:cubicBezTo>
                  <a:cubicBezTo>
                    <a:pt x="123757" y="310747"/>
                    <a:pt x="124568" y="309123"/>
                    <a:pt x="126191" y="308312"/>
                  </a:cubicBezTo>
                  <a:cubicBezTo>
                    <a:pt x="127002" y="308312"/>
                    <a:pt x="128625" y="306688"/>
                    <a:pt x="128625" y="305064"/>
                  </a:cubicBezTo>
                  <a:cubicBezTo>
                    <a:pt x="128625" y="303440"/>
                    <a:pt x="129436" y="301004"/>
                    <a:pt x="131870" y="299381"/>
                  </a:cubicBezTo>
                  <a:cubicBezTo>
                    <a:pt x="134304" y="297757"/>
                    <a:pt x="135115" y="295321"/>
                    <a:pt x="134304" y="294510"/>
                  </a:cubicBezTo>
                  <a:cubicBezTo>
                    <a:pt x="133492" y="292074"/>
                    <a:pt x="138360" y="283955"/>
                    <a:pt x="139172" y="284767"/>
                  </a:cubicBezTo>
                  <a:cubicBezTo>
                    <a:pt x="139983" y="284767"/>
                    <a:pt x="140794" y="283955"/>
                    <a:pt x="140794" y="282331"/>
                  </a:cubicBezTo>
                  <a:cubicBezTo>
                    <a:pt x="140794" y="280707"/>
                    <a:pt x="143228" y="276648"/>
                    <a:pt x="145662" y="273401"/>
                  </a:cubicBezTo>
                  <a:cubicBezTo>
                    <a:pt x="148096" y="270153"/>
                    <a:pt x="150530" y="266906"/>
                    <a:pt x="149719" y="266094"/>
                  </a:cubicBezTo>
                  <a:cubicBezTo>
                    <a:pt x="149719" y="265282"/>
                    <a:pt x="152153" y="261222"/>
                    <a:pt x="155398" y="257163"/>
                  </a:cubicBezTo>
                  <a:cubicBezTo>
                    <a:pt x="158643" y="253104"/>
                    <a:pt x="161077" y="249044"/>
                    <a:pt x="161077" y="248232"/>
                  </a:cubicBezTo>
                  <a:cubicBezTo>
                    <a:pt x="161077" y="247421"/>
                    <a:pt x="161888" y="246609"/>
                    <a:pt x="162700" y="246609"/>
                  </a:cubicBezTo>
                  <a:cubicBezTo>
                    <a:pt x="163511" y="246609"/>
                    <a:pt x="164322" y="245797"/>
                    <a:pt x="164322" y="244173"/>
                  </a:cubicBezTo>
                  <a:cubicBezTo>
                    <a:pt x="164322" y="242549"/>
                    <a:pt x="165134" y="240925"/>
                    <a:pt x="166756" y="240925"/>
                  </a:cubicBezTo>
                  <a:cubicBezTo>
                    <a:pt x="168379" y="240925"/>
                    <a:pt x="170002" y="236866"/>
                    <a:pt x="172435" y="232807"/>
                  </a:cubicBezTo>
                  <a:cubicBezTo>
                    <a:pt x="174870" y="228747"/>
                    <a:pt x="178115" y="223064"/>
                    <a:pt x="179738" y="220628"/>
                  </a:cubicBezTo>
                  <a:cubicBezTo>
                    <a:pt x="182171" y="217381"/>
                    <a:pt x="185417" y="213321"/>
                    <a:pt x="187039" y="210886"/>
                  </a:cubicBezTo>
                  <a:cubicBezTo>
                    <a:pt x="190285" y="206015"/>
                    <a:pt x="195964" y="196272"/>
                    <a:pt x="203266" y="187341"/>
                  </a:cubicBezTo>
                  <a:cubicBezTo>
                    <a:pt x="205699" y="180034"/>
                    <a:pt x="208134" y="175975"/>
                    <a:pt x="208945" y="173539"/>
                  </a:cubicBezTo>
                  <a:close/>
                  <a:moveTo>
                    <a:pt x="382566" y="29025"/>
                  </a:moveTo>
                  <a:cubicBezTo>
                    <a:pt x="381755" y="28213"/>
                    <a:pt x="385000" y="24153"/>
                    <a:pt x="386623" y="24153"/>
                  </a:cubicBezTo>
                  <a:cubicBezTo>
                    <a:pt x="387434" y="24153"/>
                    <a:pt x="388245" y="25777"/>
                    <a:pt x="388245" y="26589"/>
                  </a:cubicBezTo>
                  <a:cubicBezTo>
                    <a:pt x="387434" y="29025"/>
                    <a:pt x="383377" y="30648"/>
                    <a:pt x="382566" y="29025"/>
                  </a:cubicBezTo>
                  <a:close/>
                  <a:moveTo>
                    <a:pt x="395547" y="34708"/>
                  </a:moveTo>
                  <a:cubicBezTo>
                    <a:pt x="393925" y="35520"/>
                    <a:pt x="393113" y="34708"/>
                    <a:pt x="393113" y="33896"/>
                  </a:cubicBezTo>
                  <a:cubicBezTo>
                    <a:pt x="393113" y="33084"/>
                    <a:pt x="393925" y="32272"/>
                    <a:pt x="395547" y="32272"/>
                  </a:cubicBezTo>
                  <a:cubicBezTo>
                    <a:pt x="396359" y="32272"/>
                    <a:pt x="397981" y="33084"/>
                    <a:pt x="397981" y="33084"/>
                  </a:cubicBezTo>
                  <a:cubicBezTo>
                    <a:pt x="397170" y="33084"/>
                    <a:pt x="396359" y="33896"/>
                    <a:pt x="395547" y="34708"/>
                  </a:cubicBezTo>
                  <a:close/>
                  <a:moveTo>
                    <a:pt x="401227" y="34708"/>
                  </a:moveTo>
                  <a:cubicBezTo>
                    <a:pt x="400415" y="34708"/>
                    <a:pt x="399604" y="33896"/>
                    <a:pt x="400415" y="33084"/>
                  </a:cubicBezTo>
                  <a:cubicBezTo>
                    <a:pt x="400415" y="32272"/>
                    <a:pt x="402038" y="32272"/>
                    <a:pt x="402849" y="32272"/>
                  </a:cubicBezTo>
                  <a:cubicBezTo>
                    <a:pt x="403660" y="33896"/>
                    <a:pt x="403660" y="34708"/>
                    <a:pt x="401227" y="34708"/>
                  </a:cubicBezTo>
                  <a:close/>
                  <a:moveTo>
                    <a:pt x="424755" y="30648"/>
                  </a:moveTo>
                  <a:cubicBezTo>
                    <a:pt x="417453" y="29836"/>
                    <a:pt x="419076" y="28213"/>
                    <a:pt x="427189" y="28213"/>
                  </a:cubicBezTo>
                  <a:cubicBezTo>
                    <a:pt x="430434" y="28213"/>
                    <a:pt x="432868" y="28213"/>
                    <a:pt x="432868" y="29025"/>
                  </a:cubicBezTo>
                  <a:cubicBezTo>
                    <a:pt x="432868" y="30648"/>
                    <a:pt x="429623" y="30648"/>
                    <a:pt x="424755" y="30648"/>
                  </a:cubicBezTo>
                  <a:close/>
                  <a:moveTo>
                    <a:pt x="438547" y="32272"/>
                  </a:moveTo>
                  <a:cubicBezTo>
                    <a:pt x="436924" y="31460"/>
                    <a:pt x="436924" y="30648"/>
                    <a:pt x="439358" y="30648"/>
                  </a:cubicBezTo>
                  <a:cubicBezTo>
                    <a:pt x="440981" y="30648"/>
                    <a:pt x="441792" y="30648"/>
                    <a:pt x="442604" y="31460"/>
                  </a:cubicBezTo>
                  <a:cubicBezTo>
                    <a:pt x="442604" y="33084"/>
                    <a:pt x="440170" y="33896"/>
                    <a:pt x="438547" y="32272"/>
                  </a:cubicBezTo>
                  <a:close/>
                  <a:moveTo>
                    <a:pt x="488848" y="45262"/>
                  </a:moveTo>
                  <a:cubicBezTo>
                    <a:pt x="488848" y="46074"/>
                    <a:pt x="488037" y="46074"/>
                    <a:pt x="487226" y="45262"/>
                  </a:cubicBezTo>
                  <a:cubicBezTo>
                    <a:pt x="486415" y="44450"/>
                    <a:pt x="485603" y="43639"/>
                    <a:pt x="485603" y="43639"/>
                  </a:cubicBezTo>
                  <a:cubicBezTo>
                    <a:pt x="485603" y="43639"/>
                    <a:pt x="486415" y="42827"/>
                    <a:pt x="487226" y="42827"/>
                  </a:cubicBezTo>
                  <a:cubicBezTo>
                    <a:pt x="488037" y="42827"/>
                    <a:pt x="488848" y="44450"/>
                    <a:pt x="488848" y="45262"/>
                  </a:cubicBezTo>
                  <a:close/>
                  <a:moveTo>
                    <a:pt x="482358" y="33084"/>
                  </a:moveTo>
                  <a:cubicBezTo>
                    <a:pt x="487226" y="34708"/>
                    <a:pt x="488848" y="35520"/>
                    <a:pt x="483981" y="35520"/>
                  </a:cubicBezTo>
                  <a:cubicBezTo>
                    <a:pt x="481547" y="35520"/>
                    <a:pt x="479924" y="34708"/>
                    <a:pt x="479113" y="33896"/>
                  </a:cubicBezTo>
                  <a:cubicBezTo>
                    <a:pt x="479113" y="32272"/>
                    <a:pt x="480735" y="32272"/>
                    <a:pt x="482358" y="33084"/>
                  </a:cubicBezTo>
                  <a:close/>
                  <a:moveTo>
                    <a:pt x="475056" y="29836"/>
                  </a:moveTo>
                  <a:cubicBezTo>
                    <a:pt x="475868" y="29025"/>
                    <a:pt x="475868" y="28213"/>
                    <a:pt x="476679" y="28213"/>
                  </a:cubicBezTo>
                  <a:cubicBezTo>
                    <a:pt x="476679" y="28213"/>
                    <a:pt x="477490" y="29025"/>
                    <a:pt x="477490" y="29836"/>
                  </a:cubicBezTo>
                  <a:cubicBezTo>
                    <a:pt x="477490" y="30648"/>
                    <a:pt x="476679" y="31460"/>
                    <a:pt x="475868" y="31460"/>
                  </a:cubicBezTo>
                  <a:cubicBezTo>
                    <a:pt x="475056" y="31460"/>
                    <a:pt x="475056" y="30648"/>
                    <a:pt x="475056" y="29836"/>
                  </a:cubicBezTo>
                  <a:close/>
                  <a:moveTo>
                    <a:pt x="374453" y="7104"/>
                  </a:moveTo>
                  <a:cubicBezTo>
                    <a:pt x="376887" y="7104"/>
                    <a:pt x="378510" y="7104"/>
                    <a:pt x="379321" y="7916"/>
                  </a:cubicBezTo>
                  <a:cubicBezTo>
                    <a:pt x="379321" y="8728"/>
                    <a:pt x="379321" y="9539"/>
                    <a:pt x="377698" y="9539"/>
                  </a:cubicBezTo>
                  <a:cubicBezTo>
                    <a:pt x="376076" y="9539"/>
                    <a:pt x="374453" y="9539"/>
                    <a:pt x="373642" y="9539"/>
                  </a:cubicBezTo>
                  <a:cubicBezTo>
                    <a:pt x="372830" y="9539"/>
                    <a:pt x="371208" y="10351"/>
                    <a:pt x="370397" y="10351"/>
                  </a:cubicBezTo>
                  <a:cubicBezTo>
                    <a:pt x="369585" y="10351"/>
                    <a:pt x="368774" y="11163"/>
                    <a:pt x="367963" y="11163"/>
                  </a:cubicBezTo>
                  <a:cubicBezTo>
                    <a:pt x="365529" y="11163"/>
                    <a:pt x="370397" y="7916"/>
                    <a:pt x="374453" y="7104"/>
                  </a:cubicBezTo>
                  <a:close/>
                  <a:moveTo>
                    <a:pt x="333887" y="7916"/>
                  </a:moveTo>
                  <a:cubicBezTo>
                    <a:pt x="335510" y="7104"/>
                    <a:pt x="337133" y="7104"/>
                    <a:pt x="337133" y="7104"/>
                  </a:cubicBezTo>
                  <a:cubicBezTo>
                    <a:pt x="337944" y="8728"/>
                    <a:pt x="336321" y="9539"/>
                    <a:pt x="333076" y="9539"/>
                  </a:cubicBezTo>
                  <a:cubicBezTo>
                    <a:pt x="331453" y="9539"/>
                    <a:pt x="331453" y="8728"/>
                    <a:pt x="333887" y="7916"/>
                  </a:cubicBezTo>
                  <a:close/>
                  <a:moveTo>
                    <a:pt x="282774" y="12787"/>
                  </a:moveTo>
                  <a:cubicBezTo>
                    <a:pt x="284397" y="12787"/>
                    <a:pt x="286831" y="12787"/>
                    <a:pt x="288454" y="13599"/>
                  </a:cubicBezTo>
                  <a:cubicBezTo>
                    <a:pt x="290076" y="14411"/>
                    <a:pt x="289265" y="15223"/>
                    <a:pt x="286831" y="15223"/>
                  </a:cubicBezTo>
                  <a:cubicBezTo>
                    <a:pt x="285209" y="15223"/>
                    <a:pt x="282774" y="15223"/>
                    <a:pt x="281152" y="15223"/>
                  </a:cubicBezTo>
                  <a:cubicBezTo>
                    <a:pt x="279529" y="15223"/>
                    <a:pt x="278718" y="15223"/>
                    <a:pt x="278718" y="14411"/>
                  </a:cubicBezTo>
                  <a:cubicBezTo>
                    <a:pt x="279529" y="14411"/>
                    <a:pt x="281152" y="13599"/>
                    <a:pt x="282774" y="12787"/>
                  </a:cubicBezTo>
                  <a:close/>
                  <a:moveTo>
                    <a:pt x="267359" y="12787"/>
                  </a:moveTo>
                  <a:cubicBezTo>
                    <a:pt x="268171" y="12787"/>
                    <a:pt x="269793" y="12787"/>
                    <a:pt x="271416" y="12787"/>
                  </a:cubicBezTo>
                  <a:cubicBezTo>
                    <a:pt x="272227" y="13599"/>
                    <a:pt x="271416" y="13599"/>
                    <a:pt x="269793" y="13599"/>
                  </a:cubicBezTo>
                  <a:cubicBezTo>
                    <a:pt x="267359" y="12787"/>
                    <a:pt x="266548" y="12787"/>
                    <a:pt x="267359" y="12787"/>
                  </a:cubicBezTo>
                  <a:close/>
                  <a:moveTo>
                    <a:pt x="251133" y="13599"/>
                  </a:moveTo>
                  <a:cubicBezTo>
                    <a:pt x="253567" y="12787"/>
                    <a:pt x="254378" y="13599"/>
                    <a:pt x="253567" y="16035"/>
                  </a:cubicBezTo>
                  <a:cubicBezTo>
                    <a:pt x="252756" y="18470"/>
                    <a:pt x="248699" y="18470"/>
                    <a:pt x="248699" y="16035"/>
                  </a:cubicBezTo>
                  <a:cubicBezTo>
                    <a:pt x="248699" y="15223"/>
                    <a:pt x="250322" y="14411"/>
                    <a:pt x="251133" y="13599"/>
                  </a:cubicBezTo>
                  <a:close/>
                  <a:moveTo>
                    <a:pt x="157021" y="51757"/>
                  </a:moveTo>
                  <a:cubicBezTo>
                    <a:pt x="155398" y="51757"/>
                    <a:pt x="155398" y="50945"/>
                    <a:pt x="156209" y="50134"/>
                  </a:cubicBezTo>
                  <a:cubicBezTo>
                    <a:pt x="157021" y="49322"/>
                    <a:pt x="158643" y="48510"/>
                    <a:pt x="159455" y="49322"/>
                  </a:cubicBezTo>
                  <a:cubicBezTo>
                    <a:pt x="161888" y="50134"/>
                    <a:pt x="159455" y="51757"/>
                    <a:pt x="157021" y="51757"/>
                  </a:cubicBezTo>
                  <a:close/>
                  <a:moveTo>
                    <a:pt x="211379" y="29836"/>
                  </a:moveTo>
                  <a:cubicBezTo>
                    <a:pt x="211379" y="29025"/>
                    <a:pt x="213001" y="28213"/>
                    <a:pt x="213813" y="28213"/>
                  </a:cubicBezTo>
                  <a:cubicBezTo>
                    <a:pt x="214624" y="28213"/>
                    <a:pt x="214624" y="29025"/>
                    <a:pt x="214624" y="29836"/>
                  </a:cubicBezTo>
                  <a:cubicBezTo>
                    <a:pt x="214624" y="30648"/>
                    <a:pt x="213813" y="31460"/>
                    <a:pt x="212190" y="31460"/>
                  </a:cubicBezTo>
                  <a:cubicBezTo>
                    <a:pt x="211379" y="31460"/>
                    <a:pt x="210567" y="30648"/>
                    <a:pt x="211379" y="29836"/>
                  </a:cubicBezTo>
                  <a:close/>
                  <a:moveTo>
                    <a:pt x="188662" y="40391"/>
                  </a:moveTo>
                  <a:cubicBezTo>
                    <a:pt x="189473" y="41203"/>
                    <a:pt x="188662" y="41203"/>
                    <a:pt x="187039" y="40391"/>
                  </a:cubicBezTo>
                  <a:cubicBezTo>
                    <a:pt x="184605" y="40391"/>
                    <a:pt x="184605" y="39579"/>
                    <a:pt x="185417" y="39579"/>
                  </a:cubicBezTo>
                  <a:cubicBezTo>
                    <a:pt x="185417" y="39579"/>
                    <a:pt x="187851" y="39579"/>
                    <a:pt x="188662" y="40391"/>
                  </a:cubicBezTo>
                  <a:close/>
                  <a:moveTo>
                    <a:pt x="182983" y="36332"/>
                  </a:moveTo>
                  <a:cubicBezTo>
                    <a:pt x="183794" y="36332"/>
                    <a:pt x="185417" y="37143"/>
                    <a:pt x="185417" y="37143"/>
                  </a:cubicBezTo>
                  <a:cubicBezTo>
                    <a:pt x="185417" y="37143"/>
                    <a:pt x="183794" y="37955"/>
                    <a:pt x="182983" y="38767"/>
                  </a:cubicBezTo>
                  <a:cubicBezTo>
                    <a:pt x="182171" y="38767"/>
                    <a:pt x="180549" y="38767"/>
                    <a:pt x="180549" y="37955"/>
                  </a:cubicBezTo>
                  <a:cubicBezTo>
                    <a:pt x="180549" y="37143"/>
                    <a:pt x="182171" y="36332"/>
                    <a:pt x="182983" y="36332"/>
                  </a:cubicBezTo>
                  <a:close/>
                  <a:moveTo>
                    <a:pt x="173247" y="42015"/>
                  </a:moveTo>
                  <a:cubicBezTo>
                    <a:pt x="174058" y="42015"/>
                    <a:pt x="175681" y="42015"/>
                    <a:pt x="175681" y="42827"/>
                  </a:cubicBezTo>
                  <a:cubicBezTo>
                    <a:pt x="175681" y="42827"/>
                    <a:pt x="174870" y="43639"/>
                    <a:pt x="173247" y="42827"/>
                  </a:cubicBezTo>
                  <a:cubicBezTo>
                    <a:pt x="172435" y="42827"/>
                    <a:pt x="171624" y="42015"/>
                    <a:pt x="173247" y="42015"/>
                  </a:cubicBezTo>
                  <a:close/>
                  <a:moveTo>
                    <a:pt x="216247" y="42015"/>
                  </a:moveTo>
                  <a:cubicBezTo>
                    <a:pt x="214624" y="42827"/>
                    <a:pt x="213813" y="45262"/>
                    <a:pt x="214624" y="46074"/>
                  </a:cubicBezTo>
                  <a:cubicBezTo>
                    <a:pt x="215435" y="46886"/>
                    <a:pt x="214624" y="46886"/>
                    <a:pt x="213001" y="46886"/>
                  </a:cubicBezTo>
                  <a:cubicBezTo>
                    <a:pt x="212190" y="46886"/>
                    <a:pt x="212190" y="47698"/>
                    <a:pt x="214624" y="48510"/>
                  </a:cubicBezTo>
                  <a:cubicBezTo>
                    <a:pt x="217058" y="49322"/>
                    <a:pt x="217058" y="50134"/>
                    <a:pt x="217058" y="50945"/>
                  </a:cubicBezTo>
                  <a:cubicBezTo>
                    <a:pt x="215435" y="51757"/>
                    <a:pt x="210567" y="51757"/>
                    <a:pt x="210567" y="50134"/>
                  </a:cubicBezTo>
                  <a:cubicBezTo>
                    <a:pt x="210567" y="49322"/>
                    <a:pt x="209756" y="48510"/>
                    <a:pt x="208945" y="48510"/>
                  </a:cubicBezTo>
                  <a:cubicBezTo>
                    <a:pt x="208134" y="48510"/>
                    <a:pt x="208134" y="49322"/>
                    <a:pt x="208945" y="50134"/>
                  </a:cubicBezTo>
                  <a:cubicBezTo>
                    <a:pt x="209756" y="52569"/>
                    <a:pt x="201643" y="50134"/>
                    <a:pt x="200832" y="47698"/>
                  </a:cubicBezTo>
                  <a:cubicBezTo>
                    <a:pt x="200020" y="45262"/>
                    <a:pt x="189473" y="46886"/>
                    <a:pt x="189473" y="49322"/>
                  </a:cubicBezTo>
                  <a:cubicBezTo>
                    <a:pt x="189473" y="51757"/>
                    <a:pt x="186228" y="51757"/>
                    <a:pt x="183794" y="49322"/>
                  </a:cubicBezTo>
                  <a:cubicBezTo>
                    <a:pt x="182171" y="46886"/>
                    <a:pt x="173247" y="49322"/>
                    <a:pt x="171624" y="51757"/>
                  </a:cubicBezTo>
                  <a:cubicBezTo>
                    <a:pt x="170813" y="53381"/>
                    <a:pt x="170002" y="52569"/>
                    <a:pt x="169190" y="50945"/>
                  </a:cubicBezTo>
                  <a:cubicBezTo>
                    <a:pt x="168379" y="49322"/>
                    <a:pt x="168379" y="48510"/>
                    <a:pt x="170813" y="47698"/>
                  </a:cubicBezTo>
                  <a:cubicBezTo>
                    <a:pt x="172435" y="46886"/>
                    <a:pt x="174870" y="46886"/>
                    <a:pt x="174870" y="46886"/>
                  </a:cubicBezTo>
                  <a:cubicBezTo>
                    <a:pt x="175681" y="47698"/>
                    <a:pt x="176492" y="47698"/>
                    <a:pt x="177303" y="46886"/>
                  </a:cubicBezTo>
                  <a:cubicBezTo>
                    <a:pt x="177303" y="46074"/>
                    <a:pt x="180549" y="45262"/>
                    <a:pt x="183794" y="45262"/>
                  </a:cubicBezTo>
                  <a:cubicBezTo>
                    <a:pt x="187039" y="45262"/>
                    <a:pt x="191096" y="43639"/>
                    <a:pt x="192718" y="41203"/>
                  </a:cubicBezTo>
                  <a:cubicBezTo>
                    <a:pt x="194341" y="38767"/>
                    <a:pt x="195152" y="38767"/>
                    <a:pt x="194341" y="41203"/>
                  </a:cubicBezTo>
                  <a:cubicBezTo>
                    <a:pt x="193530" y="42827"/>
                    <a:pt x="194341" y="43639"/>
                    <a:pt x="195964" y="43639"/>
                  </a:cubicBezTo>
                  <a:cubicBezTo>
                    <a:pt x="198398" y="43639"/>
                    <a:pt x="208134" y="38767"/>
                    <a:pt x="205699" y="38767"/>
                  </a:cubicBezTo>
                  <a:cubicBezTo>
                    <a:pt x="203266" y="38767"/>
                    <a:pt x="210567" y="36332"/>
                    <a:pt x="213001" y="37143"/>
                  </a:cubicBezTo>
                  <a:cubicBezTo>
                    <a:pt x="214624" y="37143"/>
                    <a:pt x="217058" y="37955"/>
                    <a:pt x="217869" y="38767"/>
                  </a:cubicBezTo>
                  <a:cubicBezTo>
                    <a:pt x="218681" y="39579"/>
                    <a:pt x="218681" y="40391"/>
                    <a:pt x="216247" y="42015"/>
                  </a:cubicBezTo>
                  <a:close/>
                  <a:moveTo>
                    <a:pt x="224360" y="45262"/>
                  </a:moveTo>
                  <a:cubicBezTo>
                    <a:pt x="221926" y="45262"/>
                    <a:pt x="221114" y="44450"/>
                    <a:pt x="221926" y="43639"/>
                  </a:cubicBezTo>
                  <a:cubicBezTo>
                    <a:pt x="222737" y="42827"/>
                    <a:pt x="225171" y="42015"/>
                    <a:pt x="226794" y="42827"/>
                  </a:cubicBezTo>
                  <a:cubicBezTo>
                    <a:pt x="230850" y="43639"/>
                    <a:pt x="229228" y="45262"/>
                    <a:pt x="224360" y="45262"/>
                  </a:cubicBezTo>
                  <a:close/>
                  <a:moveTo>
                    <a:pt x="229228" y="30648"/>
                  </a:moveTo>
                  <a:cubicBezTo>
                    <a:pt x="228416" y="31460"/>
                    <a:pt x="221926" y="31460"/>
                    <a:pt x="221926" y="29836"/>
                  </a:cubicBezTo>
                  <a:cubicBezTo>
                    <a:pt x="221926" y="28213"/>
                    <a:pt x="225982" y="25777"/>
                    <a:pt x="228416" y="25777"/>
                  </a:cubicBezTo>
                  <a:cubicBezTo>
                    <a:pt x="230850" y="25777"/>
                    <a:pt x="231662" y="29025"/>
                    <a:pt x="229228" y="30648"/>
                  </a:cubicBezTo>
                  <a:close/>
                  <a:moveTo>
                    <a:pt x="235718" y="37955"/>
                  </a:moveTo>
                  <a:cubicBezTo>
                    <a:pt x="234907" y="37955"/>
                    <a:pt x="233284" y="37143"/>
                    <a:pt x="234096" y="35520"/>
                  </a:cubicBezTo>
                  <a:cubicBezTo>
                    <a:pt x="234096" y="34708"/>
                    <a:pt x="234096" y="34708"/>
                    <a:pt x="235718" y="35520"/>
                  </a:cubicBezTo>
                  <a:cubicBezTo>
                    <a:pt x="236530" y="36332"/>
                    <a:pt x="237341" y="37143"/>
                    <a:pt x="237341" y="37955"/>
                  </a:cubicBezTo>
                  <a:cubicBezTo>
                    <a:pt x="237341" y="37955"/>
                    <a:pt x="236530" y="37955"/>
                    <a:pt x="235718" y="37955"/>
                  </a:cubicBezTo>
                  <a:close/>
                  <a:moveTo>
                    <a:pt x="242209" y="34708"/>
                  </a:moveTo>
                  <a:cubicBezTo>
                    <a:pt x="241397" y="36332"/>
                    <a:pt x="240586" y="36332"/>
                    <a:pt x="240586" y="34708"/>
                  </a:cubicBezTo>
                  <a:cubicBezTo>
                    <a:pt x="240586" y="33896"/>
                    <a:pt x="241397" y="32272"/>
                    <a:pt x="242209" y="32272"/>
                  </a:cubicBezTo>
                  <a:cubicBezTo>
                    <a:pt x="243831" y="31460"/>
                    <a:pt x="243831" y="32272"/>
                    <a:pt x="242209" y="34708"/>
                  </a:cubicBezTo>
                  <a:close/>
                  <a:moveTo>
                    <a:pt x="244643" y="42827"/>
                  </a:moveTo>
                  <a:cubicBezTo>
                    <a:pt x="243020" y="42827"/>
                    <a:pt x="243020" y="42015"/>
                    <a:pt x="245454" y="41203"/>
                  </a:cubicBezTo>
                  <a:cubicBezTo>
                    <a:pt x="247888" y="40391"/>
                    <a:pt x="249510" y="40391"/>
                    <a:pt x="250322" y="41203"/>
                  </a:cubicBezTo>
                  <a:cubicBezTo>
                    <a:pt x="252756" y="41203"/>
                    <a:pt x="247888" y="42827"/>
                    <a:pt x="244643" y="42827"/>
                  </a:cubicBezTo>
                  <a:close/>
                  <a:moveTo>
                    <a:pt x="251133" y="37143"/>
                  </a:moveTo>
                  <a:cubicBezTo>
                    <a:pt x="250322" y="37143"/>
                    <a:pt x="249510" y="36332"/>
                    <a:pt x="250322" y="35520"/>
                  </a:cubicBezTo>
                  <a:cubicBezTo>
                    <a:pt x="251133" y="34708"/>
                    <a:pt x="251945" y="34708"/>
                    <a:pt x="252756" y="35520"/>
                  </a:cubicBezTo>
                  <a:cubicBezTo>
                    <a:pt x="254378" y="36332"/>
                    <a:pt x="253567" y="37143"/>
                    <a:pt x="251133" y="37143"/>
                  </a:cubicBezTo>
                  <a:close/>
                  <a:moveTo>
                    <a:pt x="35323" y="460945"/>
                  </a:moveTo>
                  <a:cubicBezTo>
                    <a:pt x="34512" y="459321"/>
                    <a:pt x="36135" y="456886"/>
                    <a:pt x="38568" y="456886"/>
                  </a:cubicBezTo>
                  <a:cubicBezTo>
                    <a:pt x="39380" y="456886"/>
                    <a:pt x="41003" y="457697"/>
                    <a:pt x="41003" y="458509"/>
                  </a:cubicBezTo>
                  <a:cubicBezTo>
                    <a:pt x="40191" y="460133"/>
                    <a:pt x="36135" y="462569"/>
                    <a:pt x="35323" y="460945"/>
                  </a:cubicBezTo>
                  <a:close/>
                  <a:moveTo>
                    <a:pt x="42625" y="448767"/>
                  </a:moveTo>
                  <a:cubicBezTo>
                    <a:pt x="40191" y="448767"/>
                    <a:pt x="40191" y="447955"/>
                    <a:pt x="41003" y="446331"/>
                  </a:cubicBezTo>
                  <a:cubicBezTo>
                    <a:pt x="41814" y="444707"/>
                    <a:pt x="42625" y="443895"/>
                    <a:pt x="42625" y="443895"/>
                  </a:cubicBezTo>
                  <a:cubicBezTo>
                    <a:pt x="42625" y="443895"/>
                    <a:pt x="43436" y="444707"/>
                    <a:pt x="43436" y="446331"/>
                  </a:cubicBezTo>
                  <a:cubicBezTo>
                    <a:pt x="45059" y="448767"/>
                    <a:pt x="45059" y="448767"/>
                    <a:pt x="42625" y="448767"/>
                  </a:cubicBezTo>
                  <a:close/>
                  <a:moveTo>
                    <a:pt x="43436" y="439024"/>
                  </a:moveTo>
                  <a:cubicBezTo>
                    <a:pt x="41814" y="439024"/>
                    <a:pt x="41003" y="438212"/>
                    <a:pt x="41003" y="437400"/>
                  </a:cubicBezTo>
                  <a:cubicBezTo>
                    <a:pt x="41003" y="436589"/>
                    <a:pt x="41814" y="435777"/>
                    <a:pt x="43436" y="436589"/>
                  </a:cubicBezTo>
                  <a:cubicBezTo>
                    <a:pt x="45059" y="436589"/>
                    <a:pt x="45871" y="438212"/>
                    <a:pt x="45871" y="438212"/>
                  </a:cubicBezTo>
                  <a:cubicBezTo>
                    <a:pt x="45059" y="439024"/>
                    <a:pt x="44248" y="439836"/>
                    <a:pt x="43436" y="439024"/>
                  </a:cubicBezTo>
                  <a:close/>
                  <a:moveTo>
                    <a:pt x="47493" y="435777"/>
                  </a:moveTo>
                  <a:cubicBezTo>
                    <a:pt x="45871" y="437400"/>
                    <a:pt x="42625" y="434965"/>
                    <a:pt x="42625" y="433341"/>
                  </a:cubicBezTo>
                  <a:cubicBezTo>
                    <a:pt x="42625" y="432529"/>
                    <a:pt x="42625" y="432529"/>
                    <a:pt x="43436" y="432529"/>
                  </a:cubicBezTo>
                  <a:cubicBezTo>
                    <a:pt x="44248" y="432529"/>
                    <a:pt x="45059" y="432529"/>
                    <a:pt x="45871" y="431717"/>
                  </a:cubicBezTo>
                  <a:cubicBezTo>
                    <a:pt x="47493" y="430094"/>
                    <a:pt x="47493" y="430905"/>
                    <a:pt x="47493" y="432529"/>
                  </a:cubicBezTo>
                  <a:cubicBezTo>
                    <a:pt x="48304" y="433341"/>
                    <a:pt x="47493" y="434965"/>
                    <a:pt x="47493" y="435777"/>
                  </a:cubicBezTo>
                  <a:close/>
                  <a:moveTo>
                    <a:pt x="50738" y="431717"/>
                  </a:moveTo>
                  <a:cubicBezTo>
                    <a:pt x="49927" y="431717"/>
                    <a:pt x="49116" y="431717"/>
                    <a:pt x="50738" y="431717"/>
                  </a:cubicBezTo>
                  <a:cubicBezTo>
                    <a:pt x="50738" y="430094"/>
                    <a:pt x="49927" y="429282"/>
                    <a:pt x="48304" y="427658"/>
                  </a:cubicBezTo>
                  <a:cubicBezTo>
                    <a:pt x="45871" y="426034"/>
                    <a:pt x="45871" y="426034"/>
                    <a:pt x="48304" y="426034"/>
                  </a:cubicBezTo>
                  <a:cubicBezTo>
                    <a:pt x="51550" y="426846"/>
                    <a:pt x="53172" y="430094"/>
                    <a:pt x="50738" y="431717"/>
                  </a:cubicBezTo>
                  <a:close/>
                  <a:moveTo>
                    <a:pt x="73455" y="352965"/>
                  </a:moveTo>
                  <a:cubicBezTo>
                    <a:pt x="73455" y="352965"/>
                    <a:pt x="74267" y="353777"/>
                    <a:pt x="74267" y="354589"/>
                  </a:cubicBezTo>
                  <a:cubicBezTo>
                    <a:pt x="74267" y="355401"/>
                    <a:pt x="73455" y="356212"/>
                    <a:pt x="72644" y="356212"/>
                  </a:cubicBezTo>
                  <a:cubicBezTo>
                    <a:pt x="71832" y="356212"/>
                    <a:pt x="71832" y="355401"/>
                    <a:pt x="71832" y="354589"/>
                  </a:cubicBezTo>
                  <a:cubicBezTo>
                    <a:pt x="71832" y="353777"/>
                    <a:pt x="73455" y="352965"/>
                    <a:pt x="73455" y="352965"/>
                  </a:cubicBezTo>
                  <a:close/>
                  <a:moveTo>
                    <a:pt x="67776" y="371638"/>
                  </a:moveTo>
                  <a:cubicBezTo>
                    <a:pt x="66965" y="371638"/>
                    <a:pt x="66153" y="370826"/>
                    <a:pt x="66153" y="369203"/>
                  </a:cubicBezTo>
                  <a:cubicBezTo>
                    <a:pt x="66153" y="367579"/>
                    <a:pt x="66153" y="366767"/>
                    <a:pt x="66965" y="366767"/>
                  </a:cubicBezTo>
                  <a:cubicBezTo>
                    <a:pt x="67776" y="367579"/>
                    <a:pt x="68587" y="368391"/>
                    <a:pt x="68587" y="369203"/>
                  </a:cubicBezTo>
                  <a:cubicBezTo>
                    <a:pt x="68587" y="370014"/>
                    <a:pt x="68587" y="370826"/>
                    <a:pt x="67776" y="371638"/>
                  </a:cubicBezTo>
                  <a:close/>
                  <a:moveTo>
                    <a:pt x="70210" y="365143"/>
                  </a:moveTo>
                  <a:cubicBezTo>
                    <a:pt x="67776" y="365143"/>
                    <a:pt x="68587" y="361084"/>
                    <a:pt x="71832" y="360272"/>
                  </a:cubicBezTo>
                  <a:cubicBezTo>
                    <a:pt x="73455" y="360272"/>
                    <a:pt x="74267" y="359460"/>
                    <a:pt x="74267" y="360272"/>
                  </a:cubicBezTo>
                  <a:cubicBezTo>
                    <a:pt x="74267" y="361084"/>
                    <a:pt x="71021" y="365143"/>
                    <a:pt x="70210" y="365143"/>
                  </a:cubicBezTo>
                  <a:close/>
                  <a:moveTo>
                    <a:pt x="78323" y="348906"/>
                  </a:moveTo>
                  <a:cubicBezTo>
                    <a:pt x="77512" y="349717"/>
                    <a:pt x="76700" y="348906"/>
                    <a:pt x="76700" y="347282"/>
                  </a:cubicBezTo>
                  <a:cubicBezTo>
                    <a:pt x="76700" y="345658"/>
                    <a:pt x="76700" y="344846"/>
                    <a:pt x="77512" y="344846"/>
                  </a:cubicBezTo>
                  <a:cubicBezTo>
                    <a:pt x="78323" y="344846"/>
                    <a:pt x="79134" y="345658"/>
                    <a:pt x="79134" y="346470"/>
                  </a:cubicBezTo>
                  <a:cubicBezTo>
                    <a:pt x="79946" y="347282"/>
                    <a:pt x="79134" y="348906"/>
                    <a:pt x="78323" y="348906"/>
                  </a:cubicBezTo>
                  <a:close/>
                  <a:moveTo>
                    <a:pt x="81568" y="340787"/>
                  </a:moveTo>
                  <a:cubicBezTo>
                    <a:pt x="79946" y="340787"/>
                    <a:pt x="79134" y="339975"/>
                    <a:pt x="80757" y="339975"/>
                  </a:cubicBezTo>
                  <a:cubicBezTo>
                    <a:pt x="81568" y="339975"/>
                    <a:pt x="83191" y="339163"/>
                    <a:pt x="83191" y="339975"/>
                  </a:cubicBezTo>
                  <a:cubicBezTo>
                    <a:pt x="84002" y="340787"/>
                    <a:pt x="83191" y="340787"/>
                    <a:pt x="81568" y="340787"/>
                  </a:cubicBezTo>
                  <a:close/>
                  <a:moveTo>
                    <a:pt x="86436" y="333480"/>
                  </a:moveTo>
                  <a:cubicBezTo>
                    <a:pt x="85625" y="333480"/>
                    <a:pt x="85625" y="331856"/>
                    <a:pt x="84814" y="331044"/>
                  </a:cubicBezTo>
                  <a:cubicBezTo>
                    <a:pt x="84814" y="330232"/>
                    <a:pt x="84814" y="328609"/>
                    <a:pt x="84814" y="328609"/>
                  </a:cubicBezTo>
                  <a:cubicBezTo>
                    <a:pt x="84814" y="328609"/>
                    <a:pt x="85625" y="329420"/>
                    <a:pt x="86436" y="331044"/>
                  </a:cubicBezTo>
                  <a:cubicBezTo>
                    <a:pt x="87247" y="332668"/>
                    <a:pt x="87247" y="333480"/>
                    <a:pt x="86436" y="333480"/>
                  </a:cubicBezTo>
                  <a:close/>
                  <a:moveTo>
                    <a:pt x="105096" y="298569"/>
                  </a:moveTo>
                  <a:cubicBezTo>
                    <a:pt x="103474" y="300193"/>
                    <a:pt x="103474" y="302628"/>
                    <a:pt x="103474" y="303440"/>
                  </a:cubicBezTo>
                  <a:cubicBezTo>
                    <a:pt x="103474" y="304252"/>
                    <a:pt x="103474" y="305064"/>
                    <a:pt x="102663" y="305064"/>
                  </a:cubicBezTo>
                  <a:cubicBezTo>
                    <a:pt x="100228" y="305876"/>
                    <a:pt x="100228" y="302628"/>
                    <a:pt x="104285" y="298569"/>
                  </a:cubicBezTo>
                  <a:cubicBezTo>
                    <a:pt x="106719" y="293698"/>
                    <a:pt x="107530" y="293698"/>
                    <a:pt x="105096" y="298569"/>
                  </a:cubicBezTo>
                  <a:close/>
                  <a:moveTo>
                    <a:pt x="140794" y="237678"/>
                  </a:moveTo>
                  <a:cubicBezTo>
                    <a:pt x="142417" y="236866"/>
                    <a:pt x="142417" y="236866"/>
                    <a:pt x="140794" y="240113"/>
                  </a:cubicBezTo>
                  <a:cubicBezTo>
                    <a:pt x="139983" y="241737"/>
                    <a:pt x="139172" y="241737"/>
                    <a:pt x="139172" y="240925"/>
                  </a:cubicBezTo>
                  <a:cubicBezTo>
                    <a:pt x="139172" y="239302"/>
                    <a:pt x="139983" y="237678"/>
                    <a:pt x="140794" y="237678"/>
                  </a:cubicBezTo>
                  <a:close/>
                  <a:moveTo>
                    <a:pt x="131870" y="255539"/>
                  </a:moveTo>
                  <a:cubicBezTo>
                    <a:pt x="131059" y="257163"/>
                    <a:pt x="128625" y="255539"/>
                    <a:pt x="128625" y="253104"/>
                  </a:cubicBezTo>
                  <a:cubicBezTo>
                    <a:pt x="128625" y="252292"/>
                    <a:pt x="129436" y="251480"/>
                    <a:pt x="131059" y="251480"/>
                  </a:cubicBezTo>
                  <a:cubicBezTo>
                    <a:pt x="132681" y="251480"/>
                    <a:pt x="133492" y="253915"/>
                    <a:pt x="131870" y="255539"/>
                  </a:cubicBezTo>
                  <a:close/>
                  <a:moveTo>
                    <a:pt x="135926" y="247421"/>
                  </a:moveTo>
                  <a:cubicBezTo>
                    <a:pt x="135926" y="248232"/>
                    <a:pt x="135115" y="249856"/>
                    <a:pt x="133492" y="249856"/>
                  </a:cubicBezTo>
                  <a:cubicBezTo>
                    <a:pt x="131059" y="249856"/>
                    <a:pt x="131059" y="249856"/>
                    <a:pt x="131870" y="248232"/>
                  </a:cubicBezTo>
                  <a:cubicBezTo>
                    <a:pt x="132681" y="247421"/>
                    <a:pt x="133492" y="245797"/>
                    <a:pt x="132681" y="244173"/>
                  </a:cubicBezTo>
                  <a:cubicBezTo>
                    <a:pt x="132681" y="242549"/>
                    <a:pt x="132681" y="242549"/>
                    <a:pt x="135926" y="242549"/>
                  </a:cubicBezTo>
                  <a:cubicBezTo>
                    <a:pt x="138360" y="242549"/>
                    <a:pt x="140794" y="244173"/>
                    <a:pt x="143228" y="244985"/>
                  </a:cubicBezTo>
                  <a:cubicBezTo>
                    <a:pt x="145662" y="246609"/>
                    <a:pt x="145662" y="246609"/>
                    <a:pt x="140794" y="245797"/>
                  </a:cubicBezTo>
                  <a:cubicBezTo>
                    <a:pt x="137549" y="246609"/>
                    <a:pt x="135926" y="246609"/>
                    <a:pt x="135926" y="247421"/>
                  </a:cubicBezTo>
                  <a:close/>
                  <a:moveTo>
                    <a:pt x="143228" y="255539"/>
                  </a:moveTo>
                  <a:cubicBezTo>
                    <a:pt x="140794" y="256351"/>
                    <a:pt x="139983" y="255539"/>
                    <a:pt x="139983" y="253915"/>
                  </a:cubicBezTo>
                  <a:cubicBezTo>
                    <a:pt x="139983" y="252292"/>
                    <a:pt x="140794" y="251480"/>
                    <a:pt x="141606" y="251480"/>
                  </a:cubicBezTo>
                  <a:cubicBezTo>
                    <a:pt x="142417" y="251480"/>
                    <a:pt x="142417" y="250668"/>
                    <a:pt x="141606" y="249856"/>
                  </a:cubicBezTo>
                  <a:cubicBezTo>
                    <a:pt x="140794" y="249044"/>
                    <a:pt x="141606" y="248232"/>
                    <a:pt x="143228" y="248232"/>
                  </a:cubicBezTo>
                  <a:cubicBezTo>
                    <a:pt x="144851" y="248232"/>
                    <a:pt x="144851" y="249044"/>
                    <a:pt x="144851" y="249856"/>
                  </a:cubicBezTo>
                  <a:cubicBezTo>
                    <a:pt x="144039" y="250668"/>
                    <a:pt x="144851" y="252292"/>
                    <a:pt x="145662" y="253104"/>
                  </a:cubicBezTo>
                  <a:cubicBezTo>
                    <a:pt x="146474" y="253915"/>
                    <a:pt x="147285" y="254727"/>
                    <a:pt x="147285" y="254727"/>
                  </a:cubicBezTo>
                  <a:cubicBezTo>
                    <a:pt x="146474" y="254727"/>
                    <a:pt x="144851" y="255539"/>
                    <a:pt x="143228" y="255539"/>
                  </a:cubicBezTo>
                  <a:close/>
                  <a:moveTo>
                    <a:pt x="148096" y="248232"/>
                  </a:moveTo>
                  <a:cubicBezTo>
                    <a:pt x="147285" y="247421"/>
                    <a:pt x="147285" y="244985"/>
                    <a:pt x="148907" y="244985"/>
                  </a:cubicBezTo>
                  <a:cubicBezTo>
                    <a:pt x="148907" y="244985"/>
                    <a:pt x="148907" y="245797"/>
                    <a:pt x="149719" y="247421"/>
                  </a:cubicBezTo>
                  <a:cubicBezTo>
                    <a:pt x="149719" y="248232"/>
                    <a:pt x="148907" y="249044"/>
                    <a:pt x="148096" y="248232"/>
                  </a:cubicBezTo>
                  <a:close/>
                  <a:moveTo>
                    <a:pt x="153775" y="232807"/>
                  </a:moveTo>
                  <a:cubicBezTo>
                    <a:pt x="153775" y="233618"/>
                    <a:pt x="150530" y="233618"/>
                    <a:pt x="147285" y="233618"/>
                  </a:cubicBezTo>
                  <a:cubicBezTo>
                    <a:pt x="142417" y="233618"/>
                    <a:pt x="141606" y="232807"/>
                    <a:pt x="143228" y="231183"/>
                  </a:cubicBezTo>
                  <a:cubicBezTo>
                    <a:pt x="145662" y="227935"/>
                    <a:pt x="147285" y="227124"/>
                    <a:pt x="147285" y="231183"/>
                  </a:cubicBezTo>
                  <a:cubicBezTo>
                    <a:pt x="147285" y="232807"/>
                    <a:pt x="147285" y="233618"/>
                    <a:pt x="148907" y="231995"/>
                  </a:cubicBezTo>
                  <a:cubicBezTo>
                    <a:pt x="149719" y="231183"/>
                    <a:pt x="151341" y="231183"/>
                    <a:pt x="152153" y="231183"/>
                  </a:cubicBezTo>
                  <a:cubicBezTo>
                    <a:pt x="152964" y="231995"/>
                    <a:pt x="152964" y="231183"/>
                    <a:pt x="152153" y="229559"/>
                  </a:cubicBezTo>
                  <a:cubicBezTo>
                    <a:pt x="151341" y="228747"/>
                    <a:pt x="150530" y="227124"/>
                    <a:pt x="148907" y="227935"/>
                  </a:cubicBezTo>
                  <a:cubicBezTo>
                    <a:pt x="148096" y="227935"/>
                    <a:pt x="146474" y="227935"/>
                    <a:pt x="146474" y="227124"/>
                  </a:cubicBezTo>
                  <a:cubicBezTo>
                    <a:pt x="145662" y="226312"/>
                    <a:pt x="146474" y="225500"/>
                    <a:pt x="148096" y="225500"/>
                  </a:cubicBezTo>
                  <a:cubicBezTo>
                    <a:pt x="149719" y="225500"/>
                    <a:pt x="150530" y="223876"/>
                    <a:pt x="150530" y="223064"/>
                  </a:cubicBezTo>
                  <a:cubicBezTo>
                    <a:pt x="150530" y="221440"/>
                    <a:pt x="151341" y="219816"/>
                    <a:pt x="152964" y="219816"/>
                  </a:cubicBezTo>
                  <a:cubicBezTo>
                    <a:pt x="154587" y="219816"/>
                    <a:pt x="154587" y="220628"/>
                    <a:pt x="154587" y="220628"/>
                  </a:cubicBezTo>
                  <a:cubicBezTo>
                    <a:pt x="152964" y="222252"/>
                    <a:pt x="152153" y="227124"/>
                    <a:pt x="153775" y="226312"/>
                  </a:cubicBezTo>
                  <a:cubicBezTo>
                    <a:pt x="154587" y="224688"/>
                    <a:pt x="154587" y="230371"/>
                    <a:pt x="153775" y="232807"/>
                  </a:cubicBezTo>
                  <a:close/>
                  <a:moveTo>
                    <a:pt x="156209" y="236054"/>
                  </a:moveTo>
                  <a:cubicBezTo>
                    <a:pt x="154587" y="236866"/>
                    <a:pt x="154587" y="236054"/>
                    <a:pt x="154587" y="234430"/>
                  </a:cubicBezTo>
                  <a:cubicBezTo>
                    <a:pt x="154587" y="232807"/>
                    <a:pt x="156209" y="232807"/>
                    <a:pt x="157021" y="232807"/>
                  </a:cubicBezTo>
                  <a:cubicBezTo>
                    <a:pt x="158643" y="234430"/>
                    <a:pt x="158643" y="235242"/>
                    <a:pt x="156209" y="236054"/>
                  </a:cubicBezTo>
                  <a:close/>
                  <a:moveTo>
                    <a:pt x="165945" y="206015"/>
                  </a:moveTo>
                  <a:cubicBezTo>
                    <a:pt x="165134" y="206015"/>
                    <a:pt x="163511" y="207638"/>
                    <a:pt x="161888" y="210886"/>
                  </a:cubicBezTo>
                  <a:cubicBezTo>
                    <a:pt x="159455" y="214945"/>
                    <a:pt x="159455" y="214945"/>
                    <a:pt x="161077" y="214133"/>
                  </a:cubicBezTo>
                  <a:cubicBezTo>
                    <a:pt x="163511" y="213321"/>
                    <a:pt x="164322" y="214945"/>
                    <a:pt x="161888" y="217381"/>
                  </a:cubicBezTo>
                  <a:cubicBezTo>
                    <a:pt x="160266" y="219005"/>
                    <a:pt x="159455" y="218193"/>
                    <a:pt x="158643" y="217381"/>
                  </a:cubicBezTo>
                  <a:cubicBezTo>
                    <a:pt x="157832" y="216569"/>
                    <a:pt x="156209" y="215757"/>
                    <a:pt x="155398" y="216569"/>
                  </a:cubicBezTo>
                  <a:cubicBezTo>
                    <a:pt x="152964" y="218193"/>
                    <a:pt x="152964" y="216569"/>
                    <a:pt x="157021" y="211698"/>
                  </a:cubicBezTo>
                  <a:cubicBezTo>
                    <a:pt x="158643" y="209262"/>
                    <a:pt x="161888" y="206015"/>
                    <a:pt x="163511" y="204391"/>
                  </a:cubicBezTo>
                  <a:cubicBezTo>
                    <a:pt x="165945" y="201955"/>
                    <a:pt x="168379" y="199519"/>
                    <a:pt x="167568" y="202767"/>
                  </a:cubicBezTo>
                  <a:cubicBezTo>
                    <a:pt x="166756" y="203579"/>
                    <a:pt x="167568" y="204391"/>
                    <a:pt x="168379" y="205203"/>
                  </a:cubicBezTo>
                  <a:cubicBezTo>
                    <a:pt x="169190" y="205203"/>
                    <a:pt x="167568" y="206015"/>
                    <a:pt x="165945" y="206015"/>
                  </a:cubicBezTo>
                  <a:close/>
                  <a:moveTo>
                    <a:pt x="174058" y="190589"/>
                  </a:moveTo>
                  <a:cubicBezTo>
                    <a:pt x="173247" y="190589"/>
                    <a:pt x="172435" y="189777"/>
                    <a:pt x="173247" y="188965"/>
                  </a:cubicBezTo>
                  <a:cubicBezTo>
                    <a:pt x="173247" y="188153"/>
                    <a:pt x="174058" y="187341"/>
                    <a:pt x="174870" y="187341"/>
                  </a:cubicBezTo>
                  <a:cubicBezTo>
                    <a:pt x="174870" y="187341"/>
                    <a:pt x="175681" y="188153"/>
                    <a:pt x="175681" y="188965"/>
                  </a:cubicBezTo>
                  <a:cubicBezTo>
                    <a:pt x="175681" y="190589"/>
                    <a:pt x="174870" y="190589"/>
                    <a:pt x="174058" y="190589"/>
                  </a:cubicBezTo>
                  <a:close/>
                  <a:moveTo>
                    <a:pt x="178115" y="193024"/>
                  </a:moveTo>
                  <a:cubicBezTo>
                    <a:pt x="176492" y="193836"/>
                    <a:pt x="175681" y="193024"/>
                    <a:pt x="176492" y="191401"/>
                  </a:cubicBezTo>
                  <a:cubicBezTo>
                    <a:pt x="177303" y="190589"/>
                    <a:pt x="178115" y="188965"/>
                    <a:pt x="178926" y="188965"/>
                  </a:cubicBezTo>
                  <a:cubicBezTo>
                    <a:pt x="180549" y="189777"/>
                    <a:pt x="179738" y="192213"/>
                    <a:pt x="178115" y="193024"/>
                  </a:cubicBezTo>
                  <a:close/>
                  <a:moveTo>
                    <a:pt x="178926" y="184906"/>
                  </a:moveTo>
                  <a:cubicBezTo>
                    <a:pt x="177303" y="186530"/>
                    <a:pt x="176492" y="186530"/>
                    <a:pt x="176492" y="186530"/>
                  </a:cubicBezTo>
                  <a:cubicBezTo>
                    <a:pt x="175681" y="185718"/>
                    <a:pt x="176492" y="184094"/>
                    <a:pt x="178115" y="184094"/>
                  </a:cubicBezTo>
                  <a:cubicBezTo>
                    <a:pt x="179738" y="183282"/>
                    <a:pt x="180549" y="182470"/>
                    <a:pt x="181360" y="183282"/>
                  </a:cubicBezTo>
                  <a:cubicBezTo>
                    <a:pt x="180549" y="182470"/>
                    <a:pt x="179738" y="184094"/>
                    <a:pt x="178926" y="184906"/>
                  </a:cubicBezTo>
                  <a:close/>
                  <a:moveTo>
                    <a:pt x="188662" y="171104"/>
                  </a:moveTo>
                  <a:cubicBezTo>
                    <a:pt x="187851" y="172727"/>
                    <a:pt x="186228" y="173539"/>
                    <a:pt x="186228" y="172727"/>
                  </a:cubicBezTo>
                  <a:cubicBezTo>
                    <a:pt x="186228" y="171916"/>
                    <a:pt x="186228" y="170292"/>
                    <a:pt x="187851" y="169480"/>
                  </a:cubicBezTo>
                  <a:cubicBezTo>
                    <a:pt x="191096" y="166233"/>
                    <a:pt x="191096" y="167044"/>
                    <a:pt x="188662" y="17110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8" name="Freeform 7">
              <a:extLst>
                <a:ext uri="{FF2B5EF4-FFF2-40B4-BE49-F238E27FC236}">
                  <a16:creationId xmlns:a16="http://schemas.microsoft.com/office/drawing/2014/main" id="{70BF55E6-0B02-B794-7AA0-46A849CDCED5}"/>
                </a:ext>
              </a:extLst>
            </p:cNvPr>
            <p:cNvSpPr/>
            <p:nvPr/>
          </p:nvSpPr>
          <p:spPr>
            <a:xfrm>
              <a:off x="5051317" y="3253108"/>
              <a:ext cx="5186" cy="1984"/>
            </a:xfrm>
            <a:custGeom>
              <a:avLst/>
              <a:gdLst>
                <a:gd name="connsiteX0" fmla="*/ 0 w 5186"/>
                <a:gd name="connsiteY0" fmla="*/ 1624 h 1984"/>
                <a:gd name="connsiteX1" fmla="*/ 3245 w 5186"/>
                <a:gd name="connsiteY1" fmla="*/ 1624 h 1984"/>
                <a:gd name="connsiteX2" fmla="*/ 4868 w 5186"/>
                <a:gd name="connsiteY2" fmla="*/ 0 h 1984"/>
                <a:gd name="connsiteX3" fmla="*/ 1622 w 5186"/>
                <a:gd name="connsiteY3" fmla="*/ 0 h 1984"/>
                <a:gd name="connsiteX4" fmla="*/ 0 w 5186"/>
                <a:gd name="connsiteY4" fmla="*/ 1624 h 1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6" h="1984">
                  <a:moveTo>
                    <a:pt x="0" y="1624"/>
                  </a:moveTo>
                  <a:cubicBezTo>
                    <a:pt x="0" y="2436"/>
                    <a:pt x="1622" y="1624"/>
                    <a:pt x="3245" y="1624"/>
                  </a:cubicBezTo>
                  <a:cubicBezTo>
                    <a:pt x="4868" y="1624"/>
                    <a:pt x="5679" y="812"/>
                    <a:pt x="4868" y="0"/>
                  </a:cubicBezTo>
                  <a:cubicBezTo>
                    <a:pt x="4868" y="0"/>
                    <a:pt x="3245" y="0"/>
                    <a:pt x="1622" y="0"/>
                  </a:cubicBezTo>
                  <a:cubicBezTo>
                    <a:pt x="0" y="0"/>
                    <a:pt x="0" y="812"/>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9" name="Freeform 8">
              <a:extLst>
                <a:ext uri="{FF2B5EF4-FFF2-40B4-BE49-F238E27FC236}">
                  <a16:creationId xmlns:a16="http://schemas.microsoft.com/office/drawing/2014/main" id="{95DE467F-9CF3-B944-5F6F-AD00C678694A}"/>
                </a:ext>
              </a:extLst>
            </p:cNvPr>
            <p:cNvSpPr/>
            <p:nvPr/>
          </p:nvSpPr>
          <p:spPr>
            <a:xfrm>
              <a:off x="5080451" y="3255544"/>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0"/>
                    <a:pt x="73" y="812"/>
                    <a:pt x="1696" y="812"/>
                  </a:cubicBezTo>
                  <a:cubicBezTo>
                    <a:pt x="3319" y="812"/>
                    <a:pt x="4130" y="812"/>
                    <a:pt x="4130" y="0"/>
                  </a:cubicBezTo>
                  <a:cubicBezTo>
                    <a:pt x="3319" y="0"/>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0" name="Freeform 9">
              <a:extLst>
                <a:ext uri="{FF2B5EF4-FFF2-40B4-BE49-F238E27FC236}">
                  <a16:creationId xmlns:a16="http://schemas.microsoft.com/office/drawing/2014/main" id="{532C1BD8-646C-60AF-4B91-EC31115F65D9}"/>
                </a:ext>
              </a:extLst>
            </p:cNvPr>
            <p:cNvSpPr/>
            <p:nvPr/>
          </p:nvSpPr>
          <p:spPr>
            <a:xfrm>
              <a:off x="4719489" y="3602216"/>
              <a:ext cx="3903" cy="4059"/>
            </a:xfrm>
            <a:custGeom>
              <a:avLst/>
              <a:gdLst>
                <a:gd name="connsiteX0" fmla="*/ 1623 w 3903"/>
                <a:gd name="connsiteY0" fmla="*/ 0 h 4059"/>
                <a:gd name="connsiteX1" fmla="*/ 0 w 3903"/>
                <a:gd name="connsiteY1" fmla="*/ 2436 h 4059"/>
                <a:gd name="connsiteX2" fmla="*/ 2434 w 3903"/>
                <a:gd name="connsiteY2" fmla="*/ 4059 h 4059"/>
                <a:gd name="connsiteX3" fmla="*/ 1623 w 3903"/>
                <a:gd name="connsiteY3" fmla="*/ 0 h 4059"/>
              </a:gdLst>
              <a:ahLst/>
              <a:cxnLst>
                <a:cxn ang="0">
                  <a:pos x="connsiteX0" y="connsiteY0"/>
                </a:cxn>
                <a:cxn ang="0">
                  <a:pos x="connsiteX1" y="connsiteY1"/>
                </a:cxn>
                <a:cxn ang="0">
                  <a:pos x="connsiteX2" y="connsiteY2"/>
                </a:cxn>
                <a:cxn ang="0">
                  <a:pos x="connsiteX3" y="connsiteY3"/>
                </a:cxn>
              </a:cxnLst>
              <a:rect l="l" t="t" r="r" b="b"/>
              <a:pathLst>
                <a:path w="3903" h="4059">
                  <a:moveTo>
                    <a:pt x="1623" y="0"/>
                  </a:moveTo>
                  <a:cubicBezTo>
                    <a:pt x="811" y="0"/>
                    <a:pt x="0" y="812"/>
                    <a:pt x="0" y="2436"/>
                  </a:cubicBezTo>
                  <a:cubicBezTo>
                    <a:pt x="811" y="4059"/>
                    <a:pt x="1623" y="4059"/>
                    <a:pt x="2434" y="4059"/>
                  </a:cubicBezTo>
                  <a:cubicBezTo>
                    <a:pt x="4868" y="1624"/>
                    <a:pt x="4057" y="0"/>
                    <a:pt x="1623"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1" name="Freeform 10">
              <a:extLst>
                <a:ext uri="{FF2B5EF4-FFF2-40B4-BE49-F238E27FC236}">
                  <a16:creationId xmlns:a16="http://schemas.microsoft.com/office/drawing/2014/main" id="{66B2FE63-A325-E8F8-0599-FB04F32B9258}"/>
                </a:ext>
              </a:extLst>
            </p:cNvPr>
            <p:cNvSpPr/>
            <p:nvPr/>
          </p:nvSpPr>
          <p:spPr>
            <a:xfrm>
              <a:off x="4674867" y="3660639"/>
              <a:ext cx="2839" cy="4165"/>
            </a:xfrm>
            <a:custGeom>
              <a:avLst/>
              <a:gdLst>
                <a:gd name="connsiteX0" fmla="*/ 1623 w 2839"/>
                <a:gd name="connsiteY0" fmla="*/ 845 h 4165"/>
                <a:gd name="connsiteX1" fmla="*/ 0 w 2839"/>
                <a:gd name="connsiteY1" fmla="*/ 3281 h 4165"/>
                <a:gd name="connsiteX2" fmla="*/ 1623 w 2839"/>
                <a:gd name="connsiteY2" fmla="*/ 2469 h 4165"/>
                <a:gd name="connsiteX3" fmla="*/ 1623 w 2839"/>
                <a:gd name="connsiteY3" fmla="*/ 845 h 4165"/>
              </a:gdLst>
              <a:ahLst/>
              <a:cxnLst>
                <a:cxn ang="0">
                  <a:pos x="connsiteX0" y="connsiteY0"/>
                </a:cxn>
                <a:cxn ang="0">
                  <a:pos x="connsiteX1" y="connsiteY1"/>
                </a:cxn>
                <a:cxn ang="0">
                  <a:pos x="connsiteX2" y="connsiteY2"/>
                </a:cxn>
                <a:cxn ang="0">
                  <a:pos x="connsiteX3" y="connsiteY3"/>
                </a:cxn>
              </a:cxnLst>
              <a:rect l="l" t="t" r="r" b="b"/>
              <a:pathLst>
                <a:path w="2839" h="4165">
                  <a:moveTo>
                    <a:pt x="1623" y="845"/>
                  </a:moveTo>
                  <a:cubicBezTo>
                    <a:pt x="811" y="845"/>
                    <a:pt x="0" y="2469"/>
                    <a:pt x="0" y="3281"/>
                  </a:cubicBezTo>
                  <a:cubicBezTo>
                    <a:pt x="0" y="4904"/>
                    <a:pt x="811" y="4092"/>
                    <a:pt x="1623" y="2469"/>
                  </a:cubicBezTo>
                  <a:cubicBezTo>
                    <a:pt x="3245" y="33"/>
                    <a:pt x="3245" y="-779"/>
                    <a:pt x="1623" y="845"/>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2" name="Freeform 11">
              <a:extLst>
                <a:ext uri="{FF2B5EF4-FFF2-40B4-BE49-F238E27FC236}">
                  <a16:creationId xmlns:a16="http://schemas.microsoft.com/office/drawing/2014/main" id="{CAF74288-420B-EFEF-7617-716E4161EA0A}"/>
                </a:ext>
              </a:extLst>
            </p:cNvPr>
            <p:cNvSpPr/>
            <p:nvPr/>
          </p:nvSpPr>
          <p:spPr>
            <a:xfrm>
              <a:off x="5039959" y="3251484"/>
              <a:ext cx="3245" cy="3247"/>
            </a:xfrm>
            <a:custGeom>
              <a:avLst/>
              <a:gdLst>
                <a:gd name="connsiteX0" fmla="*/ 0 w 3245"/>
                <a:gd name="connsiteY0" fmla="*/ 812 h 3247"/>
                <a:gd name="connsiteX1" fmla="*/ 1623 w 3245"/>
                <a:gd name="connsiteY1" fmla="*/ 3247 h 3247"/>
                <a:gd name="connsiteX2" fmla="*/ 3245 w 3245"/>
                <a:gd name="connsiteY2" fmla="*/ 2436 h 3247"/>
                <a:gd name="connsiteX3" fmla="*/ 1623 w 3245"/>
                <a:gd name="connsiteY3" fmla="*/ 0 h 3247"/>
                <a:gd name="connsiteX4" fmla="*/ 0 w 3245"/>
                <a:gd name="connsiteY4" fmla="*/ 812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812"/>
                  </a:moveTo>
                  <a:cubicBezTo>
                    <a:pt x="0" y="1624"/>
                    <a:pt x="811" y="2436"/>
                    <a:pt x="1623" y="3247"/>
                  </a:cubicBezTo>
                  <a:cubicBezTo>
                    <a:pt x="2434" y="3247"/>
                    <a:pt x="3245" y="3247"/>
                    <a:pt x="3245" y="2436"/>
                  </a:cubicBezTo>
                  <a:cubicBezTo>
                    <a:pt x="3245" y="812"/>
                    <a:pt x="2434" y="0"/>
                    <a:pt x="1623" y="0"/>
                  </a:cubicBezTo>
                  <a:cubicBezTo>
                    <a:pt x="0" y="0"/>
                    <a:pt x="0" y="0"/>
                    <a:pt x="0" y="81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3" name="Freeform 12">
              <a:extLst>
                <a:ext uri="{FF2B5EF4-FFF2-40B4-BE49-F238E27FC236}">
                  <a16:creationId xmlns:a16="http://schemas.microsoft.com/office/drawing/2014/main" id="{4745D2A7-1041-F6C7-0290-465D994CD765}"/>
                </a:ext>
              </a:extLst>
            </p:cNvPr>
            <p:cNvSpPr/>
            <p:nvPr/>
          </p:nvSpPr>
          <p:spPr>
            <a:xfrm>
              <a:off x="4741534" y="3558302"/>
              <a:ext cx="11827" cy="23617"/>
            </a:xfrm>
            <a:custGeom>
              <a:avLst/>
              <a:gdLst>
                <a:gd name="connsiteX0" fmla="*/ 11219 w 11827"/>
                <a:gd name="connsiteY0" fmla="*/ 1697 h 23617"/>
                <a:gd name="connsiteX1" fmla="*/ 7974 w 11827"/>
                <a:gd name="connsiteY1" fmla="*/ 4133 h 23617"/>
                <a:gd name="connsiteX2" fmla="*/ 7163 w 11827"/>
                <a:gd name="connsiteY2" fmla="*/ 2509 h 23617"/>
                <a:gd name="connsiteX3" fmla="*/ 4729 w 11827"/>
                <a:gd name="connsiteY3" fmla="*/ 1697 h 23617"/>
                <a:gd name="connsiteX4" fmla="*/ 672 w 11827"/>
                <a:gd name="connsiteY4" fmla="*/ 4133 h 23617"/>
                <a:gd name="connsiteX5" fmla="*/ 1484 w 11827"/>
                <a:gd name="connsiteY5" fmla="*/ 4944 h 23617"/>
                <a:gd name="connsiteX6" fmla="*/ 3917 w 11827"/>
                <a:gd name="connsiteY6" fmla="*/ 7380 h 23617"/>
                <a:gd name="connsiteX7" fmla="*/ 3917 w 11827"/>
                <a:gd name="connsiteY7" fmla="*/ 11440 h 23617"/>
                <a:gd name="connsiteX8" fmla="*/ 2295 w 11827"/>
                <a:gd name="connsiteY8" fmla="*/ 9816 h 23617"/>
                <a:gd name="connsiteX9" fmla="*/ 672 w 11827"/>
                <a:gd name="connsiteY9" fmla="*/ 9816 h 23617"/>
                <a:gd name="connsiteX10" fmla="*/ 2295 w 11827"/>
                <a:gd name="connsiteY10" fmla="*/ 22806 h 23617"/>
                <a:gd name="connsiteX11" fmla="*/ 3917 w 11827"/>
                <a:gd name="connsiteY11" fmla="*/ 23618 h 23617"/>
                <a:gd name="connsiteX12" fmla="*/ 7974 w 11827"/>
                <a:gd name="connsiteY12" fmla="*/ 9004 h 23617"/>
                <a:gd name="connsiteX13" fmla="*/ 11219 w 11827"/>
                <a:gd name="connsiteY13" fmla="*/ 885 h 23617"/>
                <a:gd name="connsiteX14" fmla="*/ 11219 w 11827"/>
                <a:gd name="connsiteY14" fmla="*/ 1697 h 2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27" h="23617">
                  <a:moveTo>
                    <a:pt x="11219" y="1697"/>
                  </a:moveTo>
                  <a:cubicBezTo>
                    <a:pt x="10408" y="3321"/>
                    <a:pt x="8785" y="4133"/>
                    <a:pt x="7974" y="4133"/>
                  </a:cubicBezTo>
                  <a:cubicBezTo>
                    <a:pt x="7163" y="4133"/>
                    <a:pt x="7163" y="3321"/>
                    <a:pt x="7163" y="2509"/>
                  </a:cubicBezTo>
                  <a:cubicBezTo>
                    <a:pt x="7163" y="1697"/>
                    <a:pt x="6351" y="885"/>
                    <a:pt x="4729" y="1697"/>
                  </a:cubicBezTo>
                  <a:cubicBezTo>
                    <a:pt x="3106" y="1697"/>
                    <a:pt x="672" y="2509"/>
                    <a:pt x="672" y="4133"/>
                  </a:cubicBezTo>
                  <a:cubicBezTo>
                    <a:pt x="672" y="4944"/>
                    <a:pt x="672" y="5756"/>
                    <a:pt x="1484" y="4944"/>
                  </a:cubicBezTo>
                  <a:cubicBezTo>
                    <a:pt x="2295" y="4133"/>
                    <a:pt x="3106" y="5756"/>
                    <a:pt x="3917" y="7380"/>
                  </a:cubicBezTo>
                  <a:cubicBezTo>
                    <a:pt x="3917" y="9004"/>
                    <a:pt x="3917" y="10628"/>
                    <a:pt x="3917" y="11440"/>
                  </a:cubicBezTo>
                  <a:cubicBezTo>
                    <a:pt x="3917" y="12251"/>
                    <a:pt x="2295" y="11440"/>
                    <a:pt x="2295" y="9816"/>
                  </a:cubicBezTo>
                  <a:cubicBezTo>
                    <a:pt x="2295" y="8192"/>
                    <a:pt x="2295" y="9004"/>
                    <a:pt x="672" y="9816"/>
                  </a:cubicBezTo>
                  <a:cubicBezTo>
                    <a:pt x="-951" y="12251"/>
                    <a:pt x="672" y="20370"/>
                    <a:pt x="2295" y="22806"/>
                  </a:cubicBezTo>
                  <a:cubicBezTo>
                    <a:pt x="3106" y="23618"/>
                    <a:pt x="3917" y="23618"/>
                    <a:pt x="3917" y="23618"/>
                  </a:cubicBezTo>
                  <a:cubicBezTo>
                    <a:pt x="4729" y="17935"/>
                    <a:pt x="6351" y="13875"/>
                    <a:pt x="7974" y="9004"/>
                  </a:cubicBezTo>
                  <a:cubicBezTo>
                    <a:pt x="9597" y="4944"/>
                    <a:pt x="12031" y="1697"/>
                    <a:pt x="11219" y="885"/>
                  </a:cubicBezTo>
                  <a:cubicBezTo>
                    <a:pt x="12031" y="-739"/>
                    <a:pt x="12031" y="73"/>
                    <a:pt x="11219" y="1697"/>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4" name="Freeform 13">
              <a:extLst>
                <a:ext uri="{FF2B5EF4-FFF2-40B4-BE49-F238E27FC236}">
                  <a16:creationId xmlns:a16="http://schemas.microsoft.com/office/drawing/2014/main" id="{2020C506-B2C5-8764-2FC0-A837F896D4B0}"/>
                </a:ext>
              </a:extLst>
            </p:cNvPr>
            <p:cNvSpPr/>
            <p:nvPr/>
          </p:nvSpPr>
          <p:spPr>
            <a:xfrm>
              <a:off x="5061760" y="3252296"/>
              <a:ext cx="7405" cy="4871"/>
            </a:xfrm>
            <a:custGeom>
              <a:avLst/>
              <a:gdLst>
                <a:gd name="connsiteX0" fmla="*/ 1727 w 7405"/>
                <a:gd name="connsiteY0" fmla="*/ 812 h 4871"/>
                <a:gd name="connsiteX1" fmla="*/ 4160 w 7405"/>
                <a:gd name="connsiteY1" fmla="*/ 4871 h 4871"/>
                <a:gd name="connsiteX2" fmla="*/ 7406 w 7405"/>
                <a:gd name="connsiteY2" fmla="*/ 3247 h 4871"/>
                <a:gd name="connsiteX3" fmla="*/ 1727 w 7405"/>
                <a:gd name="connsiteY3" fmla="*/ 812 h 4871"/>
              </a:gdLst>
              <a:ahLst/>
              <a:cxnLst>
                <a:cxn ang="0">
                  <a:pos x="connsiteX0" y="connsiteY0"/>
                </a:cxn>
                <a:cxn ang="0">
                  <a:pos x="connsiteX1" y="connsiteY1"/>
                </a:cxn>
                <a:cxn ang="0">
                  <a:pos x="connsiteX2" y="connsiteY2"/>
                </a:cxn>
                <a:cxn ang="0">
                  <a:pos x="connsiteX3" y="connsiteY3"/>
                </a:cxn>
              </a:cxnLst>
              <a:rect l="l" t="t" r="r" b="b"/>
              <a:pathLst>
                <a:path w="7405" h="4871">
                  <a:moveTo>
                    <a:pt x="1727" y="812"/>
                  </a:moveTo>
                  <a:cubicBezTo>
                    <a:pt x="-1519" y="1624"/>
                    <a:pt x="104" y="4059"/>
                    <a:pt x="4160" y="4871"/>
                  </a:cubicBezTo>
                  <a:cubicBezTo>
                    <a:pt x="5783" y="4871"/>
                    <a:pt x="7406" y="4059"/>
                    <a:pt x="7406" y="3247"/>
                  </a:cubicBezTo>
                  <a:cubicBezTo>
                    <a:pt x="7406" y="0"/>
                    <a:pt x="5783" y="-812"/>
                    <a:pt x="1727" y="81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5" name="Freeform 14">
              <a:extLst>
                <a:ext uri="{FF2B5EF4-FFF2-40B4-BE49-F238E27FC236}">
                  <a16:creationId xmlns:a16="http://schemas.microsoft.com/office/drawing/2014/main" id="{2AC05ADC-4412-65BE-47AD-796741A4B7EB}"/>
                </a:ext>
              </a:extLst>
            </p:cNvPr>
            <p:cNvSpPr/>
            <p:nvPr/>
          </p:nvSpPr>
          <p:spPr>
            <a:xfrm>
              <a:off x="4922318" y="3239306"/>
              <a:ext cx="3245" cy="3247"/>
            </a:xfrm>
            <a:custGeom>
              <a:avLst/>
              <a:gdLst>
                <a:gd name="connsiteX0" fmla="*/ 0 w 3245"/>
                <a:gd name="connsiteY0" fmla="*/ 1624 h 3247"/>
                <a:gd name="connsiteX1" fmla="*/ 1623 w 3245"/>
                <a:gd name="connsiteY1" fmla="*/ 3247 h 3247"/>
                <a:gd name="connsiteX2" fmla="*/ 3245 w 3245"/>
                <a:gd name="connsiteY2" fmla="*/ 1624 h 3247"/>
                <a:gd name="connsiteX3" fmla="*/ 1623 w 3245"/>
                <a:gd name="connsiteY3" fmla="*/ 0 h 3247"/>
                <a:gd name="connsiteX4" fmla="*/ 0 w 3245"/>
                <a:gd name="connsiteY4" fmla="*/ 1624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1624"/>
                  </a:moveTo>
                  <a:cubicBezTo>
                    <a:pt x="0" y="2436"/>
                    <a:pt x="811" y="3247"/>
                    <a:pt x="1623" y="3247"/>
                  </a:cubicBezTo>
                  <a:cubicBezTo>
                    <a:pt x="2434" y="3247"/>
                    <a:pt x="3245" y="2436"/>
                    <a:pt x="3245" y="1624"/>
                  </a:cubicBezTo>
                  <a:cubicBezTo>
                    <a:pt x="3245" y="812"/>
                    <a:pt x="2434" y="0"/>
                    <a:pt x="1623" y="0"/>
                  </a:cubicBezTo>
                  <a:cubicBezTo>
                    <a:pt x="811" y="0"/>
                    <a:pt x="0" y="812"/>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6" name="Freeform 15">
              <a:extLst>
                <a:ext uri="{FF2B5EF4-FFF2-40B4-BE49-F238E27FC236}">
                  <a16:creationId xmlns:a16="http://schemas.microsoft.com/office/drawing/2014/main" id="{ADC1A999-2AB9-1280-31E5-81D42C9948C0}"/>
                </a:ext>
              </a:extLst>
            </p:cNvPr>
            <p:cNvSpPr/>
            <p:nvPr/>
          </p:nvSpPr>
          <p:spPr>
            <a:xfrm>
              <a:off x="4861396" y="3257167"/>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812"/>
                    <a:pt x="73" y="812"/>
                    <a:pt x="1696" y="812"/>
                  </a:cubicBezTo>
                  <a:cubicBezTo>
                    <a:pt x="3319" y="812"/>
                    <a:pt x="4130" y="812"/>
                    <a:pt x="4130" y="0"/>
                  </a:cubicBezTo>
                  <a:cubicBezTo>
                    <a:pt x="2507" y="0"/>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7" name="Freeform 16">
              <a:extLst>
                <a:ext uri="{FF2B5EF4-FFF2-40B4-BE49-F238E27FC236}">
                  <a16:creationId xmlns:a16="http://schemas.microsoft.com/office/drawing/2014/main" id="{C8D0D9A9-D6E9-3292-D10A-28006425621F}"/>
                </a:ext>
              </a:extLst>
            </p:cNvPr>
            <p:cNvSpPr/>
            <p:nvPr/>
          </p:nvSpPr>
          <p:spPr>
            <a:xfrm>
              <a:off x="4995336" y="3239306"/>
              <a:ext cx="2434" cy="2435"/>
            </a:xfrm>
            <a:custGeom>
              <a:avLst/>
              <a:gdLst>
                <a:gd name="connsiteX0" fmla="*/ 0 w 2434"/>
                <a:gd name="connsiteY0" fmla="*/ 1624 h 2435"/>
                <a:gd name="connsiteX1" fmla="*/ 811 w 2434"/>
                <a:gd name="connsiteY1" fmla="*/ 2436 h 2435"/>
                <a:gd name="connsiteX2" fmla="*/ 2434 w 2434"/>
                <a:gd name="connsiteY2" fmla="*/ 812 h 2435"/>
                <a:gd name="connsiteX3" fmla="*/ 1623 w 2434"/>
                <a:gd name="connsiteY3" fmla="*/ 0 h 2435"/>
                <a:gd name="connsiteX4" fmla="*/ 0 w 2434"/>
                <a:gd name="connsiteY4" fmla="*/ 1624 h 2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4" h="2435">
                  <a:moveTo>
                    <a:pt x="0" y="1624"/>
                  </a:moveTo>
                  <a:cubicBezTo>
                    <a:pt x="0" y="2436"/>
                    <a:pt x="811" y="2436"/>
                    <a:pt x="811" y="2436"/>
                  </a:cubicBezTo>
                  <a:cubicBezTo>
                    <a:pt x="1623" y="1624"/>
                    <a:pt x="2434" y="812"/>
                    <a:pt x="2434" y="812"/>
                  </a:cubicBezTo>
                  <a:cubicBezTo>
                    <a:pt x="2434" y="812"/>
                    <a:pt x="1623" y="0"/>
                    <a:pt x="1623" y="0"/>
                  </a:cubicBezTo>
                  <a:cubicBezTo>
                    <a:pt x="811" y="0"/>
                    <a:pt x="0" y="0"/>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8" name="Freeform 17">
              <a:extLst>
                <a:ext uri="{FF2B5EF4-FFF2-40B4-BE49-F238E27FC236}">
                  <a16:creationId xmlns:a16="http://schemas.microsoft.com/office/drawing/2014/main" id="{8DB5154D-DD15-AD66-B6E6-F31F17F181EB}"/>
                </a:ext>
              </a:extLst>
            </p:cNvPr>
            <p:cNvSpPr/>
            <p:nvPr/>
          </p:nvSpPr>
          <p:spPr>
            <a:xfrm>
              <a:off x="4966025" y="3238333"/>
              <a:ext cx="9028" cy="4220"/>
            </a:xfrm>
            <a:custGeom>
              <a:avLst/>
              <a:gdLst>
                <a:gd name="connsiteX0" fmla="*/ 1726 w 9028"/>
                <a:gd name="connsiteY0" fmla="*/ 161 h 4220"/>
                <a:gd name="connsiteX1" fmla="*/ 4160 w 9028"/>
                <a:gd name="connsiteY1" fmla="*/ 4221 h 4220"/>
                <a:gd name="connsiteX2" fmla="*/ 9028 w 9028"/>
                <a:gd name="connsiteY2" fmla="*/ 3409 h 4220"/>
                <a:gd name="connsiteX3" fmla="*/ 1726 w 9028"/>
                <a:gd name="connsiteY3" fmla="*/ 161 h 4220"/>
              </a:gdLst>
              <a:ahLst/>
              <a:cxnLst>
                <a:cxn ang="0">
                  <a:pos x="connsiteX0" y="connsiteY0"/>
                </a:cxn>
                <a:cxn ang="0">
                  <a:pos x="connsiteX1" y="connsiteY1"/>
                </a:cxn>
                <a:cxn ang="0">
                  <a:pos x="connsiteX2" y="connsiteY2"/>
                </a:cxn>
                <a:cxn ang="0">
                  <a:pos x="connsiteX3" y="connsiteY3"/>
                </a:cxn>
              </a:cxnLst>
              <a:rect l="l" t="t" r="r" b="b"/>
              <a:pathLst>
                <a:path w="9028" h="4220">
                  <a:moveTo>
                    <a:pt x="1726" y="161"/>
                  </a:moveTo>
                  <a:cubicBezTo>
                    <a:pt x="-1519" y="973"/>
                    <a:pt x="104" y="3409"/>
                    <a:pt x="4160" y="4221"/>
                  </a:cubicBezTo>
                  <a:cubicBezTo>
                    <a:pt x="6594" y="4221"/>
                    <a:pt x="9028" y="4221"/>
                    <a:pt x="9028" y="3409"/>
                  </a:cubicBezTo>
                  <a:cubicBezTo>
                    <a:pt x="9028" y="1785"/>
                    <a:pt x="3349" y="-650"/>
                    <a:pt x="1726" y="161"/>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19" name="Freeform 18">
              <a:extLst>
                <a:ext uri="{FF2B5EF4-FFF2-40B4-BE49-F238E27FC236}">
                  <a16:creationId xmlns:a16="http://schemas.microsoft.com/office/drawing/2014/main" id="{B2DBB5DD-5BA7-0EFB-F8C4-651E7694BEF1}"/>
                </a:ext>
              </a:extLst>
            </p:cNvPr>
            <p:cNvSpPr/>
            <p:nvPr/>
          </p:nvSpPr>
          <p:spPr>
            <a:xfrm>
              <a:off x="4959320" y="3240321"/>
              <a:ext cx="4048" cy="1420"/>
            </a:xfrm>
            <a:custGeom>
              <a:avLst/>
              <a:gdLst>
                <a:gd name="connsiteX0" fmla="*/ 318 w 4048"/>
                <a:gd name="connsiteY0" fmla="*/ 609 h 1420"/>
                <a:gd name="connsiteX1" fmla="*/ 1941 w 4048"/>
                <a:gd name="connsiteY1" fmla="*/ 1421 h 1420"/>
                <a:gd name="connsiteX2" fmla="*/ 3564 w 4048"/>
                <a:gd name="connsiteY2" fmla="*/ 609 h 1420"/>
                <a:gd name="connsiteX3" fmla="*/ 318 w 4048"/>
                <a:gd name="connsiteY3" fmla="*/ 609 h 1420"/>
              </a:gdLst>
              <a:ahLst/>
              <a:cxnLst>
                <a:cxn ang="0">
                  <a:pos x="connsiteX0" y="connsiteY0"/>
                </a:cxn>
                <a:cxn ang="0">
                  <a:pos x="connsiteX1" y="connsiteY1"/>
                </a:cxn>
                <a:cxn ang="0">
                  <a:pos x="connsiteX2" y="connsiteY2"/>
                </a:cxn>
                <a:cxn ang="0">
                  <a:pos x="connsiteX3" y="connsiteY3"/>
                </a:cxn>
              </a:cxnLst>
              <a:rect l="l" t="t" r="r" b="b"/>
              <a:pathLst>
                <a:path w="4048" h="1420">
                  <a:moveTo>
                    <a:pt x="318" y="609"/>
                  </a:moveTo>
                  <a:cubicBezTo>
                    <a:pt x="-493" y="609"/>
                    <a:pt x="318" y="1421"/>
                    <a:pt x="1941" y="1421"/>
                  </a:cubicBezTo>
                  <a:cubicBezTo>
                    <a:pt x="4375" y="1421"/>
                    <a:pt x="4375" y="1421"/>
                    <a:pt x="3564" y="609"/>
                  </a:cubicBezTo>
                  <a:cubicBezTo>
                    <a:pt x="2752" y="-203"/>
                    <a:pt x="1941" y="-203"/>
                    <a:pt x="318" y="60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0" name="Freeform 19">
              <a:extLst>
                <a:ext uri="{FF2B5EF4-FFF2-40B4-BE49-F238E27FC236}">
                  <a16:creationId xmlns:a16="http://schemas.microsoft.com/office/drawing/2014/main" id="{1E1D4540-C4F4-57A1-3558-585F04E898E9}"/>
                </a:ext>
              </a:extLst>
            </p:cNvPr>
            <p:cNvSpPr/>
            <p:nvPr/>
          </p:nvSpPr>
          <p:spPr>
            <a:xfrm>
              <a:off x="5027626" y="3251623"/>
              <a:ext cx="3814" cy="2905"/>
            </a:xfrm>
            <a:custGeom>
              <a:avLst/>
              <a:gdLst>
                <a:gd name="connsiteX0" fmla="*/ 163 w 3814"/>
                <a:gd name="connsiteY0" fmla="*/ 2296 h 2905"/>
                <a:gd name="connsiteX1" fmla="*/ 2597 w 3814"/>
                <a:gd name="connsiteY1" fmla="*/ 2296 h 2905"/>
                <a:gd name="connsiteX2" fmla="*/ 2597 w 3814"/>
                <a:gd name="connsiteY2" fmla="*/ 673 h 2905"/>
                <a:gd name="connsiteX3" fmla="*/ 163 w 3814"/>
                <a:gd name="connsiteY3" fmla="*/ 2296 h 2905"/>
              </a:gdLst>
              <a:ahLst/>
              <a:cxnLst>
                <a:cxn ang="0">
                  <a:pos x="connsiteX0" y="connsiteY0"/>
                </a:cxn>
                <a:cxn ang="0">
                  <a:pos x="connsiteX1" y="connsiteY1"/>
                </a:cxn>
                <a:cxn ang="0">
                  <a:pos x="connsiteX2" y="connsiteY2"/>
                </a:cxn>
                <a:cxn ang="0">
                  <a:pos x="connsiteX3" y="connsiteY3"/>
                </a:cxn>
              </a:cxnLst>
              <a:rect l="l" t="t" r="r" b="b"/>
              <a:pathLst>
                <a:path w="3814" h="2905">
                  <a:moveTo>
                    <a:pt x="163" y="2296"/>
                  </a:moveTo>
                  <a:cubicBezTo>
                    <a:pt x="975" y="3108"/>
                    <a:pt x="1786" y="3108"/>
                    <a:pt x="2597" y="2296"/>
                  </a:cubicBezTo>
                  <a:cubicBezTo>
                    <a:pt x="4220" y="1485"/>
                    <a:pt x="4220" y="1485"/>
                    <a:pt x="2597" y="673"/>
                  </a:cubicBezTo>
                  <a:cubicBezTo>
                    <a:pt x="1786" y="-951"/>
                    <a:pt x="-648" y="673"/>
                    <a:pt x="163" y="2296"/>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1" name="Freeform 20">
              <a:extLst>
                <a:ext uri="{FF2B5EF4-FFF2-40B4-BE49-F238E27FC236}">
                  <a16:creationId xmlns:a16="http://schemas.microsoft.com/office/drawing/2014/main" id="{921A560C-B269-0555-7AC5-DA7903067F3A}"/>
                </a:ext>
              </a:extLst>
            </p:cNvPr>
            <p:cNvSpPr/>
            <p:nvPr/>
          </p:nvSpPr>
          <p:spPr>
            <a:xfrm>
              <a:off x="4840179" y="3302427"/>
              <a:ext cx="1045380" cy="379150"/>
            </a:xfrm>
            <a:custGeom>
              <a:avLst/>
              <a:gdLst>
                <a:gd name="connsiteX0" fmla="*/ 990812 w 1045380"/>
                <a:gd name="connsiteY0" fmla="*/ 268938 h 379150"/>
                <a:gd name="connsiteX1" fmla="*/ 973774 w 1045380"/>
                <a:gd name="connsiteY1" fmla="*/ 275433 h 379150"/>
                <a:gd name="connsiteX2" fmla="*/ 969718 w 1045380"/>
                <a:gd name="connsiteY2" fmla="*/ 277056 h 379150"/>
                <a:gd name="connsiteX3" fmla="*/ 964849 w 1045380"/>
                <a:gd name="connsiteY3" fmla="*/ 278680 h 379150"/>
                <a:gd name="connsiteX4" fmla="*/ 962416 w 1045380"/>
                <a:gd name="connsiteY4" fmla="*/ 280304 h 379150"/>
                <a:gd name="connsiteX5" fmla="*/ 960793 w 1045380"/>
                <a:gd name="connsiteY5" fmla="*/ 281116 h 379150"/>
                <a:gd name="connsiteX6" fmla="*/ 933208 w 1045380"/>
                <a:gd name="connsiteY6" fmla="*/ 291670 h 379150"/>
                <a:gd name="connsiteX7" fmla="*/ 923473 w 1045380"/>
                <a:gd name="connsiteY7" fmla="*/ 293294 h 379150"/>
                <a:gd name="connsiteX8" fmla="*/ 921850 w 1045380"/>
                <a:gd name="connsiteY8" fmla="*/ 294918 h 379150"/>
                <a:gd name="connsiteX9" fmla="*/ 921039 w 1045380"/>
                <a:gd name="connsiteY9" fmla="*/ 295730 h 379150"/>
                <a:gd name="connsiteX10" fmla="*/ 913737 w 1045380"/>
                <a:gd name="connsiteY10" fmla="*/ 298165 h 379150"/>
                <a:gd name="connsiteX11" fmla="*/ 889397 w 1045380"/>
                <a:gd name="connsiteY11" fmla="*/ 303849 h 379150"/>
                <a:gd name="connsiteX12" fmla="*/ 882096 w 1045380"/>
                <a:gd name="connsiteY12" fmla="*/ 305472 h 379150"/>
                <a:gd name="connsiteX13" fmla="*/ 855322 w 1045380"/>
                <a:gd name="connsiteY13" fmla="*/ 310344 h 379150"/>
                <a:gd name="connsiteX14" fmla="*/ 843964 w 1045380"/>
                <a:gd name="connsiteY14" fmla="*/ 311155 h 379150"/>
                <a:gd name="connsiteX15" fmla="*/ 836662 w 1045380"/>
                <a:gd name="connsiteY15" fmla="*/ 307096 h 379150"/>
                <a:gd name="connsiteX16" fmla="*/ 838284 w 1045380"/>
                <a:gd name="connsiteY16" fmla="*/ 302225 h 379150"/>
                <a:gd name="connsiteX17" fmla="*/ 904001 w 1045380"/>
                <a:gd name="connsiteY17" fmla="*/ 248641 h 379150"/>
                <a:gd name="connsiteX18" fmla="*/ 928340 w 1045380"/>
                <a:gd name="connsiteY18" fmla="*/ 237274 h 379150"/>
                <a:gd name="connsiteX19" fmla="*/ 942133 w 1045380"/>
                <a:gd name="connsiteY19" fmla="*/ 223472 h 379150"/>
                <a:gd name="connsiteX20" fmla="*/ 929963 w 1045380"/>
                <a:gd name="connsiteY20" fmla="*/ 206423 h 379150"/>
                <a:gd name="connsiteX21" fmla="*/ 916171 w 1045380"/>
                <a:gd name="connsiteY21" fmla="*/ 203987 h 379150"/>
                <a:gd name="connsiteX22" fmla="*/ 904812 w 1045380"/>
                <a:gd name="connsiteY22" fmla="*/ 206423 h 379150"/>
                <a:gd name="connsiteX23" fmla="*/ 902379 w 1045380"/>
                <a:gd name="connsiteY23" fmla="*/ 207235 h 379150"/>
                <a:gd name="connsiteX24" fmla="*/ 896699 w 1045380"/>
                <a:gd name="connsiteY24" fmla="*/ 209670 h 379150"/>
                <a:gd name="connsiteX25" fmla="*/ 889397 w 1045380"/>
                <a:gd name="connsiteY25" fmla="*/ 213730 h 379150"/>
                <a:gd name="connsiteX26" fmla="*/ 884530 w 1045380"/>
                <a:gd name="connsiteY26" fmla="*/ 216977 h 379150"/>
                <a:gd name="connsiteX27" fmla="*/ 881284 w 1045380"/>
                <a:gd name="connsiteY27" fmla="*/ 217789 h 379150"/>
                <a:gd name="connsiteX28" fmla="*/ 876416 w 1045380"/>
                <a:gd name="connsiteY28" fmla="*/ 221037 h 379150"/>
                <a:gd name="connsiteX29" fmla="*/ 873983 w 1045380"/>
                <a:gd name="connsiteY29" fmla="*/ 222661 h 379150"/>
                <a:gd name="connsiteX30" fmla="*/ 834228 w 1045380"/>
                <a:gd name="connsiteY30" fmla="*/ 252700 h 379150"/>
                <a:gd name="connsiteX31" fmla="*/ 836662 w 1045380"/>
                <a:gd name="connsiteY31" fmla="*/ 245393 h 379150"/>
                <a:gd name="connsiteX32" fmla="*/ 836662 w 1045380"/>
                <a:gd name="connsiteY32" fmla="*/ 243769 h 379150"/>
                <a:gd name="connsiteX33" fmla="*/ 838284 w 1045380"/>
                <a:gd name="connsiteY33" fmla="*/ 242146 h 379150"/>
                <a:gd name="connsiteX34" fmla="*/ 840718 w 1045380"/>
                <a:gd name="connsiteY34" fmla="*/ 238898 h 379150"/>
                <a:gd name="connsiteX35" fmla="*/ 842341 w 1045380"/>
                <a:gd name="connsiteY35" fmla="*/ 235651 h 379150"/>
                <a:gd name="connsiteX36" fmla="*/ 843152 w 1045380"/>
                <a:gd name="connsiteY36" fmla="*/ 234027 h 379150"/>
                <a:gd name="connsiteX37" fmla="*/ 843152 w 1045380"/>
                <a:gd name="connsiteY37" fmla="*/ 232403 h 379150"/>
                <a:gd name="connsiteX38" fmla="*/ 847209 w 1045380"/>
                <a:gd name="connsiteY38" fmla="*/ 225096 h 379150"/>
                <a:gd name="connsiteX39" fmla="*/ 848831 w 1045380"/>
                <a:gd name="connsiteY39" fmla="*/ 222661 h 379150"/>
                <a:gd name="connsiteX40" fmla="*/ 851265 w 1045380"/>
                <a:gd name="connsiteY40" fmla="*/ 219413 h 379150"/>
                <a:gd name="connsiteX41" fmla="*/ 852077 w 1045380"/>
                <a:gd name="connsiteY41" fmla="*/ 217789 h 379150"/>
                <a:gd name="connsiteX42" fmla="*/ 858567 w 1045380"/>
                <a:gd name="connsiteY42" fmla="*/ 203987 h 379150"/>
                <a:gd name="connsiteX43" fmla="*/ 859378 w 1045380"/>
                <a:gd name="connsiteY43" fmla="*/ 203175 h 379150"/>
                <a:gd name="connsiteX44" fmla="*/ 882907 w 1045380"/>
                <a:gd name="connsiteY44" fmla="*/ 166641 h 379150"/>
                <a:gd name="connsiteX45" fmla="*/ 895888 w 1045380"/>
                <a:gd name="connsiteY45" fmla="*/ 147156 h 379150"/>
                <a:gd name="connsiteX46" fmla="*/ 895888 w 1045380"/>
                <a:gd name="connsiteY46" fmla="*/ 145532 h 379150"/>
                <a:gd name="connsiteX47" fmla="*/ 898322 w 1045380"/>
                <a:gd name="connsiteY47" fmla="*/ 139849 h 379150"/>
                <a:gd name="connsiteX48" fmla="*/ 904001 w 1045380"/>
                <a:gd name="connsiteY48" fmla="*/ 130918 h 379150"/>
                <a:gd name="connsiteX49" fmla="*/ 910492 w 1045380"/>
                <a:gd name="connsiteY49" fmla="*/ 119552 h 379150"/>
                <a:gd name="connsiteX50" fmla="*/ 914548 w 1045380"/>
                <a:gd name="connsiteY50" fmla="*/ 114680 h 379150"/>
                <a:gd name="connsiteX51" fmla="*/ 916982 w 1045380"/>
                <a:gd name="connsiteY51" fmla="*/ 109809 h 379150"/>
                <a:gd name="connsiteX52" fmla="*/ 918605 w 1045380"/>
                <a:gd name="connsiteY52" fmla="*/ 107373 h 379150"/>
                <a:gd name="connsiteX53" fmla="*/ 925095 w 1045380"/>
                <a:gd name="connsiteY53" fmla="*/ 96819 h 379150"/>
                <a:gd name="connsiteX54" fmla="*/ 927529 w 1045380"/>
                <a:gd name="connsiteY54" fmla="*/ 94383 h 379150"/>
                <a:gd name="connsiteX55" fmla="*/ 929963 w 1045380"/>
                <a:gd name="connsiteY55" fmla="*/ 90324 h 379150"/>
                <a:gd name="connsiteX56" fmla="*/ 932397 w 1045380"/>
                <a:gd name="connsiteY56" fmla="*/ 86265 h 379150"/>
                <a:gd name="connsiteX57" fmla="*/ 937265 w 1045380"/>
                <a:gd name="connsiteY57" fmla="*/ 79770 h 379150"/>
                <a:gd name="connsiteX58" fmla="*/ 942944 w 1045380"/>
                <a:gd name="connsiteY58" fmla="*/ 71651 h 379150"/>
                <a:gd name="connsiteX59" fmla="*/ 945378 w 1045380"/>
                <a:gd name="connsiteY59" fmla="*/ 67591 h 379150"/>
                <a:gd name="connsiteX60" fmla="*/ 957548 w 1045380"/>
                <a:gd name="connsiteY60" fmla="*/ 46482 h 379150"/>
                <a:gd name="connsiteX61" fmla="*/ 967284 w 1045380"/>
                <a:gd name="connsiteY61" fmla="*/ 29433 h 379150"/>
                <a:gd name="connsiteX62" fmla="*/ 969718 w 1045380"/>
                <a:gd name="connsiteY62" fmla="*/ 22126 h 379150"/>
                <a:gd name="connsiteX63" fmla="*/ 968906 w 1045380"/>
                <a:gd name="connsiteY63" fmla="*/ 14819 h 379150"/>
                <a:gd name="connsiteX64" fmla="*/ 954302 w 1045380"/>
                <a:gd name="connsiteY64" fmla="*/ 205 h 379150"/>
                <a:gd name="connsiteX65" fmla="*/ 927529 w 1045380"/>
                <a:gd name="connsiteY65" fmla="*/ 20502 h 379150"/>
                <a:gd name="connsiteX66" fmla="*/ 920227 w 1045380"/>
                <a:gd name="connsiteY66" fmla="*/ 32681 h 379150"/>
                <a:gd name="connsiteX67" fmla="*/ 916171 w 1045380"/>
                <a:gd name="connsiteY67" fmla="*/ 39987 h 379150"/>
                <a:gd name="connsiteX68" fmla="*/ 912114 w 1045380"/>
                <a:gd name="connsiteY68" fmla="*/ 46482 h 379150"/>
                <a:gd name="connsiteX69" fmla="*/ 909680 w 1045380"/>
                <a:gd name="connsiteY69" fmla="*/ 51354 h 379150"/>
                <a:gd name="connsiteX70" fmla="*/ 901567 w 1045380"/>
                <a:gd name="connsiteY70" fmla="*/ 65156 h 379150"/>
                <a:gd name="connsiteX71" fmla="*/ 899944 w 1045380"/>
                <a:gd name="connsiteY71" fmla="*/ 67591 h 379150"/>
                <a:gd name="connsiteX72" fmla="*/ 897510 w 1045380"/>
                <a:gd name="connsiteY72" fmla="*/ 74086 h 379150"/>
                <a:gd name="connsiteX73" fmla="*/ 887775 w 1045380"/>
                <a:gd name="connsiteY73" fmla="*/ 90324 h 379150"/>
                <a:gd name="connsiteX74" fmla="*/ 886152 w 1045380"/>
                <a:gd name="connsiteY74" fmla="*/ 96007 h 379150"/>
                <a:gd name="connsiteX75" fmla="*/ 886152 w 1045380"/>
                <a:gd name="connsiteY75" fmla="*/ 97631 h 379150"/>
                <a:gd name="connsiteX76" fmla="*/ 878039 w 1045380"/>
                <a:gd name="connsiteY76" fmla="*/ 107373 h 379150"/>
                <a:gd name="connsiteX77" fmla="*/ 874794 w 1045380"/>
                <a:gd name="connsiteY77" fmla="*/ 112245 h 379150"/>
                <a:gd name="connsiteX78" fmla="*/ 871548 w 1045380"/>
                <a:gd name="connsiteY78" fmla="*/ 117928 h 379150"/>
                <a:gd name="connsiteX79" fmla="*/ 867492 w 1045380"/>
                <a:gd name="connsiteY79" fmla="*/ 125235 h 379150"/>
                <a:gd name="connsiteX80" fmla="*/ 862624 w 1045380"/>
                <a:gd name="connsiteY80" fmla="*/ 134166 h 379150"/>
                <a:gd name="connsiteX81" fmla="*/ 860190 w 1045380"/>
                <a:gd name="connsiteY81" fmla="*/ 137413 h 379150"/>
                <a:gd name="connsiteX82" fmla="*/ 858567 w 1045380"/>
                <a:gd name="connsiteY82" fmla="*/ 140661 h 379150"/>
                <a:gd name="connsiteX83" fmla="*/ 855322 w 1045380"/>
                <a:gd name="connsiteY83" fmla="*/ 146344 h 379150"/>
                <a:gd name="connsiteX84" fmla="*/ 850454 w 1045380"/>
                <a:gd name="connsiteY84" fmla="*/ 153651 h 379150"/>
                <a:gd name="connsiteX85" fmla="*/ 846398 w 1045380"/>
                <a:gd name="connsiteY85" fmla="*/ 158522 h 379150"/>
                <a:gd name="connsiteX86" fmla="*/ 846398 w 1045380"/>
                <a:gd name="connsiteY86" fmla="*/ 160146 h 379150"/>
                <a:gd name="connsiteX87" fmla="*/ 843964 w 1045380"/>
                <a:gd name="connsiteY87" fmla="*/ 164205 h 379150"/>
                <a:gd name="connsiteX88" fmla="*/ 841530 w 1045380"/>
                <a:gd name="connsiteY88" fmla="*/ 167453 h 379150"/>
                <a:gd name="connsiteX89" fmla="*/ 839907 w 1045380"/>
                <a:gd name="connsiteY89" fmla="*/ 169076 h 379150"/>
                <a:gd name="connsiteX90" fmla="*/ 839096 w 1045380"/>
                <a:gd name="connsiteY90" fmla="*/ 169888 h 379150"/>
                <a:gd name="connsiteX91" fmla="*/ 832605 w 1045380"/>
                <a:gd name="connsiteY91" fmla="*/ 181255 h 379150"/>
                <a:gd name="connsiteX92" fmla="*/ 830171 w 1045380"/>
                <a:gd name="connsiteY92" fmla="*/ 187750 h 379150"/>
                <a:gd name="connsiteX93" fmla="*/ 822870 w 1045380"/>
                <a:gd name="connsiteY93" fmla="*/ 198304 h 379150"/>
                <a:gd name="connsiteX94" fmla="*/ 822058 w 1045380"/>
                <a:gd name="connsiteY94" fmla="*/ 200740 h 379150"/>
                <a:gd name="connsiteX95" fmla="*/ 818813 w 1045380"/>
                <a:gd name="connsiteY95" fmla="*/ 207235 h 379150"/>
                <a:gd name="connsiteX96" fmla="*/ 815568 w 1045380"/>
                <a:gd name="connsiteY96" fmla="*/ 212106 h 379150"/>
                <a:gd name="connsiteX97" fmla="*/ 814756 w 1045380"/>
                <a:gd name="connsiteY97" fmla="*/ 213730 h 379150"/>
                <a:gd name="connsiteX98" fmla="*/ 813134 w 1045380"/>
                <a:gd name="connsiteY98" fmla="*/ 216165 h 379150"/>
                <a:gd name="connsiteX99" fmla="*/ 811511 w 1045380"/>
                <a:gd name="connsiteY99" fmla="*/ 217789 h 379150"/>
                <a:gd name="connsiteX100" fmla="*/ 811511 w 1045380"/>
                <a:gd name="connsiteY100" fmla="*/ 219413 h 379150"/>
                <a:gd name="connsiteX101" fmla="*/ 809888 w 1045380"/>
                <a:gd name="connsiteY101" fmla="*/ 223472 h 379150"/>
                <a:gd name="connsiteX102" fmla="*/ 792039 w 1045380"/>
                <a:gd name="connsiteY102" fmla="*/ 254324 h 379150"/>
                <a:gd name="connsiteX103" fmla="*/ 787172 w 1045380"/>
                <a:gd name="connsiteY103" fmla="*/ 264878 h 379150"/>
                <a:gd name="connsiteX104" fmla="*/ 782304 w 1045380"/>
                <a:gd name="connsiteY104" fmla="*/ 272185 h 379150"/>
                <a:gd name="connsiteX105" fmla="*/ 692248 w 1045380"/>
                <a:gd name="connsiteY105" fmla="*/ 303037 h 379150"/>
                <a:gd name="connsiteX106" fmla="*/ 680078 w 1045380"/>
                <a:gd name="connsiteY106" fmla="*/ 300601 h 379150"/>
                <a:gd name="connsiteX107" fmla="*/ 680889 w 1045380"/>
                <a:gd name="connsiteY107" fmla="*/ 278680 h 379150"/>
                <a:gd name="connsiteX108" fmla="*/ 680078 w 1045380"/>
                <a:gd name="connsiteY108" fmla="*/ 259195 h 379150"/>
                <a:gd name="connsiteX109" fmla="*/ 663852 w 1045380"/>
                <a:gd name="connsiteY109" fmla="*/ 238898 h 379150"/>
                <a:gd name="connsiteX110" fmla="*/ 657361 w 1045380"/>
                <a:gd name="connsiteY110" fmla="*/ 235651 h 379150"/>
                <a:gd name="connsiteX111" fmla="*/ 646814 w 1045380"/>
                <a:gd name="connsiteY111" fmla="*/ 233215 h 379150"/>
                <a:gd name="connsiteX112" fmla="*/ 568928 w 1045380"/>
                <a:gd name="connsiteY112" fmla="*/ 276245 h 379150"/>
                <a:gd name="connsiteX113" fmla="*/ 567305 w 1045380"/>
                <a:gd name="connsiteY113" fmla="*/ 272997 h 379150"/>
                <a:gd name="connsiteX114" fmla="*/ 577852 w 1045380"/>
                <a:gd name="connsiteY114" fmla="*/ 255948 h 379150"/>
                <a:gd name="connsiteX115" fmla="*/ 583532 w 1045380"/>
                <a:gd name="connsiteY115" fmla="*/ 247829 h 379150"/>
                <a:gd name="connsiteX116" fmla="*/ 588399 w 1045380"/>
                <a:gd name="connsiteY116" fmla="*/ 238898 h 379150"/>
                <a:gd name="connsiteX117" fmla="*/ 597324 w 1045380"/>
                <a:gd name="connsiteY117" fmla="*/ 217789 h 379150"/>
                <a:gd name="connsiteX118" fmla="*/ 576230 w 1045380"/>
                <a:gd name="connsiteY118" fmla="*/ 200740 h 379150"/>
                <a:gd name="connsiteX119" fmla="*/ 572173 w 1045380"/>
                <a:gd name="connsiteY119" fmla="*/ 202364 h 379150"/>
                <a:gd name="connsiteX120" fmla="*/ 568117 w 1045380"/>
                <a:gd name="connsiteY120" fmla="*/ 203987 h 379150"/>
                <a:gd name="connsiteX121" fmla="*/ 551890 w 1045380"/>
                <a:gd name="connsiteY121" fmla="*/ 225096 h 379150"/>
                <a:gd name="connsiteX122" fmla="*/ 542154 w 1045380"/>
                <a:gd name="connsiteY122" fmla="*/ 240522 h 379150"/>
                <a:gd name="connsiteX123" fmla="*/ 539721 w 1045380"/>
                <a:gd name="connsiteY123" fmla="*/ 245393 h 379150"/>
                <a:gd name="connsiteX124" fmla="*/ 536475 w 1045380"/>
                <a:gd name="connsiteY124" fmla="*/ 251076 h 379150"/>
                <a:gd name="connsiteX125" fmla="*/ 529173 w 1045380"/>
                <a:gd name="connsiteY125" fmla="*/ 255948 h 379150"/>
                <a:gd name="connsiteX126" fmla="*/ 519438 w 1045380"/>
                <a:gd name="connsiteY126" fmla="*/ 263255 h 379150"/>
                <a:gd name="connsiteX127" fmla="*/ 495098 w 1045380"/>
                <a:gd name="connsiteY127" fmla="*/ 278680 h 379150"/>
                <a:gd name="connsiteX128" fmla="*/ 396118 w 1045380"/>
                <a:gd name="connsiteY128" fmla="*/ 321710 h 379150"/>
                <a:gd name="connsiteX129" fmla="*/ 373401 w 1045380"/>
                <a:gd name="connsiteY129" fmla="*/ 316027 h 379150"/>
                <a:gd name="connsiteX130" fmla="*/ 375023 w 1045380"/>
                <a:gd name="connsiteY130" fmla="*/ 278680 h 379150"/>
                <a:gd name="connsiteX131" fmla="*/ 387193 w 1045380"/>
                <a:gd name="connsiteY131" fmla="*/ 257571 h 379150"/>
                <a:gd name="connsiteX132" fmla="*/ 400174 w 1045380"/>
                <a:gd name="connsiteY132" fmla="*/ 228344 h 379150"/>
                <a:gd name="connsiteX133" fmla="*/ 395306 w 1045380"/>
                <a:gd name="connsiteY133" fmla="*/ 219413 h 379150"/>
                <a:gd name="connsiteX134" fmla="*/ 378269 w 1045380"/>
                <a:gd name="connsiteY134" fmla="*/ 212918 h 379150"/>
                <a:gd name="connsiteX135" fmla="*/ 366099 w 1045380"/>
                <a:gd name="connsiteY135" fmla="*/ 208047 h 379150"/>
                <a:gd name="connsiteX136" fmla="*/ 357986 w 1045380"/>
                <a:gd name="connsiteY136" fmla="*/ 202364 h 379150"/>
                <a:gd name="connsiteX137" fmla="*/ 349873 w 1045380"/>
                <a:gd name="connsiteY137" fmla="*/ 199116 h 379150"/>
                <a:gd name="connsiteX138" fmla="*/ 325533 w 1045380"/>
                <a:gd name="connsiteY138" fmla="*/ 195057 h 379150"/>
                <a:gd name="connsiteX139" fmla="*/ 310930 w 1045380"/>
                <a:gd name="connsiteY139" fmla="*/ 197492 h 379150"/>
                <a:gd name="connsiteX140" fmla="*/ 281722 w 1045380"/>
                <a:gd name="connsiteY140" fmla="*/ 225908 h 379150"/>
                <a:gd name="connsiteX141" fmla="*/ 272798 w 1045380"/>
                <a:gd name="connsiteY141" fmla="*/ 236462 h 379150"/>
                <a:gd name="connsiteX142" fmla="*/ 247647 w 1045380"/>
                <a:gd name="connsiteY142" fmla="*/ 270561 h 379150"/>
                <a:gd name="connsiteX143" fmla="*/ 239534 w 1045380"/>
                <a:gd name="connsiteY143" fmla="*/ 276245 h 379150"/>
                <a:gd name="connsiteX144" fmla="*/ 211138 w 1045380"/>
                <a:gd name="connsiteY144" fmla="*/ 295730 h 379150"/>
                <a:gd name="connsiteX145" fmla="*/ 185176 w 1045380"/>
                <a:gd name="connsiteY145" fmla="*/ 309532 h 379150"/>
                <a:gd name="connsiteX146" fmla="*/ 182742 w 1045380"/>
                <a:gd name="connsiteY146" fmla="*/ 311155 h 379150"/>
                <a:gd name="connsiteX147" fmla="*/ 158402 w 1045380"/>
                <a:gd name="connsiteY147" fmla="*/ 318462 h 379150"/>
                <a:gd name="connsiteX148" fmla="*/ 148667 w 1045380"/>
                <a:gd name="connsiteY148" fmla="*/ 317650 h 379150"/>
                <a:gd name="connsiteX149" fmla="*/ 146233 w 1045380"/>
                <a:gd name="connsiteY149" fmla="*/ 306284 h 379150"/>
                <a:gd name="connsiteX150" fmla="*/ 148667 w 1045380"/>
                <a:gd name="connsiteY150" fmla="*/ 294106 h 379150"/>
                <a:gd name="connsiteX151" fmla="*/ 151100 w 1045380"/>
                <a:gd name="connsiteY151" fmla="*/ 287611 h 379150"/>
                <a:gd name="connsiteX152" fmla="*/ 155157 w 1045380"/>
                <a:gd name="connsiteY152" fmla="*/ 277056 h 379150"/>
                <a:gd name="connsiteX153" fmla="*/ 159214 w 1045380"/>
                <a:gd name="connsiteY153" fmla="*/ 259195 h 379150"/>
                <a:gd name="connsiteX154" fmla="*/ 156780 w 1045380"/>
                <a:gd name="connsiteY154" fmla="*/ 244581 h 379150"/>
                <a:gd name="connsiteX155" fmla="*/ 150289 w 1045380"/>
                <a:gd name="connsiteY155" fmla="*/ 238898 h 379150"/>
                <a:gd name="connsiteX156" fmla="*/ 145421 w 1045380"/>
                <a:gd name="connsiteY156" fmla="*/ 235651 h 379150"/>
                <a:gd name="connsiteX157" fmla="*/ 125950 w 1045380"/>
                <a:gd name="connsiteY157" fmla="*/ 233215 h 379150"/>
                <a:gd name="connsiteX158" fmla="*/ 69969 w 1045380"/>
                <a:gd name="connsiteY158" fmla="*/ 270561 h 379150"/>
                <a:gd name="connsiteX159" fmla="*/ 56177 w 1045380"/>
                <a:gd name="connsiteY159" fmla="*/ 280304 h 379150"/>
                <a:gd name="connsiteX160" fmla="*/ 61856 w 1045380"/>
                <a:gd name="connsiteY160" fmla="*/ 270561 h 379150"/>
                <a:gd name="connsiteX161" fmla="*/ 66724 w 1045380"/>
                <a:gd name="connsiteY161" fmla="*/ 261631 h 379150"/>
                <a:gd name="connsiteX162" fmla="*/ 67535 w 1045380"/>
                <a:gd name="connsiteY162" fmla="*/ 260007 h 379150"/>
                <a:gd name="connsiteX163" fmla="*/ 82139 w 1045380"/>
                <a:gd name="connsiteY163" fmla="*/ 238898 h 379150"/>
                <a:gd name="connsiteX164" fmla="*/ 85384 w 1045380"/>
                <a:gd name="connsiteY164" fmla="*/ 234027 h 379150"/>
                <a:gd name="connsiteX165" fmla="*/ 93497 w 1045380"/>
                <a:gd name="connsiteY165" fmla="*/ 221037 h 379150"/>
                <a:gd name="connsiteX166" fmla="*/ 97554 w 1045380"/>
                <a:gd name="connsiteY166" fmla="*/ 216165 h 379150"/>
                <a:gd name="connsiteX167" fmla="*/ 102421 w 1045380"/>
                <a:gd name="connsiteY167" fmla="*/ 209670 h 379150"/>
                <a:gd name="connsiteX168" fmla="*/ 108912 w 1045380"/>
                <a:gd name="connsiteY168" fmla="*/ 199928 h 379150"/>
                <a:gd name="connsiteX169" fmla="*/ 115403 w 1045380"/>
                <a:gd name="connsiteY169" fmla="*/ 190997 h 379150"/>
                <a:gd name="connsiteX170" fmla="*/ 117025 w 1045380"/>
                <a:gd name="connsiteY170" fmla="*/ 188561 h 379150"/>
                <a:gd name="connsiteX171" fmla="*/ 121082 w 1045380"/>
                <a:gd name="connsiteY171" fmla="*/ 183690 h 379150"/>
                <a:gd name="connsiteX172" fmla="*/ 126761 w 1045380"/>
                <a:gd name="connsiteY172" fmla="*/ 176383 h 379150"/>
                <a:gd name="connsiteX173" fmla="*/ 129195 w 1045380"/>
                <a:gd name="connsiteY173" fmla="*/ 171512 h 379150"/>
                <a:gd name="connsiteX174" fmla="*/ 134063 w 1045380"/>
                <a:gd name="connsiteY174" fmla="*/ 164205 h 379150"/>
                <a:gd name="connsiteX175" fmla="*/ 142987 w 1045380"/>
                <a:gd name="connsiteY175" fmla="*/ 152027 h 379150"/>
                <a:gd name="connsiteX176" fmla="*/ 172195 w 1045380"/>
                <a:gd name="connsiteY176" fmla="*/ 112245 h 379150"/>
                <a:gd name="connsiteX177" fmla="*/ 177874 w 1045380"/>
                <a:gd name="connsiteY177" fmla="*/ 104938 h 379150"/>
                <a:gd name="connsiteX178" fmla="*/ 185176 w 1045380"/>
                <a:gd name="connsiteY178" fmla="*/ 94383 h 379150"/>
                <a:gd name="connsiteX179" fmla="*/ 193289 w 1045380"/>
                <a:gd name="connsiteY179" fmla="*/ 83829 h 379150"/>
                <a:gd name="connsiteX180" fmla="*/ 198968 w 1045380"/>
                <a:gd name="connsiteY180" fmla="*/ 76522 h 379150"/>
                <a:gd name="connsiteX181" fmla="*/ 205459 w 1045380"/>
                <a:gd name="connsiteY181" fmla="*/ 60284 h 379150"/>
                <a:gd name="connsiteX182" fmla="*/ 177063 w 1045380"/>
                <a:gd name="connsiteY182" fmla="*/ 40799 h 379150"/>
                <a:gd name="connsiteX183" fmla="*/ 165704 w 1045380"/>
                <a:gd name="connsiteY183" fmla="*/ 48106 h 379150"/>
                <a:gd name="connsiteX184" fmla="*/ 161648 w 1045380"/>
                <a:gd name="connsiteY184" fmla="*/ 52978 h 379150"/>
                <a:gd name="connsiteX185" fmla="*/ 152723 w 1045380"/>
                <a:gd name="connsiteY185" fmla="*/ 65156 h 379150"/>
                <a:gd name="connsiteX186" fmla="*/ 134063 w 1045380"/>
                <a:gd name="connsiteY186" fmla="*/ 91136 h 379150"/>
                <a:gd name="connsiteX187" fmla="*/ 132440 w 1045380"/>
                <a:gd name="connsiteY187" fmla="*/ 93572 h 379150"/>
                <a:gd name="connsiteX188" fmla="*/ 129195 w 1045380"/>
                <a:gd name="connsiteY188" fmla="*/ 100067 h 379150"/>
                <a:gd name="connsiteX189" fmla="*/ 127572 w 1045380"/>
                <a:gd name="connsiteY189" fmla="*/ 100879 h 379150"/>
                <a:gd name="connsiteX190" fmla="*/ 122704 w 1045380"/>
                <a:gd name="connsiteY190" fmla="*/ 111433 h 379150"/>
                <a:gd name="connsiteX191" fmla="*/ 120270 w 1045380"/>
                <a:gd name="connsiteY191" fmla="*/ 115492 h 379150"/>
                <a:gd name="connsiteX192" fmla="*/ 118648 w 1045380"/>
                <a:gd name="connsiteY192" fmla="*/ 117116 h 379150"/>
                <a:gd name="connsiteX193" fmla="*/ 117025 w 1045380"/>
                <a:gd name="connsiteY193" fmla="*/ 119552 h 379150"/>
                <a:gd name="connsiteX194" fmla="*/ 114591 w 1045380"/>
                <a:gd name="connsiteY194" fmla="*/ 122799 h 379150"/>
                <a:gd name="connsiteX195" fmla="*/ 112157 w 1045380"/>
                <a:gd name="connsiteY195" fmla="*/ 125235 h 379150"/>
                <a:gd name="connsiteX196" fmla="*/ 109723 w 1045380"/>
                <a:gd name="connsiteY196" fmla="*/ 127670 h 379150"/>
                <a:gd name="connsiteX197" fmla="*/ 107289 w 1045380"/>
                <a:gd name="connsiteY197" fmla="*/ 131730 h 379150"/>
                <a:gd name="connsiteX198" fmla="*/ 105667 w 1045380"/>
                <a:gd name="connsiteY198" fmla="*/ 134977 h 379150"/>
                <a:gd name="connsiteX199" fmla="*/ 103233 w 1045380"/>
                <a:gd name="connsiteY199" fmla="*/ 138225 h 379150"/>
                <a:gd name="connsiteX200" fmla="*/ 97554 w 1045380"/>
                <a:gd name="connsiteY200" fmla="*/ 146344 h 379150"/>
                <a:gd name="connsiteX201" fmla="*/ 91874 w 1045380"/>
                <a:gd name="connsiteY201" fmla="*/ 153651 h 379150"/>
                <a:gd name="connsiteX202" fmla="*/ 86195 w 1045380"/>
                <a:gd name="connsiteY202" fmla="*/ 160958 h 379150"/>
                <a:gd name="connsiteX203" fmla="*/ 83761 w 1045380"/>
                <a:gd name="connsiteY203" fmla="*/ 164205 h 379150"/>
                <a:gd name="connsiteX204" fmla="*/ 82139 w 1045380"/>
                <a:gd name="connsiteY204" fmla="*/ 166641 h 379150"/>
                <a:gd name="connsiteX205" fmla="*/ 81327 w 1045380"/>
                <a:gd name="connsiteY205" fmla="*/ 168264 h 379150"/>
                <a:gd name="connsiteX206" fmla="*/ 72403 w 1045380"/>
                <a:gd name="connsiteY206" fmla="*/ 181255 h 379150"/>
                <a:gd name="connsiteX207" fmla="*/ 71592 w 1045380"/>
                <a:gd name="connsiteY207" fmla="*/ 183690 h 379150"/>
                <a:gd name="connsiteX208" fmla="*/ 65101 w 1045380"/>
                <a:gd name="connsiteY208" fmla="*/ 195057 h 379150"/>
                <a:gd name="connsiteX209" fmla="*/ 58610 w 1045380"/>
                <a:gd name="connsiteY209" fmla="*/ 204799 h 379150"/>
                <a:gd name="connsiteX210" fmla="*/ 54554 w 1045380"/>
                <a:gd name="connsiteY210" fmla="*/ 208858 h 379150"/>
                <a:gd name="connsiteX211" fmla="*/ 51309 w 1045380"/>
                <a:gd name="connsiteY211" fmla="*/ 213730 h 379150"/>
                <a:gd name="connsiteX212" fmla="*/ 49686 w 1045380"/>
                <a:gd name="connsiteY212" fmla="*/ 215354 h 379150"/>
                <a:gd name="connsiteX213" fmla="*/ 48063 w 1045380"/>
                <a:gd name="connsiteY213" fmla="*/ 217789 h 379150"/>
                <a:gd name="connsiteX214" fmla="*/ 44818 w 1045380"/>
                <a:gd name="connsiteY214" fmla="*/ 223472 h 379150"/>
                <a:gd name="connsiteX215" fmla="*/ 40762 w 1045380"/>
                <a:gd name="connsiteY215" fmla="*/ 229967 h 379150"/>
                <a:gd name="connsiteX216" fmla="*/ 39139 w 1045380"/>
                <a:gd name="connsiteY216" fmla="*/ 232403 h 379150"/>
                <a:gd name="connsiteX217" fmla="*/ 38328 w 1045380"/>
                <a:gd name="connsiteY217" fmla="*/ 233215 h 379150"/>
                <a:gd name="connsiteX218" fmla="*/ 36705 w 1045380"/>
                <a:gd name="connsiteY218" fmla="*/ 238086 h 379150"/>
                <a:gd name="connsiteX219" fmla="*/ 35082 w 1045380"/>
                <a:gd name="connsiteY219" fmla="*/ 242958 h 379150"/>
                <a:gd name="connsiteX220" fmla="*/ 34271 w 1045380"/>
                <a:gd name="connsiteY220" fmla="*/ 243769 h 379150"/>
                <a:gd name="connsiteX221" fmla="*/ 31026 w 1045380"/>
                <a:gd name="connsiteY221" fmla="*/ 243769 h 379150"/>
                <a:gd name="connsiteX222" fmla="*/ 31026 w 1045380"/>
                <a:gd name="connsiteY222" fmla="*/ 245393 h 379150"/>
                <a:gd name="connsiteX223" fmla="*/ 29403 w 1045380"/>
                <a:gd name="connsiteY223" fmla="*/ 251076 h 379150"/>
                <a:gd name="connsiteX224" fmla="*/ 26158 w 1045380"/>
                <a:gd name="connsiteY224" fmla="*/ 257571 h 379150"/>
                <a:gd name="connsiteX225" fmla="*/ 26158 w 1045380"/>
                <a:gd name="connsiteY225" fmla="*/ 259195 h 379150"/>
                <a:gd name="connsiteX226" fmla="*/ 13988 w 1045380"/>
                <a:gd name="connsiteY226" fmla="*/ 276245 h 379150"/>
                <a:gd name="connsiteX227" fmla="*/ 12366 w 1045380"/>
                <a:gd name="connsiteY227" fmla="*/ 280304 h 379150"/>
                <a:gd name="connsiteX228" fmla="*/ 6686 w 1045380"/>
                <a:gd name="connsiteY228" fmla="*/ 293294 h 379150"/>
                <a:gd name="connsiteX229" fmla="*/ 5875 w 1045380"/>
                <a:gd name="connsiteY229" fmla="*/ 295730 h 379150"/>
                <a:gd name="connsiteX230" fmla="*/ 196 w 1045380"/>
                <a:gd name="connsiteY230" fmla="*/ 316839 h 379150"/>
                <a:gd name="connsiteX231" fmla="*/ 6686 w 1045380"/>
                <a:gd name="connsiteY231" fmla="*/ 344443 h 379150"/>
                <a:gd name="connsiteX232" fmla="*/ 15611 w 1045380"/>
                <a:gd name="connsiteY232" fmla="*/ 348502 h 379150"/>
                <a:gd name="connsiteX233" fmla="*/ 22101 w 1045380"/>
                <a:gd name="connsiteY233" fmla="*/ 347690 h 379150"/>
                <a:gd name="connsiteX234" fmla="*/ 24535 w 1045380"/>
                <a:gd name="connsiteY234" fmla="*/ 344443 h 379150"/>
                <a:gd name="connsiteX235" fmla="*/ 26969 w 1045380"/>
                <a:gd name="connsiteY235" fmla="*/ 341195 h 379150"/>
                <a:gd name="connsiteX236" fmla="*/ 48063 w 1045380"/>
                <a:gd name="connsiteY236" fmla="*/ 323334 h 379150"/>
                <a:gd name="connsiteX237" fmla="*/ 64290 w 1045380"/>
                <a:gd name="connsiteY237" fmla="*/ 307908 h 379150"/>
                <a:gd name="connsiteX238" fmla="*/ 71592 w 1045380"/>
                <a:gd name="connsiteY238" fmla="*/ 300601 h 379150"/>
                <a:gd name="connsiteX239" fmla="*/ 72403 w 1045380"/>
                <a:gd name="connsiteY239" fmla="*/ 297353 h 379150"/>
                <a:gd name="connsiteX240" fmla="*/ 74025 w 1045380"/>
                <a:gd name="connsiteY240" fmla="*/ 297353 h 379150"/>
                <a:gd name="connsiteX241" fmla="*/ 75648 w 1045380"/>
                <a:gd name="connsiteY241" fmla="*/ 295730 h 379150"/>
                <a:gd name="connsiteX242" fmla="*/ 78082 w 1045380"/>
                <a:gd name="connsiteY242" fmla="*/ 294106 h 379150"/>
                <a:gd name="connsiteX243" fmla="*/ 79705 w 1045380"/>
                <a:gd name="connsiteY243" fmla="*/ 292482 h 379150"/>
                <a:gd name="connsiteX244" fmla="*/ 81327 w 1045380"/>
                <a:gd name="connsiteY244" fmla="*/ 290858 h 379150"/>
                <a:gd name="connsiteX245" fmla="*/ 82139 w 1045380"/>
                <a:gd name="connsiteY245" fmla="*/ 290046 h 379150"/>
                <a:gd name="connsiteX246" fmla="*/ 88629 w 1045380"/>
                <a:gd name="connsiteY246" fmla="*/ 285175 h 379150"/>
                <a:gd name="connsiteX247" fmla="*/ 90252 w 1045380"/>
                <a:gd name="connsiteY247" fmla="*/ 284363 h 379150"/>
                <a:gd name="connsiteX248" fmla="*/ 94308 w 1045380"/>
                <a:gd name="connsiteY248" fmla="*/ 280304 h 379150"/>
                <a:gd name="connsiteX249" fmla="*/ 99176 w 1045380"/>
                <a:gd name="connsiteY249" fmla="*/ 276245 h 379150"/>
                <a:gd name="connsiteX250" fmla="*/ 104044 w 1045380"/>
                <a:gd name="connsiteY250" fmla="*/ 271373 h 379150"/>
                <a:gd name="connsiteX251" fmla="*/ 107289 w 1045380"/>
                <a:gd name="connsiteY251" fmla="*/ 268126 h 379150"/>
                <a:gd name="connsiteX252" fmla="*/ 108912 w 1045380"/>
                <a:gd name="connsiteY252" fmla="*/ 268938 h 379150"/>
                <a:gd name="connsiteX253" fmla="*/ 110535 w 1045380"/>
                <a:gd name="connsiteY253" fmla="*/ 268938 h 379150"/>
                <a:gd name="connsiteX254" fmla="*/ 117837 w 1045380"/>
                <a:gd name="connsiteY254" fmla="*/ 264066 h 379150"/>
                <a:gd name="connsiteX255" fmla="*/ 120270 w 1045380"/>
                <a:gd name="connsiteY255" fmla="*/ 262443 h 379150"/>
                <a:gd name="connsiteX256" fmla="*/ 121893 w 1045380"/>
                <a:gd name="connsiteY256" fmla="*/ 259195 h 379150"/>
                <a:gd name="connsiteX257" fmla="*/ 121893 w 1045380"/>
                <a:gd name="connsiteY257" fmla="*/ 262443 h 379150"/>
                <a:gd name="connsiteX258" fmla="*/ 120270 w 1045380"/>
                <a:gd name="connsiteY258" fmla="*/ 272185 h 379150"/>
                <a:gd name="connsiteX259" fmla="*/ 122704 w 1045380"/>
                <a:gd name="connsiteY259" fmla="*/ 311155 h 379150"/>
                <a:gd name="connsiteX260" fmla="*/ 125138 w 1045380"/>
                <a:gd name="connsiteY260" fmla="*/ 314403 h 379150"/>
                <a:gd name="connsiteX261" fmla="*/ 157591 w 1045380"/>
                <a:gd name="connsiteY261" fmla="*/ 341195 h 379150"/>
                <a:gd name="connsiteX262" fmla="*/ 169761 w 1045380"/>
                <a:gd name="connsiteY262" fmla="*/ 343631 h 379150"/>
                <a:gd name="connsiteX263" fmla="*/ 181930 w 1045380"/>
                <a:gd name="connsiteY263" fmla="*/ 346066 h 379150"/>
                <a:gd name="connsiteX264" fmla="*/ 185987 w 1045380"/>
                <a:gd name="connsiteY264" fmla="*/ 344443 h 379150"/>
                <a:gd name="connsiteX265" fmla="*/ 192477 w 1045380"/>
                <a:gd name="connsiteY265" fmla="*/ 341195 h 379150"/>
                <a:gd name="connsiteX266" fmla="*/ 201402 w 1045380"/>
                <a:gd name="connsiteY266" fmla="*/ 335512 h 379150"/>
                <a:gd name="connsiteX267" fmla="*/ 212760 w 1045380"/>
                <a:gd name="connsiteY267" fmla="*/ 327393 h 379150"/>
                <a:gd name="connsiteX268" fmla="*/ 228987 w 1045380"/>
                <a:gd name="connsiteY268" fmla="*/ 314403 h 379150"/>
                <a:gd name="connsiteX269" fmla="*/ 232232 w 1045380"/>
                <a:gd name="connsiteY269" fmla="*/ 324957 h 379150"/>
                <a:gd name="connsiteX270" fmla="*/ 237100 w 1045380"/>
                <a:gd name="connsiteY270" fmla="*/ 331452 h 379150"/>
                <a:gd name="connsiteX271" fmla="*/ 241156 w 1045380"/>
                <a:gd name="connsiteY271" fmla="*/ 336324 h 379150"/>
                <a:gd name="connsiteX272" fmla="*/ 255760 w 1045380"/>
                <a:gd name="connsiteY272" fmla="*/ 350126 h 379150"/>
                <a:gd name="connsiteX273" fmla="*/ 260628 w 1045380"/>
                <a:gd name="connsiteY273" fmla="*/ 350126 h 379150"/>
                <a:gd name="connsiteX274" fmla="*/ 267119 w 1045380"/>
                <a:gd name="connsiteY274" fmla="*/ 347690 h 379150"/>
                <a:gd name="connsiteX275" fmla="*/ 277666 w 1045380"/>
                <a:gd name="connsiteY275" fmla="*/ 340383 h 379150"/>
                <a:gd name="connsiteX276" fmla="*/ 278477 w 1045380"/>
                <a:gd name="connsiteY276" fmla="*/ 339571 h 379150"/>
                <a:gd name="connsiteX277" fmla="*/ 282534 w 1045380"/>
                <a:gd name="connsiteY277" fmla="*/ 337947 h 379150"/>
                <a:gd name="connsiteX278" fmla="*/ 286590 w 1045380"/>
                <a:gd name="connsiteY278" fmla="*/ 335512 h 379150"/>
                <a:gd name="connsiteX279" fmla="*/ 316609 w 1045380"/>
                <a:gd name="connsiteY279" fmla="*/ 304660 h 379150"/>
                <a:gd name="connsiteX280" fmla="*/ 323099 w 1045380"/>
                <a:gd name="connsiteY280" fmla="*/ 298165 h 379150"/>
                <a:gd name="connsiteX281" fmla="*/ 323911 w 1045380"/>
                <a:gd name="connsiteY281" fmla="*/ 297353 h 379150"/>
                <a:gd name="connsiteX282" fmla="*/ 327156 w 1045380"/>
                <a:gd name="connsiteY282" fmla="*/ 292482 h 379150"/>
                <a:gd name="connsiteX283" fmla="*/ 330401 w 1045380"/>
                <a:gd name="connsiteY283" fmla="*/ 286799 h 379150"/>
                <a:gd name="connsiteX284" fmla="*/ 332835 w 1045380"/>
                <a:gd name="connsiteY284" fmla="*/ 284363 h 379150"/>
                <a:gd name="connsiteX285" fmla="*/ 334458 w 1045380"/>
                <a:gd name="connsiteY285" fmla="*/ 281928 h 379150"/>
                <a:gd name="connsiteX286" fmla="*/ 340948 w 1045380"/>
                <a:gd name="connsiteY286" fmla="*/ 271373 h 379150"/>
                <a:gd name="connsiteX287" fmla="*/ 344194 w 1045380"/>
                <a:gd name="connsiteY287" fmla="*/ 282740 h 379150"/>
                <a:gd name="connsiteX288" fmla="*/ 347439 w 1045380"/>
                <a:gd name="connsiteY288" fmla="*/ 303849 h 379150"/>
                <a:gd name="connsiteX289" fmla="*/ 347439 w 1045380"/>
                <a:gd name="connsiteY289" fmla="*/ 307096 h 379150"/>
                <a:gd name="connsiteX290" fmla="*/ 348250 w 1045380"/>
                <a:gd name="connsiteY290" fmla="*/ 307096 h 379150"/>
                <a:gd name="connsiteX291" fmla="*/ 349873 w 1045380"/>
                <a:gd name="connsiteY291" fmla="*/ 307096 h 379150"/>
                <a:gd name="connsiteX292" fmla="*/ 383948 w 1045380"/>
                <a:gd name="connsiteY292" fmla="*/ 341195 h 379150"/>
                <a:gd name="connsiteX293" fmla="*/ 410721 w 1045380"/>
                <a:gd name="connsiteY293" fmla="*/ 345255 h 379150"/>
                <a:gd name="connsiteX294" fmla="*/ 451287 w 1045380"/>
                <a:gd name="connsiteY294" fmla="*/ 337947 h 379150"/>
                <a:gd name="connsiteX295" fmla="*/ 456966 w 1045380"/>
                <a:gd name="connsiteY295" fmla="*/ 333076 h 379150"/>
                <a:gd name="connsiteX296" fmla="*/ 460212 w 1045380"/>
                <a:gd name="connsiteY296" fmla="*/ 330641 h 379150"/>
                <a:gd name="connsiteX297" fmla="*/ 469136 w 1045380"/>
                <a:gd name="connsiteY297" fmla="*/ 327393 h 379150"/>
                <a:gd name="connsiteX298" fmla="*/ 478872 w 1045380"/>
                <a:gd name="connsiteY298" fmla="*/ 321710 h 379150"/>
                <a:gd name="connsiteX299" fmla="*/ 486174 w 1045380"/>
                <a:gd name="connsiteY299" fmla="*/ 316839 h 379150"/>
                <a:gd name="connsiteX300" fmla="*/ 489419 w 1045380"/>
                <a:gd name="connsiteY300" fmla="*/ 315215 h 379150"/>
                <a:gd name="connsiteX301" fmla="*/ 505645 w 1045380"/>
                <a:gd name="connsiteY301" fmla="*/ 301413 h 379150"/>
                <a:gd name="connsiteX302" fmla="*/ 500777 w 1045380"/>
                <a:gd name="connsiteY302" fmla="*/ 312779 h 379150"/>
                <a:gd name="connsiteX303" fmla="*/ 498343 w 1045380"/>
                <a:gd name="connsiteY303" fmla="*/ 324146 h 379150"/>
                <a:gd name="connsiteX304" fmla="*/ 504834 w 1045380"/>
                <a:gd name="connsiteY304" fmla="*/ 337136 h 379150"/>
                <a:gd name="connsiteX305" fmla="*/ 509702 w 1045380"/>
                <a:gd name="connsiteY305" fmla="*/ 342819 h 379150"/>
                <a:gd name="connsiteX306" fmla="*/ 523494 w 1045380"/>
                <a:gd name="connsiteY306" fmla="*/ 350938 h 379150"/>
                <a:gd name="connsiteX307" fmla="*/ 553513 w 1045380"/>
                <a:gd name="connsiteY307" fmla="*/ 324146 h 379150"/>
                <a:gd name="connsiteX308" fmla="*/ 596513 w 1045380"/>
                <a:gd name="connsiteY308" fmla="*/ 285175 h 379150"/>
                <a:gd name="connsiteX309" fmla="*/ 604626 w 1045380"/>
                <a:gd name="connsiteY309" fmla="*/ 277868 h 379150"/>
                <a:gd name="connsiteX310" fmla="*/ 609493 w 1045380"/>
                <a:gd name="connsiteY310" fmla="*/ 275433 h 379150"/>
                <a:gd name="connsiteX311" fmla="*/ 611928 w 1045380"/>
                <a:gd name="connsiteY311" fmla="*/ 272997 h 379150"/>
                <a:gd name="connsiteX312" fmla="*/ 614361 w 1045380"/>
                <a:gd name="connsiteY312" fmla="*/ 271373 h 379150"/>
                <a:gd name="connsiteX313" fmla="*/ 616796 w 1045380"/>
                <a:gd name="connsiteY313" fmla="*/ 269749 h 379150"/>
                <a:gd name="connsiteX314" fmla="*/ 618418 w 1045380"/>
                <a:gd name="connsiteY314" fmla="*/ 268126 h 379150"/>
                <a:gd name="connsiteX315" fmla="*/ 623286 w 1045380"/>
                <a:gd name="connsiteY315" fmla="*/ 264878 h 379150"/>
                <a:gd name="connsiteX316" fmla="*/ 633022 w 1045380"/>
                <a:gd name="connsiteY316" fmla="*/ 260007 h 379150"/>
                <a:gd name="connsiteX317" fmla="*/ 639512 w 1045380"/>
                <a:gd name="connsiteY317" fmla="*/ 257571 h 379150"/>
                <a:gd name="connsiteX318" fmla="*/ 642757 w 1045380"/>
                <a:gd name="connsiteY318" fmla="*/ 256759 h 379150"/>
                <a:gd name="connsiteX319" fmla="*/ 646814 w 1045380"/>
                <a:gd name="connsiteY319" fmla="*/ 268938 h 379150"/>
                <a:gd name="connsiteX320" fmla="*/ 648437 w 1045380"/>
                <a:gd name="connsiteY320" fmla="*/ 283552 h 379150"/>
                <a:gd name="connsiteX321" fmla="*/ 691436 w 1045380"/>
                <a:gd name="connsiteY321" fmla="*/ 322522 h 379150"/>
                <a:gd name="connsiteX322" fmla="*/ 699550 w 1045380"/>
                <a:gd name="connsiteY322" fmla="*/ 324146 h 379150"/>
                <a:gd name="connsiteX323" fmla="*/ 740115 w 1045380"/>
                <a:gd name="connsiteY323" fmla="*/ 318462 h 379150"/>
                <a:gd name="connsiteX324" fmla="*/ 751474 w 1045380"/>
                <a:gd name="connsiteY324" fmla="*/ 311967 h 379150"/>
                <a:gd name="connsiteX325" fmla="*/ 764455 w 1045380"/>
                <a:gd name="connsiteY325" fmla="*/ 306284 h 379150"/>
                <a:gd name="connsiteX326" fmla="*/ 755530 w 1045380"/>
                <a:gd name="connsiteY326" fmla="*/ 329017 h 379150"/>
                <a:gd name="connsiteX327" fmla="*/ 752285 w 1045380"/>
                <a:gd name="connsiteY327" fmla="*/ 348502 h 379150"/>
                <a:gd name="connsiteX328" fmla="*/ 764455 w 1045380"/>
                <a:gd name="connsiteY328" fmla="*/ 375294 h 379150"/>
                <a:gd name="connsiteX329" fmla="*/ 768511 w 1045380"/>
                <a:gd name="connsiteY329" fmla="*/ 378541 h 379150"/>
                <a:gd name="connsiteX330" fmla="*/ 770945 w 1045380"/>
                <a:gd name="connsiteY330" fmla="*/ 378541 h 379150"/>
                <a:gd name="connsiteX331" fmla="*/ 773379 w 1045380"/>
                <a:gd name="connsiteY331" fmla="*/ 372858 h 379150"/>
                <a:gd name="connsiteX332" fmla="*/ 774191 w 1045380"/>
                <a:gd name="connsiteY332" fmla="*/ 367987 h 379150"/>
                <a:gd name="connsiteX333" fmla="*/ 779870 w 1045380"/>
                <a:gd name="connsiteY333" fmla="*/ 358244 h 379150"/>
                <a:gd name="connsiteX334" fmla="*/ 777436 w 1045380"/>
                <a:gd name="connsiteY334" fmla="*/ 359056 h 379150"/>
                <a:gd name="connsiteX335" fmla="*/ 775002 w 1045380"/>
                <a:gd name="connsiteY335" fmla="*/ 353373 h 379150"/>
                <a:gd name="connsiteX336" fmla="*/ 776624 w 1045380"/>
                <a:gd name="connsiteY336" fmla="*/ 344443 h 379150"/>
                <a:gd name="connsiteX337" fmla="*/ 778247 w 1045380"/>
                <a:gd name="connsiteY337" fmla="*/ 342007 h 379150"/>
                <a:gd name="connsiteX338" fmla="*/ 779059 w 1045380"/>
                <a:gd name="connsiteY338" fmla="*/ 341195 h 379150"/>
                <a:gd name="connsiteX339" fmla="*/ 780681 w 1045380"/>
                <a:gd name="connsiteY339" fmla="*/ 340383 h 379150"/>
                <a:gd name="connsiteX340" fmla="*/ 783115 w 1045380"/>
                <a:gd name="connsiteY340" fmla="*/ 337947 h 379150"/>
                <a:gd name="connsiteX341" fmla="*/ 783115 w 1045380"/>
                <a:gd name="connsiteY341" fmla="*/ 333888 h 379150"/>
                <a:gd name="connsiteX342" fmla="*/ 787983 w 1045380"/>
                <a:gd name="connsiteY342" fmla="*/ 322522 h 379150"/>
                <a:gd name="connsiteX343" fmla="*/ 789606 w 1045380"/>
                <a:gd name="connsiteY343" fmla="*/ 318462 h 379150"/>
                <a:gd name="connsiteX344" fmla="*/ 792039 w 1045380"/>
                <a:gd name="connsiteY344" fmla="*/ 313591 h 379150"/>
                <a:gd name="connsiteX345" fmla="*/ 796096 w 1045380"/>
                <a:gd name="connsiteY345" fmla="*/ 307908 h 379150"/>
                <a:gd name="connsiteX346" fmla="*/ 799341 w 1045380"/>
                <a:gd name="connsiteY346" fmla="*/ 301413 h 379150"/>
                <a:gd name="connsiteX347" fmla="*/ 826926 w 1045380"/>
                <a:gd name="connsiteY347" fmla="*/ 333888 h 379150"/>
                <a:gd name="connsiteX348" fmla="*/ 841530 w 1045380"/>
                <a:gd name="connsiteY348" fmla="*/ 332264 h 379150"/>
                <a:gd name="connsiteX349" fmla="*/ 856134 w 1045380"/>
                <a:gd name="connsiteY349" fmla="*/ 331452 h 379150"/>
                <a:gd name="connsiteX350" fmla="*/ 878850 w 1045380"/>
                <a:gd name="connsiteY350" fmla="*/ 328205 h 379150"/>
                <a:gd name="connsiteX351" fmla="*/ 888586 w 1045380"/>
                <a:gd name="connsiteY351" fmla="*/ 323334 h 379150"/>
                <a:gd name="connsiteX352" fmla="*/ 891831 w 1045380"/>
                <a:gd name="connsiteY352" fmla="*/ 322522 h 379150"/>
                <a:gd name="connsiteX353" fmla="*/ 900756 w 1045380"/>
                <a:gd name="connsiteY353" fmla="*/ 320898 h 379150"/>
                <a:gd name="connsiteX354" fmla="*/ 912926 w 1045380"/>
                <a:gd name="connsiteY354" fmla="*/ 318462 h 379150"/>
                <a:gd name="connsiteX355" fmla="*/ 919416 w 1045380"/>
                <a:gd name="connsiteY355" fmla="*/ 316027 h 379150"/>
                <a:gd name="connsiteX356" fmla="*/ 921039 w 1045380"/>
                <a:gd name="connsiteY356" fmla="*/ 315215 h 379150"/>
                <a:gd name="connsiteX357" fmla="*/ 959982 w 1045380"/>
                <a:gd name="connsiteY357" fmla="*/ 299789 h 379150"/>
                <a:gd name="connsiteX358" fmla="*/ 963227 w 1045380"/>
                <a:gd name="connsiteY358" fmla="*/ 298165 h 379150"/>
                <a:gd name="connsiteX359" fmla="*/ 959982 w 1045380"/>
                <a:gd name="connsiteY359" fmla="*/ 298977 h 379150"/>
                <a:gd name="connsiteX360" fmla="*/ 962416 w 1045380"/>
                <a:gd name="connsiteY360" fmla="*/ 296542 h 379150"/>
                <a:gd name="connsiteX361" fmla="*/ 969718 w 1045380"/>
                <a:gd name="connsiteY361" fmla="*/ 295730 h 379150"/>
                <a:gd name="connsiteX362" fmla="*/ 970529 w 1045380"/>
                <a:gd name="connsiteY362" fmla="*/ 295730 h 379150"/>
                <a:gd name="connsiteX363" fmla="*/ 977831 w 1045380"/>
                <a:gd name="connsiteY363" fmla="*/ 290858 h 379150"/>
                <a:gd name="connsiteX364" fmla="*/ 981887 w 1045380"/>
                <a:gd name="connsiteY364" fmla="*/ 286799 h 379150"/>
                <a:gd name="connsiteX365" fmla="*/ 984321 w 1045380"/>
                <a:gd name="connsiteY365" fmla="*/ 284363 h 379150"/>
                <a:gd name="connsiteX366" fmla="*/ 989189 w 1045380"/>
                <a:gd name="connsiteY366" fmla="*/ 281928 h 379150"/>
                <a:gd name="connsiteX367" fmla="*/ 993245 w 1045380"/>
                <a:gd name="connsiteY367" fmla="*/ 280304 h 379150"/>
                <a:gd name="connsiteX368" fmla="*/ 1004604 w 1045380"/>
                <a:gd name="connsiteY368" fmla="*/ 273809 h 379150"/>
                <a:gd name="connsiteX369" fmla="*/ 1015151 w 1045380"/>
                <a:gd name="connsiteY369" fmla="*/ 268126 h 379150"/>
                <a:gd name="connsiteX370" fmla="*/ 1028944 w 1045380"/>
                <a:gd name="connsiteY370" fmla="*/ 260007 h 379150"/>
                <a:gd name="connsiteX371" fmla="*/ 1031377 w 1045380"/>
                <a:gd name="connsiteY371" fmla="*/ 258383 h 379150"/>
                <a:gd name="connsiteX372" fmla="*/ 1038679 w 1045380"/>
                <a:gd name="connsiteY372" fmla="*/ 252700 h 379150"/>
                <a:gd name="connsiteX373" fmla="*/ 1045170 w 1045380"/>
                <a:gd name="connsiteY373" fmla="*/ 247017 h 379150"/>
                <a:gd name="connsiteX374" fmla="*/ 990812 w 1045380"/>
                <a:gd name="connsiteY374" fmla="*/ 268938 h 379150"/>
                <a:gd name="connsiteX375" fmla="*/ 875605 w 1045380"/>
                <a:gd name="connsiteY375" fmla="*/ 119552 h 379150"/>
                <a:gd name="connsiteX376" fmla="*/ 877228 w 1045380"/>
                <a:gd name="connsiteY376" fmla="*/ 117928 h 379150"/>
                <a:gd name="connsiteX377" fmla="*/ 878039 w 1045380"/>
                <a:gd name="connsiteY377" fmla="*/ 119552 h 379150"/>
                <a:gd name="connsiteX378" fmla="*/ 876416 w 1045380"/>
                <a:gd name="connsiteY378" fmla="*/ 121176 h 379150"/>
                <a:gd name="connsiteX379" fmla="*/ 875605 w 1045380"/>
                <a:gd name="connsiteY379" fmla="*/ 119552 h 379150"/>
                <a:gd name="connsiteX380" fmla="*/ 873983 w 1045380"/>
                <a:gd name="connsiteY380" fmla="*/ 122799 h 379150"/>
                <a:gd name="connsiteX381" fmla="*/ 874794 w 1045380"/>
                <a:gd name="connsiteY381" fmla="*/ 124423 h 379150"/>
                <a:gd name="connsiteX382" fmla="*/ 873171 w 1045380"/>
                <a:gd name="connsiteY382" fmla="*/ 125235 h 379150"/>
                <a:gd name="connsiteX383" fmla="*/ 872360 w 1045380"/>
                <a:gd name="connsiteY383" fmla="*/ 123611 h 379150"/>
                <a:gd name="connsiteX384" fmla="*/ 873983 w 1045380"/>
                <a:gd name="connsiteY384" fmla="*/ 122799 h 379150"/>
                <a:gd name="connsiteX385" fmla="*/ 867492 w 1045380"/>
                <a:gd name="connsiteY385" fmla="*/ 131730 h 379150"/>
                <a:gd name="connsiteX386" fmla="*/ 866681 w 1045380"/>
                <a:gd name="connsiteY386" fmla="*/ 130106 h 379150"/>
                <a:gd name="connsiteX387" fmla="*/ 869926 w 1045380"/>
                <a:gd name="connsiteY387" fmla="*/ 131730 h 379150"/>
                <a:gd name="connsiteX388" fmla="*/ 865869 w 1045380"/>
                <a:gd name="connsiteY388" fmla="*/ 134977 h 379150"/>
                <a:gd name="connsiteX389" fmla="*/ 866681 w 1045380"/>
                <a:gd name="connsiteY389" fmla="*/ 133354 h 379150"/>
                <a:gd name="connsiteX390" fmla="*/ 867492 w 1045380"/>
                <a:gd name="connsiteY390" fmla="*/ 131730 h 379150"/>
                <a:gd name="connsiteX391" fmla="*/ 865058 w 1045380"/>
                <a:gd name="connsiteY391" fmla="*/ 139849 h 379150"/>
                <a:gd name="connsiteX392" fmla="*/ 867492 w 1045380"/>
                <a:gd name="connsiteY392" fmla="*/ 137413 h 379150"/>
                <a:gd name="connsiteX393" fmla="*/ 865058 w 1045380"/>
                <a:gd name="connsiteY393" fmla="*/ 139849 h 379150"/>
                <a:gd name="connsiteX394" fmla="*/ 865058 w 1045380"/>
                <a:gd name="connsiteY394" fmla="*/ 139849 h 379150"/>
                <a:gd name="connsiteX395" fmla="*/ 861813 w 1045380"/>
                <a:gd name="connsiteY395" fmla="*/ 146344 h 379150"/>
                <a:gd name="connsiteX396" fmla="*/ 863435 w 1045380"/>
                <a:gd name="connsiteY396" fmla="*/ 144720 h 379150"/>
                <a:gd name="connsiteX397" fmla="*/ 864247 w 1045380"/>
                <a:gd name="connsiteY397" fmla="*/ 143908 h 379150"/>
                <a:gd name="connsiteX398" fmla="*/ 863435 w 1045380"/>
                <a:gd name="connsiteY398" fmla="*/ 146344 h 379150"/>
                <a:gd name="connsiteX399" fmla="*/ 860190 w 1045380"/>
                <a:gd name="connsiteY399" fmla="*/ 147156 h 379150"/>
                <a:gd name="connsiteX400" fmla="*/ 861813 w 1045380"/>
                <a:gd name="connsiteY400" fmla="*/ 146344 h 379150"/>
                <a:gd name="connsiteX401" fmla="*/ 853700 w 1045380"/>
                <a:gd name="connsiteY401" fmla="*/ 158522 h 379150"/>
                <a:gd name="connsiteX402" fmla="*/ 854511 w 1045380"/>
                <a:gd name="connsiteY402" fmla="*/ 156898 h 379150"/>
                <a:gd name="connsiteX403" fmla="*/ 854511 w 1045380"/>
                <a:gd name="connsiteY403" fmla="*/ 158522 h 379150"/>
                <a:gd name="connsiteX404" fmla="*/ 852888 w 1045380"/>
                <a:gd name="connsiteY404" fmla="*/ 160958 h 379150"/>
                <a:gd name="connsiteX405" fmla="*/ 853700 w 1045380"/>
                <a:gd name="connsiteY405" fmla="*/ 158522 h 379150"/>
                <a:gd name="connsiteX406" fmla="*/ 849643 w 1045380"/>
                <a:gd name="connsiteY406" fmla="*/ 161770 h 379150"/>
                <a:gd name="connsiteX407" fmla="*/ 851265 w 1045380"/>
                <a:gd name="connsiteY407" fmla="*/ 163393 h 379150"/>
                <a:gd name="connsiteX408" fmla="*/ 850454 w 1045380"/>
                <a:gd name="connsiteY408" fmla="*/ 164205 h 379150"/>
                <a:gd name="connsiteX409" fmla="*/ 848831 w 1045380"/>
                <a:gd name="connsiteY409" fmla="*/ 163393 h 379150"/>
                <a:gd name="connsiteX410" fmla="*/ 849643 w 1045380"/>
                <a:gd name="connsiteY410" fmla="*/ 161770 h 379150"/>
                <a:gd name="connsiteX411" fmla="*/ 848831 w 1045380"/>
                <a:gd name="connsiteY411" fmla="*/ 167453 h 379150"/>
                <a:gd name="connsiteX412" fmla="*/ 850454 w 1045380"/>
                <a:gd name="connsiteY412" fmla="*/ 165829 h 379150"/>
                <a:gd name="connsiteX413" fmla="*/ 850454 w 1045380"/>
                <a:gd name="connsiteY413" fmla="*/ 167453 h 379150"/>
                <a:gd name="connsiteX414" fmla="*/ 849643 w 1045380"/>
                <a:gd name="connsiteY414" fmla="*/ 169076 h 379150"/>
                <a:gd name="connsiteX415" fmla="*/ 848831 w 1045380"/>
                <a:gd name="connsiteY415" fmla="*/ 167453 h 379150"/>
                <a:gd name="connsiteX416" fmla="*/ 843152 w 1045380"/>
                <a:gd name="connsiteY416" fmla="*/ 177195 h 379150"/>
                <a:gd name="connsiteX417" fmla="*/ 844775 w 1045380"/>
                <a:gd name="connsiteY417" fmla="*/ 178819 h 379150"/>
                <a:gd name="connsiteX418" fmla="*/ 843152 w 1045380"/>
                <a:gd name="connsiteY418" fmla="*/ 181255 h 379150"/>
                <a:gd name="connsiteX419" fmla="*/ 841530 w 1045380"/>
                <a:gd name="connsiteY419" fmla="*/ 180443 h 379150"/>
                <a:gd name="connsiteX420" fmla="*/ 843152 w 1045380"/>
                <a:gd name="connsiteY420" fmla="*/ 177195 h 379150"/>
                <a:gd name="connsiteX421" fmla="*/ 837473 w 1045380"/>
                <a:gd name="connsiteY421" fmla="*/ 187750 h 379150"/>
                <a:gd name="connsiteX422" fmla="*/ 838284 w 1045380"/>
                <a:gd name="connsiteY422" fmla="*/ 186938 h 379150"/>
                <a:gd name="connsiteX423" fmla="*/ 839096 w 1045380"/>
                <a:gd name="connsiteY423" fmla="*/ 188561 h 379150"/>
                <a:gd name="connsiteX424" fmla="*/ 837473 w 1045380"/>
                <a:gd name="connsiteY424" fmla="*/ 187750 h 379150"/>
                <a:gd name="connsiteX425" fmla="*/ 108101 w 1045380"/>
                <a:gd name="connsiteY425" fmla="*/ 161770 h 379150"/>
                <a:gd name="connsiteX426" fmla="*/ 109723 w 1045380"/>
                <a:gd name="connsiteY426" fmla="*/ 160958 h 379150"/>
                <a:gd name="connsiteX427" fmla="*/ 108101 w 1045380"/>
                <a:gd name="connsiteY427" fmla="*/ 164205 h 379150"/>
                <a:gd name="connsiteX428" fmla="*/ 108101 w 1045380"/>
                <a:gd name="connsiteY428" fmla="*/ 161770 h 379150"/>
                <a:gd name="connsiteX429" fmla="*/ 103233 w 1045380"/>
                <a:gd name="connsiteY429" fmla="*/ 173136 h 379150"/>
                <a:gd name="connsiteX430" fmla="*/ 100799 w 1045380"/>
                <a:gd name="connsiteY430" fmla="*/ 177195 h 379150"/>
                <a:gd name="connsiteX431" fmla="*/ 99176 w 1045380"/>
                <a:gd name="connsiteY431" fmla="*/ 177195 h 379150"/>
                <a:gd name="connsiteX432" fmla="*/ 103233 w 1045380"/>
                <a:gd name="connsiteY432" fmla="*/ 173136 h 379150"/>
                <a:gd name="connsiteX433" fmla="*/ 94308 w 1045380"/>
                <a:gd name="connsiteY433" fmla="*/ 199928 h 379150"/>
                <a:gd name="connsiteX434" fmla="*/ 93497 w 1045380"/>
                <a:gd name="connsiteY434" fmla="*/ 198304 h 379150"/>
                <a:gd name="connsiteX435" fmla="*/ 95120 w 1045380"/>
                <a:gd name="connsiteY435" fmla="*/ 196680 h 379150"/>
                <a:gd name="connsiteX436" fmla="*/ 95931 w 1045380"/>
                <a:gd name="connsiteY436" fmla="*/ 198304 h 379150"/>
                <a:gd name="connsiteX437" fmla="*/ 94308 w 1045380"/>
                <a:gd name="connsiteY437" fmla="*/ 199928 h 379150"/>
                <a:gd name="connsiteX438" fmla="*/ 93497 w 1045380"/>
                <a:gd name="connsiteY438" fmla="*/ 185314 h 379150"/>
                <a:gd name="connsiteX439" fmla="*/ 94308 w 1045380"/>
                <a:gd name="connsiteY439" fmla="*/ 182878 h 379150"/>
                <a:gd name="connsiteX440" fmla="*/ 95931 w 1045380"/>
                <a:gd name="connsiteY440" fmla="*/ 180443 h 379150"/>
                <a:gd name="connsiteX441" fmla="*/ 97554 w 1045380"/>
                <a:gd name="connsiteY441" fmla="*/ 180443 h 379150"/>
                <a:gd name="connsiteX442" fmla="*/ 91063 w 1045380"/>
                <a:gd name="connsiteY442" fmla="*/ 190185 h 379150"/>
                <a:gd name="connsiteX443" fmla="*/ 93497 w 1045380"/>
                <a:gd name="connsiteY443" fmla="*/ 185314 h 379150"/>
                <a:gd name="connsiteX444" fmla="*/ 87818 w 1045380"/>
                <a:gd name="connsiteY444" fmla="*/ 212106 h 379150"/>
                <a:gd name="connsiteX445" fmla="*/ 85384 w 1045380"/>
                <a:gd name="connsiteY445" fmla="*/ 213730 h 379150"/>
                <a:gd name="connsiteX446" fmla="*/ 83761 w 1045380"/>
                <a:gd name="connsiteY446" fmla="*/ 213730 h 379150"/>
                <a:gd name="connsiteX447" fmla="*/ 85384 w 1045380"/>
                <a:gd name="connsiteY447" fmla="*/ 212106 h 379150"/>
                <a:gd name="connsiteX448" fmla="*/ 87818 w 1045380"/>
                <a:gd name="connsiteY448" fmla="*/ 212106 h 379150"/>
                <a:gd name="connsiteX449" fmla="*/ 84573 w 1045380"/>
                <a:gd name="connsiteY449" fmla="*/ 197492 h 379150"/>
                <a:gd name="connsiteX450" fmla="*/ 86195 w 1045380"/>
                <a:gd name="connsiteY450" fmla="*/ 198304 h 379150"/>
                <a:gd name="connsiteX451" fmla="*/ 84573 w 1045380"/>
                <a:gd name="connsiteY451" fmla="*/ 199928 h 379150"/>
                <a:gd name="connsiteX452" fmla="*/ 83761 w 1045380"/>
                <a:gd name="connsiteY452" fmla="*/ 199116 h 379150"/>
                <a:gd name="connsiteX453" fmla="*/ 84573 w 1045380"/>
                <a:gd name="connsiteY453" fmla="*/ 197492 h 379150"/>
                <a:gd name="connsiteX454" fmla="*/ 82139 w 1045380"/>
                <a:gd name="connsiteY454" fmla="*/ 201552 h 379150"/>
                <a:gd name="connsiteX455" fmla="*/ 83761 w 1045380"/>
                <a:gd name="connsiteY455" fmla="*/ 202364 h 379150"/>
                <a:gd name="connsiteX456" fmla="*/ 82139 w 1045380"/>
                <a:gd name="connsiteY456" fmla="*/ 203175 h 379150"/>
                <a:gd name="connsiteX457" fmla="*/ 80516 w 1045380"/>
                <a:gd name="connsiteY457" fmla="*/ 202364 h 379150"/>
                <a:gd name="connsiteX458" fmla="*/ 82139 w 1045380"/>
                <a:gd name="connsiteY458" fmla="*/ 201552 h 379150"/>
                <a:gd name="connsiteX459" fmla="*/ 65912 w 1045380"/>
                <a:gd name="connsiteY459" fmla="*/ 224284 h 379150"/>
                <a:gd name="connsiteX460" fmla="*/ 70780 w 1045380"/>
                <a:gd name="connsiteY460" fmla="*/ 216977 h 379150"/>
                <a:gd name="connsiteX461" fmla="*/ 73214 w 1045380"/>
                <a:gd name="connsiteY461" fmla="*/ 216165 h 379150"/>
                <a:gd name="connsiteX462" fmla="*/ 72403 w 1045380"/>
                <a:gd name="connsiteY462" fmla="*/ 218601 h 379150"/>
                <a:gd name="connsiteX463" fmla="*/ 69969 w 1045380"/>
                <a:gd name="connsiteY463" fmla="*/ 222661 h 379150"/>
                <a:gd name="connsiteX464" fmla="*/ 63478 w 1045380"/>
                <a:gd name="connsiteY464" fmla="*/ 228344 h 379150"/>
                <a:gd name="connsiteX465" fmla="*/ 65912 w 1045380"/>
                <a:gd name="connsiteY465" fmla="*/ 224284 h 379150"/>
                <a:gd name="connsiteX466" fmla="*/ 61856 w 1045380"/>
                <a:gd name="connsiteY466" fmla="*/ 231591 h 379150"/>
                <a:gd name="connsiteX467" fmla="*/ 63478 w 1045380"/>
                <a:gd name="connsiteY467" fmla="*/ 232403 h 379150"/>
                <a:gd name="connsiteX468" fmla="*/ 61856 w 1045380"/>
                <a:gd name="connsiteY468" fmla="*/ 234027 h 379150"/>
                <a:gd name="connsiteX469" fmla="*/ 60233 w 1045380"/>
                <a:gd name="connsiteY469" fmla="*/ 233215 h 379150"/>
                <a:gd name="connsiteX470" fmla="*/ 61856 w 1045380"/>
                <a:gd name="connsiteY470" fmla="*/ 231591 h 379150"/>
                <a:gd name="connsiteX471" fmla="*/ 41573 w 1045380"/>
                <a:gd name="connsiteY471" fmla="*/ 265690 h 379150"/>
                <a:gd name="connsiteX472" fmla="*/ 44007 w 1045380"/>
                <a:gd name="connsiteY472" fmla="*/ 258383 h 379150"/>
                <a:gd name="connsiteX473" fmla="*/ 45629 w 1045380"/>
                <a:gd name="connsiteY473" fmla="*/ 258383 h 379150"/>
                <a:gd name="connsiteX474" fmla="*/ 41573 w 1045380"/>
                <a:gd name="connsiteY474" fmla="*/ 265690 h 379150"/>
                <a:gd name="connsiteX475" fmla="*/ 47252 w 1045380"/>
                <a:gd name="connsiteY475" fmla="*/ 254324 h 379150"/>
                <a:gd name="connsiteX476" fmla="*/ 49686 w 1045380"/>
                <a:gd name="connsiteY476" fmla="*/ 250264 h 379150"/>
                <a:gd name="connsiteX477" fmla="*/ 50497 w 1045380"/>
                <a:gd name="connsiteY477" fmla="*/ 251076 h 379150"/>
                <a:gd name="connsiteX478" fmla="*/ 47252 w 1045380"/>
                <a:gd name="connsiteY478" fmla="*/ 254324 h 379150"/>
                <a:gd name="connsiteX479" fmla="*/ 52931 w 1045380"/>
                <a:gd name="connsiteY479" fmla="*/ 246205 h 379150"/>
                <a:gd name="connsiteX480" fmla="*/ 52120 w 1045380"/>
                <a:gd name="connsiteY480" fmla="*/ 244581 h 379150"/>
                <a:gd name="connsiteX481" fmla="*/ 53743 w 1045380"/>
                <a:gd name="connsiteY481" fmla="*/ 242958 h 379150"/>
                <a:gd name="connsiteX482" fmla="*/ 54554 w 1045380"/>
                <a:gd name="connsiteY482" fmla="*/ 244581 h 379150"/>
                <a:gd name="connsiteX483" fmla="*/ 52931 w 1045380"/>
                <a:gd name="connsiteY483" fmla="*/ 246205 h 379150"/>
                <a:gd name="connsiteX484" fmla="*/ 324722 w 1045380"/>
                <a:gd name="connsiteY484" fmla="*/ 267314 h 379150"/>
                <a:gd name="connsiteX485" fmla="*/ 284156 w 1045380"/>
                <a:gd name="connsiteY485" fmla="*/ 305472 h 379150"/>
                <a:gd name="connsiteX486" fmla="*/ 267119 w 1045380"/>
                <a:gd name="connsiteY486" fmla="*/ 316027 h 379150"/>
                <a:gd name="connsiteX487" fmla="*/ 278477 w 1045380"/>
                <a:gd name="connsiteY487" fmla="*/ 294106 h 379150"/>
                <a:gd name="connsiteX488" fmla="*/ 283345 w 1045380"/>
                <a:gd name="connsiteY488" fmla="*/ 287611 h 379150"/>
                <a:gd name="connsiteX489" fmla="*/ 339326 w 1045380"/>
                <a:gd name="connsiteY489" fmla="*/ 229967 h 379150"/>
                <a:gd name="connsiteX490" fmla="*/ 340948 w 1045380"/>
                <a:gd name="connsiteY490" fmla="*/ 229155 h 379150"/>
                <a:gd name="connsiteX491" fmla="*/ 347439 w 1045380"/>
                <a:gd name="connsiteY491" fmla="*/ 225908 h 379150"/>
                <a:gd name="connsiteX492" fmla="*/ 355552 w 1045380"/>
                <a:gd name="connsiteY492" fmla="*/ 225908 h 379150"/>
                <a:gd name="connsiteX493" fmla="*/ 324722 w 1045380"/>
                <a:gd name="connsiteY493" fmla="*/ 267314 h 379150"/>
                <a:gd name="connsiteX494" fmla="*/ 449665 w 1045380"/>
                <a:gd name="connsiteY494" fmla="*/ 337136 h 379150"/>
                <a:gd name="connsiteX495" fmla="*/ 447230 w 1045380"/>
                <a:gd name="connsiteY495" fmla="*/ 337947 h 379150"/>
                <a:gd name="connsiteX496" fmla="*/ 448853 w 1045380"/>
                <a:gd name="connsiteY496" fmla="*/ 335512 h 379150"/>
                <a:gd name="connsiteX497" fmla="*/ 449665 w 1045380"/>
                <a:gd name="connsiteY497" fmla="*/ 337136 h 379150"/>
                <a:gd name="connsiteX498" fmla="*/ 466702 w 1045380"/>
                <a:gd name="connsiteY498" fmla="*/ 324146 h 379150"/>
                <a:gd name="connsiteX499" fmla="*/ 466702 w 1045380"/>
                <a:gd name="connsiteY499" fmla="*/ 323334 h 379150"/>
                <a:gd name="connsiteX500" fmla="*/ 469947 w 1045380"/>
                <a:gd name="connsiteY500" fmla="*/ 322522 h 379150"/>
                <a:gd name="connsiteX501" fmla="*/ 466702 w 1045380"/>
                <a:gd name="connsiteY501" fmla="*/ 324146 h 379150"/>
                <a:gd name="connsiteX502" fmla="*/ 493475 w 1045380"/>
                <a:gd name="connsiteY502" fmla="*/ 307096 h 379150"/>
                <a:gd name="connsiteX503" fmla="*/ 488608 w 1045380"/>
                <a:gd name="connsiteY503" fmla="*/ 310344 h 379150"/>
                <a:gd name="connsiteX504" fmla="*/ 485362 w 1045380"/>
                <a:gd name="connsiteY504" fmla="*/ 312779 h 379150"/>
                <a:gd name="connsiteX505" fmla="*/ 488608 w 1045380"/>
                <a:gd name="connsiteY505" fmla="*/ 309532 h 379150"/>
                <a:gd name="connsiteX506" fmla="*/ 492664 w 1045380"/>
                <a:gd name="connsiteY506" fmla="*/ 306284 h 379150"/>
                <a:gd name="connsiteX507" fmla="*/ 495098 w 1045380"/>
                <a:gd name="connsiteY507" fmla="*/ 304660 h 379150"/>
                <a:gd name="connsiteX508" fmla="*/ 495909 w 1045380"/>
                <a:gd name="connsiteY508" fmla="*/ 304660 h 379150"/>
                <a:gd name="connsiteX509" fmla="*/ 493475 w 1045380"/>
                <a:gd name="connsiteY509" fmla="*/ 307096 h 379150"/>
                <a:gd name="connsiteX510" fmla="*/ 513758 w 1045380"/>
                <a:gd name="connsiteY510" fmla="*/ 294106 h 379150"/>
                <a:gd name="connsiteX511" fmla="*/ 512947 w 1045380"/>
                <a:gd name="connsiteY511" fmla="*/ 295730 h 379150"/>
                <a:gd name="connsiteX512" fmla="*/ 508079 w 1045380"/>
                <a:gd name="connsiteY512" fmla="*/ 299789 h 379150"/>
                <a:gd name="connsiteX513" fmla="*/ 499155 w 1045380"/>
                <a:gd name="connsiteY513" fmla="*/ 303849 h 379150"/>
                <a:gd name="connsiteX514" fmla="*/ 515381 w 1045380"/>
                <a:gd name="connsiteY514" fmla="*/ 292482 h 379150"/>
                <a:gd name="connsiteX515" fmla="*/ 516192 w 1045380"/>
                <a:gd name="connsiteY515" fmla="*/ 291670 h 379150"/>
                <a:gd name="connsiteX516" fmla="*/ 513758 w 1045380"/>
                <a:gd name="connsiteY516" fmla="*/ 294106 h 379150"/>
                <a:gd name="connsiteX517" fmla="*/ 768511 w 1045380"/>
                <a:gd name="connsiteY517" fmla="*/ 305472 h 379150"/>
                <a:gd name="connsiteX518" fmla="*/ 765266 w 1045380"/>
                <a:gd name="connsiteY518" fmla="*/ 307096 h 379150"/>
                <a:gd name="connsiteX519" fmla="*/ 764455 w 1045380"/>
                <a:gd name="connsiteY519" fmla="*/ 306284 h 379150"/>
                <a:gd name="connsiteX520" fmla="*/ 770134 w 1045380"/>
                <a:gd name="connsiteY520" fmla="*/ 303037 h 379150"/>
                <a:gd name="connsiteX521" fmla="*/ 768511 w 1045380"/>
                <a:gd name="connsiteY521" fmla="*/ 305472 h 379150"/>
                <a:gd name="connsiteX522" fmla="*/ 771757 w 1045380"/>
                <a:gd name="connsiteY522" fmla="*/ 320898 h 379150"/>
                <a:gd name="connsiteX523" fmla="*/ 770945 w 1045380"/>
                <a:gd name="connsiteY523" fmla="*/ 321710 h 379150"/>
                <a:gd name="connsiteX524" fmla="*/ 771757 w 1045380"/>
                <a:gd name="connsiteY524" fmla="*/ 318462 h 379150"/>
                <a:gd name="connsiteX525" fmla="*/ 773379 w 1045380"/>
                <a:gd name="connsiteY525" fmla="*/ 317650 h 379150"/>
                <a:gd name="connsiteX526" fmla="*/ 771757 w 1045380"/>
                <a:gd name="connsiteY526" fmla="*/ 320898 h 379150"/>
                <a:gd name="connsiteX527" fmla="*/ 779870 w 1045380"/>
                <a:gd name="connsiteY527" fmla="*/ 302225 h 379150"/>
                <a:gd name="connsiteX528" fmla="*/ 775813 w 1045380"/>
                <a:gd name="connsiteY528" fmla="*/ 310344 h 379150"/>
                <a:gd name="connsiteX529" fmla="*/ 773379 w 1045380"/>
                <a:gd name="connsiteY529" fmla="*/ 316027 h 379150"/>
                <a:gd name="connsiteX530" fmla="*/ 775002 w 1045380"/>
                <a:gd name="connsiteY530" fmla="*/ 308720 h 379150"/>
                <a:gd name="connsiteX531" fmla="*/ 776624 w 1045380"/>
                <a:gd name="connsiteY531" fmla="*/ 304660 h 379150"/>
                <a:gd name="connsiteX532" fmla="*/ 779870 w 1045380"/>
                <a:gd name="connsiteY532" fmla="*/ 302225 h 379150"/>
                <a:gd name="connsiteX533" fmla="*/ 779870 w 1045380"/>
                <a:gd name="connsiteY533" fmla="*/ 302225 h 379150"/>
                <a:gd name="connsiteX534" fmla="*/ 782304 w 1045380"/>
                <a:gd name="connsiteY534" fmla="*/ 295730 h 379150"/>
                <a:gd name="connsiteX535" fmla="*/ 781492 w 1045380"/>
                <a:gd name="connsiteY535" fmla="*/ 299789 h 379150"/>
                <a:gd name="connsiteX536" fmla="*/ 779059 w 1045380"/>
                <a:gd name="connsiteY536" fmla="*/ 300601 h 379150"/>
                <a:gd name="connsiteX537" fmla="*/ 777436 w 1045380"/>
                <a:gd name="connsiteY537" fmla="*/ 301413 h 379150"/>
                <a:gd name="connsiteX538" fmla="*/ 779870 w 1045380"/>
                <a:gd name="connsiteY538" fmla="*/ 295730 h 379150"/>
                <a:gd name="connsiteX539" fmla="*/ 783115 w 1045380"/>
                <a:gd name="connsiteY539" fmla="*/ 293294 h 379150"/>
                <a:gd name="connsiteX540" fmla="*/ 782304 w 1045380"/>
                <a:gd name="connsiteY540" fmla="*/ 295730 h 379150"/>
                <a:gd name="connsiteX541" fmla="*/ 786360 w 1045380"/>
                <a:gd name="connsiteY541" fmla="*/ 290046 h 379150"/>
                <a:gd name="connsiteX542" fmla="*/ 785549 w 1045380"/>
                <a:gd name="connsiteY542" fmla="*/ 289235 h 379150"/>
                <a:gd name="connsiteX543" fmla="*/ 786360 w 1045380"/>
                <a:gd name="connsiteY543" fmla="*/ 288423 h 379150"/>
                <a:gd name="connsiteX544" fmla="*/ 786360 w 1045380"/>
                <a:gd name="connsiteY544" fmla="*/ 290046 h 379150"/>
                <a:gd name="connsiteX545" fmla="*/ 796096 w 1045380"/>
                <a:gd name="connsiteY545" fmla="*/ 264878 h 379150"/>
                <a:gd name="connsiteX546" fmla="*/ 796096 w 1045380"/>
                <a:gd name="connsiteY546" fmla="*/ 264066 h 379150"/>
                <a:gd name="connsiteX547" fmla="*/ 796907 w 1045380"/>
                <a:gd name="connsiteY547" fmla="*/ 263255 h 379150"/>
                <a:gd name="connsiteX548" fmla="*/ 796096 w 1045380"/>
                <a:gd name="connsiteY548" fmla="*/ 264878 h 379150"/>
                <a:gd name="connsiteX549" fmla="*/ 796096 w 1045380"/>
                <a:gd name="connsiteY549" fmla="*/ 264878 h 379150"/>
                <a:gd name="connsiteX550" fmla="*/ 802587 w 1045380"/>
                <a:gd name="connsiteY550" fmla="*/ 286799 h 379150"/>
                <a:gd name="connsiteX551" fmla="*/ 802587 w 1045380"/>
                <a:gd name="connsiteY551" fmla="*/ 285175 h 379150"/>
                <a:gd name="connsiteX552" fmla="*/ 803398 w 1045380"/>
                <a:gd name="connsiteY552" fmla="*/ 283552 h 379150"/>
                <a:gd name="connsiteX553" fmla="*/ 803398 w 1045380"/>
                <a:gd name="connsiteY553" fmla="*/ 285175 h 379150"/>
                <a:gd name="connsiteX554" fmla="*/ 802587 w 1045380"/>
                <a:gd name="connsiteY554" fmla="*/ 286799 h 379150"/>
                <a:gd name="connsiteX555" fmla="*/ 804209 w 1045380"/>
                <a:gd name="connsiteY555" fmla="*/ 253512 h 379150"/>
                <a:gd name="connsiteX556" fmla="*/ 801775 w 1045380"/>
                <a:gd name="connsiteY556" fmla="*/ 254324 h 379150"/>
                <a:gd name="connsiteX557" fmla="*/ 800153 w 1045380"/>
                <a:gd name="connsiteY557" fmla="*/ 252700 h 379150"/>
                <a:gd name="connsiteX558" fmla="*/ 802587 w 1045380"/>
                <a:gd name="connsiteY558" fmla="*/ 251888 h 379150"/>
                <a:gd name="connsiteX559" fmla="*/ 804209 w 1045380"/>
                <a:gd name="connsiteY559" fmla="*/ 249452 h 379150"/>
                <a:gd name="connsiteX560" fmla="*/ 805021 w 1045380"/>
                <a:gd name="connsiteY560" fmla="*/ 247017 h 379150"/>
                <a:gd name="connsiteX561" fmla="*/ 805832 w 1045380"/>
                <a:gd name="connsiteY561" fmla="*/ 250264 h 379150"/>
                <a:gd name="connsiteX562" fmla="*/ 804209 w 1045380"/>
                <a:gd name="connsiteY562" fmla="*/ 253512 h 379150"/>
                <a:gd name="connsiteX563" fmla="*/ 811511 w 1045380"/>
                <a:gd name="connsiteY563" fmla="*/ 236462 h 379150"/>
                <a:gd name="connsiteX564" fmla="*/ 809077 w 1045380"/>
                <a:gd name="connsiteY564" fmla="*/ 238086 h 379150"/>
                <a:gd name="connsiteX565" fmla="*/ 809077 w 1045380"/>
                <a:gd name="connsiteY565" fmla="*/ 237274 h 379150"/>
                <a:gd name="connsiteX566" fmla="*/ 810700 w 1045380"/>
                <a:gd name="connsiteY566" fmla="*/ 234839 h 379150"/>
                <a:gd name="connsiteX567" fmla="*/ 812322 w 1045380"/>
                <a:gd name="connsiteY567" fmla="*/ 233215 h 379150"/>
                <a:gd name="connsiteX568" fmla="*/ 813134 w 1045380"/>
                <a:gd name="connsiteY568" fmla="*/ 231591 h 379150"/>
                <a:gd name="connsiteX569" fmla="*/ 811511 w 1045380"/>
                <a:gd name="connsiteY569" fmla="*/ 236462 h 379150"/>
                <a:gd name="connsiteX570" fmla="*/ 818813 w 1045380"/>
                <a:gd name="connsiteY570" fmla="*/ 223472 h 379150"/>
                <a:gd name="connsiteX571" fmla="*/ 817190 w 1045380"/>
                <a:gd name="connsiteY571" fmla="*/ 227532 h 379150"/>
                <a:gd name="connsiteX572" fmla="*/ 815568 w 1045380"/>
                <a:gd name="connsiteY572" fmla="*/ 229155 h 379150"/>
                <a:gd name="connsiteX573" fmla="*/ 817190 w 1045380"/>
                <a:gd name="connsiteY573" fmla="*/ 222661 h 379150"/>
                <a:gd name="connsiteX574" fmla="*/ 819624 w 1045380"/>
                <a:gd name="connsiteY574" fmla="*/ 221037 h 379150"/>
                <a:gd name="connsiteX575" fmla="*/ 818813 w 1045380"/>
                <a:gd name="connsiteY575" fmla="*/ 223472 h 379150"/>
                <a:gd name="connsiteX576" fmla="*/ 822058 w 1045380"/>
                <a:gd name="connsiteY576" fmla="*/ 213730 h 379150"/>
                <a:gd name="connsiteX577" fmla="*/ 822058 w 1045380"/>
                <a:gd name="connsiteY577" fmla="*/ 213730 h 379150"/>
                <a:gd name="connsiteX578" fmla="*/ 822870 w 1045380"/>
                <a:gd name="connsiteY578" fmla="*/ 211294 h 379150"/>
                <a:gd name="connsiteX579" fmla="*/ 822058 w 1045380"/>
                <a:gd name="connsiteY579" fmla="*/ 213730 h 379150"/>
                <a:gd name="connsiteX580" fmla="*/ 826115 w 1045380"/>
                <a:gd name="connsiteY580" fmla="*/ 209670 h 379150"/>
                <a:gd name="connsiteX581" fmla="*/ 824492 w 1045380"/>
                <a:gd name="connsiteY581" fmla="*/ 209670 h 379150"/>
                <a:gd name="connsiteX582" fmla="*/ 825303 w 1045380"/>
                <a:gd name="connsiteY582" fmla="*/ 205611 h 379150"/>
                <a:gd name="connsiteX583" fmla="*/ 826926 w 1045380"/>
                <a:gd name="connsiteY583" fmla="*/ 205611 h 379150"/>
                <a:gd name="connsiteX584" fmla="*/ 826115 w 1045380"/>
                <a:gd name="connsiteY584" fmla="*/ 209670 h 379150"/>
                <a:gd name="connsiteX585" fmla="*/ 833417 w 1045380"/>
                <a:gd name="connsiteY585" fmla="*/ 191809 h 379150"/>
                <a:gd name="connsiteX586" fmla="*/ 835039 w 1045380"/>
                <a:gd name="connsiteY586" fmla="*/ 189373 h 379150"/>
                <a:gd name="connsiteX587" fmla="*/ 834228 w 1045380"/>
                <a:gd name="connsiteY587" fmla="*/ 191809 h 379150"/>
                <a:gd name="connsiteX588" fmla="*/ 832605 w 1045380"/>
                <a:gd name="connsiteY588" fmla="*/ 194245 h 379150"/>
                <a:gd name="connsiteX589" fmla="*/ 833417 w 1045380"/>
                <a:gd name="connsiteY589" fmla="*/ 191809 h 37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1045380" h="379150">
                  <a:moveTo>
                    <a:pt x="990812" y="268938"/>
                  </a:moveTo>
                  <a:cubicBezTo>
                    <a:pt x="982698" y="272185"/>
                    <a:pt x="974585" y="274621"/>
                    <a:pt x="973774" y="275433"/>
                  </a:cubicBezTo>
                  <a:cubicBezTo>
                    <a:pt x="972152" y="275433"/>
                    <a:pt x="970529" y="276245"/>
                    <a:pt x="969718" y="277056"/>
                  </a:cubicBezTo>
                  <a:cubicBezTo>
                    <a:pt x="968906" y="277868"/>
                    <a:pt x="966472" y="278680"/>
                    <a:pt x="964849" y="278680"/>
                  </a:cubicBezTo>
                  <a:cubicBezTo>
                    <a:pt x="963227" y="278680"/>
                    <a:pt x="962416" y="278680"/>
                    <a:pt x="962416" y="280304"/>
                  </a:cubicBezTo>
                  <a:cubicBezTo>
                    <a:pt x="962416" y="281116"/>
                    <a:pt x="961605" y="281116"/>
                    <a:pt x="960793" y="281116"/>
                  </a:cubicBezTo>
                  <a:cubicBezTo>
                    <a:pt x="957548" y="281116"/>
                    <a:pt x="936453" y="288423"/>
                    <a:pt x="933208" y="291670"/>
                  </a:cubicBezTo>
                  <a:cubicBezTo>
                    <a:pt x="930775" y="294106"/>
                    <a:pt x="927529" y="294106"/>
                    <a:pt x="923473" y="293294"/>
                  </a:cubicBezTo>
                  <a:cubicBezTo>
                    <a:pt x="921850" y="293294"/>
                    <a:pt x="921850" y="293294"/>
                    <a:pt x="921850" y="294918"/>
                  </a:cubicBezTo>
                  <a:cubicBezTo>
                    <a:pt x="921850" y="295730"/>
                    <a:pt x="921039" y="295730"/>
                    <a:pt x="921039" y="295730"/>
                  </a:cubicBezTo>
                  <a:cubicBezTo>
                    <a:pt x="920227" y="295730"/>
                    <a:pt x="916982" y="296542"/>
                    <a:pt x="913737" y="298165"/>
                  </a:cubicBezTo>
                  <a:cubicBezTo>
                    <a:pt x="907246" y="300601"/>
                    <a:pt x="893454" y="303849"/>
                    <a:pt x="889397" y="303849"/>
                  </a:cubicBezTo>
                  <a:cubicBezTo>
                    <a:pt x="887775" y="303849"/>
                    <a:pt x="885341" y="304660"/>
                    <a:pt x="882096" y="305472"/>
                  </a:cubicBezTo>
                  <a:cubicBezTo>
                    <a:pt x="874794" y="308720"/>
                    <a:pt x="872360" y="307908"/>
                    <a:pt x="855322" y="310344"/>
                  </a:cubicBezTo>
                  <a:cubicBezTo>
                    <a:pt x="850454" y="311155"/>
                    <a:pt x="845586" y="311155"/>
                    <a:pt x="843964" y="311155"/>
                  </a:cubicBezTo>
                  <a:cubicBezTo>
                    <a:pt x="839907" y="309532"/>
                    <a:pt x="835851" y="307908"/>
                    <a:pt x="836662" y="307096"/>
                  </a:cubicBezTo>
                  <a:cubicBezTo>
                    <a:pt x="837473" y="306284"/>
                    <a:pt x="838284" y="303849"/>
                    <a:pt x="838284" y="302225"/>
                  </a:cubicBezTo>
                  <a:cubicBezTo>
                    <a:pt x="839907" y="290858"/>
                    <a:pt x="888586" y="256759"/>
                    <a:pt x="904001" y="248641"/>
                  </a:cubicBezTo>
                  <a:cubicBezTo>
                    <a:pt x="911303" y="244581"/>
                    <a:pt x="912926" y="243769"/>
                    <a:pt x="928340" y="237274"/>
                  </a:cubicBezTo>
                  <a:cubicBezTo>
                    <a:pt x="937265" y="233215"/>
                    <a:pt x="942133" y="229155"/>
                    <a:pt x="942133" y="223472"/>
                  </a:cubicBezTo>
                  <a:cubicBezTo>
                    <a:pt x="942133" y="219413"/>
                    <a:pt x="934831" y="208858"/>
                    <a:pt x="929963" y="206423"/>
                  </a:cubicBezTo>
                  <a:cubicBezTo>
                    <a:pt x="926718" y="204799"/>
                    <a:pt x="921039" y="203987"/>
                    <a:pt x="916171" y="203987"/>
                  </a:cubicBezTo>
                  <a:cubicBezTo>
                    <a:pt x="910492" y="203987"/>
                    <a:pt x="905624" y="204799"/>
                    <a:pt x="904812" y="206423"/>
                  </a:cubicBezTo>
                  <a:cubicBezTo>
                    <a:pt x="904812" y="207235"/>
                    <a:pt x="904001" y="207235"/>
                    <a:pt x="902379" y="207235"/>
                  </a:cubicBezTo>
                  <a:cubicBezTo>
                    <a:pt x="901567" y="207235"/>
                    <a:pt x="899133" y="208047"/>
                    <a:pt x="896699" y="209670"/>
                  </a:cubicBezTo>
                  <a:cubicBezTo>
                    <a:pt x="895077" y="211294"/>
                    <a:pt x="891020" y="212918"/>
                    <a:pt x="889397" y="213730"/>
                  </a:cubicBezTo>
                  <a:cubicBezTo>
                    <a:pt x="886963" y="214542"/>
                    <a:pt x="884530" y="216165"/>
                    <a:pt x="884530" y="216977"/>
                  </a:cubicBezTo>
                  <a:cubicBezTo>
                    <a:pt x="884530" y="217789"/>
                    <a:pt x="882096" y="217789"/>
                    <a:pt x="881284" y="217789"/>
                  </a:cubicBezTo>
                  <a:cubicBezTo>
                    <a:pt x="880473" y="217789"/>
                    <a:pt x="877228" y="219413"/>
                    <a:pt x="876416" y="221037"/>
                  </a:cubicBezTo>
                  <a:cubicBezTo>
                    <a:pt x="875605" y="221849"/>
                    <a:pt x="874794" y="222661"/>
                    <a:pt x="873983" y="222661"/>
                  </a:cubicBezTo>
                  <a:lnTo>
                    <a:pt x="834228" y="252700"/>
                  </a:lnTo>
                  <a:cubicBezTo>
                    <a:pt x="835851" y="250264"/>
                    <a:pt x="836662" y="247017"/>
                    <a:pt x="836662" y="245393"/>
                  </a:cubicBezTo>
                  <a:cubicBezTo>
                    <a:pt x="837473" y="244581"/>
                    <a:pt x="837473" y="243769"/>
                    <a:pt x="836662" y="243769"/>
                  </a:cubicBezTo>
                  <a:cubicBezTo>
                    <a:pt x="835851" y="242146"/>
                    <a:pt x="836662" y="241334"/>
                    <a:pt x="838284" y="242146"/>
                  </a:cubicBezTo>
                  <a:cubicBezTo>
                    <a:pt x="839096" y="242958"/>
                    <a:pt x="840718" y="242146"/>
                    <a:pt x="840718" y="238898"/>
                  </a:cubicBezTo>
                  <a:cubicBezTo>
                    <a:pt x="840718" y="236462"/>
                    <a:pt x="842341" y="235651"/>
                    <a:pt x="842341" y="235651"/>
                  </a:cubicBezTo>
                  <a:cubicBezTo>
                    <a:pt x="843152" y="236462"/>
                    <a:pt x="843152" y="235651"/>
                    <a:pt x="843152" y="234027"/>
                  </a:cubicBezTo>
                  <a:cubicBezTo>
                    <a:pt x="842341" y="232403"/>
                    <a:pt x="843152" y="231591"/>
                    <a:pt x="843152" y="232403"/>
                  </a:cubicBezTo>
                  <a:cubicBezTo>
                    <a:pt x="843964" y="234027"/>
                    <a:pt x="848020" y="225908"/>
                    <a:pt x="847209" y="225096"/>
                  </a:cubicBezTo>
                  <a:cubicBezTo>
                    <a:pt x="847209" y="225096"/>
                    <a:pt x="848020" y="223472"/>
                    <a:pt x="848831" y="222661"/>
                  </a:cubicBezTo>
                  <a:cubicBezTo>
                    <a:pt x="850454" y="221037"/>
                    <a:pt x="851265" y="220225"/>
                    <a:pt x="851265" y="219413"/>
                  </a:cubicBezTo>
                  <a:cubicBezTo>
                    <a:pt x="851265" y="218601"/>
                    <a:pt x="852077" y="217789"/>
                    <a:pt x="852077" y="217789"/>
                  </a:cubicBezTo>
                  <a:cubicBezTo>
                    <a:pt x="853700" y="217789"/>
                    <a:pt x="859378" y="205611"/>
                    <a:pt x="858567" y="203987"/>
                  </a:cubicBezTo>
                  <a:cubicBezTo>
                    <a:pt x="858567" y="203175"/>
                    <a:pt x="858567" y="203175"/>
                    <a:pt x="859378" y="203175"/>
                  </a:cubicBezTo>
                  <a:cubicBezTo>
                    <a:pt x="860190" y="203175"/>
                    <a:pt x="862624" y="201552"/>
                    <a:pt x="882907" y="166641"/>
                  </a:cubicBezTo>
                  <a:cubicBezTo>
                    <a:pt x="889397" y="156086"/>
                    <a:pt x="895077" y="147156"/>
                    <a:pt x="895888" y="147156"/>
                  </a:cubicBezTo>
                  <a:cubicBezTo>
                    <a:pt x="896699" y="147156"/>
                    <a:pt x="896699" y="145532"/>
                    <a:pt x="895888" y="145532"/>
                  </a:cubicBezTo>
                  <a:cubicBezTo>
                    <a:pt x="895888" y="145532"/>
                    <a:pt x="896699" y="143096"/>
                    <a:pt x="898322" y="139849"/>
                  </a:cubicBezTo>
                  <a:cubicBezTo>
                    <a:pt x="900756" y="136601"/>
                    <a:pt x="902379" y="132542"/>
                    <a:pt x="904001" y="130918"/>
                  </a:cubicBezTo>
                  <a:cubicBezTo>
                    <a:pt x="906435" y="127670"/>
                    <a:pt x="908869" y="123611"/>
                    <a:pt x="910492" y="119552"/>
                  </a:cubicBezTo>
                  <a:cubicBezTo>
                    <a:pt x="911303" y="117928"/>
                    <a:pt x="912926" y="115492"/>
                    <a:pt x="914548" y="114680"/>
                  </a:cubicBezTo>
                  <a:cubicBezTo>
                    <a:pt x="916171" y="113869"/>
                    <a:pt x="916982" y="111433"/>
                    <a:pt x="916982" y="109809"/>
                  </a:cubicBezTo>
                  <a:cubicBezTo>
                    <a:pt x="916982" y="108997"/>
                    <a:pt x="917793" y="107373"/>
                    <a:pt x="918605" y="107373"/>
                  </a:cubicBezTo>
                  <a:cubicBezTo>
                    <a:pt x="919416" y="107373"/>
                    <a:pt x="925095" y="98443"/>
                    <a:pt x="925095" y="96819"/>
                  </a:cubicBezTo>
                  <a:cubicBezTo>
                    <a:pt x="925095" y="96819"/>
                    <a:pt x="925906" y="95195"/>
                    <a:pt x="927529" y="94383"/>
                  </a:cubicBezTo>
                  <a:cubicBezTo>
                    <a:pt x="929152" y="93572"/>
                    <a:pt x="929152" y="91948"/>
                    <a:pt x="929963" y="90324"/>
                  </a:cubicBezTo>
                  <a:cubicBezTo>
                    <a:pt x="929963" y="88700"/>
                    <a:pt x="931586" y="87076"/>
                    <a:pt x="932397" y="86265"/>
                  </a:cubicBezTo>
                  <a:cubicBezTo>
                    <a:pt x="933208" y="85453"/>
                    <a:pt x="935642" y="83017"/>
                    <a:pt x="937265" y="79770"/>
                  </a:cubicBezTo>
                  <a:cubicBezTo>
                    <a:pt x="938888" y="76522"/>
                    <a:pt x="941322" y="73275"/>
                    <a:pt x="942944" y="71651"/>
                  </a:cubicBezTo>
                  <a:cubicBezTo>
                    <a:pt x="945378" y="69215"/>
                    <a:pt x="946189" y="67591"/>
                    <a:pt x="945378" y="67591"/>
                  </a:cubicBezTo>
                  <a:cubicBezTo>
                    <a:pt x="944567" y="67591"/>
                    <a:pt x="951869" y="53789"/>
                    <a:pt x="957548" y="46482"/>
                  </a:cubicBezTo>
                  <a:cubicBezTo>
                    <a:pt x="961605" y="40799"/>
                    <a:pt x="964849" y="35928"/>
                    <a:pt x="967284" y="29433"/>
                  </a:cubicBezTo>
                  <a:cubicBezTo>
                    <a:pt x="968906" y="25373"/>
                    <a:pt x="969718" y="22126"/>
                    <a:pt x="969718" y="22126"/>
                  </a:cubicBezTo>
                  <a:cubicBezTo>
                    <a:pt x="969718" y="21314"/>
                    <a:pt x="968906" y="18067"/>
                    <a:pt x="968906" y="14819"/>
                  </a:cubicBezTo>
                  <a:cubicBezTo>
                    <a:pt x="968906" y="5076"/>
                    <a:pt x="964038" y="1017"/>
                    <a:pt x="954302" y="205"/>
                  </a:cubicBezTo>
                  <a:cubicBezTo>
                    <a:pt x="943755" y="-1418"/>
                    <a:pt x="933208" y="6700"/>
                    <a:pt x="927529" y="20502"/>
                  </a:cubicBezTo>
                  <a:cubicBezTo>
                    <a:pt x="925095" y="25373"/>
                    <a:pt x="921850" y="31057"/>
                    <a:pt x="920227" y="32681"/>
                  </a:cubicBezTo>
                  <a:cubicBezTo>
                    <a:pt x="918605" y="34304"/>
                    <a:pt x="916171" y="37552"/>
                    <a:pt x="916171" y="39987"/>
                  </a:cubicBezTo>
                  <a:cubicBezTo>
                    <a:pt x="916171" y="41611"/>
                    <a:pt x="913737" y="44859"/>
                    <a:pt x="912114" y="46482"/>
                  </a:cubicBezTo>
                  <a:cubicBezTo>
                    <a:pt x="910492" y="48106"/>
                    <a:pt x="909680" y="50542"/>
                    <a:pt x="909680" y="51354"/>
                  </a:cubicBezTo>
                  <a:cubicBezTo>
                    <a:pt x="909680" y="52978"/>
                    <a:pt x="902379" y="64344"/>
                    <a:pt x="901567" y="65156"/>
                  </a:cubicBezTo>
                  <a:cubicBezTo>
                    <a:pt x="900756" y="65156"/>
                    <a:pt x="900756" y="66779"/>
                    <a:pt x="899944" y="67591"/>
                  </a:cubicBezTo>
                  <a:cubicBezTo>
                    <a:pt x="899944" y="68403"/>
                    <a:pt x="898322" y="71651"/>
                    <a:pt x="897510" y="74086"/>
                  </a:cubicBezTo>
                  <a:cubicBezTo>
                    <a:pt x="894265" y="79770"/>
                    <a:pt x="890209" y="85453"/>
                    <a:pt x="887775" y="90324"/>
                  </a:cubicBezTo>
                  <a:cubicBezTo>
                    <a:pt x="886963" y="92760"/>
                    <a:pt x="885341" y="95195"/>
                    <a:pt x="886152" y="96007"/>
                  </a:cubicBezTo>
                  <a:cubicBezTo>
                    <a:pt x="886963" y="96819"/>
                    <a:pt x="886152" y="98443"/>
                    <a:pt x="886152" y="97631"/>
                  </a:cubicBezTo>
                  <a:cubicBezTo>
                    <a:pt x="885341" y="96819"/>
                    <a:pt x="878039" y="104938"/>
                    <a:pt x="878039" y="107373"/>
                  </a:cubicBezTo>
                  <a:cubicBezTo>
                    <a:pt x="878039" y="107373"/>
                    <a:pt x="876416" y="109809"/>
                    <a:pt x="874794" y="112245"/>
                  </a:cubicBezTo>
                  <a:cubicBezTo>
                    <a:pt x="873171" y="114680"/>
                    <a:pt x="872360" y="117116"/>
                    <a:pt x="871548" y="117928"/>
                  </a:cubicBezTo>
                  <a:cubicBezTo>
                    <a:pt x="871548" y="118740"/>
                    <a:pt x="869926" y="121987"/>
                    <a:pt x="867492" y="125235"/>
                  </a:cubicBezTo>
                  <a:cubicBezTo>
                    <a:pt x="865058" y="128482"/>
                    <a:pt x="863435" y="132542"/>
                    <a:pt x="862624" y="134166"/>
                  </a:cubicBezTo>
                  <a:cubicBezTo>
                    <a:pt x="861813" y="135789"/>
                    <a:pt x="861001" y="137413"/>
                    <a:pt x="860190" y="137413"/>
                  </a:cubicBezTo>
                  <a:cubicBezTo>
                    <a:pt x="859378" y="137413"/>
                    <a:pt x="858567" y="139037"/>
                    <a:pt x="858567" y="140661"/>
                  </a:cubicBezTo>
                  <a:cubicBezTo>
                    <a:pt x="858567" y="143096"/>
                    <a:pt x="856945" y="144720"/>
                    <a:pt x="855322" y="146344"/>
                  </a:cubicBezTo>
                  <a:cubicBezTo>
                    <a:pt x="854511" y="147156"/>
                    <a:pt x="852077" y="150403"/>
                    <a:pt x="850454" y="153651"/>
                  </a:cubicBezTo>
                  <a:cubicBezTo>
                    <a:pt x="848831" y="156898"/>
                    <a:pt x="847209" y="159334"/>
                    <a:pt x="846398" y="158522"/>
                  </a:cubicBezTo>
                  <a:cubicBezTo>
                    <a:pt x="846398" y="158522"/>
                    <a:pt x="845586" y="158522"/>
                    <a:pt x="846398" y="160146"/>
                  </a:cubicBezTo>
                  <a:cubicBezTo>
                    <a:pt x="847209" y="161770"/>
                    <a:pt x="846398" y="163393"/>
                    <a:pt x="843964" y="164205"/>
                  </a:cubicBezTo>
                  <a:cubicBezTo>
                    <a:pt x="842341" y="165017"/>
                    <a:pt x="841530" y="166641"/>
                    <a:pt x="841530" y="167453"/>
                  </a:cubicBezTo>
                  <a:cubicBezTo>
                    <a:pt x="841530" y="168264"/>
                    <a:pt x="840718" y="169076"/>
                    <a:pt x="839907" y="169076"/>
                  </a:cubicBezTo>
                  <a:cubicBezTo>
                    <a:pt x="839096" y="169076"/>
                    <a:pt x="839096" y="169888"/>
                    <a:pt x="839096" y="169888"/>
                  </a:cubicBezTo>
                  <a:cubicBezTo>
                    <a:pt x="839907" y="170700"/>
                    <a:pt x="837473" y="173948"/>
                    <a:pt x="832605" y="181255"/>
                  </a:cubicBezTo>
                  <a:cubicBezTo>
                    <a:pt x="830983" y="183690"/>
                    <a:pt x="830171" y="184502"/>
                    <a:pt x="830171" y="187750"/>
                  </a:cubicBezTo>
                  <a:cubicBezTo>
                    <a:pt x="830171" y="189373"/>
                    <a:pt x="823681" y="198304"/>
                    <a:pt x="822870" y="198304"/>
                  </a:cubicBezTo>
                  <a:cubicBezTo>
                    <a:pt x="822058" y="198304"/>
                    <a:pt x="822058" y="199928"/>
                    <a:pt x="822058" y="200740"/>
                  </a:cubicBezTo>
                  <a:cubicBezTo>
                    <a:pt x="822058" y="202364"/>
                    <a:pt x="820435" y="204799"/>
                    <a:pt x="818813" y="207235"/>
                  </a:cubicBezTo>
                  <a:cubicBezTo>
                    <a:pt x="817190" y="208858"/>
                    <a:pt x="816379" y="211294"/>
                    <a:pt x="815568" y="212106"/>
                  </a:cubicBezTo>
                  <a:cubicBezTo>
                    <a:pt x="815568" y="213730"/>
                    <a:pt x="815568" y="213730"/>
                    <a:pt x="814756" y="213730"/>
                  </a:cubicBezTo>
                  <a:cubicBezTo>
                    <a:pt x="813945" y="213730"/>
                    <a:pt x="813945" y="215354"/>
                    <a:pt x="813134" y="216165"/>
                  </a:cubicBezTo>
                  <a:cubicBezTo>
                    <a:pt x="812322" y="217789"/>
                    <a:pt x="811511" y="218601"/>
                    <a:pt x="811511" y="217789"/>
                  </a:cubicBezTo>
                  <a:cubicBezTo>
                    <a:pt x="810700" y="217789"/>
                    <a:pt x="810700" y="217789"/>
                    <a:pt x="811511" y="219413"/>
                  </a:cubicBezTo>
                  <a:cubicBezTo>
                    <a:pt x="811511" y="221037"/>
                    <a:pt x="810700" y="222661"/>
                    <a:pt x="809888" y="223472"/>
                  </a:cubicBezTo>
                  <a:cubicBezTo>
                    <a:pt x="805832" y="226720"/>
                    <a:pt x="794474" y="249452"/>
                    <a:pt x="792039" y="254324"/>
                  </a:cubicBezTo>
                  <a:cubicBezTo>
                    <a:pt x="789606" y="260007"/>
                    <a:pt x="787172" y="264878"/>
                    <a:pt x="787172" y="264878"/>
                  </a:cubicBezTo>
                  <a:cubicBezTo>
                    <a:pt x="786360" y="265690"/>
                    <a:pt x="784738" y="268938"/>
                    <a:pt x="782304" y="272185"/>
                  </a:cubicBezTo>
                  <a:cubicBezTo>
                    <a:pt x="756342" y="286799"/>
                    <a:pt x="715776" y="303037"/>
                    <a:pt x="692248" y="303037"/>
                  </a:cubicBezTo>
                  <a:cubicBezTo>
                    <a:pt x="686568" y="303037"/>
                    <a:pt x="681701" y="302225"/>
                    <a:pt x="680078" y="300601"/>
                  </a:cubicBezTo>
                  <a:cubicBezTo>
                    <a:pt x="678455" y="298977"/>
                    <a:pt x="678455" y="292482"/>
                    <a:pt x="680889" y="278680"/>
                  </a:cubicBezTo>
                  <a:cubicBezTo>
                    <a:pt x="682512" y="268938"/>
                    <a:pt x="681701" y="266502"/>
                    <a:pt x="680078" y="259195"/>
                  </a:cubicBezTo>
                  <a:cubicBezTo>
                    <a:pt x="677644" y="248641"/>
                    <a:pt x="671153" y="240522"/>
                    <a:pt x="663852" y="238898"/>
                  </a:cubicBezTo>
                  <a:cubicBezTo>
                    <a:pt x="661418" y="238086"/>
                    <a:pt x="658172" y="237274"/>
                    <a:pt x="657361" y="235651"/>
                  </a:cubicBezTo>
                  <a:cubicBezTo>
                    <a:pt x="656550" y="234027"/>
                    <a:pt x="653305" y="233215"/>
                    <a:pt x="646814" y="233215"/>
                  </a:cubicBezTo>
                  <a:cubicBezTo>
                    <a:pt x="622475" y="233215"/>
                    <a:pt x="586777" y="262443"/>
                    <a:pt x="568928" y="276245"/>
                  </a:cubicBezTo>
                  <a:cubicBezTo>
                    <a:pt x="564871" y="279492"/>
                    <a:pt x="564871" y="279492"/>
                    <a:pt x="567305" y="272997"/>
                  </a:cubicBezTo>
                  <a:cubicBezTo>
                    <a:pt x="570550" y="265690"/>
                    <a:pt x="574607" y="258383"/>
                    <a:pt x="577852" y="255948"/>
                  </a:cubicBezTo>
                  <a:cubicBezTo>
                    <a:pt x="580286" y="254324"/>
                    <a:pt x="582720" y="251076"/>
                    <a:pt x="583532" y="247829"/>
                  </a:cubicBezTo>
                  <a:cubicBezTo>
                    <a:pt x="584343" y="244581"/>
                    <a:pt x="587588" y="240522"/>
                    <a:pt x="588399" y="238898"/>
                  </a:cubicBezTo>
                  <a:cubicBezTo>
                    <a:pt x="593267" y="231591"/>
                    <a:pt x="597324" y="227532"/>
                    <a:pt x="597324" y="217789"/>
                  </a:cubicBezTo>
                  <a:cubicBezTo>
                    <a:pt x="597324" y="208047"/>
                    <a:pt x="585154" y="200740"/>
                    <a:pt x="576230" y="200740"/>
                  </a:cubicBezTo>
                  <a:cubicBezTo>
                    <a:pt x="574607" y="200740"/>
                    <a:pt x="572984" y="200740"/>
                    <a:pt x="572173" y="202364"/>
                  </a:cubicBezTo>
                  <a:cubicBezTo>
                    <a:pt x="571362" y="203987"/>
                    <a:pt x="569739" y="203987"/>
                    <a:pt x="568117" y="203987"/>
                  </a:cubicBezTo>
                  <a:cubicBezTo>
                    <a:pt x="564871" y="203987"/>
                    <a:pt x="561626" y="208858"/>
                    <a:pt x="551890" y="225096"/>
                  </a:cubicBezTo>
                  <a:cubicBezTo>
                    <a:pt x="547834" y="232403"/>
                    <a:pt x="543777" y="238898"/>
                    <a:pt x="542154" y="240522"/>
                  </a:cubicBezTo>
                  <a:cubicBezTo>
                    <a:pt x="540532" y="242146"/>
                    <a:pt x="539721" y="243769"/>
                    <a:pt x="539721" y="245393"/>
                  </a:cubicBezTo>
                  <a:cubicBezTo>
                    <a:pt x="539721" y="246205"/>
                    <a:pt x="538098" y="248641"/>
                    <a:pt x="536475" y="251076"/>
                  </a:cubicBezTo>
                  <a:cubicBezTo>
                    <a:pt x="533230" y="253512"/>
                    <a:pt x="530796" y="255136"/>
                    <a:pt x="529173" y="255948"/>
                  </a:cubicBezTo>
                  <a:cubicBezTo>
                    <a:pt x="525928" y="258383"/>
                    <a:pt x="521872" y="261631"/>
                    <a:pt x="519438" y="263255"/>
                  </a:cubicBezTo>
                  <a:cubicBezTo>
                    <a:pt x="517004" y="264878"/>
                    <a:pt x="505645" y="271373"/>
                    <a:pt x="495098" y="278680"/>
                  </a:cubicBezTo>
                  <a:cubicBezTo>
                    <a:pt x="465891" y="298165"/>
                    <a:pt x="432627" y="321710"/>
                    <a:pt x="396118" y="321710"/>
                  </a:cubicBezTo>
                  <a:cubicBezTo>
                    <a:pt x="384759" y="321710"/>
                    <a:pt x="375835" y="320086"/>
                    <a:pt x="373401" y="316027"/>
                  </a:cubicBezTo>
                  <a:cubicBezTo>
                    <a:pt x="371778" y="312779"/>
                    <a:pt x="372590" y="285175"/>
                    <a:pt x="375023" y="278680"/>
                  </a:cubicBezTo>
                  <a:cubicBezTo>
                    <a:pt x="377458" y="272185"/>
                    <a:pt x="383137" y="261631"/>
                    <a:pt x="387193" y="257571"/>
                  </a:cubicBezTo>
                  <a:cubicBezTo>
                    <a:pt x="399363" y="244581"/>
                    <a:pt x="401797" y="238898"/>
                    <a:pt x="400174" y="228344"/>
                  </a:cubicBezTo>
                  <a:cubicBezTo>
                    <a:pt x="399363" y="224284"/>
                    <a:pt x="398552" y="221849"/>
                    <a:pt x="395306" y="219413"/>
                  </a:cubicBezTo>
                  <a:cubicBezTo>
                    <a:pt x="388005" y="213730"/>
                    <a:pt x="384759" y="212106"/>
                    <a:pt x="378269" y="212918"/>
                  </a:cubicBezTo>
                  <a:cubicBezTo>
                    <a:pt x="371778" y="213730"/>
                    <a:pt x="371778" y="212918"/>
                    <a:pt x="366099" y="208047"/>
                  </a:cubicBezTo>
                  <a:cubicBezTo>
                    <a:pt x="362854" y="204799"/>
                    <a:pt x="359608" y="202364"/>
                    <a:pt x="357986" y="202364"/>
                  </a:cubicBezTo>
                  <a:cubicBezTo>
                    <a:pt x="357175" y="202364"/>
                    <a:pt x="353118" y="200740"/>
                    <a:pt x="349873" y="199116"/>
                  </a:cubicBezTo>
                  <a:cubicBezTo>
                    <a:pt x="345005" y="196680"/>
                    <a:pt x="334458" y="195057"/>
                    <a:pt x="325533" y="195057"/>
                  </a:cubicBezTo>
                  <a:cubicBezTo>
                    <a:pt x="319043" y="195057"/>
                    <a:pt x="313363" y="195868"/>
                    <a:pt x="310930" y="197492"/>
                  </a:cubicBezTo>
                  <a:cubicBezTo>
                    <a:pt x="302816" y="203175"/>
                    <a:pt x="289835" y="214542"/>
                    <a:pt x="281722" y="225908"/>
                  </a:cubicBezTo>
                  <a:cubicBezTo>
                    <a:pt x="278477" y="229967"/>
                    <a:pt x="274420" y="234839"/>
                    <a:pt x="272798" y="236462"/>
                  </a:cubicBezTo>
                  <a:cubicBezTo>
                    <a:pt x="264684" y="244581"/>
                    <a:pt x="254949" y="258383"/>
                    <a:pt x="247647" y="270561"/>
                  </a:cubicBezTo>
                  <a:cubicBezTo>
                    <a:pt x="244402" y="272997"/>
                    <a:pt x="241156" y="274621"/>
                    <a:pt x="239534" y="276245"/>
                  </a:cubicBezTo>
                  <a:cubicBezTo>
                    <a:pt x="229798" y="282740"/>
                    <a:pt x="217628" y="291670"/>
                    <a:pt x="211138" y="295730"/>
                  </a:cubicBezTo>
                  <a:cubicBezTo>
                    <a:pt x="206270" y="299789"/>
                    <a:pt x="187610" y="309532"/>
                    <a:pt x="185176" y="309532"/>
                  </a:cubicBezTo>
                  <a:cubicBezTo>
                    <a:pt x="184364" y="309532"/>
                    <a:pt x="182742" y="310344"/>
                    <a:pt x="182742" y="311155"/>
                  </a:cubicBezTo>
                  <a:cubicBezTo>
                    <a:pt x="182742" y="312779"/>
                    <a:pt x="166516" y="318462"/>
                    <a:pt x="158402" y="318462"/>
                  </a:cubicBezTo>
                  <a:cubicBezTo>
                    <a:pt x="154346" y="318462"/>
                    <a:pt x="150289" y="318462"/>
                    <a:pt x="148667" y="317650"/>
                  </a:cubicBezTo>
                  <a:cubicBezTo>
                    <a:pt x="146233" y="316027"/>
                    <a:pt x="146233" y="315215"/>
                    <a:pt x="146233" y="306284"/>
                  </a:cubicBezTo>
                  <a:cubicBezTo>
                    <a:pt x="146233" y="301413"/>
                    <a:pt x="147855" y="295730"/>
                    <a:pt x="148667" y="294106"/>
                  </a:cubicBezTo>
                  <a:cubicBezTo>
                    <a:pt x="149478" y="292482"/>
                    <a:pt x="151100" y="289235"/>
                    <a:pt x="151100" y="287611"/>
                  </a:cubicBezTo>
                  <a:cubicBezTo>
                    <a:pt x="151100" y="285987"/>
                    <a:pt x="153534" y="281116"/>
                    <a:pt x="155157" y="277056"/>
                  </a:cubicBezTo>
                  <a:cubicBezTo>
                    <a:pt x="156780" y="272185"/>
                    <a:pt x="158402" y="264878"/>
                    <a:pt x="159214" y="259195"/>
                  </a:cubicBezTo>
                  <a:cubicBezTo>
                    <a:pt x="160025" y="250264"/>
                    <a:pt x="160025" y="249452"/>
                    <a:pt x="156780" y="244581"/>
                  </a:cubicBezTo>
                  <a:cubicBezTo>
                    <a:pt x="154346" y="242146"/>
                    <a:pt x="151912" y="239710"/>
                    <a:pt x="150289" y="238898"/>
                  </a:cubicBezTo>
                  <a:cubicBezTo>
                    <a:pt x="148667" y="238086"/>
                    <a:pt x="147044" y="237274"/>
                    <a:pt x="145421" y="235651"/>
                  </a:cubicBezTo>
                  <a:cubicBezTo>
                    <a:pt x="141365" y="231591"/>
                    <a:pt x="132440" y="230779"/>
                    <a:pt x="125950" y="233215"/>
                  </a:cubicBezTo>
                  <a:cubicBezTo>
                    <a:pt x="112157" y="238086"/>
                    <a:pt x="90252" y="252700"/>
                    <a:pt x="69969" y="270561"/>
                  </a:cubicBezTo>
                  <a:cubicBezTo>
                    <a:pt x="56988" y="281928"/>
                    <a:pt x="56177" y="281928"/>
                    <a:pt x="56177" y="280304"/>
                  </a:cubicBezTo>
                  <a:cubicBezTo>
                    <a:pt x="56177" y="279492"/>
                    <a:pt x="58610" y="274621"/>
                    <a:pt x="61856" y="270561"/>
                  </a:cubicBezTo>
                  <a:cubicBezTo>
                    <a:pt x="65101" y="266502"/>
                    <a:pt x="66724" y="262443"/>
                    <a:pt x="66724" y="261631"/>
                  </a:cubicBezTo>
                  <a:cubicBezTo>
                    <a:pt x="66724" y="261631"/>
                    <a:pt x="66724" y="260007"/>
                    <a:pt x="67535" y="260007"/>
                  </a:cubicBezTo>
                  <a:cubicBezTo>
                    <a:pt x="69158" y="258383"/>
                    <a:pt x="82139" y="240522"/>
                    <a:pt x="82139" y="238898"/>
                  </a:cubicBezTo>
                  <a:cubicBezTo>
                    <a:pt x="82139" y="238086"/>
                    <a:pt x="83761" y="236462"/>
                    <a:pt x="85384" y="234027"/>
                  </a:cubicBezTo>
                  <a:cubicBezTo>
                    <a:pt x="88629" y="230779"/>
                    <a:pt x="95120" y="221037"/>
                    <a:pt x="93497" y="221037"/>
                  </a:cubicBezTo>
                  <a:cubicBezTo>
                    <a:pt x="93497" y="221037"/>
                    <a:pt x="94308" y="218601"/>
                    <a:pt x="97554" y="216165"/>
                  </a:cubicBezTo>
                  <a:cubicBezTo>
                    <a:pt x="100799" y="213730"/>
                    <a:pt x="102421" y="211294"/>
                    <a:pt x="102421" y="209670"/>
                  </a:cubicBezTo>
                  <a:cubicBezTo>
                    <a:pt x="102421" y="208858"/>
                    <a:pt x="104856" y="203987"/>
                    <a:pt x="108912" y="199928"/>
                  </a:cubicBezTo>
                  <a:cubicBezTo>
                    <a:pt x="112157" y="195868"/>
                    <a:pt x="115403" y="192621"/>
                    <a:pt x="115403" y="190997"/>
                  </a:cubicBezTo>
                  <a:cubicBezTo>
                    <a:pt x="115403" y="190185"/>
                    <a:pt x="117025" y="189373"/>
                    <a:pt x="117025" y="188561"/>
                  </a:cubicBezTo>
                  <a:cubicBezTo>
                    <a:pt x="117837" y="187750"/>
                    <a:pt x="119459" y="185314"/>
                    <a:pt x="121082" y="183690"/>
                  </a:cubicBezTo>
                  <a:cubicBezTo>
                    <a:pt x="122704" y="181255"/>
                    <a:pt x="125138" y="178007"/>
                    <a:pt x="126761" y="176383"/>
                  </a:cubicBezTo>
                  <a:cubicBezTo>
                    <a:pt x="128384" y="174760"/>
                    <a:pt x="129195" y="172324"/>
                    <a:pt x="129195" y="171512"/>
                  </a:cubicBezTo>
                  <a:cubicBezTo>
                    <a:pt x="129195" y="169888"/>
                    <a:pt x="131629" y="167453"/>
                    <a:pt x="134063" y="164205"/>
                  </a:cubicBezTo>
                  <a:cubicBezTo>
                    <a:pt x="136497" y="160958"/>
                    <a:pt x="140553" y="156086"/>
                    <a:pt x="142987" y="152027"/>
                  </a:cubicBezTo>
                  <a:cubicBezTo>
                    <a:pt x="147855" y="141473"/>
                    <a:pt x="164893" y="121176"/>
                    <a:pt x="172195" y="112245"/>
                  </a:cubicBezTo>
                  <a:cubicBezTo>
                    <a:pt x="173817" y="109809"/>
                    <a:pt x="176251" y="106562"/>
                    <a:pt x="177874" y="104938"/>
                  </a:cubicBezTo>
                  <a:cubicBezTo>
                    <a:pt x="178685" y="102502"/>
                    <a:pt x="182742" y="98443"/>
                    <a:pt x="185176" y="94383"/>
                  </a:cubicBezTo>
                  <a:cubicBezTo>
                    <a:pt x="187610" y="90324"/>
                    <a:pt x="191666" y="86265"/>
                    <a:pt x="193289" y="83829"/>
                  </a:cubicBezTo>
                  <a:cubicBezTo>
                    <a:pt x="194912" y="81393"/>
                    <a:pt x="197345" y="78958"/>
                    <a:pt x="198968" y="76522"/>
                  </a:cubicBezTo>
                  <a:cubicBezTo>
                    <a:pt x="202213" y="72463"/>
                    <a:pt x="205459" y="64344"/>
                    <a:pt x="205459" y="60284"/>
                  </a:cubicBezTo>
                  <a:cubicBezTo>
                    <a:pt x="205459" y="48918"/>
                    <a:pt x="186798" y="40799"/>
                    <a:pt x="177063" y="40799"/>
                  </a:cubicBezTo>
                  <a:cubicBezTo>
                    <a:pt x="172195" y="40799"/>
                    <a:pt x="168138" y="43235"/>
                    <a:pt x="165704" y="48106"/>
                  </a:cubicBezTo>
                  <a:cubicBezTo>
                    <a:pt x="164081" y="50542"/>
                    <a:pt x="162459" y="52978"/>
                    <a:pt x="161648" y="52978"/>
                  </a:cubicBezTo>
                  <a:cubicBezTo>
                    <a:pt x="160836" y="52978"/>
                    <a:pt x="156780" y="58661"/>
                    <a:pt x="152723" y="65156"/>
                  </a:cubicBezTo>
                  <a:cubicBezTo>
                    <a:pt x="142987" y="81393"/>
                    <a:pt x="135685" y="89512"/>
                    <a:pt x="134063" y="91136"/>
                  </a:cubicBezTo>
                  <a:cubicBezTo>
                    <a:pt x="133252" y="91948"/>
                    <a:pt x="132440" y="92760"/>
                    <a:pt x="132440" y="93572"/>
                  </a:cubicBezTo>
                  <a:cubicBezTo>
                    <a:pt x="132440" y="97631"/>
                    <a:pt x="130817" y="100067"/>
                    <a:pt x="129195" y="100067"/>
                  </a:cubicBezTo>
                  <a:cubicBezTo>
                    <a:pt x="128384" y="100067"/>
                    <a:pt x="127572" y="100067"/>
                    <a:pt x="127572" y="100879"/>
                  </a:cubicBezTo>
                  <a:cubicBezTo>
                    <a:pt x="127572" y="103314"/>
                    <a:pt x="125138" y="108997"/>
                    <a:pt x="122704" y="111433"/>
                  </a:cubicBezTo>
                  <a:cubicBezTo>
                    <a:pt x="121082" y="113057"/>
                    <a:pt x="120270" y="114680"/>
                    <a:pt x="120270" y="115492"/>
                  </a:cubicBezTo>
                  <a:cubicBezTo>
                    <a:pt x="120270" y="116304"/>
                    <a:pt x="119459" y="117116"/>
                    <a:pt x="118648" y="117116"/>
                  </a:cubicBezTo>
                  <a:cubicBezTo>
                    <a:pt x="117837" y="117116"/>
                    <a:pt x="117025" y="117928"/>
                    <a:pt x="117025" y="119552"/>
                  </a:cubicBezTo>
                  <a:cubicBezTo>
                    <a:pt x="117025" y="120364"/>
                    <a:pt x="116214" y="121987"/>
                    <a:pt x="114591" y="122799"/>
                  </a:cubicBezTo>
                  <a:cubicBezTo>
                    <a:pt x="112969" y="124423"/>
                    <a:pt x="112157" y="125235"/>
                    <a:pt x="112157" y="125235"/>
                  </a:cubicBezTo>
                  <a:cubicBezTo>
                    <a:pt x="112969" y="126047"/>
                    <a:pt x="111346" y="126859"/>
                    <a:pt x="109723" y="127670"/>
                  </a:cubicBezTo>
                  <a:cubicBezTo>
                    <a:pt x="108101" y="129294"/>
                    <a:pt x="107289" y="130106"/>
                    <a:pt x="107289" y="131730"/>
                  </a:cubicBezTo>
                  <a:cubicBezTo>
                    <a:pt x="107289" y="132542"/>
                    <a:pt x="107289" y="134166"/>
                    <a:pt x="105667" y="134977"/>
                  </a:cubicBezTo>
                  <a:cubicBezTo>
                    <a:pt x="104856" y="135789"/>
                    <a:pt x="103233" y="137413"/>
                    <a:pt x="103233" y="138225"/>
                  </a:cubicBezTo>
                  <a:cubicBezTo>
                    <a:pt x="103233" y="139037"/>
                    <a:pt x="100799" y="143096"/>
                    <a:pt x="97554" y="146344"/>
                  </a:cubicBezTo>
                  <a:cubicBezTo>
                    <a:pt x="93497" y="150403"/>
                    <a:pt x="91874" y="152839"/>
                    <a:pt x="91874" y="153651"/>
                  </a:cubicBezTo>
                  <a:cubicBezTo>
                    <a:pt x="92686" y="155274"/>
                    <a:pt x="88629" y="160146"/>
                    <a:pt x="86195" y="160958"/>
                  </a:cubicBezTo>
                  <a:cubicBezTo>
                    <a:pt x="84573" y="160958"/>
                    <a:pt x="83761" y="162581"/>
                    <a:pt x="83761" y="164205"/>
                  </a:cubicBezTo>
                  <a:cubicBezTo>
                    <a:pt x="83761" y="165829"/>
                    <a:pt x="83761" y="166641"/>
                    <a:pt x="82139" y="166641"/>
                  </a:cubicBezTo>
                  <a:cubicBezTo>
                    <a:pt x="81327" y="166641"/>
                    <a:pt x="80516" y="166641"/>
                    <a:pt x="81327" y="168264"/>
                  </a:cubicBezTo>
                  <a:cubicBezTo>
                    <a:pt x="82139" y="170700"/>
                    <a:pt x="74837" y="182067"/>
                    <a:pt x="72403" y="181255"/>
                  </a:cubicBezTo>
                  <a:cubicBezTo>
                    <a:pt x="72403" y="181255"/>
                    <a:pt x="71592" y="182067"/>
                    <a:pt x="71592" y="183690"/>
                  </a:cubicBezTo>
                  <a:cubicBezTo>
                    <a:pt x="71592" y="185314"/>
                    <a:pt x="68346" y="190185"/>
                    <a:pt x="65101" y="195057"/>
                  </a:cubicBezTo>
                  <a:cubicBezTo>
                    <a:pt x="61856" y="199928"/>
                    <a:pt x="58610" y="204799"/>
                    <a:pt x="58610" y="204799"/>
                  </a:cubicBezTo>
                  <a:cubicBezTo>
                    <a:pt x="58610" y="204799"/>
                    <a:pt x="56988" y="207235"/>
                    <a:pt x="54554" y="208858"/>
                  </a:cubicBezTo>
                  <a:cubicBezTo>
                    <a:pt x="52120" y="211294"/>
                    <a:pt x="51309" y="212918"/>
                    <a:pt x="51309" y="213730"/>
                  </a:cubicBezTo>
                  <a:cubicBezTo>
                    <a:pt x="51309" y="214542"/>
                    <a:pt x="51309" y="214542"/>
                    <a:pt x="49686" y="215354"/>
                  </a:cubicBezTo>
                  <a:cubicBezTo>
                    <a:pt x="48063" y="216165"/>
                    <a:pt x="48063" y="216977"/>
                    <a:pt x="48063" y="217789"/>
                  </a:cubicBezTo>
                  <a:cubicBezTo>
                    <a:pt x="48875" y="218601"/>
                    <a:pt x="47252" y="221037"/>
                    <a:pt x="44818" y="223472"/>
                  </a:cubicBezTo>
                  <a:cubicBezTo>
                    <a:pt x="42384" y="225908"/>
                    <a:pt x="40762" y="228344"/>
                    <a:pt x="40762" y="229967"/>
                  </a:cubicBezTo>
                  <a:cubicBezTo>
                    <a:pt x="40762" y="230779"/>
                    <a:pt x="39950" y="232403"/>
                    <a:pt x="39139" y="232403"/>
                  </a:cubicBezTo>
                  <a:cubicBezTo>
                    <a:pt x="38328" y="232403"/>
                    <a:pt x="37516" y="233215"/>
                    <a:pt x="38328" y="233215"/>
                  </a:cubicBezTo>
                  <a:cubicBezTo>
                    <a:pt x="39139" y="233215"/>
                    <a:pt x="38328" y="235651"/>
                    <a:pt x="36705" y="238086"/>
                  </a:cubicBezTo>
                  <a:cubicBezTo>
                    <a:pt x="35082" y="239710"/>
                    <a:pt x="35082" y="242146"/>
                    <a:pt x="35082" y="242958"/>
                  </a:cubicBezTo>
                  <a:cubicBezTo>
                    <a:pt x="35082" y="243769"/>
                    <a:pt x="35082" y="243769"/>
                    <a:pt x="34271" y="243769"/>
                  </a:cubicBezTo>
                  <a:cubicBezTo>
                    <a:pt x="33460" y="243769"/>
                    <a:pt x="31837" y="243769"/>
                    <a:pt x="31026" y="243769"/>
                  </a:cubicBezTo>
                  <a:cubicBezTo>
                    <a:pt x="29403" y="243769"/>
                    <a:pt x="29403" y="244581"/>
                    <a:pt x="31026" y="245393"/>
                  </a:cubicBezTo>
                  <a:cubicBezTo>
                    <a:pt x="33460" y="246205"/>
                    <a:pt x="33460" y="247017"/>
                    <a:pt x="29403" y="251076"/>
                  </a:cubicBezTo>
                  <a:cubicBezTo>
                    <a:pt x="26969" y="253512"/>
                    <a:pt x="25346" y="255948"/>
                    <a:pt x="26158" y="257571"/>
                  </a:cubicBezTo>
                  <a:cubicBezTo>
                    <a:pt x="26158" y="259195"/>
                    <a:pt x="26158" y="259195"/>
                    <a:pt x="26158" y="259195"/>
                  </a:cubicBezTo>
                  <a:cubicBezTo>
                    <a:pt x="23724" y="258383"/>
                    <a:pt x="13177" y="272997"/>
                    <a:pt x="13988" y="276245"/>
                  </a:cubicBezTo>
                  <a:cubicBezTo>
                    <a:pt x="13988" y="277868"/>
                    <a:pt x="13177" y="278680"/>
                    <a:pt x="12366" y="280304"/>
                  </a:cubicBezTo>
                  <a:cubicBezTo>
                    <a:pt x="9932" y="283552"/>
                    <a:pt x="5875" y="291670"/>
                    <a:pt x="6686" y="293294"/>
                  </a:cubicBezTo>
                  <a:cubicBezTo>
                    <a:pt x="7498" y="294106"/>
                    <a:pt x="6686" y="295730"/>
                    <a:pt x="5875" y="295730"/>
                  </a:cubicBezTo>
                  <a:cubicBezTo>
                    <a:pt x="3441" y="295730"/>
                    <a:pt x="1007" y="307096"/>
                    <a:pt x="196" y="316839"/>
                  </a:cubicBezTo>
                  <a:cubicBezTo>
                    <a:pt x="-615" y="333076"/>
                    <a:pt x="1007" y="338759"/>
                    <a:pt x="6686" y="344443"/>
                  </a:cubicBezTo>
                  <a:cubicBezTo>
                    <a:pt x="10743" y="348502"/>
                    <a:pt x="11554" y="349314"/>
                    <a:pt x="15611" y="348502"/>
                  </a:cubicBezTo>
                  <a:cubicBezTo>
                    <a:pt x="18045" y="347690"/>
                    <a:pt x="20479" y="347690"/>
                    <a:pt x="22101" y="347690"/>
                  </a:cubicBezTo>
                  <a:cubicBezTo>
                    <a:pt x="22913" y="347690"/>
                    <a:pt x="23724" y="346066"/>
                    <a:pt x="24535" y="344443"/>
                  </a:cubicBezTo>
                  <a:cubicBezTo>
                    <a:pt x="25346" y="342819"/>
                    <a:pt x="26158" y="341195"/>
                    <a:pt x="26969" y="341195"/>
                  </a:cubicBezTo>
                  <a:cubicBezTo>
                    <a:pt x="28592" y="341195"/>
                    <a:pt x="40762" y="331452"/>
                    <a:pt x="48063" y="323334"/>
                  </a:cubicBezTo>
                  <a:cubicBezTo>
                    <a:pt x="56988" y="313591"/>
                    <a:pt x="62667" y="307908"/>
                    <a:pt x="64290" y="307908"/>
                  </a:cubicBezTo>
                  <a:cubicBezTo>
                    <a:pt x="65912" y="307908"/>
                    <a:pt x="71592" y="303037"/>
                    <a:pt x="71592" y="300601"/>
                  </a:cubicBezTo>
                  <a:cubicBezTo>
                    <a:pt x="71592" y="299789"/>
                    <a:pt x="72403" y="298165"/>
                    <a:pt x="72403" y="297353"/>
                  </a:cubicBezTo>
                  <a:cubicBezTo>
                    <a:pt x="72403" y="295730"/>
                    <a:pt x="73214" y="295730"/>
                    <a:pt x="74025" y="297353"/>
                  </a:cubicBezTo>
                  <a:cubicBezTo>
                    <a:pt x="74837" y="298977"/>
                    <a:pt x="74837" y="298165"/>
                    <a:pt x="75648" y="295730"/>
                  </a:cubicBezTo>
                  <a:cubicBezTo>
                    <a:pt x="76459" y="294106"/>
                    <a:pt x="77271" y="293294"/>
                    <a:pt x="78082" y="294106"/>
                  </a:cubicBezTo>
                  <a:cubicBezTo>
                    <a:pt x="78893" y="294106"/>
                    <a:pt x="79705" y="294106"/>
                    <a:pt x="79705" y="292482"/>
                  </a:cubicBezTo>
                  <a:cubicBezTo>
                    <a:pt x="79705" y="290858"/>
                    <a:pt x="80516" y="290046"/>
                    <a:pt x="81327" y="290858"/>
                  </a:cubicBezTo>
                  <a:cubicBezTo>
                    <a:pt x="82139" y="292482"/>
                    <a:pt x="82950" y="291670"/>
                    <a:pt x="82139" y="290046"/>
                  </a:cubicBezTo>
                  <a:cubicBezTo>
                    <a:pt x="81327" y="287611"/>
                    <a:pt x="87006" y="282740"/>
                    <a:pt x="88629" y="285175"/>
                  </a:cubicBezTo>
                  <a:cubicBezTo>
                    <a:pt x="89441" y="285987"/>
                    <a:pt x="89441" y="285987"/>
                    <a:pt x="90252" y="284363"/>
                  </a:cubicBezTo>
                  <a:cubicBezTo>
                    <a:pt x="91063" y="282740"/>
                    <a:pt x="92686" y="281116"/>
                    <a:pt x="94308" y="280304"/>
                  </a:cubicBezTo>
                  <a:cubicBezTo>
                    <a:pt x="95931" y="279492"/>
                    <a:pt x="98365" y="277868"/>
                    <a:pt x="99176" y="276245"/>
                  </a:cubicBezTo>
                  <a:cubicBezTo>
                    <a:pt x="99988" y="273809"/>
                    <a:pt x="101610" y="272185"/>
                    <a:pt x="104044" y="271373"/>
                  </a:cubicBezTo>
                  <a:cubicBezTo>
                    <a:pt x="105667" y="270561"/>
                    <a:pt x="107289" y="268938"/>
                    <a:pt x="107289" y="268126"/>
                  </a:cubicBezTo>
                  <a:cubicBezTo>
                    <a:pt x="107289" y="267314"/>
                    <a:pt x="108101" y="267314"/>
                    <a:pt x="108912" y="268938"/>
                  </a:cubicBezTo>
                  <a:cubicBezTo>
                    <a:pt x="108912" y="271373"/>
                    <a:pt x="110535" y="270561"/>
                    <a:pt x="110535" y="268938"/>
                  </a:cubicBezTo>
                  <a:cubicBezTo>
                    <a:pt x="110535" y="265690"/>
                    <a:pt x="117025" y="261631"/>
                    <a:pt x="117837" y="264066"/>
                  </a:cubicBezTo>
                  <a:cubicBezTo>
                    <a:pt x="117837" y="264878"/>
                    <a:pt x="119459" y="264066"/>
                    <a:pt x="120270" y="262443"/>
                  </a:cubicBezTo>
                  <a:lnTo>
                    <a:pt x="121893" y="259195"/>
                  </a:lnTo>
                  <a:lnTo>
                    <a:pt x="121893" y="262443"/>
                  </a:lnTo>
                  <a:cubicBezTo>
                    <a:pt x="121893" y="264066"/>
                    <a:pt x="121082" y="268938"/>
                    <a:pt x="120270" y="272185"/>
                  </a:cubicBezTo>
                  <a:cubicBezTo>
                    <a:pt x="116214" y="289235"/>
                    <a:pt x="116214" y="307096"/>
                    <a:pt x="122704" y="311155"/>
                  </a:cubicBezTo>
                  <a:cubicBezTo>
                    <a:pt x="124327" y="311967"/>
                    <a:pt x="125138" y="313591"/>
                    <a:pt x="125138" y="314403"/>
                  </a:cubicBezTo>
                  <a:cubicBezTo>
                    <a:pt x="125138" y="316839"/>
                    <a:pt x="149478" y="342007"/>
                    <a:pt x="157591" y="341195"/>
                  </a:cubicBezTo>
                  <a:cubicBezTo>
                    <a:pt x="160025" y="341195"/>
                    <a:pt x="164893" y="342007"/>
                    <a:pt x="169761" y="343631"/>
                  </a:cubicBezTo>
                  <a:cubicBezTo>
                    <a:pt x="176251" y="344443"/>
                    <a:pt x="179496" y="346066"/>
                    <a:pt x="181930" y="346066"/>
                  </a:cubicBezTo>
                  <a:cubicBezTo>
                    <a:pt x="183553" y="346066"/>
                    <a:pt x="184364" y="345255"/>
                    <a:pt x="185987" y="344443"/>
                  </a:cubicBezTo>
                  <a:cubicBezTo>
                    <a:pt x="186798" y="343631"/>
                    <a:pt x="190044" y="341195"/>
                    <a:pt x="192477" y="341195"/>
                  </a:cubicBezTo>
                  <a:cubicBezTo>
                    <a:pt x="195723" y="340383"/>
                    <a:pt x="198968" y="337947"/>
                    <a:pt x="201402" y="335512"/>
                  </a:cubicBezTo>
                  <a:cubicBezTo>
                    <a:pt x="203836" y="333076"/>
                    <a:pt x="208704" y="329829"/>
                    <a:pt x="212760" y="327393"/>
                  </a:cubicBezTo>
                  <a:cubicBezTo>
                    <a:pt x="218440" y="324146"/>
                    <a:pt x="224930" y="318462"/>
                    <a:pt x="228987" y="314403"/>
                  </a:cubicBezTo>
                  <a:cubicBezTo>
                    <a:pt x="228987" y="317650"/>
                    <a:pt x="229798" y="320086"/>
                    <a:pt x="232232" y="324957"/>
                  </a:cubicBezTo>
                  <a:cubicBezTo>
                    <a:pt x="234666" y="329017"/>
                    <a:pt x="236288" y="332264"/>
                    <a:pt x="237100" y="331452"/>
                  </a:cubicBezTo>
                  <a:cubicBezTo>
                    <a:pt x="237911" y="331452"/>
                    <a:pt x="239534" y="333076"/>
                    <a:pt x="241156" y="336324"/>
                  </a:cubicBezTo>
                  <a:cubicBezTo>
                    <a:pt x="245213" y="343631"/>
                    <a:pt x="251704" y="350126"/>
                    <a:pt x="255760" y="350126"/>
                  </a:cubicBezTo>
                  <a:cubicBezTo>
                    <a:pt x="257383" y="350938"/>
                    <a:pt x="259817" y="350126"/>
                    <a:pt x="260628" y="350126"/>
                  </a:cubicBezTo>
                  <a:cubicBezTo>
                    <a:pt x="261439" y="350126"/>
                    <a:pt x="264684" y="348502"/>
                    <a:pt x="267119" y="347690"/>
                  </a:cubicBezTo>
                  <a:cubicBezTo>
                    <a:pt x="274420" y="345255"/>
                    <a:pt x="278477" y="342819"/>
                    <a:pt x="277666" y="340383"/>
                  </a:cubicBezTo>
                  <a:cubicBezTo>
                    <a:pt x="276854" y="338759"/>
                    <a:pt x="277666" y="339571"/>
                    <a:pt x="278477" y="339571"/>
                  </a:cubicBezTo>
                  <a:cubicBezTo>
                    <a:pt x="279288" y="339571"/>
                    <a:pt x="280911" y="339571"/>
                    <a:pt x="282534" y="337947"/>
                  </a:cubicBezTo>
                  <a:cubicBezTo>
                    <a:pt x="284156" y="336324"/>
                    <a:pt x="285779" y="335512"/>
                    <a:pt x="286590" y="335512"/>
                  </a:cubicBezTo>
                  <a:cubicBezTo>
                    <a:pt x="288213" y="335512"/>
                    <a:pt x="304439" y="319274"/>
                    <a:pt x="316609" y="304660"/>
                  </a:cubicBezTo>
                  <a:cubicBezTo>
                    <a:pt x="319854" y="300601"/>
                    <a:pt x="322288" y="298165"/>
                    <a:pt x="323099" y="298165"/>
                  </a:cubicBezTo>
                  <a:cubicBezTo>
                    <a:pt x="323099" y="298165"/>
                    <a:pt x="323911" y="298165"/>
                    <a:pt x="323911" y="297353"/>
                  </a:cubicBezTo>
                  <a:cubicBezTo>
                    <a:pt x="323911" y="296542"/>
                    <a:pt x="325533" y="294918"/>
                    <a:pt x="327156" y="292482"/>
                  </a:cubicBezTo>
                  <a:cubicBezTo>
                    <a:pt x="328779" y="290858"/>
                    <a:pt x="330401" y="288423"/>
                    <a:pt x="330401" y="286799"/>
                  </a:cubicBezTo>
                  <a:cubicBezTo>
                    <a:pt x="330401" y="285987"/>
                    <a:pt x="331212" y="284363"/>
                    <a:pt x="332835" y="284363"/>
                  </a:cubicBezTo>
                  <a:cubicBezTo>
                    <a:pt x="333646" y="284363"/>
                    <a:pt x="334458" y="282740"/>
                    <a:pt x="334458" y="281928"/>
                  </a:cubicBezTo>
                  <a:cubicBezTo>
                    <a:pt x="334458" y="279492"/>
                    <a:pt x="339326" y="271373"/>
                    <a:pt x="340948" y="271373"/>
                  </a:cubicBezTo>
                  <a:cubicBezTo>
                    <a:pt x="343382" y="271373"/>
                    <a:pt x="343382" y="272185"/>
                    <a:pt x="344194" y="282740"/>
                  </a:cubicBezTo>
                  <a:cubicBezTo>
                    <a:pt x="345005" y="294918"/>
                    <a:pt x="345816" y="300601"/>
                    <a:pt x="347439" y="303849"/>
                  </a:cubicBezTo>
                  <a:cubicBezTo>
                    <a:pt x="348250" y="305472"/>
                    <a:pt x="348250" y="307096"/>
                    <a:pt x="347439" y="307096"/>
                  </a:cubicBezTo>
                  <a:cubicBezTo>
                    <a:pt x="346627" y="307096"/>
                    <a:pt x="347439" y="307908"/>
                    <a:pt x="348250" y="307096"/>
                  </a:cubicBezTo>
                  <a:cubicBezTo>
                    <a:pt x="349061" y="306284"/>
                    <a:pt x="349873" y="307096"/>
                    <a:pt x="349873" y="307096"/>
                  </a:cubicBezTo>
                  <a:cubicBezTo>
                    <a:pt x="349873" y="314403"/>
                    <a:pt x="375835" y="336324"/>
                    <a:pt x="383948" y="341195"/>
                  </a:cubicBezTo>
                  <a:cubicBezTo>
                    <a:pt x="391250" y="345255"/>
                    <a:pt x="391250" y="346066"/>
                    <a:pt x="410721" y="345255"/>
                  </a:cubicBezTo>
                  <a:cubicBezTo>
                    <a:pt x="430193" y="345255"/>
                    <a:pt x="439117" y="343631"/>
                    <a:pt x="451287" y="337947"/>
                  </a:cubicBezTo>
                  <a:cubicBezTo>
                    <a:pt x="455344" y="336324"/>
                    <a:pt x="457778" y="333888"/>
                    <a:pt x="456966" y="333076"/>
                  </a:cubicBezTo>
                  <a:cubicBezTo>
                    <a:pt x="456155" y="332264"/>
                    <a:pt x="457778" y="330641"/>
                    <a:pt x="460212" y="330641"/>
                  </a:cubicBezTo>
                  <a:cubicBezTo>
                    <a:pt x="462646" y="329829"/>
                    <a:pt x="466702" y="329017"/>
                    <a:pt x="469136" y="327393"/>
                  </a:cubicBezTo>
                  <a:cubicBezTo>
                    <a:pt x="471570" y="325769"/>
                    <a:pt x="476438" y="323334"/>
                    <a:pt x="478872" y="321710"/>
                  </a:cubicBezTo>
                  <a:cubicBezTo>
                    <a:pt x="481306" y="320086"/>
                    <a:pt x="485362" y="317650"/>
                    <a:pt x="486174" y="316839"/>
                  </a:cubicBezTo>
                  <a:cubicBezTo>
                    <a:pt x="487796" y="316027"/>
                    <a:pt x="488608" y="315215"/>
                    <a:pt x="489419" y="315215"/>
                  </a:cubicBezTo>
                  <a:cubicBezTo>
                    <a:pt x="490230" y="315215"/>
                    <a:pt x="498343" y="308720"/>
                    <a:pt x="505645" y="301413"/>
                  </a:cubicBezTo>
                  <a:cubicBezTo>
                    <a:pt x="504834" y="303849"/>
                    <a:pt x="503211" y="307096"/>
                    <a:pt x="500777" y="312779"/>
                  </a:cubicBezTo>
                  <a:cubicBezTo>
                    <a:pt x="498343" y="317650"/>
                    <a:pt x="497532" y="320898"/>
                    <a:pt x="498343" y="324146"/>
                  </a:cubicBezTo>
                  <a:cubicBezTo>
                    <a:pt x="499155" y="330641"/>
                    <a:pt x="502400" y="337136"/>
                    <a:pt x="504834" y="337136"/>
                  </a:cubicBezTo>
                  <a:cubicBezTo>
                    <a:pt x="505645" y="337136"/>
                    <a:pt x="508890" y="339571"/>
                    <a:pt x="509702" y="342819"/>
                  </a:cubicBezTo>
                  <a:cubicBezTo>
                    <a:pt x="512136" y="349314"/>
                    <a:pt x="518626" y="352561"/>
                    <a:pt x="523494" y="350938"/>
                  </a:cubicBezTo>
                  <a:cubicBezTo>
                    <a:pt x="528362" y="349314"/>
                    <a:pt x="545400" y="334700"/>
                    <a:pt x="553513" y="324146"/>
                  </a:cubicBezTo>
                  <a:cubicBezTo>
                    <a:pt x="561626" y="313591"/>
                    <a:pt x="585154" y="293294"/>
                    <a:pt x="596513" y="285175"/>
                  </a:cubicBezTo>
                  <a:cubicBezTo>
                    <a:pt x="599758" y="282740"/>
                    <a:pt x="603814" y="278680"/>
                    <a:pt x="604626" y="277868"/>
                  </a:cubicBezTo>
                  <a:cubicBezTo>
                    <a:pt x="606248" y="276245"/>
                    <a:pt x="607871" y="276245"/>
                    <a:pt x="609493" y="275433"/>
                  </a:cubicBezTo>
                  <a:cubicBezTo>
                    <a:pt x="611116" y="274621"/>
                    <a:pt x="611928" y="273809"/>
                    <a:pt x="611928" y="272997"/>
                  </a:cubicBezTo>
                  <a:cubicBezTo>
                    <a:pt x="611928" y="272185"/>
                    <a:pt x="612739" y="271373"/>
                    <a:pt x="614361" y="271373"/>
                  </a:cubicBezTo>
                  <a:cubicBezTo>
                    <a:pt x="615173" y="271373"/>
                    <a:pt x="616796" y="270561"/>
                    <a:pt x="616796" y="269749"/>
                  </a:cubicBezTo>
                  <a:cubicBezTo>
                    <a:pt x="616796" y="268938"/>
                    <a:pt x="617607" y="268126"/>
                    <a:pt x="618418" y="268126"/>
                  </a:cubicBezTo>
                  <a:cubicBezTo>
                    <a:pt x="619229" y="268126"/>
                    <a:pt x="621663" y="266502"/>
                    <a:pt x="623286" y="264878"/>
                  </a:cubicBezTo>
                  <a:cubicBezTo>
                    <a:pt x="624909" y="263255"/>
                    <a:pt x="629776" y="260819"/>
                    <a:pt x="633022" y="260007"/>
                  </a:cubicBezTo>
                  <a:cubicBezTo>
                    <a:pt x="636267" y="259195"/>
                    <a:pt x="639512" y="257571"/>
                    <a:pt x="639512" y="257571"/>
                  </a:cubicBezTo>
                  <a:cubicBezTo>
                    <a:pt x="639512" y="256759"/>
                    <a:pt x="641135" y="256759"/>
                    <a:pt x="642757" y="256759"/>
                  </a:cubicBezTo>
                  <a:cubicBezTo>
                    <a:pt x="646003" y="256759"/>
                    <a:pt x="646003" y="257571"/>
                    <a:pt x="646814" y="268938"/>
                  </a:cubicBezTo>
                  <a:cubicBezTo>
                    <a:pt x="647625" y="275433"/>
                    <a:pt x="648437" y="281928"/>
                    <a:pt x="648437" y="283552"/>
                  </a:cubicBezTo>
                  <a:cubicBezTo>
                    <a:pt x="652493" y="294918"/>
                    <a:pt x="677644" y="321710"/>
                    <a:pt x="691436" y="322522"/>
                  </a:cubicBezTo>
                  <a:cubicBezTo>
                    <a:pt x="694682" y="322522"/>
                    <a:pt x="697927" y="323334"/>
                    <a:pt x="699550" y="324146"/>
                  </a:cubicBezTo>
                  <a:cubicBezTo>
                    <a:pt x="703606" y="326581"/>
                    <a:pt x="736059" y="322522"/>
                    <a:pt x="740115" y="318462"/>
                  </a:cubicBezTo>
                  <a:cubicBezTo>
                    <a:pt x="740927" y="317650"/>
                    <a:pt x="746606" y="314403"/>
                    <a:pt x="751474" y="311967"/>
                  </a:cubicBezTo>
                  <a:cubicBezTo>
                    <a:pt x="756342" y="309532"/>
                    <a:pt x="760398" y="307908"/>
                    <a:pt x="764455" y="306284"/>
                  </a:cubicBezTo>
                  <a:cubicBezTo>
                    <a:pt x="762021" y="312779"/>
                    <a:pt x="757964" y="321710"/>
                    <a:pt x="755530" y="329017"/>
                  </a:cubicBezTo>
                  <a:cubicBezTo>
                    <a:pt x="753096" y="335512"/>
                    <a:pt x="753096" y="341195"/>
                    <a:pt x="752285" y="348502"/>
                  </a:cubicBezTo>
                  <a:cubicBezTo>
                    <a:pt x="751474" y="363928"/>
                    <a:pt x="755530" y="372858"/>
                    <a:pt x="764455" y="375294"/>
                  </a:cubicBezTo>
                  <a:cubicBezTo>
                    <a:pt x="766889" y="376106"/>
                    <a:pt x="768511" y="377730"/>
                    <a:pt x="768511" y="378541"/>
                  </a:cubicBezTo>
                  <a:cubicBezTo>
                    <a:pt x="768511" y="379353"/>
                    <a:pt x="769323" y="379353"/>
                    <a:pt x="770945" y="378541"/>
                  </a:cubicBezTo>
                  <a:cubicBezTo>
                    <a:pt x="773379" y="377730"/>
                    <a:pt x="773379" y="376106"/>
                    <a:pt x="773379" y="372858"/>
                  </a:cubicBezTo>
                  <a:cubicBezTo>
                    <a:pt x="773379" y="369611"/>
                    <a:pt x="774191" y="367987"/>
                    <a:pt x="774191" y="367987"/>
                  </a:cubicBezTo>
                  <a:cubicBezTo>
                    <a:pt x="775002" y="367987"/>
                    <a:pt x="779870" y="360680"/>
                    <a:pt x="779870" y="358244"/>
                  </a:cubicBezTo>
                  <a:cubicBezTo>
                    <a:pt x="779870" y="357433"/>
                    <a:pt x="778247" y="358244"/>
                    <a:pt x="777436" y="359056"/>
                  </a:cubicBezTo>
                  <a:cubicBezTo>
                    <a:pt x="774191" y="362304"/>
                    <a:pt x="773379" y="359868"/>
                    <a:pt x="775002" y="353373"/>
                  </a:cubicBezTo>
                  <a:cubicBezTo>
                    <a:pt x="775813" y="350938"/>
                    <a:pt x="776624" y="346878"/>
                    <a:pt x="776624" y="344443"/>
                  </a:cubicBezTo>
                  <a:cubicBezTo>
                    <a:pt x="776624" y="342819"/>
                    <a:pt x="777436" y="341195"/>
                    <a:pt x="778247" y="342007"/>
                  </a:cubicBezTo>
                  <a:cubicBezTo>
                    <a:pt x="779059" y="342007"/>
                    <a:pt x="779059" y="342007"/>
                    <a:pt x="779059" y="341195"/>
                  </a:cubicBezTo>
                  <a:cubicBezTo>
                    <a:pt x="779059" y="340383"/>
                    <a:pt x="779870" y="340383"/>
                    <a:pt x="780681" y="340383"/>
                  </a:cubicBezTo>
                  <a:cubicBezTo>
                    <a:pt x="781492" y="341195"/>
                    <a:pt x="782304" y="339571"/>
                    <a:pt x="783115" y="337947"/>
                  </a:cubicBezTo>
                  <a:cubicBezTo>
                    <a:pt x="784738" y="335512"/>
                    <a:pt x="783926" y="333888"/>
                    <a:pt x="783115" y="333888"/>
                  </a:cubicBezTo>
                  <a:cubicBezTo>
                    <a:pt x="782304" y="333888"/>
                    <a:pt x="784738" y="327393"/>
                    <a:pt x="787983" y="322522"/>
                  </a:cubicBezTo>
                  <a:cubicBezTo>
                    <a:pt x="789606" y="320898"/>
                    <a:pt x="789606" y="319274"/>
                    <a:pt x="789606" y="318462"/>
                  </a:cubicBezTo>
                  <a:cubicBezTo>
                    <a:pt x="789606" y="317650"/>
                    <a:pt x="790417" y="315215"/>
                    <a:pt x="792039" y="313591"/>
                  </a:cubicBezTo>
                  <a:cubicBezTo>
                    <a:pt x="794474" y="311155"/>
                    <a:pt x="795285" y="308720"/>
                    <a:pt x="796096" y="307908"/>
                  </a:cubicBezTo>
                  <a:cubicBezTo>
                    <a:pt x="796096" y="306284"/>
                    <a:pt x="797719" y="303849"/>
                    <a:pt x="799341" y="301413"/>
                  </a:cubicBezTo>
                  <a:cubicBezTo>
                    <a:pt x="796907" y="321710"/>
                    <a:pt x="806643" y="333888"/>
                    <a:pt x="826926" y="333888"/>
                  </a:cubicBezTo>
                  <a:cubicBezTo>
                    <a:pt x="831794" y="333888"/>
                    <a:pt x="836662" y="333076"/>
                    <a:pt x="841530" y="332264"/>
                  </a:cubicBezTo>
                  <a:cubicBezTo>
                    <a:pt x="842341" y="331452"/>
                    <a:pt x="848831" y="331452"/>
                    <a:pt x="856134" y="331452"/>
                  </a:cubicBezTo>
                  <a:cubicBezTo>
                    <a:pt x="866681" y="331452"/>
                    <a:pt x="871548" y="330641"/>
                    <a:pt x="878850" y="328205"/>
                  </a:cubicBezTo>
                  <a:cubicBezTo>
                    <a:pt x="883718" y="326581"/>
                    <a:pt x="887775" y="324146"/>
                    <a:pt x="888586" y="323334"/>
                  </a:cubicBezTo>
                  <a:cubicBezTo>
                    <a:pt x="888586" y="323334"/>
                    <a:pt x="889397" y="322522"/>
                    <a:pt x="891831" y="322522"/>
                  </a:cubicBezTo>
                  <a:cubicBezTo>
                    <a:pt x="893454" y="322522"/>
                    <a:pt x="897510" y="322522"/>
                    <a:pt x="900756" y="320898"/>
                  </a:cubicBezTo>
                  <a:cubicBezTo>
                    <a:pt x="904001" y="319274"/>
                    <a:pt x="908869" y="319274"/>
                    <a:pt x="912926" y="318462"/>
                  </a:cubicBezTo>
                  <a:cubicBezTo>
                    <a:pt x="916982" y="317650"/>
                    <a:pt x="919416" y="316839"/>
                    <a:pt x="919416" y="316027"/>
                  </a:cubicBezTo>
                  <a:cubicBezTo>
                    <a:pt x="919416" y="315215"/>
                    <a:pt x="920227" y="315215"/>
                    <a:pt x="921039" y="315215"/>
                  </a:cubicBezTo>
                  <a:cubicBezTo>
                    <a:pt x="923473" y="315215"/>
                    <a:pt x="955925" y="302225"/>
                    <a:pt x="959982" y="299789"/>
                  </a:cubicBezTo>
                  <a:lnTo>
                    <a:pt x="963227" y="298165"/>
                  </a:lnTo>
                  <a:lnTo>
                    <a:pt x="959982" y="298977"/>
                  </a:lnTo>
                  <a:cubicBezTo>
                    <a:pt x="958359" y="298977"/>
                    <a:pt x="959982" y="298165"/>
                    <a:pt x="962416" y="296542"/>
                  </a:cubicBezTo>
                  <a:cubicBezTo>
                    <a:pt x="965661" y="295730"/>
                    <a:pt x="968906" y="294918"/>
                    <a:pt x="969718" y="295730"/>
                  </a:cubicBezTo>
                  <a:cubicBezTo>
                    <a:pt x="970529" y="296542"/>
                    <a:pt x="971340" y="296542"/>
                    <a:pt x="970529" y="295730"/>
                  </a:cubicBezTo>
                  <a:cubicBezTo>
                    <a:pt x="969718" y="294918"/>
                    <a:pt x="972963" y="292482"/>
                    <a:pt x="977831" y="290858"/>
                  </a:cubicBezTo>
                  <a:cubicBezTo>
                    <a:pt x="985132" y="287611"/>
                    <a:pt x="985944" y="285987"/>
                    <a:pt x="981887" y="286799"/>
                  </a:cubicBezTo>
                  <a:cubicBezTo>
                    <a:pt x="981076" y="286799"/>
                    <a:pt x="981887" y="285175"/>
                    <a:pt x="984321" y="284363"/>
                  </a:cubicBezTo>
                  <a:cubicBezTo>
                    <a:pt x="985944" y="282740"/>
                    <a:pt x="989189" y="281928"/>
                    <a:pt x="989189" y="281928"/>
                  </a:cubicBezTo>
                  <a:cubicBezTo>
                    <a:pt x="990001" y="281928"/>
                    <a:pt x="991623" y="281116"/>
                    <a:pt x="993245" y="280304"/>
                  </a:cubicBezTo>
                  <a:cubicBezTo>
                    <a:pt x="994057" y="279492"/>
                    <a:pt x="999736" y="276245"/>
                    <a:pt x="1004604" y="273809"/>
                  </a:cubicBezTo>
                  <a:cubicBezTo>
                    <a:pt x="1009472" y="271373"/>
                    <a:pt x="1014340" y="268938"/>
                    <a:pt x="1015151" y="268126"/>
                  </a:cubicBezTo>
                  <a:cubicBezTo>
                    <a:pt x="1019208" y="264066"/>
                    <a:pt x="1028132" y="260007"/>
                    <a:pt x="1028944" y="260007"/>
                  </a:cubicBezTo>
                  <a:cubicBezTo>
                    <a:pt x="1029755" y="260007"/>
                    <a:pt x="1031377" y="260007"/>
                    <a:pt x="1031377" y="258383"/>
                  </a:cubicBezTo>
                  <a:cubicBezTo>
                    <a:pt x="1032189" y="257571"/>
                    <a:pt x="1035434" y="254324"/>
                    <a:pt x="1038679" y="252700"/>
                  </a:cubicBezTo>
                  <a:cubicBezTo>
                    <a:pt x="1041924" y="250264"/>
                    <a:pt x="1045170" y="247829"/>
                    <a:pt x="1045170" y="247017"/>
                  </a:cubicBezTo>
                  <a:cubicBezTo>
                    <a:pt x="1047604" y="247829"/>
                    <a:pt x="1028944" y="253512"/>
                    <a:pt x="990812" y="268938"/>
                  </a:cubicBezTo>
                  <a:close/>
                  <a:moveTo>
                    <a:pt x="875605" y="119552"/>
                  </a:moveTo>
                  <a:lnTo>
                    <a:pt x="877228" y="117928"/>
                  </a:lnTo>
                  <a:cubicBezTo>
                    <a:pt x="877228" y="117928"/>
                    <a:pt x="878039" y="118740"/>
                    <a:pt x="878039" y="119552"/>
                  </a:cubicBezTo>
                  <a:cubicBezTo>
                    <a:pt x="878039" y="120364"/>
                    <a:pt x="877228" y="121176"/>
                    <a:pt x="876416" y="121176"/>
                  </a:cubicBezTo>
                  <a:cubicBezTo>
                    <a:pt x="875605" y="121176"/>
                    <a:pt x="874794" y="120364"/>
                    <a:pt x="875605" y="119552"/>
                  </a:cubicBezTo>
                  <a:close/>
                  <a:moveTo>
                    <a:pt x="873983" y="122799"/>
                  </a:moveTo>
                  <a:cubicBezTo>
                    <a:pt x="874794" y="122799"/>
                    <a:pt x="874794" y="123611"/>
                    <a:pt x="874794" y="124423"/>
                  </a:cubicBezTo>
                  <a:cubicBezTo>
                    <a:pt x="874794" y="124423"/>
                    <a:pt x="873171" y="125235"/>
                    <a:pt x="873171" y="125235"/>
                  </a:cubicBezTo>
                  <a:cubicBezTo>
                    <a:pt x="872360" y="125235"/>
                    <a:pt x="872360" y="124423"/>
                    <a:pt x="872360" y="123611"/>
                  </a:cubicBezTo>
                  <a:cubicBezTo>
                    <a:pt x="871548" y="123611"/>
                    <a:pt x="872360" y="122799"/>
                    <a:pt x="873983" y="122799"/>
                  </a:cubicBezTo>
                  <a:close/>
                  <a:moveTo>
                    <a:pt x="867492" y="131730"/>
                  </a:moveTo>
                  <a:cubicBezTo>
                    <a:pt x="865869" y="130918"/>
                    <a:pt x="865869" y="131730"/>
                    <a:pt x="866681" y="130106"/>
                  </a:cubicBezTo>
                  <a:cubicBezTo>
                    <a:pt x="869114" y="127670"/>
                    <a:pt x="869926" y="128482"/>
                    <a:pt x="869926" y="131730"/>
                  </a:cubicBezTo>
                  <a:cubicBezTo>
                    <a:pt x="869926" y="134166"/>
                    <a:pt x="868303" y="134977"/>
                    <a:pt x="865869" y="134977"/>
                  </a:cubicBezTo>
                  <a:cubicBezTo>
                    <a:pt x="862624" y="134977"/>
                    <a:pt x="863435" y="134977"/>
                    <a:pt x="866681" y="133354"/>
                  </a:cubicBezTo>
                  <a:cubicBezTo>
                    <a:pt x="869114" y="131730"/>
                    <a:pt x="869114" y="132542"/>
                    <a:pt x="867492" y="131730"/>
                  </a:cubicBezTo>
                  <a:close/>
                  <a:moveTo>
                    <a:pt x="865058" y="139849"/>
                  </a:moveTo>
                  <a:cubicBezTo>
                    <a:pt x="865869" y="138225"/>
                    <a:pt x="866681" y="137413"/>
                    <a:pt x="867492" y="137413"/>
                  </a:cubicBezTo>
                  <a:cubicBezTo>
                    <a:pt x="866681" y="138225"/>
                    <a:pt x="866681" y="139037"/>
                    <a:pt x="865058" y="139849"/>
                  </a:cubicBezTo>
                  <a:cubicBezTo>
                    <a:pt x="863435" y="142284"/>
                    <a:pt x="863435" y="143096"/>
                    <a:pt x="865058" y="139849"/>
                  </a:cubicBezTo>
                  <a:close/>
                  <a:moveTo>
                    <a:pt x="861813" y="146344"/>
                  </a:moveTo>
                  <a:cubicBezTo>
                    <a:pt x="862624" y="146344"/>
                    <a:pt x="863435" y="145532"/>
                    <a:pt x="863435" y="144720"/>
                  </a:cubicBezTo>
                  <a:cubicBezTo>
                    <a:pt x="863435" y="143908"/>
                    <a:pt x="863435" y="143096"/>
                    <a:pt x="864247" y="143908"/>
                  </a:cubicBezTo>
                  <a:cubicBezTo>
                    <a:pt x="864247" y="143908"/>
                    <a:pt x="864247" y="145532"/>
                    <a:pt x="863435" y="146344"/>
                  </a:cubicBezTo>
                  <a:cubicBezTo>
                    <a:pt x="861001" y="148779"/>
                    <a:pt x="860190" y="148779"/>
                    <a:pt x="860190" y="147156"/>
                  </a:cubicBezTo>
                  <a:cubicBezTo>
                    <a:pt x="860190" y="146344"/>
                    <a:pt x="860190" y="146344"/>
                    <a:pt x="861813" y="146344"/>
                  </a:cubicBezTo>
                  <a:close/>
                  <a:moveTo>
                    <a:pt x="853700" y="158522"/>
                  </a:moveTo>
                  <a:cubicBezTo>
                    <a:pt x="853700" y="156898"/>
                    <a:pt x="854511" y="156898"/>
                    <a:pt x="854511" y="156898"/>
                  </a:cubicBezTo>
                  <a:cubicBezTo>
                    <a:pt x="854511" y="156898"/>
                    <a:pt x="854511" y="157710"/>
                    <a:pt x="854511" y="158522"/>
                  </a:cubicBezTo>
                  <a:cubicBezTo>
                    <a:pt x="854511" y="159334"/>
                    <a:pt x="853700" y="160958"/>
                    <a:pt x="852888" y="160958"/>
                  </a:cubicBezTo>
                  <a:cubicBezTo>
                    <a:pt x="852077" y="160958"/>
                    <a:pt x="852888" y="160146"/>
                    <a:pt x="853700" y="158522"/>
                  </a:cubicBezTo>
                  <a:close/>
                  <a:moveTo>
                    <a:pt x="849643" y="161770"/>
                  </a:moveTo>
                  <a:cubicBezTo>
                    <a:pt x="850454" y="161770"/>
                    <a:pt x="851265" y="162581"/>
                    <a:pt x="851265" y="163393"/>
                  </a:cubicBezTo>
                  <a:cubicBezTo>
                    <a:pt x="851265" y="164205"/>
                    <a:pt x="851265" y="164205"/>
                    <a:pt x="850454" y="164205"/>
                  </a:cubicBezTo>
                  <a:cubicBezTo>
                    <a:pt x="849643" y="164205"/>
                    <a:pt x="849643" y="163393"/>
                    <a:pt x="848831" y="163393"/>
                  </a:cubicBezTo>
                  <a:cubicBezTo>
                    <a:pt x="848020" y="162581"/>
                    <a:pt x="848831" y="161770"/>
                    <a:pt x="849643" y="161770"/>
                  </a:cubicBezTo>
                  <a:close/>
                  <a:moveTo>
                    <a:pt x="848831" y="167453"/>
                  </a:moveTo>
                  <a:cubicBezTo>
                    <a:pt x="848831" y="166641"/>
                    <a:pt x="849643" y="165829"/>
                    <a:pt x="850454" y="165829"/>
                  </a:cubicBezTo>
                  <a:cubicBezTo>
                    <a:pt x="851265" y="165829"/>
                    <a:pt x="850454" y="166641"/>
                    <a:pt x="850454" y="167453"/>
                  </a:cubicBezTo>
                  <a:cubicBezTo>
                    <a:pt x="850454" y="168264"/>
                    <a:pt x="849643" y="169076"/>
                    <a:pt x="849643" y="169076"/>
                  </a:cubicBezTo>
                  <a:cubicBezTo>
                    <a:pt x="849643" y="169076"/>
                    <a:pt x="848020" y="167453"/>
                    <a:pt x="848831" y="167453"/>
                  </a:cubicBezTo>
                  <a:close/>
                  <a:moveTo>
                    <a:pt x="843152" y="177195"/>
                  </a:moveTo>
                  <a:cubicBezTo>
                    <a:pt x="843964" y="177195"/>
                    <a:pt x="844775" y="177195"/>
                    <a:pt x="844775" y="178819"/>
                  </a:cubicBezTo>
                  <a:cubicBezTo>
                    <a:pt x="844775" y="180443"/>
                    <a:pt x="843964" y="181255"/>
                    <a:pt x="843152" y="181255"/>
                  </a:cubicBezTo>
                  <a:cubicBezTo>
                    <a:pt x="842341" y="181255"/>
                    <a:pt x="841530" y="180443"/>
                    <a:pt x="841530" y="180443"/>
                  </a:cubicBezTo>
                  <a:cubicBezTo>
                    <a:pt x="841530" y="180443"/>
                    <a:pt x="842341" y="177195"/>
                    <a:pt x="843152" y="177195"/>
                  </a:cubicBezTo>
                  <a:close/>
                  <a:moveTo>
                    <a:pt x="837473" y="187750"/>
                  </a:moveTo>
                  <a:cubicBezTo>
                    <a:pt x="837473" y="186938"/>
                    <a:pt x="837473" y="186126"/>
                    <a:pt x="838284" y="186938"/>
                  </a:cubicBezTo>
                  <a:cubicBezTo>
                    <a:pt x="839096" y="186938"/>
                    <a:pt x="839096" y="187750"/>
                    <a:pt x="839096" y="188561"/>
                  </a:cubicBezTo>
                  <a:cubicBezTo>
                    <a:pt x="838284" y="190185"/>
                    <a:pt x="837473" y="189373"/>
                    <a:pt x="837473" y="187750"/>
                  </a:cubicBezTo>
                  <a:close/>
                  <a:moveTo>
                    <a:pt x="108101" y="161770"/>
                  </a:moveTo>
                  <a:cubicBezTo>
                    <a:pt x="108912" y="160146"/>
                    <a:pt x="108912" y="160146"/>
                    <a:pt x="109723" y="160958"/>
                  </a:cubicBezTo>
                  <a:cubicBezTo>
                    <a:pt x="110535" y="161770"/>
                    <a:pt x="109723" y="163393"/>
                    <a:pt x="108101" y="164205"/>
                  </a:cubicBezTo>
                  <a:cubicBezTo>
                    <a:pt x="106478" y="165829"/>
                    <a:pt x="106478" y="165017"/>
                    <a:pt x="108101" y="161770"/>
                  </a:cubicBezTo>
                  <a:close/>
                  <a:moveTo>
                    <a:pt x="103233" y="173136"/>
                  </a:moveTo>
                  <a:cubicBezTo>
                    <a:pt x="103233" y="173136"/>
                    <a:pt x="102421" y="174760"/>
                    <a:pt x="100799" y="177195"/>
                  </a:cubicBezTo>
                  <a:cubicBezTo>
                    <a:pt x="99988" y="180443"/>
                    <a:pt x="99176" y="180443"/>
                    <a:pt x="99176" y="177195"/>
                  </a:cubicBezTo>
                  <a:cubicBezTo>
                    <a:pt x="99176" y="173948"/>
                    <a:pt x="100799" y="173136"/>
                    <a:pt x="103233" y="173136"/>
                  </a:cubicBezTo>
                  <a:close/>
                  <a:moveTo>
                    <a:pt x="94308" y="199928"/>
                  </a:moveTo>
                  <a:cubicBezTo>
                    <a:pt x="93497" y="199928"/>
                    <a:pt x="93497" y="199116"/>
                    <a:pt x="93497" y="198304"/>
                  </a:cubicBezTo>
                  <a:cubicBezTo>
                    <a:pt x="94308" y="197492"/>
                    <a:pt x="94308" y="196680"/>
                    <a:pt x="95120" y="196680"/>
                  </a:cubicBezTo>
                  <a:cubicBezTo>
                    <a:pt x="95120" y="196680"/>
                    <a:pt x="95931" y="197492"/>
                    <a:pt x="95931" y="198304"/>
                  </a:cubicBezTo>
                  <a:cubicBezTo>
                    <a:pt x="95931" y="199116"/>
                    <a:pt x="95120" y="199928"/>
                    <a:pt x="94308" y="199928"/>
                  </a:cubicBezTo>
                  <a:close/>
                  <a:moveTo>
                    <a:pt x="93497" y="185314"/>
                  </a:moveTo>
                  <a:cubicBezTo>
                    <a:pt x="94308" y="185314"/>
                    <a:pt x="94308" y="184502"/>
                    <a:pt x="94308" y="182878"/>
                  </a:cubicBezTo>
                  <a:cubicBezTo>
                    <a:pt x="94308" y="182067"/>
                    <a:pt x="95120" y="180443"/>
                    <a:pt x="95931" y="180443"/>
                  </a:cubicBezTo>
                  <a:cubicBezTo>
                    <a:pt x="96742" y="179631"/>
                    <a:pt x="97554" y="180443"/>
                    <a:pt x="97554" y="180443"/>
                  </a:cubicBezTo>
                  <a:cubicBezTo>
                    <a:pt x="97554" y="182067"/>
                    <a:pt x="91874" y="190185"/>
                    <a:pt x="91063" y="190185"/>
                  </a:cubicBezTo>
                  <a:cubicBezTo>
                    <a:pt x="90252" y="189373"/>
                    <a:pt x="91874" y="185314"/>
                    <a:pt x="93497" y="185314"/>
                  </a:cubicBezTo>
                  <a:close/>
                  <a:moveTo>
                    <a:pt x="87818" y="212106"/>
                  </a:moveTo>
                  <a:cubicBezTo>
                    <a:pt x="87818" y="212106"/>
                    <a:pt x="87006" y="212918"/>
                    <a:pt x="85384" y="213730"/>
                  </a:cubicBezTo>
                  <a:cubicBezTo>
                    <a:pt x="83761" y="215354"/>
                    <a:pt x="83761" y="215354"/>
                    <a:pt x="83761" y="213730"/>
                  </a:cubicBezTo>
                  <a:cubicBezTo>
                    <a:pt x="83761" y="212918"/>
                    <a:pt x="84573" y="212106"/>
                    <a:pt x="85384" y="212106"/>
                  </a:cubicBezTo>
                  <a:cubicBezTo>
                    <a:pt x="87006" y="211294"/>
                    <a:pt x="87818" y="211294"/>
                    <a:pt x="87818" y="212106"/>
                  </a:cubicBezTo>
                  <a:close/>
                  <a:moveTo>
                    <a:pt x="84573" y="197492"/>
                  </a:moveTo>
                  <a:cubicBezTo>
                    <a:pt x="85384" y="197492"/>
                    <a:pt x="86195" y="197492"/>
                    <a:pt x="86195" y="198304"/>
                  </a:cubicBezTo>
                  <a:cubicBezTo>
                    <a:pt x="86195" y="199116"/>
                    <a:pt x="85384" y="199116"/>
                    <a:pt x="84573" y="199928"/>
                  </a:cubicBezTo>
                  <a:cubicBezTo>
                    <a:pt x="83761" y="200740"/>
                    <a:pt x="83761" y="199928"/>
                    <a:pt x="83761" y="199116"/>
                  </a:cubicBezTo>
                  <a:cubicBezTo>
                    <a:pt x="83761" y="198304"/>
                    <a:pt x="84573" y="197492"/>
                    <a:pt x="84573" y="197492"/>
                  </a:cubicBezTo>
                  <a:close/>
                  <a:moveTo>
                    <a:pt x="82139" y="201552"/>
                  </a:moveTo>
                  <a:cubicBezTo>
                    <a:pt x="82950" y="201552"/>
                    <a:pt x="83761" y="201552"/>
                    <a:pt x="83761" y="202364"/>
                  </a:cubicBezTo>
                  <a:cubicBezTo>
                    <a:pt x="83761" y="202364"/>
                    <a:pt x="82950" y="203175"/>
                    <a:pt x="82139" y="203175"/>
                  </a:cubicBezTo>
                  <a:cubicBezTo>
                    <a:pt x="81327" y="203987"/>
                    <a:pt x="80516" y="203175"/>
                    <a:pt x="80516" y="202364"/>
                  </a:cubicBezTo>
                  <a:cubicBezTo>
                    <a:pt x="81327" y="202364"/>
                    <a:pt x="81327" y="201552"/>
                    <a:pt x="82139" y="201552"/>
                  </a:cubicBezTo>
                  <a:close/>
                  <a:moveTo>
                    <a:pt x="65912" y="224284"/>
                  </a:moveTo>
                  <a:cubicBezTo>
                    <a:pt x="67535" y="221849"/>
                    <a:pt x="69158" y="219413"/>
                    <a:pt x="70780" y="216977"/>
                  </a:cubicBezTo>
                  <a:cubicBezTo>
                    <a:pt x="71592" y="215354"/>
                    <a:pt x="73214" y="215354"/>
                    <a:pt x="73214" y="216165"/>
                  </a:cubicBezTo>
                  <a:cubicBezTo>
                    <a:pt x="74025" y="216977"/>
                    <a:pt x="73214" y="217789"/>
                    <a:pt x="72403" y="218601"/>
                  </a:cubicBezTo>
                  <a:cubicBezTo>
                    <a:pt x="71592" y="219413"/>
                    <a:pt x="69969" y="221037"/>
                    <a:pt x="69969" y="222661"/>
                  </a:cubicBezTo>
                  <a:cubicBezTo>
                    <a:pt x="69969" y="225096"/>
                    <a:pt x="63478" y="230779"/>
                    <a:pt x="63478" y="228344"/>
                  </a:cubicBezTo>
                  <a:cubicBezTo>
                    <a:pt x="62667" y="228344"/>
                    <a:pt x="64290" y="226720"/>
                    <a:pt x="65912" y="224284"/>
                  </a:cubicBezTo>
                  <a:close/>
                  <a:moveTo>
                    <a:pt x="61856" y="231591"/>
                  </a:moveTo>
                  <a:cubicBezTo>
                    <a:pt x="62667" y="231591"/>
                    <a:pt x="63478" y="231591"/>
                    <a:pt x="63478" y="232403"/>
                  </a:cubicBezTo>
                  <a:cubicBezTo>
                    <a:pt x="63478" y="233215"/>
                    <a:pt x="62667" y="233215"/>
                    <a:pt x="61856" y="234027"/>
                  </a:cubicBezTo>
                  <a:cubicBezTo>
                    <a:pt x="61045" y="234027"/>
                    <a:pt x="60233" y="234027"/>
                    <a:pt x="60233" y="233215"/>
                  </a:cubicBezTo>
                  <a:cubicBezTo>
                    <a:pt x="60233" y="232403"/>
                    <a:pt x="61045" y="231591"/>
                    <a:pt x="61856" y="231591"/>
                  </a:cubicBezTo>
                  <a:close/>
                  <a:moveTo>
                    <a:pt x="41573" y="265690"/>
                  </a:moveTo>
                  <a:cubicBezTo>
                    <a:pt x="39950" y="264066"/>
                    <a:pt x="42384" y="259195"/>
                    <a:pt x="44007" y="258383"/>
                  </a:cubicBezTo>
                  <a:cubicBezTo>
                    <a:pt x="45629" y="257571"/>
                    <a:pt x="45629" y="257571"/>
                    <a:pt x="45629" y="258383"/>
                  </a:cubicBezTo>
                  <a:cubicBezTo>
                    <a:pt x="45629" y="260007"/>
                    <a:pt x="42384" y="265690"/>
                    <a:pt x="41573" y="265690"/>
                  </a:cubicBezTo>
                  <a:close/>
                  <a:moveTo>
                    <a:pt x="47252" y="254324"/>
                  </a:moveTo>
                  <a:cubicBezTo>
                    <a:pt x="46441" y="252700"/>
                    <a:pt x="48063" y="250264"/>
                    <a:pt x="49686" y="250264"/>
                  </a:cubicBezTo>
                  <a:cubicBezTo>
                    <a:pt x="50497" y="250264"/>
                    <a:pt x="50497" y="251076"/>
                    <a:pt x="50497" y="251076"/>
                  </a:cubicBezTo>
                  <a:cubicBezTo>
                    <a:pt x="50497" y="253512"/>
                    <a:pt x="48063" y="255948"/>
                    <a:pt x="47252" y="254324"/>
                  </a:cubicBezTo>
                  <a:close/>
                  <a:moveTo>
                    <a:pt x="52931" y="246205"/>
                  </a:moveTo>
                  <a:cubicBezTo>
                    <a:pt x="52120" y="246205"/>
                    <a:pt x="52120" y="245393"/>
                    <a:pt x="52120" y="244581"/>
                  </a:cubicBezTo>
                  <a:cubicBezTo>
                    <a:pt x="52931" y="243769"/>
                    <a:pt x="53743" y="242958"/>
                    <a:pt x="53743" y="242958"/>
                  </a:cubicBezTo>
                  <a:cubicBezTo>
                    <a:pt x="53743" y="242958"/>
                    <a:pt x="54554" y="243769"/>
                    <a:pt x="54554" y="244581"/>
                  </a:cubicBezTo>
                  <a:cubicBezTo>
                    <a:pt x="54554" y="246205"/>
                    <a:pt x="54554" y="246205"/>
                    <a:pt x="52931" y="246205"/>
                  </a:cubicBezTo>
                  <a:close/>
                  <a:moveTo>
                    <a:pt x="324722" y="267314"/>
                  </a:moveTo>
                  <a:cubicBezTo>
                    <a:pt x="306062" y="285987"/>
                    <a:pt x="288213" y="303037"/>
                    <a:pt x="284156" y="305472"/>
                  </a:cubicBezTo>
                  <a:cubicBezTo>
                    <a:pt x="276854" y="311155"/>
                    <a:pt x="267930" y="316839"/>
                    <a:pt x="267119" y="316027"/>
                  </a:cubicBezTo>
                  <a:cubicBezTo>
                    <a:pt x="265496" y="315215"/>
                    <a:pt x="274420" y="298977"/>
                    <a:pt x="278477" y="294106"/>
                  </a:cubicBezTo>
                  <a:cubicBezTo>
                    <a:pt x="280911" y="291670"/>
                    <a:pt x="283345" y="288423"/>
                    <a:pt x="283345" y="287611"/>
                  </a:cubicBezTo>
                  <a:cubicBezTo>
                    <a:pt x="283345" y="283552"/>
                    <a:pt x="330401" y="229967"/>
                    <a:pt x="339326" y="229967"/>
                  </a:cubicBezTo>
                  <a:cubicBezTo>
                    <a:pt x="340137" y="229967"/>
                    <a:pt x="340948" y="229967"/>
                    <a:pt x="340948" y="229155"/>
                  </a:cubicBezTo>
                  <a:cubicBezTo>
                    <a:pt x="340948" y="228344"/>
                    <a:pt x="343382" y="226720"/>
                    <a:pt x="347439" y="225908"/>
                  </a:cubicBezTo>
                  <a:cubicBezTo>
                    <a:pt x="352307" y="224284"/>
                    <a:pt x="353929" y="224284"/>
                    <a:pt x="355552" y="225908"/>
                  </a:cubicBezTo>
                  <a:cubicBezTo>
                    <a:pt x="359608" y="232403"/>
                    <a:pt x="358797" y="233215"/>
                    <a:pt x="324722" y="267314"/>
                  </a:cubicBezTo>
                  <a:close/>
                  <a:moveTo>
                    <a:pt x="449665" y="337136"/>
                  </a:moveTo>
                  <a:cubicBezTo>
                    <a:pt x="448853" y="337947"/>
                    <a:pt x="448042" y="338759"/>
                    <a:pt x="447230" y="337947"/>
                  </a:cubicBezTo>
                  <a:cubicBezTo>
                    <a:pt x="446419" y="337136"/>
                    <a:pt x="447230" y="336324"/>
                    <a:pt x="448853" y="335512"/>
                  </a:cubicBezTo>
                  <a:cubicBezTo>
                    <a:pt x="451287" y="334700"/>
                    <a:pt x="452098" y="334700"/>
                    <a:pt x="449665" y="337136"/>
                  </a:cubicBezTo>
                  <a:close/>
                  <a:moveTo>
                    <a:pt x="466702" y="324146"/>
                  </a:moveTo>
                  <a:cubicBezTo>
                    <a:pt x="465079" y="324146"/>
                    <a:pt x="465079" y="324146"/>
                    <a:pt x="466702" y="323334"/>
                  </a:cubicBezTo>
                  <a:cubicBezTo>
                    <a:pt x="468325" y="322522"/>
                    <a:pt x="469947" y="321710"/>
                    <a:pt x="469947" y="322522"/>
                  </a:cubicBezTo>
                  <a:cubicBezTo>
                    <a:pt x="471570" y="322522"/>
                    <a:pt x="469136" y="324146"/>
                    <a:pt x="466702" y="324146"/>
                  </a:cubicBezTo>
                  <a:close/>
                  <a:moveTo>
                    <a:pt x="493475" y="307096"/>
                  </a:moveTo>
                  <a:cubicBezTo>
                    <a:pt x="492664" y="307908"/>
                    <a:pt x="490230" y="308720"/>
                    <a:pt x="488608" y="310344"/>
                  </a:cubicBezTo>
                  <a:lnTo>
                    <a:pt x="485362" y="312779"/>
                  </a:lnTo>
                  <a:lnTo>
                    <a:pt x="488608" y="309532"/>
                  </a:lnTo>
                  <a:cubicBezTo>
                    <a:pt x="490230" y="307908"/>
                    <a:pt x="492664" y="306284"/>
                    <a:pt x="492664" y="306284"/>
                  </a:cubicBezTo>
                  <a:cubicBezTo>
                    <a:pt x="493475" y="306284"/>
                    <a:pt x="494287" y="305472"/>
                    <a:pt x="495098" y="304660"/>
                  </a:cubicBezTo>
                  <a:cubicBezTo>
                    <a:pt x="495909" y="303849"/>
                    <a:pt x="495909" y="303849"/>
                    <a:pt x="495909" y="304660"/>
                  </a:cubicBezTo>
                  <a:cubicBezTo>
                    <a:pt x="495909" y="305472"/>
                    <a:pt x="495098" y="306284"/>
                    <a:pt x="493475" y="307096"/>
                  </a:cubicBezTo>
                  <a:close/>
                  <a:moveTo>
                    <a:pt x="513758" y="294106"/>
                  </a:moveTo>
                  <a:cubicBezTo>
                    <a:pt x="513758" y="294918"/>
                    <a:pt x="512947" y="294918"/>
                    <a:pt x="512947" y="295730"/>
                  </a:cubicBezTo>
                  <a:cubicBezTo>
                    <a:pt x="511325" y="297353"/>
                    <a:pt x="508890" y="298165"/>
                    <a:pt x="508079" y="299789"/>
                  </a:cubicBezTo>
                  <a:cubicBezTo>
                    <a:pt x="505645" y="302225"/>
                    <a:pt x="502400" y="303037"/>
                    <a:pt x="499155" y="303849"/>
                  </a:cubicBezTo>
                  <a:cubicBezTo>
                    <a:pt x="495098" y="304660"/>
                    <a:pt x="508079" y="296542"/>
                    <a:pt x="515381" y="292482"/>
                  </a:cubicBezTo>
                  <a:cubicBezTo>
                    <a:pt x="515381" y="292482"/>
                    <a:pt x="516192" y="292482"/>
                    <a:pt x="516192" y="291670"/>
                  </a:cubicBezTo>
                  <a:cubicBezTo>
                    <a:pt x="514570" y="292482"/>
                    <a:pt x="513758" y="293294"/>
                    <a:pt x="513758" y="294106"/>
                  </a:cubicBezTo>
                  <a:close/>
                  <a:moveTo>
                    <a:pt x="768511" y="305472"/>
                  </a:moveTo>
                  <a:cubicBezTo>
                    <a:pt x="767700" y="306284"/>
                    <a:pt x="766889" y="306284"/>
                    <a:pt x="765266" y="307096"/>
                  </a:cubicBezTo>
                  <a:cubicBezTo>
                    <a:pt x="765266" y="307096"/>
                    <a:pt x="764455" y="307096"/>
                    <a:pt x="764455" y="306284"/>
                  </a:cubicBezTo>
                  <a:cubicBezTo>
                    <a:pt x="764455" y="305472"/>
                    <a:pt x="766889" y="304660"/>
                    <a:pt x="770134" y="303037"/>
                  </a:cubicBezTo>
                  <a:cubicBezTo>
                    <a:pt x="769323" y="303037"/>
                    <a:pt x="768511" y="303849"/>
                    <a:pt x="768511" y="305472"/>
                  </a:cubicBezTo>
                  <a:close/>
                  <a:moveTo>
                    <a:pt x="771757" y="320898"/>
                  </a:moveTo>
                  <a:cubicBezTo>
                    <a:pt x="770945" y="321710"/>
                    <a:pt x="770945" y="322522"/>
                    <a:pt x="770945" y="321710"/>
                  </a:cubicBezTo>
                  <a:cubicBezTo>
                    <a:pt x="770945" y="320898"/>
                    <a:pt x="771757" y="319274"/>
                    <a:pt x="771757" y="318462"/>
                  </a:cubicBezTo>
                  <a:cubicBezTo>
                    <a:pt x="772568" y="316839"/>
                    <a:pt x="773379" y="316839"/>
                    <a:pt x="773379" y="317650"/>
                  </a:cubicBezTo>
                  <a:cubicBezTo>
                    <a:pt x="772568" y="318462"/>
                    <a:pt x="771757" y="319274"/>
                    <a:pt x="771757" y="320898"/>
                  </a:cubicBezTo>
                  <a:close/>
                  <a:moveTo>
                    <a:pt x="779870" y="302225"/>
                  </a:moveTo>
                  <a:cubicBezTo>
                    <a:pt x="778247" y="303849"/>
                    <a:pt x="776624" y="307096"/>
                    <a:pt x="775813" y="310344"/>
                  </a:cubicBezTo>
                  <a:cubicBezTo>
                    <a:pt x="775002" y="313591"/>
                    <a:pt x="773379" y="316027"/>
                    <a:pt x="773379" y="316027"/>
                  </a:cubicBezTo>
                  <a:cubicBezTo>
                    <a:pt x="771757" y="316027"/>
                    <a:pt x="771757" y="316027"/>
                    <a:pt x="775002" y="308720"/>
                  </a:cubicBezTo>
                  <a:cubicBezTo>
                    <a:pt x="775002" y="307908"/>
                    <a:pt x="775813" y="306284"/>
                    <a:pt x="776624" y="304660"/>
                  </a:cubicBezTo>
                  <a:cubicBezTo>
                    <a:pt x="778247" y="303037"/>
                    <a:pt x="779870" y="302225"/>
                    <a:pt x="779870" y="302225"/>
                  </a:cubicBezTo>
                  <a:cubicBezTo>
                    <a:pt x="780681" y="301413"/>
                    <a:pt x="780681" y="301413"/>
                    <a:pt x="779870" y="302225"/>
                  </a:cubicBezTo>
                  <a:close/>
                  <a:moveTo>
                    <a:pt x="782304" y="295730"/>
                  </a:moveTo>
                  <a:cubicBezTo>
                    <a:pt x="782304" y="297353"/>
                    <a:pt x="781492" y="298977"/>
                    <a:pt x="781492" y="299789"/>
                  </a:cubicBezTo>
                  <a:cubicBezTo>
                    <a:pt x="780681" y="299789"/>
                    <a:pt x="779870" y="300601"/>
                    <a:pt x="779059" y="300601"/>
                  </a:cubicBezTo>
                  <a:cubicBezTo>
                    <a:pt x="778247" y="300601"/>
                    <a:pt x="778247" y="300601"/>
                    <a:pt x="777436" y="301413"/>
                  </a:cubicBezTo>
                  <a:cubicBezTo>
                    <a:pt x="778247" y="299789"/>
                    <a:pt x="779059" y="297353"/>
                    <a:pt x="779870" y="295730"/>
                  </a:cubicBezTo>
                  <a:cubicBezTo>
                    <a:pt x="780681" y="294918"/>
                    <a:pt x="781492" y="294106"/>
                    <a:pt x="783115" y="293294"/>
                  </a:cubicBezTo>
                  <a:cubicBezTo>
                    <a:pt x="783115" y="293294"/>
                    <a:pt x="782304" y="294918"/>
                    <a:pt x="782304" y="295730"/>
                  </a:cubicBezTo>
                  <a:close/>
                  <a:moveTo>
                    <a:pt x="786360" y="290046"/>
                  </a:moveTo>
                  <a:cubicBezTo>
                    <a:pt x="786360" y="290046"/>
                    <a:pt x="785549" y="289235"/>
                    <a:pt x="785549" y="289235"/>
                  </a:cubicBezTo>
                  <a:cubicBezTo>
                    <a:pt x="785549" y="289235"/>
                    <a:pt x="785549" y="288423"/>
                    <a:pt x="786360" y="288423"/>
                  </a:cubicBezTo>
                  <a:cubicBezTo>
                    <a:pt x="786360" y="288423"/>
                    <a:pt x="786360" y="289235"/>
                    <a:pt x="786360" y="290046"/>
                  </a:cubicBezTo>
                  <a:close/>
                  <a:moveTo>
                    <a:pt x="796096" y="264878"/>
                  </a:moveTo>
                  <a:cubicBezTo>
                    <a:pt x="796096" y="264878"/>
                    <a:pt x="796096" y="264066"/>
                    <a:pt x="796096" y="264066"/>
                  </a:cubicBezTo>
                  <a:cubicBezTo>
                    <a:pt x="796096" y="262443"/>
                    <a:pt x="796907" y="261631"/>
                    <a:pt x="796907" y="263255"/>
                  </a:cubicBezTo>
                  <a:cubicBezTo>
                    <a:pt x="796907" y="263255"/>
                    <a:pt x="796907" y="264066"/>
                    <a:pt x="796096" y="264878"/>
                  </a:cubicBezTo>
                  <a:cubicBezTo>
                    <a:pt x="796096" y="264066"/>
                    <a:pt x="796096" y="264878"/>
                    <a:pt x="796096" y="264878"/>
                  </a:cubicBezTo>
                  <a:close/>
                  <a:moveTo>
                    <a:pt x="802587" y="286799"/>
                  </a:moveTo>
                  <a:cubicBezTo>
                    <a:pt x="801775" y="286799"/>
                    <a:pt x="801775" y="285987"/>
                    <a:pt x="802587" y="285175"/>
                  </a:cubicBezTo>
                  <a:cubicBezTo>
                    <a:pt x="802587" y="284363"/>
                    <a:pt x="803398" y="283552"/>
                    <a:pt x="803398" y="283552"/>
                  </a:cubicBezTo>
                  <a:cubicBezTo>
                    <a:pt x="803398" y="283552"/>
                    <a:pt x="803398" y="284363"/>
                    <a:pt x="803398" y="285175"/>
                  </a:cubicBezTo>
                  <a:cubicBezTo>
                    <a:pt x="804209" y="285987"/>
                    <a:pt x="803398" y="286799"/>
                    <a:pt x="802587" y="286799"/>
                  </a:cubicBezTo>
                  <a:close/>
                  <a:moveTo>
                    <a:pt x="804209" y="253512"/>
                  </a:moveTo>
                  <a:cubicBezTo>
                    <a:pt x="804209" y="254324"/>
                    <a:pt x="802587" y="254324"/>
                    <a:pt x="801775" y="254324"/>
                  </a:cubicBezTo>
                  <a:cubicBezTo>
                    <a:pt x="800964" y="254324"/>
                    <a:pt x="800153" y="253512"/>
                    <a:pt x="800153" y="252700"/>
                  </a:cubicBezTo>
                  <a:cubicBezTo>
                    <a:pt x="800153" y="251888"/>
                    <a:pt x="801775" y="251076"/>
                    <a:pt x="802587" y="251888"/>
                  </a:cubicBezTo>
                  <a:cubicBezTo>
                    <a:pt x="803398" y="252700"/>
                    <a:pt x="804209" y="251888"/>
                    <a:pt x="804209" y="249452"/>
                  </a:cubicBezTo>
                  <a:cubicBezTo>
                    <a:pt x="804209" y="247829"/>
                    <a:pt x="804209" y="247017"/>
                    <a:pt x="805021" y="247017"/>
                  </a:cubicBezTo>
                  <a:cubicBezTo>
                    <a:pt x="805832" y="247017"/>
                    <a:pt x="805832" y="248641"/>
                    <a:pt x="805832" y="250264"/>
                  </a:cubicBezTo>
                  <a:cubicBezTo>
                    <a:pt x="804209" y="251888"/>
                    <a:pt x="804209" y="253512"/>
                    <a:pt x="804209" y="253512"/>
                  </a:cubicBezTo>
                  <a:close/>
                  <a:moveTo>
                    <a:pt x="811511" y="236462"/>
                  </a:moveTo>
                  <a:cubicBezTo>
                    <a:pt x="810700" y="236462"/>
                    <a:pt x="809888" y="237274"/>
                    <a:pt x="809077" y="238086"/>
                  </a:cubicBezTo>
                  <a:cubicBezTo>
                    <a:pt x="808266" y="238898"/>
                    <a:pt x="809077" y="238086"/>
                    <a:pt x="809077" y="237274"/>
                  </a:cubicBezTo>
                  <a:cubicBezTo>
                    <a:pt x="809077" y="235651"/>
                    <a:pt x="809888" y="234839"/>
                    <a:pt x="810700" y="234839"/>
                  </a:cubicBezTo>
                  <a:cubicBezTo>
                    <a:pt x="811511" y="234839"/>
                    <a:pt x="812322" y="234027"/>
                    <a:pt x="812322" y="233215"/>
                  </a:cubicBezTo>
                  <a:cubicBezTo>
                    <a:pt x="812322" y="231591"/>
                    <a:pt x="813134" y="231591"/>
                    <a:pt x="813134" y="231591"/>
                  </a:cubicBezTo>
                  <a:cubicBezTo>
                    <a:pt x="815568" y="233215"/>
                    <a:pt x="813134" y="236462"/>
                    <a:pt x="811511" y="236462"/>
                  </a:cubicBezTo>
                  <a:close/>
                  <a:moveTo>
                    <a:pt x="818813" y="223472"/>
                  </a:moveTo>
                  <a:cubicBezTo>
                    <a:pt x="818002" y="225096"/>
                    <a:pt x="817190" y="226720"/>
                    <a:pt x="817190" y="227532"/>
                  </a:cubicBezTo>
                  <a:cubicBezTo>
                    <a:pt x="817190" y="228344"/>
                    <a:pt x="816379" y="229155"/>
                    <a:pt x="815568" y="229155"/>
                  </a:cubicBezTo>
                  <a:cubicBezTo>
                    <a:pt x="814756" y="229155"/>
                    <a:pt x="815568" y="225908"/>
                    <a:pt x="817190" y="222661"/>
                  </a:cubicBezTo>
                  <a:cubicBezTo>
                    <a:pt x="818002" y="221037"/>
                    <a:pt x="818813" y="221037"/>
                    <a:pt x="819624" y="221037"/>
                  </a:cubicBezTo>
                  <a:cubicBezTo>
                    <a:pt x="820435" y="221037"/>
                    <a:pt x="820435" y="221849"/>
                    <a:pt x="818813" y="223472"/>
                  </a:cubicBezTo>
                  <a:close/>
                  <a:moveTo>
                    <a:pt x="822058" y="213730"/>
                  </a:moveTo>
                  <a:cubicBezTo>
                    <a:pt x="820435" y="214542"/>
                    <a:pt x="820435" y="214542"/>
                    <a:pt x="822058" y="213730"/>
                  </a:cubicBezTo>
                  <a:cubicBezTo>
                    <a:pt x="822058" y="212106"/>
                    <a:pt x="822870" y="211294"/>
                    <a:pt x="822870" y="211294"/>
                  </a:cubicBezTo>
                  <a:cubicBezTo>
                    <a:pt x="822870" y="211294"/>
                    <a:pt x="822870" y="212106"/>
                    <a:pt x="822058" y="213730"/>
                  </a:cubicBezTo>
                  <a:close/>
                  <a:moveTo>
                    <a:pt x="826115" y="209670"/>
                  </a:moveTo>
                  <a:cubicBezTo>
                    <a:pt x="823681" y="212106"/>
                    <a:pt x="823681" y="212106"/>
                    <a:pt x="824492" y="209670"/>
                  </a:cubicBezTo>
                  <a:cubicBezTo>
                    <a:pt x="824492" y="208858"/>
                    <a:pt x="825303" y="206423"/>
                    <a:pt x="825303" y="205611"/>
                  </a:cubicBezTo>
                  <a:cubicBezTo>
                    <a:pt x="825303" y="204799"/>
                    <a:pt x="825303" y="204799"/>
                    <a:pt x="826926" y="205611"/>
                  </a:cubicBezTo>
                  <a:cubicBezTo>
                    <a:pt x="827737" y="207235"/>
                    <a:pt x="827737" y="208047"/>
                    <a:pt x="826115" y="209670"/>
                  </a:cubicBezTo>
                  <a:close/>
                  <a:moveTo>
                    <a:pt x="833417" y="191809"/>
                  </a:moveTo>
                  <a:cubicBezTo>
                    <a:pt x="834228" y="190185"/>
                    <a:pt x="835039" y="189373"/>
                    <a:pt x="835039" y="189373"/>
                  </a:cubicBezTo>
                  <a:cubicBezTo>
                    <a:pt x="835039" y="189373"/>
                    <a:pt x="835039" y="190185"/>
                    <a:pt x="834228" y="191809"/>
                  </a:cubicBezTo>
                  <a:cubicBezTo>
                    <a:pt x="833417" y="193433"/>
                    <a:pt x="832605" y="194245"/>
                    <a:pt x="832605" y="194245"/>
                  </a:cubicBezTo>
                  <a:cubicBezTo>
                    <a:pt x="832605" y="195057"/>
                    <a:pt x="833417" y="193433"/>
                    <a:pt x="833417" y="19180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2" name="Freeform 21">
              <a:extLst>
                <a:ext uri="{FF2B5EF4-FFF2-40B4-BE49-F238E27FC236}">
                  <a16:creationId xmlns:a16="http://schemas.microsoft.com/office/drawing/2014/main" id="{0CB526DE-6C5F-2FD4-28F5-7E051CCF259E}"/>
                </a:ext>
              </a:extLst>
            </p:cNvPr>
            <p:cNvSpPr/>
            <p:nvPr/>
          </p:nvSpPr>
          <p:spPr>
            <a:xfrm>
              <a:off x="6031658" y="3260415"/>
              <a:ext cx="403762" cy="576564"/>
            </a:xfrm>
            <a:custGeom>
              <a:avLst/>
              <a:gdLst>
                <a:gd name="connsiteX0" fmla="*/ 241500 w 403762"/>
                <a:gd name="connsiteY0" fmla="*/ 214336 h 576564"/>
                <a:gd name="connsiteX1" fmla="*/ 241500 w 403762"/>
                <a:gd name="connsiteY1" fmla="*/ 214336 h 576564"/>
                <a:gd name="connsiteX2" fmla="*/ 245556 w 403762"/>
                <a:gd name="connsiteY2" fmla="*/ 211901 h 576564"/>
                <a:gd name="connsiteX3" fmla="*/ 248802 w 403762"/>
                <a:gd name="connsiteY3" fmla="*/ 210277 h 576564"/>
                <a:gd name="connsiteX4" fmla="*/ 246368 w 403762"/>
                <a:gd name="connsiteY4" fmla="*/ 208653 h 576564"/>
                <a:gd name="connsiteX5" fmla="*/ 270708 w 403762"/>
                <a:gd name="connsiteY5" fmla="*/ 180238 h 576564"/>
                <a:gd name="connsiteX6" fmla="*/ 271519 w 403762"/>
                <a:gd name="connsiteY6" fmla="*/ 177802 h 576564"/>
                <a:gd name="connsiteX7" fmla="*/ 269896 w 403762"/>
                <a:gd name="connsiteY7" fmla="*/ 176990 h 576564"/>
                <a:gd name="connsiteX8" fmla="*/ 270708 w 403762"/>
                <a:gd name="connsiteY8" fmla="*/ 175366 h 576564"/>
                <a:gd name="connsiteX9" fmla="*/ 277198 w 403762"/>
                <a:gd name="connsiteY9" fmla="*/ 169683 h 576564"/>
                <a:gd name="connsiteX10" fmla="*/ 287745 w 403762"/>
                <a:gd name="connsiteY10" fmla="*/ 159941 h 576564"/>
                <a:gd name="connsiteX11" fmla="*/ 316141 w 403762"/>
                <a:gd name="connsiteY11" fmla="*/ 133960 h 576564"/>
                <a:gd name="connsiteX12" fmla="*/ 321009 w 403762"/>
                <a:gd name="connsiteY12" fmla="*/ 129901 h 576564"/>
                <a:gd name="connsiteX13" fmla="*/ 323443 w 403762"/>
                <a:gd name="connsiteY13" fmla="*/ 128277 h 576564"/>
                <a:gd name="connsiteX14" fmla="*/ 322631 w 403762"/>
                <a:gd name="connsiteY14" fmla="*/ 128277 h 576564"/>
                <a:gd name="connsiteX15" fmla="*/ 322631 w 403762"/>
                <a:gd name="connsiteY15" fmla="*/ 126653 h 576564"/>
                <a:gd name="connsiteX16" fmla="*/ 326688 w 403762"/>
                <a:gd name="connsiteY16" fmla="*/ 125030 h 576564"/>
                <a:gd name="connsiteX17" fmla="*/ 327500 w 403762"/>
                <a:gd name="connsiteY17" fmla="*/ 123406 h 576564"/>
                <a:gd name="connsiteX18" fmla="*/ 329933 w 403762"/>
                <a:gd name="connsiteY18" fmla="*/ 118535 h 576564"/>
                <a:gd name="connsiteX19" fmla="*/ 370499 w 403762"/>
                <a:gd name="connsiteY19" fmla="*/ 73881 h 576564"/>
                <a:gd name="connsiteX20" fmla="*/ 368065 w 403762"/>
                <a:gd name="connsiteY20" fmla="*/ 74693 h 576564"/>
                <a:gd name="connsiteX21" fmla="*/ 364009 w 403762"/>
                <a:gd name="connsiteY21" fmla="*/ 77129 h 576564"/>
                <a:gd name="connsiteX22" fmla="*/ 360763 w 403762"/>
                <a:gd name="connsiteY22" fmla="*/ 80376 h 576564"/>
                <a:gd name="connsiteX23" fmla="*/ 360763 w 403762"/>
                <a:gd name="connsiteY23" fmla="*/ 83624 h 576564"/>
                <a:gd name="connsiteX24" fmla="*/ 358329 w 403762"/>
                <a:gd name="connsiteY24" fmla="*/ 84435 h 576564"/>
                <a:gd name="connsiteX25" fmla="*/ 353461 w 403762"/>
                <a:gd name="connsiteY25" fmla="*/ 86871 h 576564"/>
                <a:gd name="connsiteX26" fmla="*/ 352650 w 403762"/>
                <a:gd name="connsiteY26" fmla="*/ 86059 h 576564"/>
                <a:gd name="connsiteX27" fmla="*/ 351027 w 403762"/>
                <a:gd name="connsiteY27" fmla="*/ 83624 h 576564"/>
                <a:gd name="connsiteX28" fmla="*/ 351027 w 403762"/>
                <a:gd name="connsiteY28" fmla="*/ 81188 h 576564"/>
                <a:gd name="connsiteX29" fmla="*/ 354273 w 403762"/>
                <a:gd name="connsiteY29" fmla="*/ 81188 h 576564"/>
                <a:gd name="connsiteX30" fmla="*/ 356707 w 403762"/>
                <a:gd name="connsiteY30" fmla="*/ 79564 h 576564"/>
                <a:gd name="connsiteX31" fmla="*/ 356707 w 403762"/>
                <a:gd name="connsiteY31" fmla="*/ 78752 h 576564"/>
                <a:gd name="connsiteX32" fmla="*/ 354273 w 403762"/>
                <a:gd name="connsiteY32" fmla="*/ 78752 h 576564"/>
                <a:gd name="connsiteX33" fmla="*/ 364820 w 403762"/>
                <a:gd name="connsiteY33" fmla="*/ 72257 h 576564"/>
                <a:gd name="connsiteX34" fmla="*/ 364820 w 403762"/>
                <a:gd name="connsiteY34" fmla="*/ 71445 h 576564"/>
                <a:gd name="connsiteX35" fmla="*/ 372933 w 403762"/>
                <a:gd name="connsiteY35" fmla="*/ 56832 h 576564"/>
                <a:gd name="connsiteX36" fmla="*/ 379423 w 403762"/>
                <a:gd name="connsiteY36" fmla="*/ 48713 h 576564"/>
                <a:gd name="connsiteX37" fmla="*/ 386726 w 403762"/>
                <a:gd name="connsiteY37" fmla="*/ 44653 h 576564"/>
                <a:gd name="connsiteX38" fmla="*/ 394839 w 403762"/>
                <a:gd name="connsiteY38" fmla="*/ 38158 h 576564"/>
                <a:gd name="connsiteX39" fmla="*/ 397273 w 403762"/>
                <a:gd name="connsiteY39" fmla="*/ 30040 h 576564"/>
                <a:gd name="connsiteX40" fmla="*/ 400518 w 403762"/>
                <a:gd name="connsiteY40" fmla="*/ 21109 h 576564"/>
                <a:gd name="connsiteX41" fmla="*/ 403763 w 403762"/>
                <a:gd name="connsiteY41" fmla="*/ 15426 h 576564"/>
                <a:gd name="connsiteX42" fmla="*/ 398084 w 403762"/>
                <a:gd name="connsiteY42" fmla="*/ 9743 h 576564"/>
                <a:gd name="connsiteX43" fmla="*/ 376179 w 403762"/>
                <a:gd name="connsiteY43" fmla="*/ 0 h 576564"/>
                <a:gd name="connsiteX44" fmla="*/ 334801 w 403762"/>
                <a:gd name="connsiteY44" fmla="*/ 30040 h 576564"/>
                <a:gd name="connsiteX45" fmla="*/ 312896 w 403762"/>
                <a:gd name="connsiteY45" fmla="*/ 54396 h 576564"/>
                <a:gd name="connsiteX46" fmla="*/ 308028 w 403762"/>
                <a:gd name="connsiteY46" fmla="*/ 60891 h 576564"/>
                <a:gd name="connsiteX47" fmla="*/ 283688 w 403762"/>
                <a:gd name="connsiteY47" fmla="*/ 91742 h 576564"/>
                <a:gd name="connsiteX48" fmla="*/ 243123 w 403762"/>
                <a:gd name="connsiteY48" fmla="*/ 146950 h 576564"/>
                <a:gd name="connsiteX49" fmla="*/ 239066 w 403762"/>
                <a:gd name="connsiteY49" fmla="*/ 151822 h 576564"/>
                <a:gd name="connsiteX50" fmla="*/ 235009 w 403762"/>
                <a:gd name="connsiteY50" fmla="*/ 156693 h 576564"/>
                <a:gd name="connsiteX51" fmla="*/ 224462 w 403762"/>
                <a:gd name="connsiteY51" fmla="*/ 171307 h 576564"/>
                <a:gd name="connsiteX52" fmla="*/ 214727 w 403762"/>
                <a:gd name="connsiteY52" fmla="*/ 185109 h 576564"/>
                <a:gd name="connsiteX53" fmla="*/ 192821 w 403762"/>
                <a:gd name="connsiteY53" fmla="*/ 211089 h 576564"/>
                <a:gd name="connsiteX54" fmla="*/ 186331 w 403762"/>
                <a:gd name="connsiteY54" fmla="*/ 215960 h 576564"/>
                <a:gd name="connsiteX55" fmla="*/ 176595 w 403762"/>
                <a:gd name="connsiteY55" fmla="*/ 218396 h 576564"/>
                <a:gd name="connsiteX56" fmla="*/ 164425 w 403762"/>
                <a:gd name="connsiteY56" fmla="*/ 229762 h 576564"/>
                <a:gd name="connsiteX57" fmla="*/ 164425 w 403762"/>
                <a:gd name="connsiteY57" fmla="*/ 230574 h 576564"/>
                <a:gd name="connsiteX58" fmla="*/ 52464 w 403762"/>
                <a:gd name="connsiteY58" fmla="*/ 280911 h 576564"/>
                <a:gd name="connsiteX59" fmla="*/ 33803 w 403762"/>
                <a:gd name="connsiteY59" fmla="*/ 276039 h 576564"/>
                <a:gd name="connsiteX60" fmla="*/ 29747 w 403762"/>
                <a:gd name="connsiteY60" fmla="*/ 249247 h 576564"/>
                <a:gd name="connsiteX61" fmla="*/ 46784 w 403762"/>
                <a:gd name="connsiteY61" fmla="*/ 206218 h 576564"/>
                <a:gd name="connsiteX62" fmla="*/ 106010 w 403762"/>
                <a:gd name="connsiteY62" fmla="*/ 105544 h 576564"/>
                <a:gd name="connsiteX63" fmla="*/ 107633 w 403762"/>
                <a:gd name="connsiteY63" fmla="*/ 103109 h 576564"/>
                <a:gd name="connsiteX64" fmla="*/ 111689 w 403762"/>
                <a:gd name="connsiteY64" fmla="*/ 96614 h 576564"/>
                <a:gd name="connsiteX65" fmla="*/ 122236 w 403762"/>
                <a:gd name="connsiteY65" fmla="*/ 84435 h 576564"/>
                <a:gd name="connsiteX66" fmla="*/ 149010 w 403762"/>
                <a:gd name="connsiteY66" fmla="*/ 60079 h 576564"/>
                <a:gd name="connsiteX67" fmla="*/ 161991 w 403762"/>
                <a:gd name="connsiteY67" fmla="*/ 48713 h 576564"/>
                <a:gd name="connsiteX68" fmla="*/ 172538 w 403762"/>
                <a:gd name="connsiteY68" fmla="*/ 38970 h 576564"/>
                <a:gd name="connsiteX69" fmla="*/ 178217 w 403762"/>
                <a:gd name="connsiteY69" fmla="*/ 27604 h 576564"/>
                <a:gd name="connsiteX70" fmla="*/ 172538 w 403762"/>
                <a:gd name="connsiteY70" fmla="*/ 20297 h 576564"/>
                <a:gd name="connsiteX71" fmla="*/ 149010 w 403762"/>
                <a:gd name="connsiteY71" fmla="*/ 11366 h 576564"/>
                <a:gd name="connsiteX72" fmla="*/ 136841 w 403762"/>
                <a:gd name="connsiteY72" fmla="*/ 13802 h 576564"/>
                <a:gd name="connsiteX73" fmla="*/ 80860 w 403762"/>
                <a:gd name="connsiteY73" fmla="*/ 69822 h 576564"/>
                <a:gd name="connsiteX74" fmla="*/ 71935 w 403762"/>
                <a:gd name="connsiteY74" fmla="*/ 82000 h 576564"/>
                <a:gd name="connsiteX75" fmla="*/ 45973 w 403762"/>
                <a:gd name="connsiteY75" fmla="*/ 120970 h 576564"/>
                <a:gd name="connsiteX76" fmla="*/ 41105 w 403762"/>
                <a:gd name="connsiteY76" fmla="*/ 129089 h 576564"/>
                <a:gd name="connsiteX77" fmla="*/ 39483 w 403762"/>
                <a:gd name="connsiteY77" fmla="*/ 131525 h 576564"/>
                <a:gd name="connsiteX78" fmla="*/ 15954 w 403762"/>
                <a:gd name="connsiteY78" fmla="*/ 179426 h 576564"/>
                <a:gd name="connsiteX79" fmla="*/ 16765 w 403762"/>
                <a:gd name="connsiteY79" fmla="*/ 279287 h 576564"/>
                <a:gd name="connsiteX80" fmla="*/ 55709 w 403762"/>
                <a:gd name="connsiteY80" fmla="*/ 303643 h 576564"/>
                <a:gd name="connsiteX81" fmla="*/ 71935 w 403762"/>
                <a:gd name="connsiteY81" fmla="*/ 301208 h 576564"/>
                <a:gd name="connsiteX82" fmla="*/ 85727 w 403762"/>
                <a:gd name="connsiteY82" fmla="*/ 300396 h 576564"/>
                <a:gd name="connsiteX83" fmla="*/ 98709 w 403762"/>
                <a:gd name="connsiteY83" fmla="*/ 298772 h 576564"/>
                <a:gd name="connsiteX84" fmla="*/ 104388 w 403762"/>
                <a:gd name="connsiteY84" fmla="*/ 296336 h 576564"/>
                <a:gd name="connsiteX85" fmla="*/ 106822 w 403762"/>
                <a:gd name="connsiteY85" fmla="*/ 295524 h 576564"/>
                <a:gd name="connsiteX86" fmla="*/ 106822 w 403762"/>
                <a:gd name="connsiteY86" fmla="*/ 294712 h 576564"/>
                <a:gd name="connsiteX87" fmla="*/ 104388 w 403762"/>
                <a:gd name="connsiteY87" fmla="*/ 293089 h 576564"/>
                <a:gd name="connsiteX88" fmla="*/ 106822 w 403762"/>
                <a:gd name="connsiteY88" fmla="*/ 291465 h 576564"/>
                <a:gd name="connsiteX89" fmla="*/ 109256 w 403762"/>
                <a:gd name="connsiteY89" fmla="*/ 289029 h 576564"/>
                <a:gd name="connsiteX90" fmla="*/ 111689 w 403762"/>
                <a:gd name="connsiteY90" fmla="*/ 287406 h 576564"/>
                <a:gd name="connsiteX91" fmla="*/ 117369 w 403762"/>
                <a:gd name="connsiteY91" fmla="*/ 288217 h 576564"/>
                <a:gd name="connsiteX92" fmla="*/ 136841 w 403762"/>
                <a:gd name="connsiteY92" fmla="*/ 281723 h 576564"/>
                <a:gd name="connsiteX93" fmla="*/ 134406 w 403762"/>
                <a:gd name="connsiteY93" fmla="*/ 280911 h 576564"/>
                <a:gd name="connsiteX94" fmla="*/ 131161 w 403762"/>
                <a:gd name="connsiteY94" fmla="*/ 280099 h 576564"/>
                <a:gd name="connsiteX95" fmla="*/ 132784 w 403762"/>
                <a:gd name="connsiteY95" fmla="*/ 276039 h 576564"/>
                <a:gd name="connsiteX96" fmla="*/ 139274 w 403762"/>
                <a:gd name="connsiteY96" fmla="*/ 277663 h 576564"/>
                <a:gd name="connsiteX97" fmla="*/ 143331 w 403762"/>
                <a:gd name="connsiteY97" fmla="*/ 280911 h 576564"/>
                <a:gd name="connsiteX98" fmla="*/ 153067 w 403762"/>
                <a:gd name="connsiteY98" fmla="*/ 275227 h 576564"/>
                <a:gd name="connsiteX99" fmla="*/ 155501 w 403762"/>
                <a:gd name="connsiteY99" fmla="*/ 273604 h 576564"/>
                <a:gd name="connsiteX100" fmla="*/ 148199 w 403762"/>
                <a:gd name="connsiteY100" fmla="*/ 286594 h 576564"/>
                <a:gd name="connsiteX101" fmla="*/ 126293 w 403762"/>
                <a:gd name="connsiteY101" fmla="*/ 323940 h 576564"/>
                <a:gd name="connsiteX102" fmla="*/ 122236 w 403762"/>
                <a:gd name="connsiteY102" fmla="*/ 330435 h 576564"/>
                <a:gd name="connsiteX103" fmla="*/ 112501 w 403762"/>
                <a:gd name="connsiteY103" fmla="*/ 347485 h 576564"/>
                <a:gd name="connsiteX104" fmla="*/ 108444 w 403762"/>
                <a:gd name="connsiteY104" fmla="*/ 353168 h 576564"/>
                <a:gd name="connsiteX105" fmla="*/ 107633 w 403762"/>
                <a:gd name="connsiteY105" fmla="*/ 356415 h 576564"/>
                <a:gd name="connsiteX106" fmla="*/ 106010 w 403762"/>
                <a:gd name="connsiteY106" fmla="*/ 359663 h 576564"/>
                <a:gd name="connsiteX107" fmla="*/ 104388 w 403762"/>
                <a:gd name="connsiteY107" fmla="*/ 361287 h 576564"/>
                <a:gd name="connsiteX108" fmla="*/ 102765 w 403762"/>
                <a:gd name="connsiteY108" fmla="*/ 365346 h 576564"/>
                <a:gd name="connsiteX109" fmla="*/ 96275 w 403762"/>
                <a:gd name="connsiteY109" fmla="*/ 376712 h 576564"/>
                <a:gd name="connsiteX110" fmla="*/ 90595 w 403762"/>
                <a:gd name="connsiteY110" fmla="*/ 386455 h 576564"/>
                <a:gd name="connsiteX111" fmla="*/ 88973 w 403762"/>
                <a:gd name="connsiteY111" fmla="*/ 388891 h 576564"/>
                <a:gd name="connsiteX112" fmla="*/ 86539 w 403762"/>
                <a:gd name="connsiteY112" fmla="*/ 395386 h 576564"/>
                <a:gd name="connsiteX113" fmla="*/ 69501 w 403762"/>
                <a:gd name="connsiteY113" fmla="*/ 430297 h 576564"/>
                <a:gd name="connsiteX114" fmla="*/ 51652 w 403762"/>
                <a:gd name="connsiteY114" fmla="*/ 473326 h 576564"/>
                <a:gd name="connsiteX115" fmla="*/ 41105 w 403762"/>
                <a:gd name="connsiteY115" fmla="*/ 522039 h 576564"/>
                <a:gd name="connsiteX116" fmla="*/ 75180 w 403762"/>
                <a:gd name="connsiteY116" fmla="*/ 576435 h 576564"/>
                <a:gd name="connsiteX117" fmla="*/ 81671 w 403762"/>
                <a:gd name="connsiteY117" fmla="*/ 573187 h 576564"/>
                <a:gd name="connsiteX118" fmla="*/ 76803 w 403762"/>
                <a:gd name="connsiteY118" fmla="*/ 568316 h 576564"/>
                <a:gd name="connsiteX119" fmla="*/ 75992 w 403762"/>
                <a:gd name="connsiteY119" fmla="*/ 561009 h 576564"/>
                <a:gd name="connsiteX120" fmla="*/ 73558 w 403762"/>
                <a:gd name="connsiteY120" fmla="*/ 552079 h 576564"/>
                <a:gd name="connsiteX121" fmla="*/ 71935 w 403762"/>
                <a:gd name="connsiteY121" fmla="*/ 547207 h 576564"/>
                <a:gd name="connsiteX122" fmla="*/ 71124 w 403762"/>
                <a:gd name="connsiteY122" fmla="*/ 541524 h 576564"/>
                <a:gd name="connsiteX123" fmla="*/ 72746 w 403762"/>
                <a:gd name="connsiteY123" fmla="*/ 529346 h 576564"/>
                <a:gd name="connsiteX124" fmla="*/ 71935 w 403762"/>
                <a:gd name="connsiteY124" fmla="*/ 528534 h 576564"/>
                <a:gd name="connsiteX125" fmla="*/ 74369 w 403762"/>
                <a:gd name="connsiteY125" fmla="*/ 526098 h 576564"/>
                <a:gd name="connsiteX126" fmla="*/ 75180 w 403762"/>
                <a:gd name="connsiteY126" fmla="*/ 516356 h 576564"/>
                <a:gd name="connsiteX127" fmla="*/ 74369 w 403762"/>
                <a:gd name="connsiteY127" fmla="*/ 509861 h 576564"/>
                <a:gd name="connsiteX128" fmla="*/ 77614 w 403762"/>
                <a:gd name="connsiteY128" fmla="*/ 504990 h 576564"/>
                <a:gd name="connsiteX129" fmla="*/ 79237 w 403762"/>
                <a:gd name="connsiteY129" fmla="*/ 502554 h 576564"/>
                <a:gd name="connsiteX130" fmla="*/ 79237 w 403762"/>
                <a:gd name="connsiteY130" fmla="*/ 500930 h 576564"/>
                <a:gd name="connsiteX131" fmla="*/ 81671 w 403762"/>
                <a:gd name="connsiteY131" fmla="*/ 493623 h 576564"/>
                <a:gd name="connsiteX132" fmla="*/ 80048 w 403762"/>
                <a:gd name="connsiteY132" fmla="*/ 489564 h 576564"/>
                <a:gd name="connsiteX133" fmla="*/ 82482 w 403762"/>
                <a:gd name="connsiteY133" fmla="*/ 487128 h 576564"/>
                <a:gd name="connsiteX134" fmla="*/ 85727 w 403762"/>
                <a:gd name="connsiteY134" fmla="*/ 486316 h 576564"/>
                <a:gd name="connsiteX135" fmla="*/ 85727 w 403762"/>
                <a:gd name="connsiteY135" fmla="*/ 484693 h 576564"/>
                <a:gd name="connsiteX136" fmla="*/ 80860 w 403762"/>
                <a:gd name="connsiteY136" fmla="*/ 483069 h 576564"/>
                <a:gd name="connsiteX137" fmla="*/ 81671 w 403762"/>
                <a:gd name="connsiteY137" fmla="*/ 482257 h 576564"/>
                <a:gd name="connsiteX138" fmla="*/ 84105 w 403762"/>
                <a:gd name="connsiteY138" fmla="*/ 481445 h 576564"/>
                <a:gd name="connsiteX139" fmla="*/ 86539 w 403762"/>
                <a:gd name="connsiteY139" fmla="*/ 480633 h 576564"/>
                <a:gd name="connsiteX140" fmla="*/ 93029 w 403762"/>
                <a:gd name="connsiteY140" fmla="*/ 469267 h 576564"/>
                <a:gd name="connsiteX141" fmla="*/ 90595 w 403762"/>
                <a:gd name="connsiteY141" fmla="*/ 467643 h 576564"/>
                <a:gd name="connsiteX142" fmla="*/ 85727 w 403762"/>
                <a:gd name="connsiteY142" fmla="*/ 471702 h 576564"/>
                <a:gd name="connsiteX143" fmla="*/ 84105 w 403762"/>
                <a:gd name="connsiteY143" fmla="*/ 473326 h 576564"/>
                <a:gd name="connsiteX144" fmla="*/ 81671 w 403762"/>
                <a:gd name="connsiteY144" fmla="*/ 473326 h 576564"/>
                <a:gd name="connsiteX145" fmla="*/ 80048 w 403762"/>
                <a:gd name="connsiteY145" fmla="*/ 472514 h 576564"/>
                <a:gd name="connsiteX146" fmla="*/ 77614 w 403762"/>
                <a:gd name="connsiteY146" fmla="*/ 470079 h 576564"/>
                <a:gd name="connsiteX147" fmla="*/ 81671 w 403762"/>
                <a:gd name="connsiteY147" fmla="*/ 461960 h 576564"/>
                <a:gd name="connsiteX148" fmla="*/ 82482 w 403762"/>
                <a:gd name="connsiteY148" fmla="*/ 459524 h 576564"/>
                <a:gd name="connsiteX149" fmla="*/ 81671 w 403762"/>
                <a:gd name="connsiteY149" fmla="*/ 456277 h 576564"/>
                <a:gd name="connsiteX150" fmla="*/ 82482 w 403762"/>
                <a:gd name="connsiteY150" fmla="*/ 453029 h 576564"/>
                <a:gd name="connsiteX151" fmla="*/ 84105 w 403762"/>
                <a:gd name="connsiteY151" fmla="*/ 456277 h 576564"/>
                <a:gd name="connsiteX152" fmla="*/ 82482 w 403762"/>
                <a:gd name="connsiteY152" fmla="*/ 462772 h 576564"/>
                <a:gd name="connsiteX153" fmla="*/ 82482 w 403762"/>
                <a:gd name="connsiteY153" fmla="*/ 470079 h 576564"/>
                <a:gd name="connsiteX154" fmla="*/ 84105 w 403762"/>
                <a:gd name="connsiteY154" fmla="*/ 470891 h 576564"/>
                <a:gd name="connsiteX155" fmla="*/ 87350 w 403762"/>
                <a:gd name="connsiteY155" fmla="*/ 466019 h 576564"/>
                <a:gd name="connsiteX156" fmla="*/ 91407 w 403762"/>
                <a:gd name="connsiteY156" fmla="*/ 461960 h 576564"/>
                <a:gd name="connsiteX157" fmla="*/ 91407 w 403762"/>
                <a:gd name="connsiteY157" fmla="*/ 463584 h 576564"/>
                <a:gd name="connsiteX158" fmla="*/ 89784 w 403762"/>
                <a:gd name="connsiteY158" fmla="*/ 464396 h 576564"/>
                <a:gd name="connsiteX159" fmla="*/ 92218 w 403762"/>
                <a:gd name="connsiteY159" fmla="*/ 466019 h 576564"/>
                <a:gd name="connsiteX160" fmla="*/ 102765 w 403762"/>
                <a:gd name="connsiteY160" fmla="*/ 451405 h 576564"/>
                <a:gd name="connsiteX161" fmla="*/ 104388 w 403762"/>
                <a:gd name="connsiteY161" fmla="*/ 447346 h 576564"/>
                <a:gd name="connsiteX162" fmla="*/ 111689 w 403762"/>
                <a:gd name="connsiteY162" fmla="*/ 430297 h 576564"/>
                <a:gd name="connsiteX163" fmla="*/ 110067 w 403762"/>
                <a:gd name="connsiteY163" fmla="*/ 429485 h 576564"/>
                <a:gd name="connsiteX164" fmla="*/ 105199 w 403762"/>
                <a:gd name="connsiteY164" fmla="*/ 433544 h 576564"/>
                <a:gd name="connsiteX165" fmla="*/ 102765 w 403762"/>
                <a:gd name="connsiteY165" fmla="*/ 431108 h 576564"/>
                <a:gd name="connsiteX166" fmla="*/ 99520 w 403762"/>
                <a:gd name="connsiteY166" fmla="*/ 429485 h 576564"/>
                <a:gd name="connsiteX167" fmla="*/ 99520 w 403762"/>
                <a:gd name="connsiteY167" fmla="*/ 433544 h 576564"/>
                <a:gd name="connsiteX168" fmla="*/ 98709 w 403762"/>
                <a:gd name="connsiteY168" fmla="*/ 435168 h 576564"/>
                <a:gd name="connsiteX169" fmla="*/ 97897 w 403762"/>
                <a:gd name="connsiteY169" fmla="*/ 427049 h 576564"/>
                <a:gd name="connsiteX170" fmla="*/ 99520 w 403762"/>
                <a:gd name="connsiteY170" fmla="*/ 425425 h 576564"/>
                <a:gd name="connsiteX171" fmla="*/ 101142 w 403762"/>
                <a:gd name="connsiteY171" fmla="*/ 422178 h 576564"/>
                <a:gd name="connsiteX172" fmla="*/ 102765 w 403762"/>
                <a:gd name="connsiteY172" fmla="*/ 418118 h 576564"/>
                <a:gd name="connsiteX173" fmla="*/ 105199 w 403762"/>
                <a:gd name="connsiteY173" fmla="*/ 416494 h 576564"/>
                <a:gd name="connsiteX174" fmla="*/ 107633 w 403762"/>
                <a:gd name="connsiteY174" fmla="*/ 418930 h 576564"/>
                <a:gd name="connsiteX175" fmla="*/ 106010 w 403762"/>
                <a:gd name="connsiteY175" fmla="*/ 418930 h 576564"/>
                <a:gd name="connsiteX176" fmla="*/ 104388 w 403762"/>
                <a:gd name="connsiteY176" fmla="*/ 419742 h 576564"/>
                <a:gd name="connsiteX177" fmla="*/ 101954 w 403762"/>
                <a:gd name="connsiteY177" fmla="*/ 424613 h 576564"/>
                <a:gd name="connsiteX178" fmla="*/ 106822 w 403762"/>
                <a:gd name="connsiteY178" fmla="*/ 425425 h 576564"/>
                <a:gd name="connsiteX179" fmla="*/ 109256 w 403762"/>
                <a:gd name="connsiteY179" fmla="*/ 423802 h 576564"/>
                <a:gd name="connsiteX180" fmla="*/ 110878 w 403762"/>
                <a:gd name="connsiteY180" fmla="*/ 422990 h 576564"/>
                <a:gd name="connsiteX181" fmla="*/ 114123 w 403762"/>
                <a:gd name="connsiteY181" fmla="*/ 422178 h 576564"/>
                <a:gd name="connsiteX182" fmla="*/ 115746 w 403762"/>
                <a:gd name="connsiteY182" fmla="*/ 421366 h 576564"/>
                <a:gd name="connsiteX183" fmla="*/ 117369 w 403762"/>
                <a:gd name="connsiteY183" fmla="*/ 418118 h 576564"/>
                <a:gd name="connsiteX184" fmla="*/ 119803 w 403762"/>
                <a:gd name="connsiteY184" fmla="*/ 414059 h 576564"/>
                <a:gd name="connsiteX185" fmla="*/ 114935 w 403762"/>
                <a:gd name="connsiteY185" fmla="*/ 414059 h 576564"/>
                <a:gd name="connsiteX186" fmla="*/ 113312 w 403762"/>
                <a:gd name="connsiteY186" fmla="*/ 413247 h 576564"/>
                <a:gd name="connsiteX187" fmla="*/ 114123 w 403762"/>
                <a:gd name="connsiteY187" fmla="*/ 408376 h 576564"/>
                <a:gd name="connsiteX188" fmla="*/ 115746 w 403762"/>
                <a:gd name="connsiteY188" fmla="*/ 406752 h 576564"/>
                <a:gd name="connsiteX189" fmla="*/ 118180 w 403762"/>
                <a:gd name="connsiteY189" fmla="*/ 399445 h 576564"/>
                <a:gd name="connsiteX190" fmla="*/ 118991 w 403762"/>
                <a:gd name="connsiteY190" fmla="*/ 398633 h 576564"/>
                <a:gd name="connsiteX191" fmla="*/ 122236 w 403762"/>
                <a:gd name="connsiteY191" fmla="*/ 397009 h 576564"/>
                <a:gd name="connsiteX192" fmla="*/ 123048 w 403762"/>
                <a:gd name="connsiteY192" fmla="*/ 392138 h 576564"/>
                <a:gd name="connsiteX193" fmla="*/ 124671 w 403762"/>
                <a:gd name="connsiteY193" fmla="*/ 389703 h 576564"/>
                <a:gd name="connsiteX194" fmla="*/ 125482 w 403762"/>
                <a:gd name="connsiteY194" fmla="*/ 392138 h 576564"/>
                <a:gd name="connsiteX195" fmla="*/ 126293 w 403762"/>
                <a:gd name="connsiteY195" fmla="*/ 396197 h 576564"/>
                <a:gd name="connsiteX196" fmla="*/ 125482 w 403762"/>
                <a:gd name="connsiteY196" fmla="*/ 397009 h 576564"/>
                <a:gd name="connsiteX197" fmla="*/ 123048 w 403762"/>
                <a:gd name="connsiteY197" fmla="*/ 402693 h 576564"/>
                <a:gd name="connsiteX198" fmla="*/ 127105 w 403762"/>
                <a:gd name="connsiteY198" fmla="*/ 400257 h 576564"/>
                <a:gd name="connsiteX199" fmla="*/ 130350 w 403762"/>
                <a:gd name="connsiteY199" fmla="*/ 396197 h 576564"/>
                <a:gd name="connsiteX200" fmla="*/ 136841 w 403762"/>
                <a:gd name="connsiteY200" fmla="*/ 383208 h 576564"/>
                <a:gd name="connsiteX201" fmla="*/ 136029 w 403762"/>
                <a:gd name="connsiteY201" fmla="*/ 383208 h 576564"/>
                <a:gd name="connsiteX202" fmla="*/ 134406 w 403762"/>
                <a:gd name="connsiteY202" fmla="*/ 383208 h 576564"/>
                <a:gd name="connsiteX203" fmla="*/ 137652 w 403762"/>
                <a:gd name="connsiteY203" fmla="*/ 380772 h 576564"/>
                <a:gd name="connsiteX204" fmla="*/ 143331 w 403762"/>
                <a:gd name="connsiteY204" fmla="*/ 373465 h 576564"/>
                <a:gd name="connsiteX205" fmla="*/ 147388 w 403762"/>
                <a:gd name="connsiteY205" fmla="*/ 366970 h 576564"/>
                <a:gd name="connsiteX206" fmla="*/ 147388 w 403762"/>
                <a:gd name="connsiteY206" fmla="*/ 365346 h 576564"/>
                <a:gd name="connsiteX207" fmla="*/ 148199 w 403762"/>
                <a:gd name="connsiteY207" fmla="*/ 364534 h 576564"/>
                <a:gd name="connsiteX208" fmla="*/ 152255 w 403762"/>
                <a:gd name="connsiteY208" fmla="*/ 354792 h 576564"/>
                <a:gd name="connsiteX209" fmla="*/ 156312 w 403762"/>
                <a:gd name="connsiteY209" fmla="*/ 349108 h 576564"/>
                <a:gd name="connsiteX210" fmla="*/ 160368 w 403762"/>
                <a:gd name="connsiteY210" fmla="*/ 342614 h 576564"/>
                <a:gd name="connsiteX211" fmla="*/ 161991 w 403762"/>
                <a:gd name="connsiteY211" fmla="*/ 340178 h 576564"/>
                <a:gd name="connsiteX212" fmla="*/ 162802 w 403762"/>
                <a:gd name="connsiteY212" fmla="*/ 338554 h 576564"/>
                <a:gd name="connsiteX213" fmla="*/ 165237 w 403762"/>
                <a:gd name="connsiteY213" fmla="*/ 333683 h 576564"/>
                <a:gd name="connsiteX214" fmla="*/ 177406 w 403762"/>
                <a:gd name="connsiteY214" fmla="*/ 312574 h 576564"/>
                <a:gd name="connsiteX215" fmla="*/ 181463 w 403762"/>
                <a:gd name="connsiteY215" fmla="*/ 307703 h 576564"/>
                <a:gd name="connsiteX216" fmla="*/ 191198 w 403762"/>
                <a:gd name="connsiteY216" fmla="*/ 290653 h 576564"/>
                <a:gd name="connsiteX217" fmla="*/ 198500 w 403762"/>
                <a:gd name="connsiteY217" fmla="*/ 278475 h 576564"/>
                <a:gd name="connsiteX218" fmla="*/ 215538 w 403762"/>
                <a:gd name="connsiteY218" fmla="*/ 254118 h 576564"/>
                <a:gd name="connsiteX219" fmla="*/ 241500 w 403762"/>
                <a:gd name="connsiteY219" fmla="*/ 214336 h 576564"/>
                <a:gd name="connsiteX220" fmla="*/ 360763 w 403762"/>
                <a:gd name="connsiteY220" fmla="*/ 64138 h 576564"/>
                <a:gd name="connsiteX221" fmla="*/ 362386 w 403762"/>
                <a:gd name="connsiteY221" fmla="*/ 61703 h 576564"/>
                <a:gd name="connsiteX222" fmla="*/ 363197 w 403762"/>
                <a:gd name="connsiteY222" fmla="*/ 64138 h 576564"/>
                <a:gd name="connsiteX223" fmla="*/ 361574 w 403762"/>
                <a:gd name="connsiteY223" fmla="*/ 66574 h 576564"/>
                <a:gd name="connsiteX224" fmla="*/ 360763 w 403762"/>
                <a:gd name="connsiteY224" fmla="*/ 64138 h 576564"/>
                <a:gd name="connsiteX225" fmla="*/ 350216 w 403762"/>
                <a:gd name="connsiteY225" fmla="*/ 92554 h 576564"/>
                <a:gd name="connsiteX226" fmla="*/ 347782 w 403762"/>
                <a:gd name="connsiteY226" fmla="*/ 98238 h 576564"/>
                <a:gd name="connsiteX227" fmla="*/ 346971 w 403762"/>
                <a:gd name="connsiteY227" fmla="*/ 99861 h 576564"/>
                <a:gd name="connsiteX228" fmla="*/ 341292 w 403762"/>
                <a:gd name="connsiteY228" fmla="*/ 103109 h 576564"/>
                <a:gd name="connsiteX229" fmla="*/ 336424 w 403762"/>
                <a:gd name="connsiteY229" fmla="*/ 107168 h 576564"/>
                <a:gd name="connsiteX230" fmla="*/ 339669 w 403762"/>
                <a:gd name="connsiteY230" fmla="*/ 102297 h 576564"/>
                <a:gd name="connsiteX231" fmla="*/ 341292 w 403762"/>
                <a:gd name="connsiteY231" fmla="*/ 96614 h 576564"/>
                <a:gd name="connsiteX232" fmla="*/ 342103 w 403762"/>
                <a:gd name="connsiteY232" fmla="*/ 92554 h 576564"/>
                <a:gd name="connsiteX233" fmla="*/ 343726 w 403762"/>
                <a:gd name="connsiteY233" fmla="*/ 91742 h 576564"/>
                <a:gd name="connsiteX234" fmla="*/ 346160 w 403762"/>
                <a:gd name="connsiteY234" fmla="*/ 90931 h 576564"/>
                <a:gd name="connsiteX235" fmla="*/ 347782 w 403762"/>
                <a:gd name="connsiteY235" fmla="*/ 90119 h 576564"/>
                <a:gd name="connsiteX236" fmla="*/ 347782 w 403762"/>
                <a:gd name="connsiteY236" fmla="*/ 87683 h 576564"/>
                <a:gd name="connsiteX237" fmla="*/ 350216 w 403762"/>
                <a:gd name="connsiteY237" fmla="*/ 92554 h 576564"/>
                <a:gd name="connsiteX238" fmla="*/ 351839 w 403762"/>
                <a:gd name="connsiteY238" fmla="*/ 73069 h 576564"/>
                <a:gd name="connsiteX239" fmla="*/ 351027 w 403762"/>
                <a:gd name="connsiteY239" fmla="*/ 75505 h 576564"/>
                <a:gd name="connsiteX240" fmla="*/ 349405 w 403762"/>
                <a:gd name="connsiteY240" fmla="*/ 73069 h 576564"/>
                <a:gd name="connsiteX241" fmla="*/ 351839 w 403762"/>
                <a:gd name="connsiteY241" fmla="*/ 73069 h 576564"/>
                <a:gd name="connsiteX242" fmla="*/ 348594 w 403762"/>
                <a:gd name="connsiteY242" fmla="*/ 77941 h 576564"/>
                <a:gd name="connsiteX243" fmla="*/ 349405 w 403762"/>
                <a:gd name="connsiteY243" fmla="*/ 79564 h 576564"/>
                <a:gd name="connsiteX244" fmla="*/ 346971 w 403762"/>
                <a:gd name="connsiteY244" fmla="*/ 79564 h 576564"/>
                <a:gd name="connsiteX245" fmla="*/ 348594 w 403762"/>
                <a:gd name="connsiteY245" fmla="*/ 77941 h 576564"/>
                <a:gd name="connsiteX246" fmla="*/ 338858 w 403762"/>
                <a:gd name="connsiteY246" fmla="*/ 87683 h 576564"/>
                <a:gd name="connsiteX247" fmla="*/ 343726 w 403762"/>
                <a:gd name="connsiteY247" fmla="*/ 82812 h 576564"/>
                <a:gd name="connsiteX248" fmla="*/ 346160 w 403762"/>
                <a:gd name="connsiteY248" fmla="*/ 82812 h 576564"/>
                <a:gd name="connsiteX249" fmla="*/ 343726 w 403762"/>
                <a:gd name="connsiteY249" fmla="*/ 85247 h 576564"/>
                <a:gd name="connsiteX250" fmla="*/ 338858 w 403762"/>
                <a:gd name="connsiteY250" fmla="*/ 89307 h 576564"/>
                <a:gd name="connsiteX251" fmla="*/ 338858 w 403762"/>
                <a:gd name="connsiteY251" fmla="*/ 87683 h 576564"/>
                <a:gd name="connsiteX252" fmla="*/ 333990 w 403762"/>
                <a:gd name="connsiteY252" fmla="*/ 92554 h 576564"/>
                <a:gd name="connsiteX253" fmla="*/ 335613 w 403762"/>
                <a:gd name="connsiteY253" fmla="*/ 92554 h 576564"/>
                <a:gd name="connsiteX254" fmla="*/ 333990 w 403762"/>
                <a:gd name="connsiteY254" fmla="*/ 94990 h 576564"/>
                <a:gd name="connsiteX255" fmla="*/ 332367 w 403762"/>
                <a:gd name="connsiteY255" fmla="*/ 94178 h 576564"/>
                <a:gd name="connsiteX256" fmla="*/ 333990 w 403762"/>
                <a:gd name="connsiteY256" fmla="*/ 92554 h 576564"/>
                <a:gd name="connsiteX257" fmla="*/ 332367 w 403762"/>
                <a:gd name="connsiteY257" fmla="*/ 100673 h 576564"/>
                <a:gd name="connsiteX258" fmla="*/ 334801 w 403762"/>
                <a:gd name="connsiteY258" fmla="*/ 100673 h 576564"/>
                <a:gd name="connsiteX259" fmla="*/ 333178 w 403762"/>
                <a:gd name="connsiteY259" fmla="*/ 101485 h 576564"/>
                <a:gd name="connsiteX260" fmla="*/ 332367 w 403762"/>
                <a:gd name="connsiteY260" fmla="*/ 100673 h 576564"/>
                <a:gd name="connsiteX261" fmla="*/ 226896 w 403762"/>
                <a:gd name="connsiteY261" fmla="*/ 193227 h 576564"/>
                <a:gd name="connsiteX262" fmla="*/ 225274 w 403762"/>
                <a:gd name="connsiteY262" fmla="*/ 192416 h 576564"/>
                <a:gd name="connsiteX263" fmla="*/ 226896 w 403762"/>
                <a:gd name="connsiteY263" fmla="*/ 193227 h 576564"/>
                <a:gd name="connsiteX264" fmla="*/ 230953 w 403762"/>
                <a:gd name="connsiteY264" fmla="*/ 187544 h 576564"/>
                <a:gd name="connsiteX265" fmla="*/ 237443 w 403762"/>
                <a:gd name="connsiteY265" fmla="*/ 181861 h 576564"/>
                <a:gd name="connsiteX266" fmla="*/ 230953 w 403762"/>
                <a:gd name="connsiteY266" fmla="*/ 187544 h 576564"/>
                <a:gd name="connsiteX267" fmla="*/ 243934 w 403762"/>
                <a:gd name="connsiteY267" fmla="*/ 198911 h 576564"/>
                <a:gd name="connsiteX268" fmla="*/ 242311 w 403762"/>
                <a:gd name="connsiteY268" fmla="*/ 197287 h 576564"/>
                <a:gd name="connsiteX269" fmla="*/ 243934 w 403762"/>
                <a:gd name="connsiteY269" fmla="*/ 198911 h 576564"/>
                <a:gd name="connsiteX270" fmla="*/ 245556 w 403762"/>
                <a:gd name="connsiteY270" fmla="*/ 176178 h 576564"/>
                <a:gd name="connsiteX271" fmla="*/ 243123 w 403762"/>
                <a:gd name="connsiteY271" fmla="*/ 176178 h 576564"/>
                <a:gd name="connsiteX272" fmla="*/ 245556 w 403762"/>
                <a:gd name="connsiteY272" fmla="*/ 176178 h 576564"/>
                <a:gd name="connsiteX273" fmla="*/ 290990 w 403762"/>
                <a:gd name="connsiteY273" fmla="*/ 150198 h 576564"/>
                <a:gd name="connsiteX274" fmla="*/ 295858 w 403762"/>
                <a:gd name="connsiteY274" fmla="*/ 143703 h 576564"/>
                <a:gd name="connsiteX275" fmla="*/ 300726 w 403762"/>
                <a:gd name="connsiteY275" fmla="*/ 140455 h 576564"/>
                <a:gd name="connsiteX276" fmla="*/ 290990 w 403762"/>
                <a:gd name="connsiteY276" fmla="*/ 150198 h 576564"/>
                <a:gd name="connsiteX277" fmla="*/ 310462 w 403762"/>
                <a:gd name="connsiteY277" fmla="*/ 128277 h 576564"/>
                <a:gd name="connsiteX278" fmla="*/ 308028 w 403762"/>
                <a:gd name="connsiteY278" fmla="*/ 133960 h 576564"/>
                <a:gd name="connsiteX279" fmla="*/ 309651 w 403762"/>
                <a:gd name="connsiteY279" fmla="*/ 134772 h 576564"/>
                <a:gd name="connsiteX280" fmla="*/ 305594 w 403762"/>
                <a:gd name="connsiteY280" fmla="*/ 137208 h 576564"/>
                <a:gd name="connsiteX281" fmla="*/ 302349 w 403762"/>
                <a:gd name="connsiteY281" fmla="*/ 138832 h 576564"/>
                <a:gd name="connsiteX282" fmla="*/ 303160 w 403762"/>
                <a:gd name="connsiteY282" fmla="*/ 136396 h 576564"/>
                <a:gd name="connsiteX283" fmla="*/ 305594 w 403762"/>
                <a:gd name="connsiteY283" fmla="*/ 132336 h 576564"/>
                <a:gd name="connsiteX284" fmla="*/ 308839 w 403762"/>
                <a:gd name="connsiteY284" fmla="*/ 126653 h 576564"/>
                <a:gd name="connsiteX285" fmla="*/ 311273 w 403762"/>
                <a:gd name="connsiteY285" fmla="*/ 125841 h 576564"/>
                <a:gd name="connsiteX286" fmla="*/ 313707 w 403762"/>
                <a:gd name="connsiteY286" fmla="*/ 122594 h 576564"/>
                <a:gd name="connsiteX287" fmla="*/ 310462 w 403762"/>
                <a:gd name="connsiteY287" fmla="*/ 128277 h 576564"/>
                <a:gd name="connsiteX288" fmla="*/ 317764 w 403762"/>
                <a:gd name="connsiteY288" fmla="*/ 124218 h 576564"/>
                <a:gd name="connsiteX289" fmla="*/ 316952 w 403762"/>
                <a:gd name="connsiteY289" fmla="*/ 122594 h 576564"/>
                <a:gd name="connsiteX290" fmla="*/ 318575 w 403762"/>
                <a:gd name="connsiteY290" fmla="*/ 120970 h 576564"/>
                <a:gd name="connsiteX291" fmla="*/ 319386 w 403762"/>
                <a:gd name="connsiteY291" fmla="*/ 122594 h 576564"/>
                <a:gd name="connsiteX292" fmla="*/ 317764 w 403762"/>
                <a:gd name="connsiteY292" fmla="*/ 124218 h 576564"/>
                <a:gd name="connsiteX293" fmla="*/ 328311 w 403762"/>
                <a:gd name="connsiteY293" fmla="*/ 106356 h 576564"/>
                <a:gd name="connsiteX294" fmla="*/ 326688 w 403762"/>
                <a:gd name="connsiteY294" fmla="*/ 110416 h 576564"/>
                <a:gd name="connsiteX295" fmla="*/ 325877 w 403762"/>
                <a:gd name="connsiteY295" fmla="*/ 107980 h 576564"/>
                <a:gd name="connsiteX296" fmla="*/ 328311 w 403762"/>
                <a:gd name="connsiteY296" fmla="*/ 106356 h 576564"/>
                <a:gd name="connsiteX297" fmla="*/ 321820 w 403762"/>
                <a:gd name="connsiteY297" fmla="*/ 64950 h 576564"/>
                <a:gd name="connsiteX298" fmla="*/ 326688 w 403762"/>
                <a:gd name="connsiteY298" fmla="*/ 60079 h 576564"/>
                <a:gd name="connsiteX299" fmla="*/ 325877 w 403762"/>
                <a:gd name="connsiteY299" fmla="*/ 63327 h 576564"/>
                <a:gd name="connsiteX300" fmla="*/ 325877 w 403762"/>
                <a:gd name="connsiteY300" fmla="*/ 66574 h 576564"/>
                <a:gd name="connsiteX301" fmla="*/ 323443 w 403762"/>
                <a:gd name="connsiteY301" fmla="*/ 69010 h 576564"/>
                <a:gd name="connsiteX302" fmla="*/ 321820 w 403762"/>
                <a:gd name="connsiteY302" fmla="*/ 71445 h 576564"/>
                <a:gd name="connsiteX303" fmla="*/ 321009 w 403762"/>
                <a:gd name="connsiteY303" fmla="*/ 73069 h 576564"/>
                <a:gd name="connsiteX304" fmla="*/ 321820 w 403762"/>
                <a:gd name="connsiteY304" fmla="*/ 64950 h 576564"/>
                <a:gd name="connsiteX305" fmla="*/ 318575 w 403762"/>
                <a:gd name="connsiteY305" fmla="*/ 116099 h 576564"/>
                <a:gd name="connsiteX306" fmla="*/ 323443 w 403762"/>
                <a:gd name="connsiteY306" fmla="*/ 114475 h 576564"/>
                <a:gd name="connsiteX307" fmla="*/ 324254 w 403762"/>
                <a:gd name="connsiteY307" fmla="*/ 117723 h 576564"/>
                <a:gd name="connsiteX308" fmla="*/ 321820 w 403762"/>
                <a:gd name="connsiteY308" fmla="*/ 117723 h 576564"/>
                <a:gd name="connsiteX309" fmla="*/ 319386 w 403762"/>
                <a:gd name="connsiteY309" fmla="*/ 117723 h 576564"/>
                <a:gd name="connsiteX310" fmla="*/ 318575 w 403762"/>
                <a:gd name="connsiteY310" fmla="*/ 116099 h 576564"/>
                <a:gd name="connsiteX311" fmla="*/ 302349 w 403762"/>
                <a:gd name="connsiteY311" fmla="*/ 76317 h 576564"/>
                <a:gd name="connsiteX312" fmla="*/ 303971 w 403762"/>
                <a:gd name="connsiteY312" fmla="*/ 74693 h 576564"/>
                <a:gd name="connsiteX313" fmla="*/ 304782 w 403762"/>
                <a:gd name="connsiteY313" fmla="*/ 76317 h 576564"/>
                <a:gd name="connsiteX314" fmla="*/ 303160 w 403762"/>
                <a:gd name="connsiteY314" fmla="*/ 77941 h 576564"/>
                <a:gd name="connsiteX315" fmla="*/ 302349 w 403762"/>
                <a:gd name="connsiteY315" fmla="*/ 76317 h 576564"/>
                <a:gd name="connsiteX316" fmla="*/ 309651 w 403762"/>
                <a:gd name="connsiteY316" fmla="*/ 79564 h 576564"/>
                <a:gd name="connsiteX317" fmla="*/ 314518 w 403762"/>
                <a:gd name="connsiteY317" fmla="*/ 74693 h 576564"/>
                <a:gd name="connsiteX318" fmla="*/ 314518 w 403762"/>
                <a:gd name="connsiteY318" fmla="*/ 79564 h 576564"/>
                <a:gd name="connsiteX319" fmla="*/ 312896 w 403762"/>
                <a:gd name="connsiteY319" fmla="*/ 83624 h 576564"/>
                <a:gd name="connsiteX320" fmla="*/ 310462 w 403762"/>
                <a:gd name="connsiteY320" fmla="*/ 86059 h 576564"/>
                <a:gd name="connsiteX321" fmla="*/ 308028 w 403762"/>
                <a:gd name="connsiteY321" fmla="*/ 90119 h 576564"/>
                <a:gd name="connsiteX322" fmla="*/ 305594 w 403762"/>
                <a:gd name="connsiteY322" fmla="*/ 93366 h 576564"/>
                <a:gd name="connsiteX323" fmla="*/ 303160 w 403762"/>
                <a:gd name="connsiteY323" fmla="*/ 96614 h 576564"/>
                <a:gd name="connsiteX324" fmla="*/ 299915 w 403762"/>
                <a:gd name="connsiteY324" fmla="*/ 100673 h 576564"/>
                <a:gd name="connsiteX325" fmla="*/ 299104 w 403762"/>
                <a:gd name="connsiteY325" fmla="*/ 103109 h 576564"/>
                <a:gd name="connsiteX326" fmla="*/ 293424 w 403762"/>
                <a:gd name="connsiteY326" fmla="*/ 112039 h 576564"/>
                <a:gd name="connsiteX327" fmla="*/ 286122 w 403762"/>
                <a:gd name="connsiteY327" fmla="*/ 120158 h 576564"/>
                <a:gd name="connsiteX328" fmla="*/ 282877 w 403762"/>
                <a:gd name="connsiteY328" fmla="*/ 123406 h 576564"/>
                <a:gd name="connsiteX329" fmla="*/ 281255 w 403762"/>
                <a:gd name="connsiteY329" fmla="*/ 126653 h 576564"/>
                <a:gd name="connsiteX330" fmla="*/ 280443 w 403762"/>
                <a:gd name="connsiteY330" fmla="*/ 127465 h 576564"/>
                <a:gd name="connsiteX331" fmla="*/ 278821 w 403762"/>
                <a:gd name="connsiteY331" fmla="*/ 127465 h 576564"/>
                <a:gd name="connsiteX332" fmla="*/ 276386 w 403762"/>
                <a:gd name="connsiteY332" fmla="*/ 132336 h 576564"/>
                <a:gd name="connsiteX333" fmla="*/ 273952 w 403762"/>
                <a:gd name="connsiteY333" fmla="*/ 138020 h 576564"/>
                <a:gd name="connsiteX334" fmla="*/ 272330 w 403762"/>
                <a:gd name="connsiteY334" fmla="*/ 140455 h 576564"/>
                <a:gd name="connsiteX335" fmla="*/ 262594 w 403762"/>
                <a:gd name="connsiteY335" fmla="*/ 148574 h 576564"/>
                <a:gd name="connsiteX336" fmla="*/ 253670 w 403762"/>
                <a:gd name="connsiteY336" fmla="*/ 156693 h 576564"/>
                <a:gd name="connsiteX337" fmla="*/ 249613 w 403762"/>
                <a:gd name="connsiteY337" fmla="*/ 160752 h 576564"/>
                <a:gd name="connsiteX338" fmla="*/ 245556 w 403762"/>
                <a:gd name="connsiteY338" fmla="*/ 163188 h 576564"/>
                <a:gd name="connsiteX339" fmla="*/ 250425 w 403762"/>
                <a:gd name="connsiteY339" fmla="*/ 156693 h 576564"/>
                <a:gd name="connsiteX340" fmla="*/ 255292 w 403762"/>
                <a:gd name="connsiteY340" fmla="*/ 151010 h 576564"/>
                <a:gd name="connsiteX341" fmla="*/ 272330 w 403762"/>
                <a:gd name="connsiteY341" fmla="*/ 128277 h 576564"/>
                <a:gd name="connsiteX342" fmla="*/ 274764 w 403762"/>
                <a:gd name="connsiteY342" fmla="*/ 124218 h 576564"/>
                <a:gd name="connsiteX343" fmla="*/ 282066 w 403762"/>
                <a:gd name="connsiteY343" fmla="*/ 113663 h 576564"/>
                <a:gd name="connsiteX344" fmla="*/ 288556 w 403762"/>
                <a:gd name="connsiteY344" fmla="*/ 104732 h 576564"/>
                <a:gd name="connsiteX345" fmla="*/ 300726 w 403762"/>
                <a:gd name="connsiteY345" fmla="*/ 90119 h 576564"/>
                <a:gd name="connsiteX346" fmla="*/ 309651 w 403762"/>
                <a:gd name="connsiteY346" fmla="*/ 79564 h 576564"/>
                <a:gd name="connsiteX347" fmla="*/ 295858 w 403762"/>
                <a:gd name="connsiteY347" fmla="*/ 84435 h 576564"/>
                <a:gd name="connsiteX348" fmla="*/ 298292 w 403762"/>
                <a:gd name="connsiteY348" fmla="*/ 83624 h 576564"/>
                <a:gd name="connsiteX349" fmla="*/ 295858 w 403762"/>
                <a:gd name="connsiteY349" fmla="*/ 86059 h 576564"/>
                <a:gd name="connsiteX350" fmla="*/ 295858 w 403762"/>
                <a:gd name="connsiteY350" fmla="*/ 84435 h 576564"/>
                <a:gd name="connsiteX351" fmla="*/ 239066 w 403762"/>
                <a:gd name="connsiteY351" fmla="*/ 159129 h 576564"/>
                <a:gd name="connsiteX352" fmla="*/ 243123 w 403762"/>
                <a:gd name="connsiteY352" fmla="*/ 154257 h 576564"/>
                <a:gd name="connsiteX353" fmla="*/ 252047 w 403762"/>
                <a:gd name="connsiteY353" fmla="*/ 142079 h 576564"/>
                <a:gd name="connsiteX354" fmla="*/ 260160 w 403762"/>
                <a:gd name="connsiteY354" fmla="*/ 132336 h 576564"/>
                <a:gd name="connsiteX355" fmla="*/ 263405 w 403762"/>
                <a:gd name="connsiteY355" fmla="*/ 128277 h 576564"/>
                <a:gd name="connsiteX356" fmla="*/ 277198 w 403762"/>
                <a:gd name="connsiteY356" fmla="*/ 109604 h 576564"/>
                <a:gd name="connsiteX357" fmla="*/ 287745 w 403762"/>
                <a:gd name="connsiteY357" fmla="*/ 95802 h 576564"/>
                <a:gd name="connsiteX358" fmla="*/ 291802 w 403762"/>
                <a:gd name="connsiteY358" fmla="*/ 91742 h 576564"/>
                <a:gd name="connsiteX359" fmla="*/ 289368 w 403762"/>
                <a:gd name="connsiteY359" fmla="*/ 96614 h 576564"/>
                <a:gd name="connsiteX360" fmla="*/ 281255 w 403762"/>
                <a:gd name="connsiteY360" fmla="*/ 106356 h 576564"/>
                <a:gd name="connsiteX361" fmla="*/ 274764 w 403762"/>
                <a:gd name="connsiteY361" fmla="*/ 115287 h 576564"/>
                <a:gd name="connsiteX362" fmla="*/ 270708 w 403762"/>
                <a:gd name="connsiteY362" fmla="*/ 120970 h 576564"/>
                <a:gd name="connsiteX363" fmla="*/ 265839 w 403762"/>
                <a:gd name="connsiteY363" fmla="*/ 128277 h 576564"/>
                <a:gd name="connsiteX364" fmla="*/ 249613 w 403762"/>
                <a:gd name="connsiteY364" fmla="*/ 148574 h 576564"/>
                <a:gd name="connsiteX365" fmla="*/ 244745 w 403762"/>
                <a:gd name="connsiteY365" fmla="*/ 156693 h 576564"/>
                <a:gd name="connsiteX366" fmla="*/ 242311 w 403762"/>
                <a:gd name="connsiteY366" fmla="*/ 159941 h 576564"/>
                <a:gd name="connsiteX367" fmla="*/ 242311 w 403762"/>
                <a:gd name="connsiteY367" fmla="*/ 161564 h 576564"/>
                <a:gd name="connsiteX368" fmla="*/ 243934 w 403762"/>
                <a:gd name="connsiteY368" fmla="*/ 162376 h 576564"/>
                <a:gd name="connsiteX369" fmla="*/ 239066 w 403762"/>
                <a:gd name="connsiteY369" fmla="*/ 159129 h 576564"/>
                <a:gd name="connsiteX370" fmla="*/ 230953 w 403762"/>
                <a:gd name="connsiteY370" fmla="*/ 171307 h 576564"/>
                <a:gd name="connsiteX371" fmla="*/ 238255 w 403762"/>
                <a:gd name="connsiteY371" fmla="*/ 164812 h 576564"/>
                <a:gd name="connsiteX372" fmla="*/ 225274 w 403762"/>
                <a:gd name="connsiteY372" fmla="*/ 180238 h 576564"/>
                <a:gd name="connsiteX373" fmla="*/ 230953 w 403762"/>
                <a:gd name="connsiteY373" fmla="*/ 171307 h 576564"/>
                <a:gd name="connsiteX374" fmla="*/ 56520 w 403762"/>
                <a:gd name="connsiteY374" fmla="*/ 122594 h 576564"/>
                <a:gd name="connsiteX375" fmla="*/ 58954 w 403762"/>
                <a:gd name="connsiteY375" fmla="*/ 120158 h 576564"/>
                <a:gd name="connsiteX376" fmla="*/ 54086 w 403762"/>
                <a:gd name="connsiteY376" fmla="*/ 126653 h 576564"/>
                <a:gd name="connsiteX377" fmla="*/ 56520 w 403762"/>
                <a:gd name="connsiteY377" fmla="*/ 122594 h 576564"/>
                <a:gd name="connsiteX378" fmla="*/ 54897 w 403762"/>
                <a:gd name="connsiteY378" fmla="*/ 142891 h 576564"/>
                <a:gd name="connsiteX379" fmla="*/ 55709 w 403762"/>
                <a:gd name="connsiteY379" fmla="*/ 144515 h 576564"/>
                <a:gd name="connsiteX380" fmla="*/ 54897 w 403762"/>
                <a:gd name="connsiteY380" fmla="*/ 142891 h 576564"/>
                <a:gd name="connsiteX381" fmla="*/ 54086 w 403762"/>
                <a:gd name="connsiteY381" fmla="*/ 146950 h 576564"/>
                <a:gd name="connsiteX382" fmla="*/ 50030 w 403762"/>
                <a:gd name="connsiteY382" fmla="*/ 151822 h 576564"/>
                <a:gd name="connsiteX383" fmla="*/ 54086 w 403762"/>
                <a:gd name="connsiteY383" fmla="*/ 146950 h 576564"/>
                <a:gd name="connsiteX384" fmla="*/ 47596 w 403762"/>
                <a:gd name="connsiteY384" fmla="*/ 135584 h 576564"/>
                <a:gd name="connsiteX385" fmla="*/ 50030 w 403762"/>
                <a:gd name="connsiteY385" fmla="*/ 132336 h 576564"/>
                <a:gd name="connsiteX386" fmla="*/ 45973 w 403762"/>
                <a:gd name="connsiteY386" fmla="*/ 141267 h 576564"/>
                <a:gd name="connsiteX387" fmla="*/ 47596 w 403762"/>
                <a:gd name="connsiteY387" fmla="*/ 135584 h 576564"/>
                <a:gd name="connsiteX388" fmla="*/ 46784 w 403762"/>
                <a:gd name="connsiteY388" fmla="*/ 156693 h 576564"/>
                <a:gd name="connsiteX389" fmla="*/ 45161 w 403762"/>
                <a:gd name="connsiteY389" fmla="*/ 160752 h 576564"/>
                <a:gd name="connsiteX390" fmla="*/ 43539 w 403762"/>
                <a:gd name="connsiteY390" fmla="*/ 159129 h 576564"/>
                <a:gd name="connsiteX391" fmla="*/ 46784 w 403762"/>
                <a:gd name="connsiteY391" fmla="*/ 156693 h 576564"/>
                <a:gd name="connsiteX392" fmla="*/ 42728 w 403762"/>
                <a:gd name="connsiteY392" fmla="*/ 170495 h 576564"/>
                <a:gd name="connsiteX393" fmla="*/ 42728 w 403762"/>
                <a:gd name="connsiteY393" fmla="*/ 170495 h 576564"/>
                <a:gd name="connsiteX394" fmla="*/ 41105 w 403762"/>
                <a:gd name="connsiteY394" fmla="*/ 174554 h 576564"/>
                <a:gd name="connsiteX395" fmla="*/ 38671 w 403762"/>
                <a:gd name="connsiteY395" fmla="*/ 176990 h 576564"/>
                <a:gd name="connsiteX396" fmla="*/ 40294 w 403762"/>
                <a:gd name="connsiteY396" fmla="*/ 171307 h 576564"/>
                <a:gd name="connsiteX397" fmla="*/ 42728 w 403762"/>
                <a:gd name="connsiteY397" fmla="*/ 170495 h 576564"/>
                <a:gd name="connsiteX398" fmla="*/ 41105 w 403762"/>
                <a:gd name="connsiteY398" fmla="*/ 151822 h 576564"/>
                <a:gd name="connsiteX399" fmla="*/ 38671 w 403762"/>
                <a:gd name="connsiteY399" fmla="*/ 155881 h 576564"/>
                <a:gd name="connsiteX400" fmla="*/ 41105 w 403762"/>
                <a:gd name="connsiteY400" fmla="*/ 151822 h 576564"/>
                <a:gd name="connsiteX401" fmla="*/ 9464 w 403762"/>
                <a:gd name="connsiteY401" fmla="*/ 211901 h 576564"/>
                <a:gd name="connsiteX402" fmla="*/ 8652 w 403762"/>
                <a:gd name="connsiteY402" fmla="*/ 212713 h 576564"/>
                <a:gd name="connsiteX403" fmla="*/ 9464 w 403762"/>
                <a:gd name="connsiteY403" fmla="*/ 211901 h 576564"/>
                <a:gd name="connsiteX404" fmla="*/ 13520 w 403762"/>
                <a:gd name="connsiteY404" fmla="*/ 233010 h 576564"/>
                <a:gd name="connsiteX405" fmla="*/ 13520 w 403762"/>
                <a:gd name="connsiteY405" fmla="*/ 231386 h 576564"/>
                <a:gd name="connsiteX406" fmla="*/ 13520 w 403762"/>
                <a:gd name="connsiteY406" fmla="*/ 233010 h 576564"/>
                <a:gd name="connsiteX407" fmla="*/ 24067 w 403762"/>
                <a:gd name="connsiteY407" fmla="*/ 224891 h 576564"/>
                <a:gd name="connsiteX408" fmla="*/ 22445 w 403762"/>
                <a:gd name="connsiteY408" fmla="*/ 226515 h 576564"/>
                <a:gd name="connsiteX409" fmla="*/ 24067 w 403762"/>
                <a:gd name="connsiteY409" fmla="*/ 224891 h 576564"/>
                <a:gd name="connsiteX410" fmla="*/ 19200 w 403762"/>
                <a:gd name="connsiteY410" fmla="*/ 217584 h 576564"/>
                <a:gd name="connsiteX411" fmla="*/ 23256 w 403762"/>
                <a:gd name="connsiteY411" fmla="*/ 211089 h 576564"/>
                <a:gd name="connsiteX412" fmla="*/ 26501 w 403762"/>
                <a:gd name="connsiteY412" fmla="*/ 213524 h 576564"/>
                <a:gd name="connsiteX413" fmla="*/ 19200 w 403762"/>
                <a:gd name="connsiteY413" fmla="*/ 217584 h 576564"/>
                <a:gd name="connsiteX414" fmla="*/ 27313 w 403762"/>
                <a:gd name="connsiteY414" fmla="*/ 175366 h 576564"/>
                <a:gd name="connsiteX415" fmla="*/ 27313 w 403762"/>
                <a:gd name="connsiteY415" fmla="*/ 174554 h 576564"/>
                <a:gd name="connsiteX416" fmla="*/ 27313 w 403762"/>
                <a:gd name="connsiteY416" fmla="*/ 175366 h 576564"/>
                <a:gd name="connsiteX417" fmla="*/ 32181 w 403762"/>
                <a:gd name="connsiteY417" fmla="*/ 188356 h 576564"/>
                <a:gd name="connsiteX418" fmla="*/ 34614 w 403762"/>
                <a:gd name="connsiteY418" fmla="*/ 189168 h 576564"/>
                <a:gd name="connsiteX419" fmla="*/ 30558 w 403762"/>
                <a:gd name="connsiteY419" fmla="*/ 194039 h 576564"/>
                <a:gd name="connsiteX420" fmla="*/ 32181 w 403762"/>
                <a:gd name="connsiteY420" fmla="*/ 188356 h 576564"/>
                <a:gd name="connsiteX421" fmla="*/ 85727 w 403762"/>
                <a:gd name="connsiteY421" fmla="*/ 475762 h 576564"/>
                <a:gd name="connsiteX422" fmla="*/ 87350 w 403762"/>
                <a:gd name="connsiteY422" fmla="*/ 473326 h 576564"/>
                <a:gd name="connsiteX423" fmla="*/ 86539 w 403762"/>
                <a:gd name="connsiteY423" fmla="*/ 477385 h 576564"/>
                <a:gd name="connsiteX424" fmla="*/ 85727 w 403762"/>
                <a:gd name="connsiteY424" fmla="*/ 475762 h 576564"/>
                <a:gd name="connsiteX425" fmla="*/ 154689 w 403762"/>
                <a:gd name="connsiteY425" fmla="*/ 285782 h 576564"/>
                <a:gd name="connsiteX426" fmla="*/ 165237 w 403762"/>
                <a:gd name="connsiteY426" fmla="*/ 271168 h 576564"/>
                <a:gd name="connsiteX427" fmla="*/ 157935 w 403762"/>
                <a:gd name="connsiteY427" fmla="*/ 282534 h 576564"/>
                <a:gd name="connsiteX428" fmla="*/ 154689 w 403762"/>
                <a:gd name="connsiteY428" fmla="*/ 286594 h 576564"/>
                <a:gd name="connsiteX429" fmla="*/ 154689 w 403762"/>
                <a:gd name="connsiteY429" fmla="*/ 285782 h 576564"/>
                <a:gd name="connsiteX430" fmla="*/ 122236 w 403762"/>
                <a:gd name="connsiteY430" fmla="*/ 339366 h 576564"/>
                <a:gd name="connsiteX431" fmla="*/ 128727 w 403762"/>
                <a:gd name="connsiteY431" fmla="*/ 329623 h 576564"/>
                <a:gd name="connsiteX432" fmla="*/ 131161 w 403762"/>
                <a:gd name="connsiteY432" fmla="*/ 330435 h 576564"/>
                <a:gd name="connsiteX433" fmla="*/ 128727 w 403762"/>
                <a:gd name="connsiteY433" fmla="*/ 335306 h 576564"/>
                <a:gd name="connsiteX434" fmla="*/ 126293 w 403762"/>
                <a:gd name="connsiteY434" fmla="*/ 340178 h 576564"/>
                <a:gd name="connsiteX435" fmla="*/ 123859 w 403762"/>
                <a:gd name="connsiteY435" fmla="*/ 341802 h 576564"/>
                <a:gd name="connsiteX436" fmla="*/ 122236 w 403762"/>
                <a:gd name="connsiteY436" fmla="*/ 342614 h 576564"/>
                <a:gd name="connsiteX437" fmla="*/ 121425 w 403762"/>
                <a:gd name="connsiteY437" fmla="*/ 344237 h 576564"/>
                <a:gd name="connsiteX438" fmla="*/ 122236 w 403762"/>
                <a:gd name="connsiteY438" fmla="*/ 339366 h 576564"/>
                <a:gd name="connsiteX439" fmla="*/ 108444 w 403762"/>
                <a:gd name="connsiteY439" fmla="*/ 364534 h 576564"/>
                <a:gd name="connsiteX440" fmla="*/ 113312 w 403762"/>
                <a:gd name="connsiteY440" fmla="*/ 354792 h 576564"/>
                <a:gd name="connsiteX441" fmla="*/ 118180 w 403762"/>
                <a:gd name="connsiteY441" fmla="*/ 346673 h 576564"/>
                <a:gd name="connsiteX442" fmla="*/ 118180 w 403762"/>
                <a:gd name="connsiteY442" fmla="*/ 349920 h 576564"/>
                <a:gd name="connsiteX443" fmla="*/ 116558 w 403762"/>
                <a:gd name="connsiteY443" fmla="*/ 352356 h 576564"/>
                <a:gd name="connsiteX444" fmla="*/ 115746 w 403762"/>
                <a:gd name="connsiteY444" fmla="*/ 353980 h 576564"/>
                <a:gd name="connsiteX445" fmla="*/ 114123 w 403762"/>
                <a:gd name="connsiteY445" fmla="*/ 354792 h 576564"/>
                <a:gd name="connsiteX446" fmla="*/ 99520 w 403762"/>
                <a:gd name="connsiteY446" fmla="*/ 381584 h 576564"/>
                <a:gd name="connsiteX447" fmla="*/ 108444 w 403762"/>
                <a:gd name="connsiteY447" fmla="*/ 364534 h 576564"/>
                <a:gd name="connsiteX448" fmla="*/ 95463 w 403762"/>
                <a:gd name="connsiteY448" fmla="*/ 389703 h 576564"/>
                <a:gd name="connsiteX449" fmla="*/ 99520 w 403762"/>
                <a:gd name="connsiteY449" fmla="*/ 385643 h 576564"/>
                <a:gd name="connsiteX450" fmla="*/ 101954 w 403762"/>
                <a:gd name="connsiteY450" fmla="*/ 384831 h 576564"/>
                <a:gd name="connsiteX451" fmla="*/ 97897 w 403762"/>
                <a:gd name="connsiteY451" fmla="*/ 390514 h 576564"/>
                <a:gd name="connsiteX452" fmla="*/ 95463 w 403762"/>
                <a:gd name="connsiteY452" fmla="*/ 389703 h 576564"/>
                <a:gd name="connsiteX453" fmla="*/ 93029 w 403762"/>
                <a:gd name="connsiteY453" fmla="*/ 397009 h 576564"/>
                <a:gd name="connsiteX454" fmla="*/ 93840 w 403762"/>
                <a:gd name="connsiteY454" fmla="*/ 394574 h 576564"/>
                <a:gd name="connsiteX455" fmla="*/ 94652 w 403762"/>
                <a:gd name="connsiteY455" fmla="*/ 394574 h 576564"/>
                <a:gd name="connsiteX456" fmla="*/ 95463 w 403762"/>
                <a:gd name="connsiteY456" fmla="*/ 397821 h 576564"/>
                <a:gd name="connsiteX457" fmla="*/ 88973 w 403762"/>
                <a:gd name="connsiteY457" fmla="*/ 409188 h 576564"/>
                <a:gd name="connsiteX458" fmla="*/ 84105 w 403762"/>
                <a:gd name="connsiteY458" fmla="*/ 414059 h 576564"/>
                <a:gd name="connsiteX459" fmla="*/ 93029 w 403762"/>
                <a:gd name="connsiteY459" fmla="*/ 397009 h 576564"/>
                <a:gd name="connsiteX460" fmla="*/ 75992 w 403762"/>
                <a:gd name="connsiteY460" fmla="*/ 429485 h 576564"/>
                <a:gd name="connsiteX461" fmla="*/ 78426 w 403762"/>
                <a:gd name="connsiteY461" fmla="*/ 424613 h 576564"/>
                <a:gd name="connsiteX462" fmla="*/ 80860 w 403762"/>
                <a:gd name="connsiteY462" fmla="*/ 419742 h 576564"/>
                <a:gd name="connsiteX463" fmla="*/ 84105 w 403762"/>
                <a:gd name="connsiteY463" fmla="*/ 415683 h 576564"/>
                <a:gd name="connsiteX464" fmla="*/ 84916 w 403762"/>
                <a:gd name="connsiteY464" fmla="*/ 417306 h 576564"/>
                <a:gd name="connsiteX465" fmla="*/ 84105 w 403762"/>
                <a:gd name="connsiteY465" fmla="*/ 419742 h 576564"/>
                <a:gd name="connsiteX466" fmla="*/ 77614 w 403762"/>
                <a:gd name="connsiteY466" fmla="*/ 431920 h 576564"/>
                <a:gd name="connsiteX467" fmla="*/ 75992 w 403762"/>
                <a:gd name="connsiteY467" fmla="*/ 429485 h 576564"/>
                <a:gd name="connsiteX468" fmla="*/ 73558 w 403762"/>
                <a:gd name="connsiteY468" fmla="*/ 439227 h 576564"/>
                <a:gd name="connsiteX469" fmla="*/ 75180 w 403762"/>
                <a:gd name="connsiteY469" fmla="*/ 440039 h 576564"/>
                <a:gd name="connsiteX470" fmla="*/ 73558 w 403762"/>
                <a:gd name="connsiteY470" fmla="*/ 440851 h 576564"/>
                <a:gd name="connsiteX471" fmla="*/ 71935 w 403762"/>
                <a:gd name="connsiteY471" fmla="*/ 439227 h 576564"/>
                <a:gd name="connsiteX472" fmla="*/ 73558 w 403762"/>
                <a:gd name="connsiteY472" fmla="*/ 439227 h 576564"/>
                <a:gd name="connsiteX473" fmla="*/ 67067 w 403762"/>
                <a:gd name="connsiteY473" fmla="*/ 452217 h 576564"/>
                <a:gd name="connsiteX474" fmla="*/ 69501 w 403762"/>
                <a:gd name="connsiteY474" fmla="*/ 448158 h 576564"/>
                <a:gd name="connsiteX475" fmla="*/ 71935 w 403762"/>
                <a:gd name="connsiteY475" fmla="*/ 444099 h 576564"/>
                <a:gd name="connsiteX476" fmla="*/ 74369 w 403762"/>
                <a:gd name="connsiteY476" fmla="*/ 445722 h 576564"/>
                <a:gd name="connsiteX477" fmla="*/ 67067 w 403762"/>
                <a:gd name="connsiteY477" fmla="*/ 453029 h 576564"/>
                <a:gd name="connsiteX478" fmla="*/ 67067 w 403762"/>
                <a:gd name="connsiteY478" fmla="*/ 452217 h 576564"/>
                <a:gd name="connsiteX479" fmla="*/ 54897 w 403762"/>
                <a:gd name="connsiteY479" fmla="*/ 482257 h 576564"/>
                <a:gd name="connsiteX480" fmla="*/ 56520 w 403762"/>
                <a:gd name="connsiteY480" fmla="*/ 483069 h 576564"/>
                <a:gd name="connsiteX481" fmla="*/ 54897 w 403762"/>
                <a:gd name="connsiteY481" fmla="*/ 484693 h 576564"/>
                <a:gd name="connsiteX482" fmla="*/ 53275 w 403762"/>
                <a:gd name="connsiteY482" fmla="*/ 483881 h 576564"/>
                <a:gd name="connsiteX483" fmla="*/ 54897 w 403762"/>
                <a:gd name="connsiteY483" fmla="*/ 482257 h 576564"/>
                <a:gd name="connsiteX484" fmla="*/ 51652 w 403762"/>
                <a:gd name="connsiteY484" fmla="*/ 496871 h 576564"/>
                <a:gd name="connsiteX485" fmla="*/ 50841 w 403762"/>
                <a:gd name="connsiteY485" fmla="*/ 495247 h 576564"/>
                <a:gd name="connsiteX486" fmla="*/ 52464 w 403762"/>
                <a:gd name="connsiteY486" fmla="*/ 493623 h 576564"/>
                <a:gd name="connsiteX487" fmla="*/ 53275 w 403762"/>
                <a:gd name="connsiteY487" fmla="*/ 494435 h 576564"/>
                <a:gd name="connsiteX488" fmla="*/ 51652 w 403762"/>
                <a:gd name="connsiteY488" fmla="*/ 496871 h 576564"/>
                <a:gd name="connsiteX489" fmla="*/ 54086 w 403762"/>
                <a:gd name="connsiteY489" fmla="*/ 525287 h 576564"/>
                <a:gd name="connsiteX490" fmla="*/ 53275 w 403762"/>
                <a:gd name="connsiteY490" fmla="*/ 523663 h 576564"/>
                <a:gd name="connsiteX491" fmla="*/ 54897 w 403762"/>
                <a:gd name="connsiteY491" fmla="*/ 522039 h 576564"/>
                <a:gd name="connsiteX492" fmla="*/ 55709 w 403762"/>
                <a:gd name="connsiteY492" fmla="*/ 523663 h 576564"/>
                <a:gd name="connsiteX493" fmla="*/ 54086 w 403762"/>
                <a:gd name="connsiteY493" fmla="*/ 525287 h 576564"/>
                <a:gd name="connsiteX494" fmla="*/ 54897 w 403762"/>
                <a:gd name="connsiteY494" fmla="*/ 520415 h 576564"/>
                <a:gd name="connsiteX495" fmla="*/ 53275 w 403762"/>
                <a:gd name="connsiteY495" fmla="*/ 518791 h 576564"/>
                <a:gd name="connsiteX496" fmla="*/ 54897 w 403762"/>
                <a:gd name="connsiteY496" fmla="*/ 517979 h 576564"/>
                <a:gd name="connsiteX497" fmla="*/ 56520 w 403762"/>
                <a:gd name="connsiteY497" fmla="*/ 519603 h 576564"/>
                <a:gd name="connsiteX498" fmla="*/ 54897 w 403762"/>
                <a:gd name="connsiteY498" fmla="*/ 520415 h 576564"/>
                <a:gd name="connsiteX499" fmla="*/ 58143 w 403762"/>
                <a:gd name="connsiteY499" fmla="*/ 472514 h 576564"/>
                <a:gd name="connsiteX500" fmla="*/ 60577 w 403762"/>
                <a:gd name="connsiteY500" fmla="*/ 470079 h 576564"/>
                <a:gd name="connsiteX501" fmla="*/ 58143 w 403762"/>
                <a:gd name="connsiteY501" fmla="*/ 477385 h 576564"/>
                <a:gd name="connsiteX502" fmla="*/ 58143 w 403762"/>
                <a:gd name="connsiteY502" fmla="*/ 472514 h 576564"/>
                <a:gd name="connsiteX503" fmla="*/ 64633 w 403762"/>
                <a:gd name="connsiteY503" fmla="*/ 523663 h 576564"/>
                <a:gd name="connsiteX504" fmla="*/ 64633 w 403762"/>
                <a:gd name="connsiteY504" fmla="*/ 519603 h 576564"/>
                <a:gd name="connsiteX505" fmla="*/ 67067 w 403762"/>
                <a:gd name="connsiteY505" fmla="*/ 518791 h 576564"/>
                <a:gd name="connsiteX506" fmla="*/ 64633 w 403762"/>
                <a:gd name="connsiteY506" fmla="*/ 523663 h 576564"/>
                <a:gd name="connsiteX507" fmla="*/ 67879 w 403762"/>
                <a:gd name="connsiteY507" fmla="*/ 511485 h 576564"/>
                <a:gd name="connsiteX508" fmla="*/ 68690 w 403762"/>
                <a:gd name="connsiteY508" fmla="*/ 505801 h 576564"/>
                <a:gd name="connsiteX509" fmla="*/ 70313 w 403762"/>
                <a:gd name="connsiteY509" fmla="*/ 503366 h 576564"/>
                <a:gd name="connsiteX510" fmla="*/ 67879 w 403762"/>
                <a:gd name="connsiteY510" fmla="*/ 511485 h 576564"/>
                <a:gd name="connsiteX511" fmla="*/ 71935 w 403762"/>
                <a:gd name="connsiteY511" fmla="*/ 499306 h 576564"/>
                <a:gd name="connsiteX512" fmla="*/ 71124 w 403762"/>
                <a:gd name="connsiteY512" fmla="*/ 498494 h 576564"/>
                <a:gd name="connsiteX513" fmla="*/ 71935 w 403762"/>
                <a:gd name="connsiteY513" fmla="*/ 496059 h 576564"/>
                <a:gd name="connsiteX514" fmla="*/ 71935 w 403762"/>
                <a:gd name="connsiteY514" fmla="*/ 499306 h 576564"/>
                <a:gd name="connsiteX515" fmla="*/ 71935 w 403762"/>
                <a:gd name="connsiteY515" fmla="*/ 494435 h 576564"/>
                <a:gd name="connsiteX516" fmla="*/ 70313 w 403762"/>
                <a:gd name="connsiteY516" fmla="*/ 492811 h 576564"/>
                <a:gd name="connsiteX517" fmla="*/ 72746 w 403762"/>
                <a:gd name="connsiteY517" fmla="*/ 491188 h 576564"/>
                <a:gd name="connsiteX518" fmla="*/ 74369 w 403762"/>
                <a:gd name="connsiteY518" fmla="*/ 492811 h 576564"/>
                <a:gd name="connsiteX519" fmla="*/ 71935 w 403762"/>
                <a:gd name="connsiteY519" fmla="*/ 494435 h 576564"/>
                <a:gd name="connsiteX520" fmla="*/ 74369 w 403762"/>
                <a:gd name="connsiteY520" fmla="*/ 487940 h 576564"/>
                <a:gd name="connsiteX521" fmla="*/ 71935 w 403762"/>
                <a:gd name="connsiteY521" fmla="*/ 488752 h 576564"/>
                <a:gd name="connsiteX522" fmla="*/ 75992 w 403762"/>
                <a:gd name="connsiteY522" fmla="*/ 485504 h 576564"/>
                <a:gd name="connsiteX523" fmla="*/ 74369 w 403762"/>
                <a:gd name="connsiteY523" fmla="*/ 487940 h 576564"/>
                <a:gd name="connsiteX524" fmla="*/ 75992 w 403762"/>
                <a:gd name="connsiteY524" fmla="*/ 483881 h 576564"/>
                <a:gd name="connsiteX525" fmla="*/ 73558 w 403762"/>
                <a:gd name="connsiteY525" fmla="*/ 482257 h 576564"/>
                <a:gd name="connsiteX526" fmla="*/ 75180 w 403762"/>
                <a:gd name="connsiteY526" fmla="*/ 480633 h 576564"/>
                <a:gd name="connsiteX527" fmla="*/ 77614 w 403762"/>
                <a:gd name="connsiteY527" fmla="*/ 482257 h 576564"/>
                <a:gd name="connsiteX528" fmla="*/ 75992 w 403762"/>
                <a:gd name="connsiteY528" fmla="*/ 483881 h 576564"/>
                <a:gd name="connsiteX529" fmla="*/ 78426 w 403762"/>
                <a:gd name="connsiteY529" fmla="*/ 476574 h 576564"/>
                <a:gd name="connsiteX530" fmla="*/ 75992 w 403762"/>
                <a:gd name="connsiteY530" fmla="*/ 474950 h 576564"/>
                <a:gd name="connsiteX531" fmla="*/ 78426 w 403762"/>
                <a:gd name="connsiteY531" fmla="*/ 474138 h 576564"/>
                <a:gd name="connsiteX532" fmla="*/ 80860 w 403762"/>
                <a:gd name="connsiteY532" fmla="*/ 474950 h 576564"/>
                <a:gd name="connsiteX533" fmla="*/ 78426 w 403762"/>
                <a:gd name="connsiteY533" fmla="*/ 476574 h 576564"/>
                <a:gd name="connsiteX534" fmla="*/ 83293 w 403762"/>
                <a:gd name="connsiteY534" fmla="*/ 468455 h 576564"/>
                <a:gd name="connsiteX535" fmla="*/ 82482 w 403762"/>
                <a:gd name="connsiteY535" fmla="*/ 470079 h 576564"/>
                <a:gd name="connsiteX536" fmla="*/ 75992 w 403762"/>
                <a:gd name="connsiteY536" fmla="*/ 470891 h 576564"/>
                <a:gd name="connsiteX537" fmla="*/ 83293 w 403762"/>
                <a:gd name="connsiteY537" fmla="*/ 468455 h 576564"/>
                <a:gd name="connsiteX538" fmla="*/ 98709 w 403762"/>
                <a:gd name="connsiteY538" fmla="*/ 445722 h 576564"/>
                <a:gd name="connsiteX539" fmla="*/ 102765 w 403762"/>
                <a:gd name="connsiteY539" fmla="*/ 438415 h 576564"/>
                <a:gd name="connsiteX540" fmla="*/ 102765 w 403762"/>
                <a:gd name="connsiteY540" fmla="*/ 440039 h 576564"/>
                <a:gd name="connsiteX541" fmla="*/ 103576 w 403762"/>
                <a:gd name="connsiteY541" fmla="*/ 443287 h 576564"/>
                <a:gd name="connsiteX542" fmla="*/ 99520 w 403762"/>
                <a:gd name="connsiteY542" fmla="*/ 449782 h 576564"/>
                <a:gd name="connsiteX543" fmla="*/ 97086 w 403762"/>
                <a:gd name="connsiteY543" fmla="*/ 454653 h 576564"/>
                <a:gd name="connsiteX544" fmla="*/ 95463 w 403762"/>
                <a:gd name="connsiteY544" fmla="*/ 456277 h 576564"/>
                <a:gd name="connsiteX545" fmla="*/ 94652 w 403762"/>
                <a:gd name="connsiteY545" fmla="*/ 454653 h 576564"/>
                <a:gd name="connsiteX546" fmla="*/ 91407 w 403762"/>
                <a:gd name="connsiteY546" fmla="*/ 452217 h 576564"/>
                <a:gd name="connsiteX547" fmla="*/ 88973 w 403762"/>
                <a:gd name="connsiteY547" fmla="*/ 448158 h 576564"/>
                <a:gd name="connsiteX548" fmla="*/ 91407 w 403762"/>
                <a:gd name="connsiteY548" fmla="*/ 449782 h 576564"/>
                <a:gd name="connsiteX549" fmla="*/ 93840 w 403762"/>
                <a:gd name="connsiteY549" fmla="*/ 448970 h 576564"/>
                <a:gd name="connsiteX550" fmla="*/ 95463 w 403762"/>
                <a:gd name="connsiteY550" fmla="*/ 449782 h 576564"/>
                <a:gd name="connsiteX551" fmla="*/ 98709 w 403762"/>
                <a:gd name="connsiteY551" fmla="*/ 445722 h 576564"/>
                <a:gd name="connsiteX552" fmla="*/ 92218 w 403762"/>
                <a:gd name="connsiteY552" fmla="*/ 439227 h 576564"/>
                <a:gd name="connsiteX553" fmla="*/ 94652 w 403762"/>
                <a:gd name="connsiteY553" fmla="*/ 436791 h 576564"/>
                <a:gd name="connsiteX554" fmla="*/ 95463 w 403762"/>
                <a:gd name="connsiteY554" fmla="*/ 438415 h 576564"/>
                <a:gd name="connsiteX555" fmla="*/ 93840 w 403762"/>
                <a:gd name="connsiteY555" fmla="*/ 438415 h 576564"/>
                <a:gd name="connsiteX556" fmla="*/ 92218 w 403762"/>
                <a:gd name="connsiteY556" fmla="*/ 439227 h 576564"/>
                <a:gd name="connsiteX557" fmla="*/ 92218 w 403762"/>
                <a:gd name="connsiteY557" fmla="*/ 439227 h 576564"/>
                <a:gd name="connsiteX558" fmla="*/ 110878 w 403762"/>
                <a:gd name="connsiteY558" fmla="*/ 406752 h 576564"/>
                <a:gd name="connsiteX559" fmla="*/ 107633 w 403762"/>
                <a:gd name="connsiteY559" fmla="*/ 405940 h 576564"/>
                <a:gd name="connsiteX560" fmla="*/ 108444 w 403762"/>
                <a:gd name="connsiteY560" fmla="*/ 403505 h 576564"/>
                <a:gd name="connsiteX561" fmla="*/ 110878 w 403762"/>
                <a:gd name="connsiteY561" fmla="*/ 401881 h 576564"/>
                <a:gd name="connsiteX562" fmla="*/ 112501 w 403762"/>
                <a:gd name="connsiteY562" fmla="*/ 401881 h 576564"/>
                <a:gd name="connsiteX563" fmla="*/ 110878 w 403762"/>
                <a:gd name="connsiteY563" fmla="*/ 406752 h 576564"/>
                <a:gd name="connsiteX564" fmla="*/ 120614 w 403762"/>
                <a:gd name="connsiteY564" fmla="*/ 390514 h 576564"/>
                <a:gd name="connsiteX565" fmla="*/ 119803 w 403762"/>
                <a:gd name="connsiteY565" fmla="*/ 392950 h 576564"/>
                <a:gd name="connsiteX566" fmla="*/ 115746 w 403762"/>
                <a:gd name="connsiteY566" fmla="*/ 396197 h 576564"/>
                <a:gd name="connsiteX567" fmla="*/ 117369 w 403762"/>
                <a:gd name="connsiteY567" fmla="*/ 388079 h 576564"/>
                <a:gd name="connsiteX568" fmla="*/ 120614 w 403762"/>
                <a:gd name="connsiteY568" fmla="*/ 388079 h 576564"/>
                <a:gd name="connsiteX569" fmla="*/ 120614 w 403762"/>
                <a:gd name="connsiteY569" fmla="*/ 390514 h 576564"/>
                <a:gd name="connsiteX570" fmla="*/ 119803 w 403762"/>
                <a:gd name="connsiteY570" fmla="*/ 385643 h 576564"/>
                <a:gd name="connsiteX571" fmla="*/ 118180 w 403762"/>
                <a:gd name="connsiteY571" fmla="*/ 384019 h 576564"/>
                <a:gd name="connsiteX572" fmla="*/ 119803 w 403762"/>
                <a:gd name="connsiteY572" fmla="*/ 382396 h 576564"/>
                <a:gd name="connsiteX573" fmla="*/ 121425 w 403762"/>
                <a:gd name="connsiteY573" fmla="*/ 384019 h 576564"/>
                <a:gd name="connsiteX574" fmla="*/ 119803 w 403762"/>
                <a:gd name="connsiteY574" fmla="*/ 385643 h 576564"/>
                <a:gd name="connsiteX575" fmla="*/ 125482 w 403762"/>
                <a:gd name="connsiteY575" fmla="*/ 376712 h 576564"/>
                <a:gd name="connsiteX576" fmla="*/ 127916 w 403762"/>
                <a:gd name="connsiteY576" fmla="*/ 372653 h 576564"/>
                <a:gd name="connsiteX577" fmla="*/ 131161 w 403762"/>
                <a:gd name="connsiteY577" fmla="*/ 372653 h 576564"/>
                <a:gd name="connsiteX578" fmla="*/ 125482 w 403762"/>
                <a:gd name="connsiteY578" fmla="*/ 376712 h 576564"/>
                <a:gd name="connsiteX579" fmla="*/ 131161 w 403762"/>
                <a:gd name="connsiteY579" fmla="*/ 362911 h 576564"/>
                <a:gd name="connsiteX580" fmla="*/ 132784 w 403762"/>
                <a:gd name="connsiteY580" fmla="*/ 362099 h 576564"/>
                <a:gd name="connsiteX581" fmla="*/ 133595 w 403762"/>
                <a:gd name="connsiteY581" fmla="*/ 365346 h 576564"/>
                <a:gd name="connsiteX582" fmla="*/ 131161 w 403762"/>
                <a:gd name="connsiteY582" fmla="*/ 366970 h 576564"/>
                <a:gd name="connsiteX583" fmla="*/ 131161 w 403762"/>
                <a:gd name="connsiteY583" fmla="*/ 362911 h 576564"/>
                <a:gd name="connsiteX584" fmla="*/ 134406 w 403762"/>
                <a:gd name="connsiteY584" fmla="*/ 354792 h 576564"/>
                <a:gd name="connsiteX585" fmla="*/ 136029 w 403762"/>
                <a:gd name="connsiteY585" fmla="*/ 353168 h 576564"/>
                <a:gd name="connsiteX586" fmla="*/ 137652 w 403762"/>
                <a:gd name="connsiteY586" fmla="*/ 354792 h 576564"/>
                <a:gd name="connsiteX587" fmla="*/ 136029 w 403762"/>
                <a:gd name="connsiteY587" fmla="*/ 356415 h 576564"/>
                <a:gd name="connsiteX588" fmla="*/ 134406 w 403762"/>
                <a:gd name="connsiteY588" fmla="*/ 354792 h 576564"/>
                <a:gd name="connsiteX589" fmla="*/ 132784 w 403762"/>
                <a:gd name="connsiteY589" fmla="*/ 379148 h 576564"/>
                <a:gd name="connsiteX590" fmla="*/ 132784 w 403762"/>
                <a:gd name="connsiteY590" fmla="*/ 379148 h 576564"/>
                <a:gd name="connsiteX591" fmla="*/ 134406 w 403762"/>
                <a:gd name="connsiteY591" fmla="*/ 375089 h 576564"/>
                <a:gd name="connsiteX592" fmla="*/ 132784 w 403762"/>
                <a:gd name="connsiteY592" fmla="*/ 379148 h 576564"/>
                <a:gd name="connsiteX593" fmla="*/ 143331 w 403762"/>
                <a:gd name="connsiteY593" fmla="*/ 366158 h 576564"/>
                <a:gd name="connsiteX594" fmla="*/ 141708 w 403762"/>
                <a:gd name="connsiteY594" fmla="*/ 364534 h 576564"/>
                <a:gd name="connsiteX595" fmla="*/ 137652 w 403762"/>
                <a:gd name="connsiteY595" fmla="*/ 371029 h 576564"/>
                <a:gd name="connsiteX596" fmla="*/ 139274 w 403762"/>
                <a:gd name="connsiteY596" fmla="*/ 371841 h 576564"/>
                <a:gd name="connsiteX597" fmla="*/ 140085 w 403762"/>
                <a:gd name="connsiteY597" fmla="*/ 373465 h 576564"/>
                <a:gd name="connsiteX598" fmla="*/ 138463 w 403762"/>
                <a:gd name="connsiteY598" fmla="*/ 374277 h 576564"/>
                <a:gd name="connsiteX599" fmla="*/ 136841 w 403762"/>
                <a:gd name="connsiteY599" fmla="*/ 373465 h 576564"/>
                <a:gd name="connsiteX600" fmla="*/ 136841 w 403762"/>
                <a:gd name="connsiteY600" fmla="*/ 367782 h 576564"/>
                <a:gd name="connsiteX601" fmla="*/ 138463 w 403762"/>
                <a:gd name="connsiteY601" fmla="*/ 364534 h 576564"/>
                <a:gd name="connsiteX602" fmla="*/ 140897 w 403762"/>
                <a:gd name="connsiteY602" fmla="*/ 361287 h 576564"/>
                <a:gd name="connsiteX603" fmla="*/ 143331 w 403762"/>
                <a:gd name="connsiteY603" fmla="*/ 360475 h 576564"/>
                <a:gd name="connsiteX604" fmla="*/ 144142 w 403762"/>
                <a:gd name="connsiteY604" fmla="*/ 362911 h 576564"/>
                <a:gd name="connsiteX605" fmla="*/ 143331 w 403762"/>
                <a:gd name="connsiteY605" fmla="*/ 366158 h 576564"/>
                <a:gd name="connsiteX606" fmla="*/ 145765 w 403762"/>
                <a:gd name="connsiteY606" fmla="*/ 357227 h 576564"/>
                <a:gd name="connsiteX607" fmla="*/ 144142 w 403762"/>
                <a:gd name="connsiteY607" fmla="*/ 354792 h 576564"/>
                <a:gd name="connsiteX608" fmla="*/ 147388 w 403762"/>
                <a:gd name="connsiteY608" fmla="*/ 352356 h 576564"/>
                <a:gd name="connsiteX609" fmla="*/ 145765 w 403762"/>
                <a:gd name="connsiteY609" fmla="*/ 357227 h 576564"/>
                <a:gd name="connsiteX610" fmla="*/ 157935 w 403762"/>
                <a:gd name="connsiteY610" fmla="*/ 337742 h 576564"/>
                <a:gd name="connsiteX611" fmla="*/ 156312 w 403762"/>
                <a:gd name="connsiteY611" fmla="*/ 337742 h 576564"/>
                <a:gd name="connsiteX612" fmla="*/ 153878 w 403762"/>
                <a:gd name="connsiteY612" fmla="*/ 340990 h 576564"/>
                <a:gd name="connsiteX613" fmla="*/ 149010 w 403762"/>
                <a:gd name="connsiteY613" fmla="*/ 348297 h 576564"/>
                <a:gd name="connsiteX614" fmla="*/ 147388 w 403762"/>
                <a:gd name="connsiteY614" fmla="*/ 348297 h 576564"/>
                <a:gd name="connsiteX615" fmla="*/ 148199 w 403762"/>
                <a:gd name="connsiteY615" fmla="*/ 341802 h 576564"/>
                <a:gd name="connsiteX616" fmla="*/ 147388 w 403762"/>
                <a:gd name="connsiteY616" fmla="*/ 337742 h 576564"/>
                <a:gd name="connsiteX617" fmla="*/ 149821 w 403762"/>
                <a:gd name="connsiteY617" fmla="*/ 345861 h 576564"/>
                <a:gd name="connsiteX618" fmla="*/ 151444 w 403762"/>
                <a:gd name="connsiteY618" fmla="*/ 340990 h 576564"/>
                <a:gd name="connsiteX619" fmla="*/ 156312 w 403762"/>
                <a:gd name="connsiteY619" fmla="*/ 335306 h 576564"/>
                <a:gd name="connsiteX620" fmla="*/ 157935 w 403762"/>
                <a:gd name="connsiteY620" fmla="*/ 337742 h 576564"/>
                <a:gd name="connsiteX621" fmla="*/ 153878 w 403762"/>
                <a:gd name="connsiteY621" fmla="*/ 330435 h 576564"/>
                <a:gd name="connsiteX622" fmla="*/ 150632 w 403762"/>
                <a:gd name="connsiteY622" fmla="*/ 328811 h 576564"/>
                <a:gd name="connsiteX623" fmla="*/ 153067 w 403762"/>
                <a:gd name="connsiteY623" fmla="*/ 327188 h 576564"/>
                <a:gd name="connsiteX624" fmla="*/ 153878 w 403762"/>
                <a:gd name="connsiteY624" fmla="*/ 330435 h 576564"/>
                <a:gd name="connsiteX625" fmla="*/ 154689 w 403762"/>
                <a:gd name="connsiteY625" fmla="*/ 319881 h 576564"/>
                <a:gd name="connsiteX626" fmla="*/ 155501 w 403762"/>
                <a:gd name="connsiteY626" fmla="*/ 318257 h 576564"/>
                <a:gd name="connsiteX627" fmla="*/ 157123 w 403762"/>
                <a:gd name="connsiteY627" fmla="*/ 319069 h 576564"/>
                <a:gd name="connsiteX628" fmla="*/ 155501 w 403762"/>
                <a:gd name="connsiteY628" fmla="*/ 320693 h 576564"/>
                <a:gd name="connsiteX629" fmla="*/ 154689 w 403762"/>
                <a:gd name="connsiteY629" fmla="*/ 319881 h 576564"/>
                <a:gd name="connsiteX630" fmla="*/ 159557 w 403762"/>
                <a:gd name="connsiteY630" fmla="*/ 330435 h 576564"/>
                <a:gd name="connsiteX631" fmla="*/ 158746 w 403762"/>
                <a:gd name="connsiteY631" fmla="*/ 330435 h 576564"/>
                <a:gd name="connsiteX632" fmla="*/ 161180 w 403762"/>
                <a:gd name="connsiteY632" fmla="*/ 327188 h 576564"/>
                <a:gd name="connsiteX633" fmla="*/ 159557 w 403762"/>
                <a:gd name="connsiteY633" fmla="*/ 330435 h 576564"/>
                <a:gd name="connsiteX634" fmla="*/ 173350 w 403762"/>
                <a:gd name="connsiteY634" fmla="*/ 310950 h 576564"/>
                <a:gd name="connsiteX635" fmla="*/ 168482 w 403762"/>
                <a:gd name="connsiteY635" fmla="*/ 319069 h 576564"/>
                <a:gd name="connsiteX636" fmla="*/ 166048 w 403762"/>
                <a:gd name="connsiteY636" fmla="*/ 321505 h 576564"/>
                <a:gd name="connsiteX637" fmla="*/ 167670 w 403762"/>
                <a:gd name="connsiteY637" fmla="*/ 312574 h 576564"/>
                <a:gd name="connsiteX638" fmla="*/ 172538 w 403762"/>
                <a:gd name="connsiteY638" fmla="*/ 309326 h 576564"/>
                <a:gd name="connsiteX639" fmla="*/ 173350 w 403762"/>
                <a:gd name="connsiteY639" fmla="*/ 310950 h 576564"/>
                <a:gd name="connsiteX640" fmla="*/ 176595 w 403762"/>
                <a:gd name="connsiteY640" fmla="*/ 304455 h 576564"/>
                <a:gd name="connsiteX641" fmla="*/ 170104 w 403762"/>
                <a:gd name="connsiteY641" fmla="*/ 304455 h 576564"/>
                <a:gd name="connsiteX642" fmla="*/ 172538 w 403762"/>
                <a:gd name="connsiteY642" fmla="*/ 304455 h 576564"/>
                <a:gd name="connsiteX643" fmla="*/ 176595 w 403762"/>
                <a:gd name="connsiteY643" fmla="*/ 304455 h 576564"/>
                <a:gd name="connsiteX644" fmla="*/ 185519 w 403762"/>
                <a:gd name="connsiteY644" fmla="*/ 290653 h 576564"/>
                <a:gd name="connsiteX645" fmla="*/ 181463 w 403762"/>
                <a:gd name="connsiteY645" fmla="*/ 294712 h 576564"/>
                <a:gd name="connsiteX646" fmla="*/ 179029 w 403762"/>
                <a:gd name="connsiteY646" fmla="*/ 294712 h 576564"/>
                <a:gd name="connsiteX647" fmla="*/ 182274 w 403762"/>
                <a:gd name="connsiteY647" fmla="*/ 289841 h 576564"/>
                <a:gd name="connsiteX648" fmla="*/ 187142 w 403762"/>
                <a:gd name="connsiteY648" fmla="*/ 283346 h 576564"/>
                <a:gd name="connsiteX649" fmla="*/ 185519 w 403762"/>
                <a:gd name="connsiteY649" fmla="*/ 290653 h 576564"/>
                <a:gd name="connsiteX650" fmla="*/ 179029 w 403762"/>
                <a:gd name="connsiteY650" fmla="*/ 272792 h 576564"/>
                <a:gd name="connsiteX651" fmla="*/ 161991 w 403762"/>
                <a:gd name="connsiteY651" fmla="*/ 302020 h 576564"/>
                <a:gd name="connsiteX652" fmla="*/ 147388 w 403762"/>
                <a:gd name="connsiteY652" fmla="*/ 328000 h 576564"/>
                <a:gd name="connsiteX653" fmla="*/ 144954 w 403762"/>
                <a:gd name="connsiteY653" fmla="*/ 330435 h 576564"/>
                <a:gd name="connsiteX654" fmla="*/ 140897 w 403762"/>
                <a:gd name="connsiteY654" fmla="*/ 335306 h 576564"/>
                <a:gd name="connsiteX655" fmla="*/ 139274 w 403762"/>
                <a:gd name="connsiteY655" fmla="*/ 339366 h 576564"/>
                <a:gd name="connsiteX656" fmla="*/ 137652 w 403762"/>
                <a:gd name="connsiteY656" fmla="*/ 340990 h 576564"/>
                <a:gd name="connsiteX657" fmla="*/ 135218 w 403762"/>
                <a:gd name="connsiteY657" fmla="*/ 345861 h 576564"/>
                <a:gd name="connsiteX658" fmla="*/ 133595 w 403762"/>
                <a:gd name="connsiteY658" fmla="*/ 349108 h 576564"/>
                <a:gd name="connsiteX659" fmla="*/ 131161 w 403762"/>
                <a:gd name="connsiteY659" fmla="*/ 352356 h 576564"/>
                <a:gd name="connsiteX660" fmla="*/ 128727 w 403762"/>
                <a:gd name="connsiteY660" fmla="*/ 357227 h 576564"/>
                <a:gd name="connsiteX661" fmla="*/ 127916 w 403762"/>
                <a:gd name="connsiteY661" fmla="*/ 358851 h 576564"/>
                <a:gd name="connsiteX662" fmla="*/ 126293 w 403762"/>
                <a:gd name="connsiteY662" fmla="*/ 361287 h 576564"/>
                <a:gd name="connsiteX663" fmla="*/ 124671 w 403762"/>
                <a:gd name="connsiteY663" fmla="*/ 363722 h 576564"/>
                <a:gd name="connsiteX664" fmla="*/ 122236 w 403762"/>
                <a:gd name="connsiteY664" fmla="*/ 367782 h 576564"/>
                <a:gd name="connsiteX665" fmla="*/ 120614 w 403762"/>
                <a:gd name="connsiteY665" fmla="*/ 371029 h 576564"/>
                <a:gd name="connsiteX666" fmla="*/ 118180 w 403762"/>
                <a:gd name="connsiteY666" fmla="*/ 374277 h 576564"/>
                <a:gd name="connsiteX667" fmla="*/ 116558 w 403762"/>
                <a:gd name="connsiteY667" fmla="*/ 378336 h 576564"/>
                <a:gd name="connsiteX668" fmla="*/ 114123 w 403762"/>
                <a:gd name="connsiteY668" fmla="*/ 382396 h 576564"/>
                <a:gd name="connsiteX669" fmla="*/ 111689 w 403762"/>
                <a:gd name="connsiteY669" fmla="*/ 384831 h 576564"/>
                <a:gd name="connsiteX670" fmla="*/ 110878 w 403762"/>
                <a:gd name="connsiteY670" fmla="*/ 388079 h 576564"/>
                <a:gd name="connsiteX671" fmla="*/ 109256 w 403762"/>
                <a:gd name="connsiteY671" fmla="*/ 392950 h 576564"/>
                <a:gd name="connsiteX672" fmla="*/ 107633 w 403762"/>
                <a:gd name="connsiteY672" fmla="*/ 397009 h 576564"/>
                <a:gd name="connsiteX673" fmla="*/ 105199 w 403762"/>
                <a:gd name="connsiteY673" fmla="*/ 399445 h 576564"/>
                <a:gd name="connsiteX674" fmla="*/ 103576 w 403762"/>
                <a:gd name="connsiteY674" fmla="*/ 401069 h 576564"/>
                <a:gd name="connsiteX675" fmla="*/ 102765 w 403762"/>
                <a:gd name="connsiteY675" fmla="*/ 405940 h 576564"/>
                <a:gd name="connsiteX676" fmla="*/ 101142 w 403762"/>
                <a:gd name="connsiteY676" fmla="*/ 410000 h 576564"/>
                <a:gd name="connsiteX677" fmla="*/ 95463 w 403762"/>
                <a:gd name="connsiteY677" fmla="*/ 416494 h 576564"/>
                <a:gd name="connsiteX678" fmla="*/ 93029 w 403762"/>
                <a:gd name="connsiteY678" fmla="*/ 418118 h 576564"/>
                <a:gd name="connsiteX679" fmla="*/ 93840 w 403762"/>
                <a:gd name="connsiteY679" fmla="*/ 418930 h 576564"/>
                <a:gd name="connsiteX680" fmla="*/ 95463 w 403762"/>
                <a:gd name="connsiteY680" fmla="*/ 419742 h 576564"/>
                <a:gd name="connsiteX681" fmla="*/ 93029 w 403762"/>
                <a:gd name="connsiteY681" fmla="*/ 422178 h 576564"/>
                <a:gd name="connsiteX682" fmla="*/ 91407 w 403762"/>
                <a:gd name="connsiteY682" fmla="*/ 425425 h 576564"/>
                <a:gd name="connsiteX683" fmla="*/ 88973 w 403762"/>
                <a:gd name="connsiteY683" fmla="*/ 428673 h 576564"/>
                <a:gd name="connsiteX684" fmla="*/ 87350 w 403762"/>
                <a:gd name="connsiteY684" fmla="*/ 432732 h 576564"/>
                <a:gd name="connsiteX685" fmla="*/ 86539 w 403762"/>
                <a:gd name="connsiteY685" fmla="*/ 435980 h 576564"/>
                <a:gd name="connsiteX686" fmla="*/ 82482 w 403762"/>
                <a:gd name="connsiteY686" fmla="*/ 444099 h 576564"/>
                <a:gd name="connsiteX687" fmla="*/ 81671 w 403762"/>
                <a:gd name="connsiteY687" fmla="*/ 448158 h 576564"/>
                <a:gd name="connsiteX688" fmla="*/ 80048 w 403762"/>
                <a:gd name="connsiteY688" fmla="*/ 450594 h 576564"/>
                <a:gd name="connsiteX689" fmla="*/ 78426 w 403762"/>
                <a:gd name="connsiteY689" fmla="*/ 453029 h 576564"/>
                <a:gd name="connsiteX690" fmla="*/ 77614 w 403762"/>
                <a:gd name="connsiteY690" fmla="*/ 457088 h 576564"/>
                <a:gd name="connsiteX691" fmla="*/ 75180 w 403762"/>
                <a:gd name="connsiteY691" fmla="*/ 462772 h 576564"/>
                <a:gd name="connsiteX692" fmla="*/ 72746 w 403762"/>
                <a:gd name="connsiteY692" fmla="*/ 467643 h 576564"/>
                <a:gd name="connsiteX693" fmla="*/ 71935 w 403762"/>
                <a:gd name="connsiteY693" fmla="*/ 469267 h 576564"/>
                <a:gd name="connsiteX694" fmla="*/ 65444 w 403762"/>
                <a:gd name="connsiteY694" fmla="*/ 483069 h 576564"/>
                <a:gd name="connsiteX695" fmla="*/ 63822 w 403762"/>
                <a:gd name="connsiteY695" fmla="*/ 486316 h 576564"/>
                <a:gd name="connsiteX696" fmla="*/ 59766 w 403762"/>
                <a:gd name="connsiteY696" fmla="*/ 499306 h 576564"/>
                <a:gd name="connsiteX697" fmla="*/ 55709 w 403762"/>
                <a:gd name="connsiteY697" fmla="*/ 509049 h 576564"/>
                <a:gd name="connsiteX698" fmla="*/ 57331 w 403762"/>
                <a:gd name="connsiteY698" fmla="*/ 499306 h 576564"/>
                <a:gd name="connsiteX699" fmla="*/ 55709 w 403762"/>
                <a:gd name="connsiteY699" fmla="*/ 497682 h 576564"/>
                <a:gd name="connsiteX700" fmla="*/ 55709 w 403762"/>
                <a:gd name="connsiteY700" fmla="*/ 496871 h 576564"/>
                <a:gd name="connsiteX701" fmla="*/ 56520 w 403762"/>
                <a:gd name="connsiteY701" fmla="*/ 493623 h 576564"/>
                <a:gd name="connsiteX702" fmla="*/ 58954 w 403762"/>
                <a:gd name="connsiteY702" fmla="*/ 487128 h 576564"/>
                <a:gd name="connsiteX703" fmla="*/ 58954 w 403762"/>
                <a:gd name="connsiteY703" fmla="*/ 483881 h 576564"/>
                <a:gd name="connsiteX704" fmla="*/ 58954 w 403762"/>
                <a:gd name="connsiteY704" fmla="*/ 479009 h 576564"/>
                <a:gd name="connsiteX705" fmla="*/ 61388 w 403762"/>
                <a:gd name="connsiteY705" fmla="*/ 475762 h 576564"/>
                <a:gd name="connsiteX706" fmla="*/ 63822 w 403762"/>
                <a:gd name="connsiteY706" fmla="*/ 474138 h 576564"/>
                <a:gd name="connsiteX707" fmla="*/ 63822 w 403762"/>
                <a:gd name="connsiteY707" fmla="*/ 472514 h 576564"/>
                <a:gd name="connsiteX708" fmla="*/ 61388 w 403762"/>
                <a:gd name="connsiteY708" fmla="*/ 472514 h 576564"/>
                <a:gd name="connsiteX709" fmla="*/ 61388 w 403762"/>
                <a:gd name="connsiteY709" fmla="*/ 470891 h 576564"/>
                <a:gd name="connsiteX710" fmla="*/ 63011 w 403762"/>
                <a:gd name="connsiteY710" fmla="*/ 468455 h 576564"/>
                <a:gd name="connsiteX711" fmla="*/ 64633 w 403762"/>
                <a:gd name="connsiteY711" fmla="*/ 466019 h 576564"/>
                <a:gd name="connsiteX712" fmla="*/ 66256 w 403762"/>
                <a:gd name="connsiteY712" fmla="*/ 461148 h 576564"/>
                <a:gd name="connsiteX713" fmla="*/ 69501 w 403762"/>
                <a:gd name="connsiteY713" fmla="*/ 452217 h 576564"/>
                <a:gd name="connsiteX714" fmla="*/ 71935 w 403762"/>
                <a:gd name="connsiteY714" fmla="*/ 444910 h 576564"/>
                <a:gd name="connsiteX715" fmla="*/ 75992 w 403762"/>
                <a:gd name="connsiteY715" fmla="*/ 435980 h 576564"/>
                <a:gd name="connsiteX716" fmla="*/ 79237 w 403762"/>
                <a:gd name="connsiteY716" fmla="*/ 428673 h 576564"/>
                <a:gd name="connsiteX717" fmla="*/ 83293 w 403762"/>
                <a:gd name="connsiteY717" fmla="*/ 419742 h 576564"/>
                <a:gd name="connsiteX718" fmla="*/ 87350 w 403762"/>
                <a:gd name="connsiteY718" fmla="*/ 410000 h 576564"/>
                <a:gd name="connsiteX719" fmla="*/ 93029 w 403762"/>
                <a:gd name="connsiteY719" fmla="*/ 401881 h 576564"/>
                <a:gd name="connsiteX720" fmla="*/ 95463 w 403762"/>
                <a:gd name="connsiteY720" fmla="*/ 397009 h 576564"/>
                <a:gd name="connsiteX721" fmla="*/ 97086 w 403762"/>
                <a:gd name="connsiteY721" fmla="*/ 395386 h 576564"/>
                <a:gd name="connsiteX722" fmla="*/ 99520 w 403762"/>
                <a:gd name="connsiteY722" fmla="*/ 394574 h 576564"/>
                <a:gd name="connsiteX723" fmla="*/ 98709 w 403762"/>
                <a:gd name="connsiteY723" fmla="*/ 392138 h 576564"/>
                <a:gd name="connsiteX724" fmla="*/ 99520 w 403762"/>
                <a:gd name="connsiteY724" fmla="*/ 388891 h 576564"/>
                <a:gd name="connsiteX725" fmla="*/ 101954 w 403762"/>
                <a:gd name="connsiteY725" fmla="*/ 384831 h 576564"/>
                <a:gd name="connsiteX726" fmla="*/ 109256 w 403762"/>
                <a:gd name="connsiteY726" fmla="*/ 372653 h 576564"/>
                <a:gd name="connsiteX727" fmla="*/ 110067 w 403762"/>
                <a:gd name="connsiteY727" fmla="*/ 371029 h 576564"/>
                <a:gd name="connsiteX728" fmla="*/ 110878 w 403762"/>
                <a:gd name="connsiteY728" fmla="*/ 366970 h 576564"/>
                <a:gd name="connsiteX729" fmla="*/ 114123 w 403762"/>
                <a:gd name="connsiteY729" fmla="*/ 362099 h 576564"/>
                <a:gd name="connsiteX730" fmla="*/ 114935 w 403762"/>
                <a:gd name="connsiteY730" fmla="*/ 359663 h 576564"/>
                <a:gd name="connsiteX731" fmla="*/ 115746 w 403762"/>
                <a:gd name="connsiteY731" fmla="*/ 358039 h 576564"/>
                <a:gd name="connsiteX732" fmla="*/ 129538 w 403762"/>
                <a:gd name="connsiteY732" fmla="*/ 335306 h 576564"/>
                <a:gd name="connsiteX733" fmla="*/ 131972 w 403762"/>
                <a:gd name="connsiteY733" fmla="*/ 330435 h 576564"/>
                <a:gd name="connsiteX734" fmla="*/ 139274 w 403762"/>
                <a:gd name="connsiteY734" fmla="*/ 315009 h 576564"/>
                <a:gd name="connsiteX735" fmla="*/ 142519 w 403762"/>
                <a:gd name="connsiteY735" fmla="*/ 307703 h 576564"/>
                <a:gd name="connsiteX736" fmla="*/ 132784 w 403762"/>
                <a:gd name="connsiteY736" fmla="*/ 318257 h 576564"/>
                <a:gd name="connsiteX737" fmla="*/ 131161 w 403762"/>
                <a:gd name="connsiteY737" fmla="*/ 323128 h 576564"/>
                <a:gd name="connsiteX738" fmla="*/ 146576 w 403762"/>
                <a:gd name="connsiteY738" fmla="*/ 289841 h 576564"/>
                <a:gd name="connsiteX739" fmla="*/ 148199 w 403762"/>
                <a:gd name="connsiteY739" fmla="*/ 288217 h 576564"/>
                <a:gd name="connsiteX740" fmla="*/ 145765 w 403762"/>
                <a:gd name="connsiteY740" fmla="*/ 293089 h 576564"/>
                <a:gd name="connsiteX741" fmla="*/ 140897 w 403762"/>
                <a:gd name="connsiteY741" fmla="*/ 304455 h 576564"/>
                <a:gd name="connsiteX742" fmla="*/ 150632 w 403762"/>
                <a:gd name="connsiteY742" fmla="*/ 293901 h 576564"/>
                <a:gd name="connsiteX743" fmla="*/ 156312 w 403762"/>
                <a:gd name="connsiteY743" fmla="*/ 286594 h 576564"/>
                <a:gd name="connsiteX744" fmla="*/ 174972 w 403762"/>
                <a:gd name="connsiteY744" fmla="*/ 257366 h 576564"/>
                <a:gd name="connsiteX745" fmla="*/ 187142 w 403762"/>
                <a:gd name="connsiteY745" fmla="*/ 247623 h 576564"/>
                <a:gd name="connsiteX746" fmla="*/ 183085 w 403762"/>
                <a:gd name="connsiteY746" fmla="*/ 257366 h 576564"/>
                <a:gd name="connsiteX747" fmla="*/ 179029 w 403762"/>
                <a:gd name="connsiteY747" fmla="*/ 272792 h 576564"/>
                <a:gd name="connsiteX748" fmla="*/ 192010 w 403762"/>
                <a:gd name="connsiteY748" fmla="*/ 279287 h 576564"/>
                <a:gd name="connsiteX749" fmla="*/ 192010 w 403762"/>
                <a:gd name="connsiteY749" fmla="*/ 276851 h 576564"/>
                <a:gd name="connsiteX750" fmla="*/ 192010 w 403762"/>
                <a:gd name="connsiteY750" fmla="*/ 279287 h 576564"/>
                <a:gd name="connsiteX751" fmla="*/ 197689 w 403762"/>
                <a:gd name="connsiteY751" fmla="*/ 261426 h 576564"/>
                <a:gd name="connsiteX752" fmla="*/ 196066 w 403762"/>
                <a:gd name="connsiteY752" fmla="*/ 259802 h 576564"/>
                <a:gd name="connsiteX753" fmla="*/ 197689 w 403762"/>
                <a:gd name="connsiteY753" fmla="*/ 261426 h 576564"/>
                <a:gd name="connsiteX754" fmla="*/ 204180 w 403762"/>
                <a:gd name="connsiteY754" fmla="*/ 251683 h 576564"/>
                <a:gd name="connsiteX755" fmla="*/ 204180 w 403762"/>
                <a:gd name="connsiteY755" fmla="*/ 253307 h 576564"/>
                <a:gd name="connsiteX756" fmla="*/ 204180 w 403762"/>
                <a:gd name="connsiteY756" fmla="*/ 251683 h 576564"/>
                <a:gd name="connsiteX757" fmla="*/ 204991 w 403762"/>
                <a:gd name="connsiteY757" fmla="*/ 255742 h 576564"/>
                <a:gd name="connsiteX758" fmla="*/ 206613 w 403762"/>
                <a:gd name="connsiteY758" fmla="*/ 255742 h 576564"/>
                <a:gd name="connsiteX759" fmla="*/ 204991 w 403762"/>
                <a:gd name="connsiteY759" fmla="*/ 255742 h 57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Lst>
              <a:rect l="l" t="t" r="r" b="b"/>
              <a:pathLst>
                <a:path w="403762" h="576564">
                  <a:moveTo>
                    <a:pt x="241500" y="214336"/>
                  </a:moveTo>
                  <a:lnTo>
                    <a:pt x="241500" y="214336"/>
                  </a:lnTo>
                  <a:cubicBezTo>
                    <a:pt x="242311" y="213524"/>
                    <a:pt x="243934" y="211901"/>
                    <a:pt x="245556" y="211901"/>
                  </a:cubicBezTo>
                  <a:cubicBezTo>
                    <a:pt x="246368" y="211089"/>
                    <a:pt x="247179" y="210277"/>
                    <a:pt x="248802" y="210277"/>
                  </a:cubicBezTo>
                  <a:lnTo>
                    <a:pt x="246368" y="208653"/>
                  </a:lnTo>
                  <a:cubicBezTo>
                    <a:pt x="253670" y="198911"/>
                    <a:pt x="263405" y="190792"/>
                    <a:pt x="270708" y="180238"/>
                  </a:cubicBezTo>
                  <a:cubicBezTo>
                    <a:pt x="271519" y="179426"/>
                    <a:pt x="274764" y="174554"/>
                    <a:pt x="271519" y="177802"/>
                  </a:cubicBezTo>
                  <a:cubicBezTo>
                    <a:pt x="270708" y="178614"/>
                    <a:pt x="269896" y="177802"/>
                    <a:pt x="269896" y="176990"/>
                  </a:cubicBezTo>
                  <a:cubicBezTo>
                    <a:pt x="269896" y="176178"/>
                    <a:pt x="270708" y="175366"/>
                    <a:pt x="270708" y="175366"/>
                  </a:cubicBezTo>
                  <a:cubicBezTo>
                    <a:pt x="270708" y="175366"/>
                    <a:pt x="274764" y="172930"/>
                    <a:pt x="277198" y="169683"/>
                  </a:cubicBezTo>
                  <a:cubicBezTo>
                    <a:pt x="279632" y="166435"/>
                    <a:pt x="284499" y="162376"/>
                    <a:pt x="287745" y="159941"/>
                  </a:cubicBezTo>
                  <a:cubicBezTo>
                    <a:pt x="295047" y="154257"/>
                    <a:pt x="311273" y="138020"/>
                    <a:pt x="316141" y="133960"/>
                  </a:cubicBezTo>
                  <a:cubicBezTo>
                    <a:pt x="318575" y="131525"/>
                    <a:pt x="321009" y="129901"/>
                    <a:pt x="321009" y="129901"/>
                  </a:cubicBezTo>
                  <a:cubicBezTo>
                    <a:pt x="321820" y="129901"/>
                    <a:pt x="323443" y="129089"/>
                    <a:pt x="323443" y="128277"/>
                  </a:cubicBezTo>
                  <a:cubicBezTo>
                    <a:pt x="323443" y="126653"/>
                    <a:pt x="323443" y="126653"/>
                    <a:pt x="322631" y="128277"/>
                  </a:cubicBezTo>
                  <a:cubicBezTo>
                    <a:pt x="321009" y="129089"/>
                    <a:pt x="321009" y="129089"/>
                    <a:pt x="322631" y="126653"/>
                  </a:cubicBezTo>
                  <a:cubicBezTo>
                    <a:pt x="324254" y="125030"/>
                    <a:pt x="325877" y="125030"/>
                    <a:pt x="326688" y="125030"/>
                  </a:cubicBezTo>
                  <a:cubicBezTo>
                    <a:pt x="328311" y="125030"/>
                    <a:pt x="328311" y="125030"/>
                    <a:pt x="327500" y="123406"/>
                  </a:cubicBezTo>
                  <a:cubicBezTo>
                    <a:pt x="326688" y="121782"/>
                    <a:pt x="327500" y="120158"/>
                    <a:pt x="329933" y="118535"/>
                  </a:cubicBezTo>
                  <a:cubicBezTo>
                    <a:pt x="335613" y="114475"/>
                    <a:pt x="370499" y="76317"/>
                    <a:pt x="370499" y="73881"/>
                  </a:cubicBezTo>
                  <a:cubicBezTo>
                    <a:pt x="370499" y="72257"/>
                    <a:pt x="369688" y="73069"/>
                    <a:pt x="368065" y="74693"/>
                  </a:cubicBezTo>
                  <a:cubicBezTo>
                    <a:pt x="366443" y="76317"/>
                    <a:pt x="364820" y="77129"/>
                    <a:pt x="364009" y="77129"/>
                  </a:cubicBezTo>
                  <a:cubicBezTo>
                    <a:pt x="363197" y="77129"/>
                    <a:pt x="361574" y="78752"/>
                    <a:pt x="360763" y="80376"/>
                  </a:cubicBezTo>
                  <a:cubicBezTo>
                    <a:pt x="359141" y="82812"/>
                    <a:pt x="359952" y="82812"/>
                    <a:pt x="360763" y="83624"/>
                  </a:cubicBezTo>
                  <a:cubicBezTo>
                    <a:pt x="361574" y="83624"/>
                    <a:pt x="360763" y="84435"/>
                    <a:pt x="358329" y="84435"/>
                  </a:cubicBezTo>
                  <a:cubicBezTo>
                    <a:pt x="355896" y="84435"/>
                    <a:pt x="354273" y="86059"/>
                    <a:pt x="353461" y="86871"/>
                  </a:cubicBezTo>
                  <a:cubicBezTo>
                    <a:pt x="353461" y="88495"/>
                    <a:pt x="352650" y="87683"/>
                    <a:pt x="352650" y="86059"/>
                  </a:cubicBezTo>
                  <a:cubicBezTo>
                    <a:pt x="352650" y="85247"/>
                    <a:pt x="351839" y="83624"/>
                    <a:pt x="351027" y="83624"/>
                  </a:cubicBezTo>
                  <a:cubicBezTo>
                    <a:pt x="349405" y="82812"/>
                    <a:pt x="349405" y="82000"/>
                    <a:pt x="351027" y="81188"/>
                  </a:cubicBezTo>
                  <a:cubicBezTo>
                    <a:pt x="352650" y="80376"/>
                    <a:pt x="353461" y="80376"/>
                    <a:pt x="354273" y="81188"/>
                  </a:cubicBezTo>
                  <a:cubicBezTo>
                    <a:pt x="354273" y="82000"/>
                    <a:pt x="355896" y="81188"/>
                    <a:pt x="356707" y="79564"/>
                  </a:cubicBezTo>
                  <a:cubicBezTo>
                    <a:pt x="357518" y="77129"/>
                    <a:pt x="358329" y="77941"/>
                    <a:pt x="356707" y="78752"/>
                  </a:cubicBezTo>
                  <a:cubicBezTo>
                    <a:pt x="355896" y="78752"/>
                    <a:pt x="354273" y="79564"/>
                    <a:pt x="354273" y="78752"/>
                  </a:cubicBezTo>
                  <a:cubicBezTo>
                    <a:pt x="354273" y="77129"/>
                    <a:pt x="362386" y="71445"/>
                    <a:pt x="364820" y="72257"/>
                  </a:cubicBezTo>
                  <a:cubicBezTo>
                    <a:pt x="365631" y="72257"/>
                    <a:pt x="365631" y="72257"/>
                    <a:pt x="364820" y="71445"/>
                  </a:cubicBezTo>
                  <a:cubicBezTo>
                    <a:pt x="363197" y="69822"/>
                    <a:pt x="367254" y="61703"/>
                    <a:pt x="372933" y="56832"/>
                  </a:cubicBezTo>
                  <a:cubicBezTo>
                    <a:pt x="375367" y="54396"/>
                    <a:pt x="377801" y="50337"/>
                    <a:pt x="379423" y="48713"/>
                  </a:cubicBezTo>
                  <a:cubicBezTo>
                    <a:pt x="381046" y="46277"/>
                    <a:pt x="381857" y="45465"/>
                    <a:pt x="386726" y="44653"/>
                  </a:cubicBezTo>
                  <a:cubicBezTo>
                    <a:pt x="391593" y="43841"/>
                    <a:pt x="392405" y="43841"/>
                    <a:pt x="394839" y="38158"/>
                  </a:cubicBezTo>
                  <a:cubicBezTo>
                    <a:pt x="396461" y="34911"/>
                    <a:pt x="397273" y="30851"/>
                    <a:pt x="397273" y="30040"/>
                  </a:cubicBezTo>
                  <a:cubicBezTo>
                    <a:pt x="397273" y="29228"/>
                    <a:pt x="398895" y="24356"/>
                    <a:pt x="400518" y="21109"/>
                  </a:cubicBezTo>
                  <a:lnTo>
                    <a:pt x="403763" y="15426"/>
                  </a:lnTo>
                  <a:lnTo>
                    <a:pt x="398084" y="9743"/>
                  </a:lnTo>
                  <a:cubicBezTo>
                    <a:pt x="390782" y="2436"/>
                    <a:pt x="384292" y="0"/>
                    <a:pt x="376179" y="0"/>
                  </a:cubicBezTo>
                  <a:cubicBezTo>
                    <a:pt x="364009" y="0"/>
                    <a:pt x="358329" y="4871"/>
                    <a:pt x="334801" y="30040"/>
                  </a:cubicBezTo>
                  <a:cubicBezTo>
                    <a:pt x="322631" y="43030"/>
                    <a:pt x="312896" y="54396"/>
                    <a:pt x="312896" y="54396"/>
                  </a:cubicBezTo>
                  <a:cubicBezTo>
                    <a:pt x="312896" y="55208"/>
                    <a:pt x="310462" y="58455"/>
                    <a:pt x="308028" y="60891"/>
                  </a:cubicBezTo>
                  <a:cubicBezTo>
                    <a:pt x="299915" y="69010"/>
                    <a:pt x="294235" y="77129"/>
                    <a:pt x="283688" y="91742"/>
                  </a:cubicBezTo>
                  <a:cubicBezTo>
                    <a:pt x="276386" y="101485"/>
                    <a:pt x="243123" y="143703"/>
                    <a:pt x="243123" y="146950"/>
                  </a:cubicBezTo>
                  <a:cubicBezTo>
                    <a:pt x="243123" y="147762"/>
                    <a:pt x="241500" y="150198"/>
                    <a:pt x="239066" y="151822"/>
                  </a:cubicBezTo>
                  <a:cubicBezTo>
                    <a:pt x="236632" y="154257"/>
                    <a:pt x="235009" y="155881"/>
                    <a:pt x="235009" y="156693"/>
                  </a:cubicBezTo>
                  <a:cubicBezTo>
                    <a:pt x="234198" y="160752"/>
                    <a:pt x="225274" y="166435"/>
                    <a:pt x="224462" y="171307"/>
                  </a:cubicBezTo>
                  <a:cubicBezTo>
                    <a:pt x="223651" y="175366"/>
                    <a:pt x="216349" y="181049"/>
                    <a:pt x="214727" y="185109"/>
                  </a:cubicBezTo>
                  <a:cubicBezTo>
                    <a:pt x="210670" y="196475"/>
                    <a:pt x="198500" y="201346"/>
                    <a:pt x="192821" y="211089"/>
                  </a:cubicBezTo>
                  <a:cubicBezTo>
                    <a:pt x="191198" y="211901"/>
                    <a:pt x="188764" y="213524"/>
                    <a:pt x="186331" y="215960"/>
                  </a:cubicBezTo>
                  <a:cubicBezTo>
                    <a:pt x="183085" y="215960"/>
                    <a:pt x="179029" y="214336"/>
                    <a:pt x="176595" y="218396"/>
                  </a:cubicBezTo>
                  <a:cubicBezTo>
                    <a:pt x="174161" y="222455"/>
                    <a:pt x="169293" y="225703"/>
                    <a:pt x="164425" y="229762"/>
                  </a:cubicBezTo>
                  <a:lnTo>
                    <a:pt x="164425" y="230574"/>
                  </a:lnTo>
                  <a:cubicBezTo>
                    <a:pt x="141708" y="245188"/>
                    <a:pt x="88162" y="280911"/>
                    <a:pt x="52464" y="280911"/>
                  </a:cubicBezTo>
                  <a:cubicBezTo>
                    <a:pt x="45161" y="280911"/>
                    <a:pt x="38671" y="279287"/>
                    <a:pt x="33803" y="276039"/>
                  </a:cubicBezTo>
                  <a:cubicBezTo>
                    <a:pt x="25690" y="271168"/>
                    <a:pt x="28124" y="257366"/>
                    <a:pt x="29747" y="249247"/>
                  </a:cubicBezTo>
                  <a:cubicBezTo>
                    <a:pt x="32992" y="232198"/>
                    <a:pt x="41105" y="222455"/>
                    <a:pt x="46784" y="206218"/>
                  </a:cubicBezTo>
                  <a:cubicBezTo>
                    <a:pt x="54086" y="181861"/>
                    <a:pt x="88973" y="116911"/>
                    <a:pt x="106010" y="105544"/>
                  </a:cubicBezTo>
                  <a:cubicBezTo>
                    <a:pt x="106822" y="104732"/>
                    <a:pt x="107633" y="103921"/>
                    <a:pt x="107633" y="103109"/>
                  </a:cubicBezTo>
                  <a:cubicBezTo>
                    <a:pt x="107633" y="102297"/>
                    <a:pt x="109256" y="99049"/>
                    <a:pt x="111689" y="96614"/>
                  </a:cubicBezTo>
                  <a:cubicBezTo>
                    <a:pt x="114123" y="94178"/>
                    <a:pt x="118991" y="88495"/>
                    <a:pt x="122236" y="84435"/>
                  </a:cubicBezTo>
                  <a:cubicBezTo>
                    <a:pt x="128727" y="75505"/>
                    <a:pt x="143331" y="62515"/>
                    <a:pt x="149010" y="60079"/>
                  </a:cubicBezTo>
                  <a:cubicBezTo>
                    <a:pt x="151444" y="58455"/>
                    <a:pt x="157123" y="53584"/>
                    <a:pt x="161991" y="48713"/>
                  </a:cubicBezTo>
                  <a:cubicBezTo>
                    <a:pt x="166859" y="43841"/>
                    <a:pt x="171727" y="39782"/>
                    <a:pt x="172538" y="38970"/>
                  </a:cubicBezTo>
                  <a:cubicBezTo>
                    <a:pt x="174161" y="38158"/>
                    <a:pt x="178217" y="30851"/>
                    <a:pt x="178217" y="27604"/>
                  </a:cubicBezTo>
                  <a:cubicBezTo>
                    <a:pt x="178217" y="26792"/>
                    <a:pt x="175784" y="23544"/>
                    <a:pt x="172538" y="20297"/>
                  </a:cubicBezTo>
                  <a:cubicBezTo>
                    <a:pt x="166048" y="14614"/>
                    <a:pt x="157935" y="11366"/>
                    <a:pt x="149010" y="11366"/>
                  </a:cubicBezTo>
                  <a:cubicBezTo>
                    <a:pt x="144954" y="11366"/>
                    <a:pt x="140897" y="12178"/>
                    <a:pt x="136841" y="13802"/>
                  </a:cubicBezTo>
                  <a:cubicBezTo>
                    <a:pt x="124671" y="18673"/>
                    <a:pt x="97897" y="44653"/>
                    <a:pt x="80860" y="69822"/>
                  </a:cubicBezTo>
                  <a:cubicBezTo>
                    <a:pt x="77614" y="74693"/>
                    <a:pt x="73558" y="79564"/>
                    <a:pt x="71935" y="82000"/>
                  </a:cubicBezTo>
                  <a:cubicBezTo>
                    <a:pt x="63011" y="94178"/>
                    <a:pt x="53275" y="107168"/>
                    <a:pt x="45973" y="120970"/>
                  </a:cubicBezTo>
                  <a:cubicBezTo>
                    <a:pt x="44350" y="125030"/>
                    <a:pt x="41917" y="128277"/>
                    <a:pt x="41105" y="129089"/>
                  </a:cubicBezTo>
                  <a:cubicBezTo>
                    <a:pt x="40294" y="129901"/>
                    <a:pt x="39483" y="131525"/>
                    <a:pt x="39483" y="131525"/>
                  </a:cubicBezTo>
                  <a:cubicBezTo>
                    <a:pt x="32992" y="147762"/>
                    <a:pt x="23256" y="163188"/>
                    <a:pt x="15954" y="179426"/>
                  </a:cubicBezTo>
                  <a:cubicBezTo>
                    <a:pt x="539" y="213524"/>
                    <a:pt x="-10819" y="247623"/>
                    <a:pt x="16765" y="279287"/>
                  </a:cubicBezTo>
                  <a:cubicBezTo>
                    <a:pt x="28935" y="293901"/>
                    <a:pt x="36237" y="301208"/>
                    <a:pt x="55709" y="303643"/>
                  </a:cubicBezTo>
                  <a:cubicBezTo>
                    <a:pt x="63822" y="304455"/>
                    <a:pt x="64633" y="301208"/>
                    <a:pt x="71935" y="301208"/>
                  </a:cubicBezTo>
                  <a:cubicBezTo>
                    <a:pt x="78426" y="301208"/>
                    <a:pt x="75992" y="298772"/>
                    <a:pt x="85727" y="300396"/>
                  </a:cubicBezTo>
                  <a:cubicBezTo>
                    <a:pt x="92218" y="301208"/>
                    <a:pt x="93029" y="302020"/>
                    <a:pt x="98709" y="298772"/>
                  </a:cubicBezTo>
                  <a:cubicBezTo>
                    <a:pt x="101954" y="297148"/>
                    <a:pt x="103576" y="295524"/>
                    <a:pt x="104388" y="296336"/>
                  </a:cubicBezTo>
                  <a:cubicBezTo>
                    <a:pt x="104388" y="296336"/>
                    <a:pt x="106010" y="296336"/>
                    <a:pt x="106822" y="295524"/>
                  </a:cubicBezTo>
                  <a:cubicBezTo>
                    <a:pt x="107633" y="294712"/>
                    <a:pt x="107633" y="294712"/>
                    <a:pt x="106822" y="294712"/>
                  </a:cubicBezTo>
                  <a:cubicBezTo>
                    <a:pt x="106010" y="294712"/>
                    <a:pt x="104388" y="294712"/>
                    <a:pt x="104388" y="293089"/>
                  </a:cubicBezTo>
                  <a:cubicBezTo>
                    <a:pt x="104388" y="292277"/>
                    <a:pt x="105199" y="291465"/>
                    <a:pt x="106822" y="291465"/>
                  </a:cubicBezTo>
                  <a:cubicBezTo>
                    <a:pt x="108444" y="291465"/>
                    <a:pt x="109256" y="289841"/>
                    <a:pt x="109256" y="289029"/>
                  </a:cubicBezTo>
                  <a:cubicBezTo>
                    <a:pt x="109256" y="288217"/>
                    <a:pt x="110067" y="287406"/>
                    <a:pt x="111689" y="287406"/>
                  </a:cubicBezTo>
                  <a:cubicBezTo>
                    <a:pt x="112501" y="287406"/>
                    <a:pt x="114935" y="287406"/>
                    <a:pt x="117369" y="288217"/>
                  </a:cubicBezTo>
                  <a:cubicBezTo>
                    <a:pt x="119803" y="289029"/>
                    <a:pt x="132784" y="284970"/>
                    <a:pt x="136841" y="281723"/>
                  </a:cubicBezTo>
                  <a:cubicBezTo>
                    <a:pt x="140085" y="279287"/>
                    <a:pt x="137652" y="279287"/>
                    <a:pt x="134406" y="280911"/>
                  </a:cubicBezTo>
                  <a:cubicBezTo>
                    <a:pt x="132784" y="281723"/>
                    <a:pt x="131972" y="281723"/>
                    <a:pt x="131161" y="280099"/>
                  </a:cubicBezTo>
                  <a:cubicBezTo>
                    <a:pt x="130350" y="278475"/>
                    <a:pt x="130350" y="277663"/>
                    <a:pt x="132784" y="276039"/>
                  </a:cubicBezTo>
                  <a:cubicBezTo>
                    <a:pt x="135218" y="274415"/>
                    <a:pt x="136029" y="274415"/>
                    <a:pt x="139274" y="277663"/>
                  </a:cubicBezTo>
                  <a:lnTo>
                    <a:pt x="143331" y="280911"/>
                  </a:lnTo>
                  <a:lnTo>
                    <a:pt x="153067" y="275227"/>
                  </a:lnTo>
                  <a:cubicBezTo>
                    <a:pt x="153878" y="274415"/>
                    <a:pt x="154689" y="274415"/>
                    <a:pt x="155501" y="273604"/>
                  </a:cubicBezTo>
                  <a:cubicBezTo>
                    <a:pt x="153878" y="277663"/>
                    <a:pt x="150632" y="282534"/>
                    <a:pt x="148199" y="286594"/>
                  </a:cubicBezTo>
                  <a:cubicBezTo>
                    <a:pt x="140897" y="298772"/>
                    <a:pt x="133595" y="311762"/>
                    <a:pt x="126293" y="323940"/>
                  </a:cubicBezTo>
                  <a:cubicBezTo>
                    <a:pt x="124671" y="326376"/>
                    <a:pt x="124671" y="328000"/>
                    <a:pt x="122236" y="330435"/>
                  </a:cubicBezTo>
                  <a:cubicBezTo>
                    <a:pt x="120614" y="332059"/>
                    <a:pt x="113312" y="345049"/>
                    <a:pt x="112501" y="347485"/>
                  </a:cubicBezTo>
                  <a:cubicBezTo>
                    <a:pt x="110878" y="350732"/>
                    <a:pt x="110067" y="353168"/>
                    <a:pt x="108444" y="353168"/>
                  </a:cubicBezTo>
                  <a:cubicBezTo>
                    <a:pt x="107633" y="353168"/>
                    <a:pt x="107633" y="354792"/>
                    <a:pt x="107633" y="356415"/>
                  </a:cubicBezTo>
                  <a:cubicBezTo>
                    <a:pt x="107633" y="358039"/>
                    <a:pt x="106822" y="358851"/>
                    <a:pt x="106010" y="359663"/>
                  </a:cubicBezTo>
                  <a:cubicBezTo>
                    <a:pt x="105199" y="359663"/>
                    <a:pt x="104388" y="360475"/>
                    <a:pt x="104388" y="361287"/>
                  </a:cubicBezTo>
                  <a:cubicBezTo>
                    <a:pt x="104388" y="362099"/>
                    <a:pt x="103576" y="364534"/>
                    <a:pt x="102765" y="365346"/>
                  </a:cubicBezTo>
                  <a:cubicBezTo>
                    <a:pt x="101142" y="366158"/>
                    <a:pt x="98709" y="371029"/>
                    <a:pt x="96275" y="376712"/>
                  </a:cubicBezTo>
                  <a:cubicBezTo>
                    <a:pt x="93840" y="382396"/>
                    <a:pt x="91407" y="386455"/>
                    <a:pt x="90595" y="386455"/>
                  </a:cubicBezTo>
                  <a:cubicBezTo>
                    <a:pt x="89784" y="386455"/>
                    <a:pt x="88973" y="387267"/>
                    <a:pt x="88973" y="388891"/>
                  </a:cubicBezTo>
                  <a:cubicBezTo>
                    <a:pt x="88973" y="390514"/>
                    <a:pt x="88162" y="392950"/>
                    <a:pt x="86539" y="395386"/>
                  </a:cubicBezTo>
                  <a:cubicBezTo>
                    <a:pt x="81671" y="403505"/>
                    <a:pt x="80860" y="402693"/>
                    <a:pt x="69501" y="430297"/>
                  </a:cubicBezTo>
                  <a:cubicBezTo>
                    <a:pt x="64633" y="442475"/>
                    <a:pt x="56520" y="461148"/>
                    <a:pt x="51652" y="473326"/>
                  </a:cubicBezTo>
                  <a:cubicBezTo>
                    <a:pt x="45161" y="488752"/>
                    <a:pt x="41105" y="509049"/>
                    <a:pt x="41105" y="522039"/>
                  </a:cubicBezTo>
                  <a:cubicBezTo>
                    <a:pt x="41105" y="542336"/>
                    <a:pt x="52464" y="574811"/>
                    <a:pt x="75180" y="576435"/>
                  </a:cubicBezTo>
                  <a:cubicBezTo>
                    <a:pt x="82482" y="577247"/>
                    <a:pt x="87350" y="573999"/>
                    <a:pt x="81671" y="573187"/>
                  </a:cubicBezTo>
                  <a:cubicBezTo>
                    <a:pt x="76803" y="571564"/>
                    <a:pt x="75180" y="569940"/>
                    <a:pt x="76803" y="568316"/>
                  </a:cubicBezTo>
                  <a:cubicBezTo>
                    <a:pt x="77614" y="566692"/>
                    <a:pt x="77614" y="565069"/>
                    <a:pt x="75992" y="561009"/>
                  </a:cubicBezTo>
                  <a:cubicBezTo>
                    <a:pt x="74369" y="558573"/>
                    <a:pt x="73558" y="553702"/>
                    <a:pt x="73558" y="552079"/>
                  </a:cubicBezTo>
                  <a:cubicBezTo>
                    <a:pt x="73558" y="549643"/>
                    <a:pt x="72746" y="547207"/>
                    <a:pt x="71935" y="547207"/>
                  </a:cubicBezTo>
                  <a:cubicBezTo>
                    <a:pt x="71124" y="547207"/>
                    <a:pt x="71124" y="544772"/>
                    <a:pt x="71124" y="541524"/>
                  </a:cubicBezTo>
                  <a:cubicBezTo>
                    <a:pt x="73558" y="530970"/>
                    <a:pt x="73558" y="528534"/>
                    <a:pt x="72746" y="529346"/>
                  </a:cubicBezTo>
                  <a:cubicBezTo>
                    <a:pt x="71935" y="530158"/>
                    <a:pt x="71124" y="529346"/>
                    <a:pt x="71935" y="528534"/>
                  </a:cubicBezTo>
                  <a:cubicBezTo>
                    <a:pt x="72746" y="526910"/>
                    <a:pt x="73558" y="526098"/>
                    <a:pt x="74369" y="526098"/>
                  </a:cubicBezTo>
                  <a:cubicBezTo>
                    <a:pt x="75992" y="526098"/>
                    <a:pt x="75992" y="518791"/>
                    <a:pt x="75180" y="516356"/>
                  </a:cubicBezTo>
                  <a:cubicBezTo>
                    <a:pt x="75180" y="515544"/>
                    <a:pt x="73558" y="513108"/>
                    <a:pt x="74369" y="509861"/>
                  </a:cubicBezTo>
                  <a:cubicBezTo>
                    <a:pt x="75180" y="506613"/>
                    <a:pt x="75992" y="505801"/>
                    <a:pt x="77614" y="504990"/>
                  </a:cubicBezTo>
                  <a:cubicBezTo>
                    <a:pt x="80048" y="504178"/>
                    <a:pt x="80048" y="504178"/>
                    <a:pt x="79237" y="502554"/>
                  </a:cubicBezTo>
                  <a:cubicBezTo>
                    <a:pt x="78426" y="500930"/>
                    <a:pt x="78426" y="500118"/>
                    <a:pt x="79237" y="500930"/>
                  </a:cubicBezTo>
                  <a:cubicBezTo>
                    <a:pt x="80860" y="502554"/>
                    <a:pt x="83293" y="494435"/>
                    <a:pt x="81671" y="493623"/>
                  </a:cubicBezTo>
                  <a:cubicBezTo>
                    <a:pt x="80860" y="492811"/>
                    <a:pt x="80048" y="491188"/>
                    <a:pt x="80048" y="489564"/>
                  </a:cubicBezTo>
                  <a:cubicBezTo>
                    <a:pt x="80048" y="487128"/>
                    <a:pt x="80860" y="486316"/>
                    <a:pt x="82482" y="487128"/>
                  </a:cubicBezTo>
                  <a:cubicBezTo>
                    <a:pt x="84105" y="487128"/>
                    <a:pt x="85727" y="487128"/>
                    <a:pt x="85727" y="486316"/>
                  </a:cubicBezTo>
                  <a:cubicBezTo>
                    <a:pt x="85727" y="485504"/>
                    <a:pt x="85727" y="484693"/>
                    <a:pt x="85727" y="484693"/>
                  </a:cubicBezTo>
                  <a:cubicBezTo>
                    <a:pt x="83293" y="484693"/>
                    <a:pt x="80860" y="484693"/>
                    <a:pt x="80860" y="483069"/>
                  </a:cubicBezTo>
                  <a:cubicBezTo>
                    <a:pt x="80860" y="482257"/>
                    <a:pt x="80860" y="482257"/>
                    <a:pt x="81671" y="482257"/>
                  </a:cubicBezTo>
                  <a:cubicBezTo>
                    <a:pt x="82482" y="482257"/>
                    <a:pt x="84105" y="482257"/>
                    <a:pt x="84105" y="481445"/>
                  </a:cubicBezTo>
                  <a:cubicBezTo>
                    <a:pt x="84105" y="480633"/>
                    <a:pt x="85727" y="480633"/>
                    <a:pt x="86539" y="480633"/>
                  </a:cubicBezTo>
                  <a:cubicBezTo>
                    <a:pt x="88973" y="481445"/>
                    <a:pt x="93029" y="474138"/>
                    <a:pt x="93029" y="469267"/>
                  </a:cubicBezTo>
                  <a:cubicBezTo>
                    <a:pt x="93029" y="468455"/>
                    <a:pt x="92218" y="467643"/>
                    <a:pt x="90595" y="467643"/>
                  </a:cubicBezTo>
                  <a:cubicBezTo>
                    <a:pt x="88973" y="467643"/>
                    <a:pt x="86539" y="469267"/>
                    <a:pt x="85727" y="471702"/>
                  </a:cubicBezTo>
                  <a:cubicBezTo>
                    <a:pt x="84916" y="473326"/>
                    <a:pt x="84916" y="474138"/>
                    <a:pt x="84105" y="473326"/>
                  </a:cubicBezTo>
                  <a:cubicBezTo>
                    <a:pt x="83293" y="472514"/>
                    <a:pt x="84105" y="471702"/>
                    <a:pt x="81671" y="473326"/>
                  </a:cubicBezTo>
                  <a:cubicBezTo>
                    <a:pt x="80048" y="474950"/>
                    <a:pt x="80048" y="474950"/>
                    <a:pt x="80048" y="472514"/>
                  </a:cubicBezTo>
                  <a:cubicBezTo>
                    <a:pt x="80048" y="470891"/>
                    <a:pt x="79237" y="470079"/>
                    <a:pt x="77614" y="470079"/>
                  </a:cubicBezTo>
                  <a:cubicBezTo>
                    <a:pt x="73558" y="470891"/>
                    <a:pt x="75180" y="469267"/>
                    <a:pt x="81671" y="461960"/>
                  </a:cubicBezTo>
                  <a:cubicBezTo>
                    <a:pt x="83293" y="460336"/>
                    <a:pt x="83293" y="459524"/>
                    <a:pt x="82482" y="459524"/>
                  </a:cubicBezTo>
                  <a:cubicBezTo>
                    <a:pt x="81671" y="459524"/>
                    <a:pt x="81671" y="457900"/>
                    <a:pt x="81671" y="456277"/>
                  </a:cubicBezTo>
                  <a:lnTo>
                    <a:pt x="82482" y="453029"/>
                  </a:lnTo>
                  <a:lnTo>
                    <a:pt x="84105" y="456277"/>
                  </a:lnTo>
                  <a:cubicBezTo>
                    <a:pt x="84916" y="458712"/>
                    <a:pt x="84916" y="460336"/>
                    <a:pt x="82482" y="462772"/>
                  </a:cubicBezTo>
                  <a:cubicBezTo>
                    <a:pt x="79237" y="466019"/>
                    <a:pt x="80048" y="472514"/>
                    <a:pt x="82482" y="470079"/>
                  </a:cubicBezTo>
                  <a:cubicBezTo>
                    <a:pt x="83293" y="469267"/>
                    <a:pt x="84105" y="470079"/>
                    <a:pt x="84105" y="470891"/>
                  </a:cubicBezTo>
                  <a:cubicBezTo>
                    <a:pt x="84105" y="471702"/>
                    <a:pt x="85727" y="470079"/>
                    <a:pt x="87350" y="466019"/>
                  </a:cubicBezTo>
                  <a:cubicBezTo>
                    <a:pt x="89784" y="461148"/>
                    <a:pt x="90595" y="460336"/>
                    <a:pt x="91407" y="461960"/>
                  </a:cubicBezTo>
                  <a:cubicBezTo>
                    <a:pt x="92218" y="463584"/>
                    <a:pt x="92218" y="464396"/>
                    <a:pt x="91407" y="463584"/>
                  </a:cubicBezTo>
                  <a:cubicBezTo>
                    <a:pt x="90595" y="462772"/>
                    <a:pt x="89784" y="463584"/>
                    <a:pt x="89784" y="464396"/>
                  </a:cubicBezTo>
                  <a:cubicBezTo>
                    <a:pt x="89784" y="465207"/>
                    <a:pt x="90595" y="466019"/>
                    <a:pt x="92218" y="466019"/>
                  </a:cubicBezTo>
                  <a:cubicBezTo>
                    <a:pt x="94652" y="466019"/>
                    <a:pt x="102765" y="453841"/>
                    <a:pt x="102765" y="451405"/>
                  </a:cubicBezTo>
                  <a:cubicBezTo>
                    <a:pt x="102765" y="449782"/>
                    <a:pt x="103576" y="448158"/>
                    <a:pt x="104388" y="447346"/>
                  </a:cubicBezTo>
                  <a:cubicBezTo>
                    <a:pt x="106822" y="445722"/>
                    <a:pt x="110878" y="435980"/>
                    <a:pt x="111689" y="430297"/>
                  </a:cubicBezTo>
                  <a:cubicBezTo>
                    <a:pt x="112501" y="425425"/>
                    <a:pt x="112501" y="425425"/>
                    <a:pt x="110067" y="429485"/>
                  </a:cubicBezTo>
                  <a:cubicBezTo>
                    <a:pt x="108444" y="431920"/>
                    <a:pt x="106822" y="433544"/>
                    <a:pt x="105199" y="433544"/>
                  </a:cubicBezTo>
                  <a:cubicBezTo>
                    <a:pt x="103576" y="433544"/>
                    <a:pt x="102765" y="432732"/>
                    <a:pt x="102765" y="431108"/>
                  </a:cubicBezTo>
                  <a:cubicBezTo>
                    <a:pt x="101954" y="428673"/>
                    <a:pt x="101142" y="428673"/>
                    <a:pt x="99520" y="429485"/>
                  </a:cubicBezTo>
                  <a:cubicBezTo>
                    <a:pt x="97897" y="430297"/>
                    <a:pt x="97897" y="431920"/>
                    <a:pt x="99520" y="433544"/>
                  </a:cubicBezTo>
                  <a:cubicBezTo>
                    <a:pt x="100331" y="434356"/>
                    <a:pt x="100331" y="435168"/>
                    <a:pt x="98709" y="435168"/>
                  </a:cubicBezTo>
                  <a:cubicBezTo>
                    <a:pt x="95463" y="435168"/>
                    <a:pt x="94652" y="428673"/>
                    <a:pt x="97897" y="427049"/>
                  </a:cubicBezTo>
                  <a:cubicBezTo>
                    <a:pt x="99520" y="426237"/>
                    <a:pt x="99520" y="425425"/>
                    <a:pt x="99520" y="425425"/>
                  </a:cubicBezTo>
                  <a:cubicBezTo>
                    <a:pt x="99520" y="425425"/>
                    <a:pt x="99520" y="423802"/>
                    <a:pt x="101142" y="422178"/>
                  </a:cubicBezTo>
                  <a:cubicBezTo>
                    <a:pt x="102765" y="420554"/>
                    <a:pt x="103576" y="418930"/>
                    <a:pt x="102765" y="418118"/>
                  </a:cubicBezTo>
                  <a:cubicBezTo>
                    <a:pt x="102765" y="417306"/>
                    <a:pt x="103576" y="416494"/>
                    <a:pt x="105199" y="416494"/>
                  </a:cubicBezTo>
                  <a:cubicBezTo>
                    <a:pt x="107633" y="417306"/>
                    <a:pt x="108444" y="417306"/>
                    <a:pt x="107633" y="418930"/>
                  </a:cubicBezTo>
                  <a:cubicBezTo>
                    <a:pt x="106010" y="422178"/>
                    <a:pt x="105199" y="422178"/>
                    <a:pt x="106010" y="418930"/>
                  </a:cubicBezTo>
                  <a:cubicBezTo>
                    <a:pt x="106822" y="416494"/>
                    <a:pt x="106822" y="417306"/>
                    <a:pt x="104388" y="419742"/>
                  </a:cubicBezTo>
                  <a:cubicBezTo>
                    <a:pt x="102765" y="421366"/>
                    <a:pt x="101954" y="423802"/>
                    <a:pt x="101954" y="424613"/>
                  </a:cubicBezTo>
                  <a:cubicBezTo>
                    <a:pt x="101954" y="427049"/>
                    <a:pt x="106822" y="427861"/>
                    <a:pt x="106822" y="425425"/>
                  </a:cubicBezTo>
                  <a:cubicBezTo>
                    <a:pt x="107633" y="424613"/>
                    <a:pt x="108444" y="422990"/>
                    <a:pt x="109256" y="423802"/>
                  </a:cubicBezTo>
                  <a:cubicBezTo>
                    <a:pt x="110067" y="424613"/>
                    <a:pt x="110878" y="423802"/>
                    <a:pt x="110878" y="422990"/>
                  </a:cubicBezTo>
                  <a:cubicBezTo>
                    <a:pt x="111689" y="422178"/>
                    <a:pt x="113312" y="422178"/>
                    <a:pt x="114123" y="422178"/>
                  </a:cubicBezTo>
                  <a:cubicBezTo>
                    <a:pt x="115746" y="422990"/>
                    <a:pt x="116558" y="422178"/>
                    <a:pt x="115746" y="421366"/>
                  </a:cubicBezTo>
                  <a:cubicBezTo>
                    <a:pt x="114935" y="420554"/>
                    <a:pt x="115746" y="418930"/>
                    <a:pt x="117369" y="418118"/>
                  </a:cubicBezTo>
                  <a:cubicBezTo>
                    <a:pt x="118991" y="417306"/>
                    <a:pt x="119803" y="415683"/>
                    <a:pt x="119803" y="414059"/>
                  </a:cubicBezTo>
                  <a:cubicBezTo>
                    <a:pt x="118991" y="411623"/>
                    <a:pt x="118991" y="411623"/>
                    <a:pt x="114935" y="414059"/>
                  </a:cubicBezTo>
                  <a:cubicBezTo>
                    <a:pt x="110878" y="416494"/>
                    <a:pt x="111689" y="416494"/>
                    <a:pt x="113312" y="413247"/>
                  </a:cubicBezTo>
                  <a:cubicBezTo>
                    <a:pt x="114123" y="411623"/>
                    <a:pt x="114935" y="409188"/>
                    <a:pt x="114123" y="408376"/>
                  </a:cubicBezTo>
                  <a:cubicBezTo>
                    <a:pt x="113312" y="407564"/>
                    <a:pt x="114123" y="406752"/>
                    <a:pt x="115746" y="406752"/>
                  </a:cubicBezTo>
                  <a:cubicBezTo>
                    <a:pt x="118180" y="406752"/>
                    <a:pt x="119803" y="402693"/>
                    <a:pt x="118180" y="399445"/>
                  </a:cubicBezTo>
                  <a:cubicBezTo>
                    <a:pt x="117369" y="397821"/>
                    <a:pt x="118180" y="397009"/>
                    <a:pt x="118991" y="398633"/>
                  </a:cubicBezTo>
                  <a:cubicBezTo>
                    <a:pt x="119803" y="399445"/>
                    <a:pt x="120614" y="399445"/>
                    <a:pt x="122236" y="397009"/>
                  </a:cubicBezTo>
                  <a:cubicBezTo>
                    <a:pt x="123048" y="394574"/>
                    <a:pt x="123859" y="392950"/>
                    <a:pt x="123048" y="392138"/>
                  </a:cubicBezTo>
                  <a:cubicBezTo>
                    <a:pt x="122236" y="391326"/>
                    <a:pt x="123048" y="390514"/>
                    <a:pt x="124671" y="389703"/>
                  </a:cubicBezTo>
                  <a:cubicBezTo>
                    <a:pt x="127105" y="388891"/>
                    <a:pt x="127105" y="389703"/>
                    <a:pt x="125482" y="392138"/>
                  </a:cubicBezTo>
                  <a:cubicBezTo>
                    <a:pt x="124671" y="393762"/>
                    <a:pt x="124671" y="395386"/>
                    <a:pt x="126293" y="396197"/>
                  </a:cubicBezTo>
                  <a:cubicBezTo>
                    <a:pt x="127916" y="397009"/>
                    <a:pt x="127916" y="397009"/>
                    <a:pt x="125482" y="397009"/>
                  </a:cubicBezTo>
                  <a:cubicBezTo>
                    <a:pt x="122236" y="396197"/>
                    <a:pt x="121425" y="399445"/>
                    <a:pt x="123048" y="402693"/>
                  </a:cubicBezTo>
                  <a:cubicBezTo>
                    <a:pt x="124671" y="405128"/>
                    <a:pt x="124671" y="404316"/>
                    <a:pt x="127105" y="400257"/>
                  </a:cubicBezTo>
                  <a:cubicBezTo>
                    <a:pt x="128727" y="397821"/>
                    <a:pt x="129538" y="396197"/>
                    <a:pt x="130350" y="396197"/>
                  </a:cubicBezTo>
                  <a:cubicBezTo>
                    <a:pt x="130350" y="397821"/>
                    <a:pt x="136841" y="385643"/>
                    <a:pt x="136841" y="383208"/>
                  </a:cubicBezTo>
                  <a:cubicBezTo>
                    <a:pt x="136841" y="382396"/>
                    <a:pt x="136029" y="382396"/>
                    <a:pt x="136029" y="383208"/>
                  </a:cubicBezTo>
                  <a:cubicBezTo>
                    <a:pt x="135218" y="384019"/>
                    <a:pt x="134406" y="384019"/>
                    <a:pt x="134406" y="383208"/>
                  </a:cubicBezTo>
                  <a:cubicBezTo>
                    <a:pt x="134406" y="382396"/>
                    <a:pt x="135218" y="381584"/>
                    <a:pt x="137652" y="380772"/>
                  </a:cubicBezTo>
                  <a:cubicBezTo>
                    <a:pt x="139274" y="379960"/>
                    <a:pt x="141708" y="376712"/>
                    <a:pt x="143331" y="373465"/>
                  </a:cubicBezTo>
                  <a:cubicBezTo>
                    <a:pt x="144954" y="370217"/>
                    <a:pt x="146576" y="366970"/>
                    <a:pt x="147388" y="366970"/>
                  </a:cubicBezTo>
                  <a:cubicBezTo>
                    <a:pt x="148199" y="366970"/>
                    <a:pt x="148199" y="365346"/>
                    <a:pt x="147388" y="365346"/>
                  </a:cubicBezTo>
                  <a:cubicBezTo>
                    <a:pt x="146576" y="365346"/>
                    <a:pt x="147388" y="364534"/>
                    <a:pt x="148199" y="364534"/>
                  </a:cubicBezTo>
                  <a:cubicBezTo>
                    <a:pt x="149821" y="364534"/>
                    <a:pt x="153067" y="357227"/>
                    <a:pt x="152255" y="354792"/>
                  </a:cubicBezTo>
                  <a:cubicBezTo>
                    <a:pt x="152255" y="353980"/>
                    <a:pt x="153878" y="351544"/>
                    <a:pt x="156312" y="349108"/>
                  </a:cubicBezTo>
                  <a:cubicBezTo>
                    <a:pt x="158746" y="346673"/>
                    <a:pt x="160368" y="344237"/>
                    <a:pt x="160368" y="342614"/>
                  </a:cubicBezTo>
                  <a:cubicBezTo>
                    <a:pt x="160368" y="340990"/>
                    <a:pt x="161180" y="340178"/>
                    <a:pt x="161991" y="340178"/>
                  </a:cubicBezTo>
                  <a:cubicBezTo>
                    <a:pt x="162802" y="340178"/>
                    <a:pt x="163614" y="339366"/>
                    <a:pt x="162802" y="338554"/>
                  </a:cubicBezTo>
                  <a:cubicBezTo>
                    <a:pt x="161991" y="337742"/>
                    <a:pt x="163614" y="335306"/>
                    <a:pt x="165237" y="333683"/>
                  </a:cubicBezTo>
                  <a:cubicBezTo>
                    <a:pt x="168482" y="330435"/>
                    <a:pt x="177406" y="314198"/>
                    <a:pt x="177406" y="312574"/>
                  </a:cubicBezTo>
                  <a:cubicBezTo>
                    <a:pt x="177406" y="311762"/>
                    <a:pt x="179029" y="310138"/>
                    <a:pt x="181463" y="307703"/>
                  </a:cubicBezTo>
                  <a:cubicBezTo>
                    <a:pt x="188764" y="300396"/>
                    <a:pt x="183897" y="300396"/>
                    <a:pt x="191198" y="290653"/>
                  </a:cubicBezTo>
                  <a:cubicBezTo>
                    <a:pt x="196066" y="284158"/>
                    <a:pt x="195255" y="284970"/>
                    <a:pt x="198500" y="278475"/>
                  </a:cubicBezTo>
                  <a:cubicBezTo>
                    <a:pt x="201746" y="271980"/>
                    <a:pt x="210670" y="261426"/>
                    <a:pt x="215538" y="254118"/>
                  </a:cubicBezTo>
                  <a:cubicBezTo>
                    <a:pt x="223651" y="239505"/>
                    <a:pt x="232576" y="227326"/>
                    <a:pt x="241500" y="214336"/>
                  </a:cubicBezTo>
                  <a:close/>
                  <a:moveTo>
                    <a:pt x="360763" y="64138"/>
                  </a:moveTo>
                  <a:cubicBezTo>
                    <a:pt x="361574" y="62515"/>
                    <a:pt x="361574" y="61703"/>
                    <a:pt x="362386" y="61703"/>
                  </a:cubicBezTo>
                  <a:cubicBezTo>
                    <a:pt x="362386" y="61703"/>
                    <a:pt x="363197" y="62515"/>
                    <a:pt x="363197" y="64138"/>
                  </a:cubicBezTo>
                  <a:cubicBezTo>
                    <a:pt x="363197" y="64950"/>
                    <a:pt x="362386" y="66574"/>
                    <a:pt x="361574" y="66574"/>
                  </a:cubicBezTo>
                  <a:cubicBezTo>
                    <a:pt x="360763" y="66574"/>
                    <a:pt x="360763" y="64950"/>
                    <a:pt x="360763" y="64138"/>
                  </a:cubicBezTo>
                  <a:close/>
                  <a:moveTo>
                    <a:pt x="350216" y="92554"/>
                  </a:moveTo>
                  <a:cubicBezTo>
                    <a:pt x="348594" y="94178"/>
                    <a:pt x="347782" y="97426"/>
                    <a:pt x="347782" y="98238"/>
                  </a:cubicBezTo>
                  <a:cubicBezTo>
                    <a:pt x="347782" y="99861"/>
                    <a:pt x="346971" y="99861"/>
                    <a:pt x="346971" y="99861"/>
                  </a:cubicBezTo>
                  <a:cubicBezTo>
                    <a:pt x="346971" y="99861"/>
                    <a:pt x="343726" y="100673"/>
                    <a:pt x="341292" y="103109"/>
                  </a:cubicBezTo>
                  <a:cubicBezTo>
                    <a:pt x="338047" y="105544"/>
                    <a:pt x="336424" y="107168"/>
                    <a:pt x="336424" y="107168"/>
                  </a:cubicBezTo>
                  <a:cubicBezTo>
                    <a:pt x="336424" y="107168"/>
                    <a:pt x="337235" y="105544"/>
                    <a:pt x="339669" y="102297"/>
                  </a:cubicBezTo>
                  <a:cubicBezTo>
                    <a:pt x="343726" y="98238"/>
                    <a:pt x="343726" y="97426"/>
                    <a:pt x="341292" y="96614"/>
                  </a:cubicBezTo>
                  <a:cubicBezTo>
                    <a:pt x="338047" y="95802"/>
                    <a:pt x="338858" y="92554"/>
                    <a:pt x="342103" y="92554"/>
                  </a:cubicBezTo>
                  <a:cubicBezTo>
                    <a:pt x="343726" y="92554"/>
                    <a:pt x="343726" y="91742"/>
                    <a:pt x="343726" y="91742"/>
                  </a:cubicBezTo>
                  <a:cubicBezTo>
                    <a:pt x="342914" y="90931"/>
                    <a:pt x="343726" y="90119"/>
                    <a:pt x="346160" y="90931"/>
                  </a:cubicBezTo>
                  <a:cubicBezTo>
                    <a:pt x="348594" y="91742"/>
                    <a:pt x="349405" y="90931"/>
                    <a:pt x="347782" y="90119"/>
                  </a:cubicBezTo>
                  <a:cubicBezTo>
                    <a:pt x="345348" y="89307"/>
                    <a:pt x="346160" y="88495"/>
                    <a:pt x="347782" y="87683"/>
                  </a:cubicBezTo>
                  <a:cubicBezTo>
                    <a:pt x="351839" y="86059"/>
                    <a:pt x="353461" y="88495"/>
                    <a:pt x="350216" y="92554"/>
                  </a:cubicBezTo>
                  <a:close/>
                  <a:moveTo>
                    <a:pt x="351839" y="73069"/>
                  </a:moveTo>
                  <a:cubicBezTo>
                    <a:pt x="354273" y="73881"/>
                    <a:pt x="353461" y="77129"/>
                    <a:pt x="351027" y="75505"/>
                  </a:cubicBezTo>
                  <a:cubicBezTo>
                    <a:pt x="349405" y="74693"/>
                    <a:pt x="349405" y="73881"/>
                    <a:pt x="349405" y="73069"/>
                  </a:cubicBezTo>
                  <a:cubicBezTo>
                    <a:pt x="351027" y="73069"/>
                    <a:pt x="351027" y="72257"/>
                    <a:pt x="351839" y="73069"/>
                  </a:cubicBezTo>
                  <a:close/>
                  <a:moveTo>
                    <a:pt x="348594" y="77941"/>
                  </a:moveTo>
                  <a:cubicBezTo>
                    <a:pt x="351027" y="77129"/>
                    <a:pt x="351839" y="77941"/>
                    <a:pt x="349405" y="79564"/>
                  </a:cubicBezTo>
                  <a:cubicBezTo>
                    <a:pt x="348594" y="80376"/>
                    <a:pt x="347782" y="80376"/>
                    <a:pt x="346971" y="79564"/>
                  </a:cubicBezTo>
                  <a:cubicBezTo>
                    <a:pt x="346971" y="78752"/>
                    <a:pt x="346971" y="77941"/>
                    <a:pt x="348594" y="77941"/>
                  </a:cubicBezTo>
                  <a:close/>
                  <a:moveTo>
                    <a:pt x="338858" y="87683"/>
                  </a:moveTo>
                  <a:cubicBezTo>
                    <a:pt x="340480" y="86059"/>
                    <a:pt x="342914" y="83624"/>
                    <a:pt x="343726" y="82812"/>
                  </a:cubicBezTo>
                  <a:cubicBezTo>
                    <a:pt x="345348" y="82000"/>
                    <a:pt x="346160" y="82000"/>
                    <a:pt x="346160" y="82812"/>
                  </a:cubicBezTo>
                  <a:cubicBezTo>
                    <a:pt x="346160" y="83624"/>
                    <a:pt x="344537" y="84435"/>
                    <a:pt x="343726" y="85247"/>
                  </a:cubicBezTo>
                  <a:cubicBezTo>
                    <a:pt x="342103" y="86059"/>
                    <a:pt x="340480" y="87683"/>
                    <a:pt x="338858" y="89307"/>
                  </a:cubicBezTo>
                  <a:cubicBezTo>
                    <a:pt x="336424" y="90931"/>
                    <a:pt x="336424" y="90931"/>
                    <a:pt x="338858" y="87683"/>
                  </a:cubicBezTo>
                  <a:close/>
                  <a:moveTo>
                    <a:pt x="333990" y="92554"/>
                  </a:moveTo>
                  <a:cubicBezTo>
                    <a:pt x="334801" y="91742"/>
                    <a:pt x="335613" y="92554"/>
                    <a:pt x="335613" y="92554"/>
                  </a:cubicBezTo>
                  <a:cubicBezTo>
                    <a:pt x="335613" y="93366"/>
                    <a:pt x="334801" y="94178"/>
                    <a:pt x="333990" y="94990"/>
                  </a:cubicBezTo>
                  <a:cubicBezTo>
                    <a:pt x="333178" y="95802"/>
                    <a:pt x="332367" y="94990"/>
                    <a:pt x="332367" y="94178"/>
                  </a:cubicBezTo>
                  <a:cubicBezTo>
                    <a:pt x="332367" y="94178"/>
                    <a:pt x="333990" y="93366"/>
                    <a:pt x="333990" y="92554"/>
                  </a:cubicBezTo>
                  <a:close/>
                  <a:moveTo>
                    <a:pt x="332367" y="100673"/>
                  </a:moveTo>
                  <a:cubicBezTo>
                    <a:pt x="333990" y="99861"/>
                    <a:pt x="334801" y="100673"/>
                    <a:pt x="334801" y="100673"/>
                  </a:cubicBezTo>
                  <a:cubicBezTo>
                    <a:pt x="335613" y="101485"/>
                    <a:pt x="334801" y="101485"/>
                    <a:pt x="333178" y="101485"/>
                  </a:cubicBezTo>
                  <a:cubicBezTo>
                    <a:pt x="331556" y="101485"/>
                    <a:pt x="331556" y="101485"/>
                    <a:pt x="332367" y="100673"/>
                  </a:cubicBezTo>
                  <a:close/>
                  <a:moveTo>
                    <a:pt x="226896" y="193227"/>
                  </a:moveTo>
                  <a:lnTo>
                    <a:pt x="225274" y="192416"/>
                  </a:lnTo>
                  <a:cubicBezTo>
                    <a:pt x="229330" y="188356"/>
                    <a:pt x="228519" y="190792"/>
                    <a:pt x="226896" y="193227"/>
                  </a:cubicBezTo>
                  <a:close/>
                  <a:moveTo>
                    <a:pt x="230953" y="187544"/>
                  </a:moveTo>
                  <a:cubicBezTo>
                    <a:pt x="230142" y="185109"/>
                    <a:pt x="235821" y="180238"/>
                    <a:pt x="237443" y="181861"/>
                  </a:cubicBezTo>
                  <a:cubicBezTo>
                    <a:pt x="241500" y="184297"/>
                    <a:pt x="231764" y="188356"/>
                    <a:pt x="230953" y="187544"/>
                  </a:cubicBezTo>
                  <a:close/>
                  <a:moveTo>
                    <a:pt x="243934" y="198911"/>
                  </a:moveTo>
                  <a:cubicBezTo>
                    <a:pt x="243934" y="198911"/>
                    <a:pt x="242311" y="198099"/>
                    <a:pt x="242311" y="197287"/>
                  </a:cubicBezTo>
                  <a:cubicBezTo>
                    <a:pt x="243934" y="194039"/>
                    <a:pt x="247179" y="200535"/>
                    <a:pt x="243934" y="198911"/>
                  </a:cubicBezTo>
                  <a:close/>
                  <a:moveTo>
                    <a:pt x="245556" y="176178"/>
                  </a:moveTo>
                  <a:cubicBezTo>
                    <a:pt x="245556" y="176178"/>
                    <a:pt x="243934" y="176178"/>
                    <a:pt x="243123" y="176178"/>
                  </a:cubicBezTo>
                  <a:cubicBezTo>
                    <a:pt x="239066" y="176178"/>
                    <a:pt x="247179" y="174554"/>
                    <a:pt x="245556" y="176178"/>
                  </a:cubicBezTo>
                  <a:close/>
                  <a:moveTo>
                    <a:pt x="290990" y="150198"/>
                  </a:moveTo>
                  <a:cubicBezTo>
                    <a:pt x="290990" y="150198"/>
                    <a:pt x="292613" y="146950"/>
                    <a:pt x="295858" y="143703"/>
                  </a:cubicBezTo>
                  <a:cubicBezTo>
                    <a:pt x="299915" y="139643"/>
                    <a:pt x="300726" y="138832"/>
                    <a:pt x="300726" y="140455"/>
                  </a:cubicBezTo>
                  <a:cubicBezTo>
                    <a:pt x="300726" y="143703"/>
                    <a:pt x="292613" y="151822"/>
                    <a:pt x="290990" y="150198"/>
                  </a:cubicBezTo>
                  <a:close/>
                  <a:moveTo>
                    <a:pt x="310462" y="128277"/>
                  </a:moveTo>
                  <a:cubicBezTo>
                    <a:pt x="305594" y="132336"/>
                    <a:pt x="305594" y="133148"/>
                    <a:pt x="308028" y="133960"/>
                  </a:cubicBezTo>
                  <a:cubicBezTo>
                    <a:pt x="309651" y="134772"/>
                    <a:pt x="310462" y="134772"/>
                    <a:pt x="309651" y="134772"/>
                  </a:cubicBezTo>
                  <a:cubicBezTo>
                    <a:pt x="308028" y="134772"/>
                    <a:pt x="307217" y="136396"/>
                    <a:pt x="305594" y="137208"/>
                  </a:cubicBezTo>
                  <a:cubicBezTo>
                    <a:pt x="303971" y="138020"/>
                    <a:pt x="303160" y="139643"/>
                    <a:pt x="302349" y="138832"/>
                  </a:cubicBezTo>
                  <a:cubicBezTo>
                    <a:pt x="301537" y="138020"/>
                    <a:pt x="302349" y="138020"/>
                    <a:pt x="303160" y="136396"/>
                  </a:cubicBezTo>
                  <a:cubicBezTo>
                    <a:pt x="303971" y="135584"/>
                    <a:pt x="304782" y="133960"/>
                    <a:pt x="305594" y="132336"/>
                  </a:cubicBezTo>
                  <a:cubicBezTo>
                    <a:pt x="307217" y="128277"/>
                    <a:pt x="307217" y="125841"/>
                    <a:pt x="308839" y="126653"/>
                  </a:cubicBezTo>
                  <a:cubicBezTo>
                    <a:pt x="309651" y="126653"/>
                    <a:pt x="310462" y="126653"/>
                    <a:pt x="311273" y="125841"/>
                  </a:cubicBezTo>
                  <a:cubicBezTo>
                    <a:pt x="312084" y="124218"/>
                    <a:pt x="312896" y="123406"/>
                    <a:pt x="313707" y="122594"/>
                  </a:cubicBezTo>
                  <a:cubicBezTo>
                    <a:pt x="316141" y="120158"/>
                    <a:pt x="315330" y="123406"/>
                    <a:pt x="310462" y="128277"/>
                  </a:cubicBezTo>
                  <a:close/>
                  <a:moveTo>
                    <a:pt x="317764" y="124218"/>
                  </a:moveTo>
                  <a:cubicBezTo>
                    <a:pt x="316952" y="124218"/>
                    <a:pt x="316952" y="123406"/>
                    <a:pt x="316952" y="122594"/>
                  </a:cubicBezTo>
                  <a:cubicBezTo>
                    <a:pt x="317764" y="120970"/>
                    <a:pt x="317764" y="120970"/>
                    <a:pt x="318575" y="120970"/>
                  </a:cubicBezTo>
                  <a:cubicBezTo>
                    <a:pt x="318575" y="120970"/>
                    <a:pt x="319386" y="121782"/>
                    <a:pt x="319386" y="122594"/>
                  </a:cubicBezTo>
                  <a:cubicBezTo>
                    <a:pt x="319386" y="123406"/>
                    <a:pt x="319386" y="124218"/>
                    <a:pt x="317764" y="124218"/>
                  </a:cubicBezTo>
                  <a:close/>
                  <a:moveTo>
                    <a:pt x="328311" y="106356"/>
                  </a:moveTo>
                  <a:cubicBezTo>
                    <a:pt x="328311" y="107168"/>
                    <a:pt x="328311" y="108792"/>
                    <a:pt x="326688" y="110416"/>
                  </a:cubicBezTo>
                  <a:cubicBezTo>
                    <a:pt x="324254" y="112851"/>
                    <a:pt x="324254" y="112039"/>
                    <a:pt x="325877" y="107980"/>
                  </a:cubicBezTo>
                  <a:cubicBezTo>
                    <a:pt x="326688" y="106356"/>
                    <a:pt x="327500" y="106356"/>
                    <a:pt x="328311" y="106356"/>
                  </a:cubicBezTo>
                  <a:close/>
                  <a:moveTo>
                    <a:pt x="321820" y="64950"/>
                  </a:moveTo>
                  <a:cubicBezTo>
                    <a:pt x="324254" y="62515"/>
                    <a:pt x="326688" y="60891"/>
                    <a:pt x="326688" y="60079"/>
                  </a:cubicBezTo>
                  <a:cubicBezTo>
                    <a:pt x="327500" y="60079"/>
                    <a:pt x="326688" y="60891"/>
                    <a:pt x="325877" y="63327"/>
                  </a:cubicBezTo>
                  <a:cubicBezTo>
                    <a:pt x="325065" y="64138"/>
                    <a:pt x="325065" y="65762"/>
                    <a:pt x="325877" y="66574"/>
                  </a:cubicBezTo>
                  <a:cubicBezTo>
                    <a:pt x="325877" y="67386"/>
                    <a:pt x="325065" y="68198"/>
                    <a:pt x="323443" y="69010"/>
                  </a:cubicBezTo>
                  <a:cubicBezTo>
                    <a:pt x="321820" y="69822"/>
                    <a:pt x="321009" y="70634"/>
                    <a:pt x="321820" y="71445"/>
                  </a:cubicBezTo>
                  <a:cubicBezTo>
                    <a:pt x="321820" y="72257"/>
                    <a:pt x="321820" y="73069"/>
                    <a:pt x="321009" y="73069"/>
                  </a:cubicBezTo>
                  <a:cubicBezTo>
                    <a:pt x="316952" y="72257"/>
                    <a:pt x="317764" y="69010"/>
                    <a:pt x="321820" y="64950"/>
                  </a:cubicBezTo>
                  <a:close/>
                  <a:moveTo>
                    <a:pt x="318575" y="116099"/>
                  </a:moveTo>
                  <a:cubicBezTo>
                    <a:pt x="320198" y="114475"/>
                    <a:pt x="321820" y="113663"/>
                    <a:pt x="323443" y="114475"/>
                  </a:cubicBezTo>
                  <a:cubicBezTo>
                    <a:pt x="325877" y="116099"/>
                    <a:pt x="325877" y="116099"/>
                    <a:pt x="324254" y="117723"/>
                  </a:cubicBezTo>
                  <a:cubicBezTo>
                    <a:pt x="322631" y="118535"/>
                    <a:pt x="321820" y="118535"/>
                    <a:pt x="321820" y="117723"/>
                  </a:cubicBezTo>
                  <a:cubicBezTo>
                    <a:pt x="321820" y="116099"/>
                    <a:pt x="321009" y="116099"/>
                    <a:pt x="319386" y="117723"/>
                  </a:cubicBezTo>
                  <a:cubicBezTo>
                    <a:pt x="316952" y="120970"/>
                    <a:pt x="315330" y="118535"/>
                    <a:pt x="318575" y="116099"/>
                  </a:cubicBezTo>
                  <a:close/>
                  <a:moveTo>
                    <a:pt x="302349" y="76317"/>
                  </a:moveTo>
                  <a:cubicBezTo>
                    <a:pt x="302349" y="75505"/>
                    <a:pt x="303160" y="74693"/>
                    <a:pt x="303971" y="74693"/>
                  </a:cubicBezTo>
                  <a:cubicBezTo>
                    <a:pt x="303971" y="74693"/>
                    <a:pt x="304782" y="75505"/>
                    <a:pt x="304782" y="76317"/>
                  </a:cubicBezTo>
                  <a:cubicBezTo>
                    <a:pt x="304782" y="77129"/>
                    <a:pt x="303971" y="77941"/>
                    <a:pt x="303160" y="77941"/>
                  </a:cubicBezTo>
                  <a:cubicBezTo>
                    <a:pt x="302349" y="77129"/>
                    <a:pt x="302349" y="77129"/>
                    <a:pt x="302349" y="76317"/>
                  </a:cubicBezTo>
                  <a:close/>
                  <a:moveTo>
                    <a:pt x="309651" y="79564"/>
                  </a:moveTo>
                  <a:cubicBezTo>
                    <a:pt x="311273" y="76317"/>
                    <a:pt x="312896" y="74693"/>
                    <a:pt x="314518" y="74693"/>
                  </a:cubicBezTo>
                  <a:cubicBezTo>
                    <a:pt x="316952" y="76317"/>
                    <a:pt x="316952" y="77129"/>
                    <a:pt x="314518" y="79564"/>
                  </a:cubicBezTo>
                  <a:cubicBezTo>
                    <a:pt x="313707" y="80376"/>
                    <a:pt x="312896" y="82000"/>
                    <a:pt x="312896" y="83624"/>
                  </a:cubicBezTo>
                  <a:cubicBezTo>
                    <a:pt x="312896" y="84435"/>
                    <a:pt x="312084" y="86059"/>
                    <a:pt x="310462" y="86059"/>
                  </a:cubicBezTo>
                  <a:cubicBezTo>
                    <a:pt x="308839" y="86059"/>
                    <a:pt x="308028" y="87683"/>
                    <a:pt x="308028" y="90119"/>
                  </a:cubicBezTo>
                  <a:cubicBezTo>
                    <a:pt x="308028" y="92554"/>
                    <a:pt x="306405" y="94178"/>
                    <a:pt x="305594" y="93366"/>
                  </a:cubicBezTo>
                  <a:cubicBezTo>
                    <a:pt x="304782" y="92554"/>
                    <a:pt x="303971" y="94178"/>
                    <a:pt x="303160" y="96614"/>
                  </a:cubicBezTo>
                  <a:cubicBezTo>
                    <a:pt x="302349" y="99049"/>
                    <a:pt x="300726" y="100673"/>
                    <a:pt x="299915" y="100673"/>
                  </a:cubicBezTo>
                  <a:cubicBezTo>
                    <a:pt x="299104" y="100673"/>
                    <a:pt x="299104" y="101485"/>
                    <a:pt x="299104" y="103109"/>
                  </a:cubicBezTo>
                  <a:cubicBezTo>
                    <a:pt x="299104" y="103921"/>
                    <a:pt x="297481" y="107980"/>
                    <a:pt x="293424" y="112039"/>
                  </a:cubicBezTo>
                  <a:cubicBezTo>
                    <a:pt x="289368" y="115287"/>
                    <a:pt x="286934" y="119346"/>
                    <a:pt x="286122" y="120158"/>
                  </a:cubicBezTo>
                  <a:cubicBezTo>
                    <a:pt x="286122" y="120970"/>
                    <a:pt x="284499" y="121782"/>
                    <a:pt x="282877" y="123406"/>
                  </a:cubicBezTo>
                  <a:cubicBezTo>
                    <a:pt x="282066" y="124218"/>
                    <a:pt x="280443" y="126653"/>
                    <a:pt x="281255" y="126653"/>
                  </a:cubicBezTo>
                  <a:cubicBezTo>
                    <a:pt x="282066" y="127465"/>
                    <a:pt x="281255" y="127465"/>
                    <a:pt x="280443" y="127465"/>
                  </a:cubicBezTo>
                  <a:cubicBezTo>
                    <a:pt x="279632" y="127465"/>
                    <a:pt x="278821" y="127465"/>
                    <a:pt x="278821" y="127465"/>
                  </a:cubicBezTo>
                  <a:cubicBezTo>
                    <a:pt x="278821" y="127465"/>
                    <a:pt x="277198" y="129901"/>
                    <a:pt x="276386" y="132336"/>
                  </a:cubicBezTo>
                  <a:cubicBezTo>
                    <a:pt x="274764" y="134772"/>
                    <a:pt x="273952" y="137208"/>
                    <a:pt x="273952" y="138020"/>
                  </a:cubicBezTo>
                  <a:cubicBezTo>
                    <a:pt x="273952" y="139643"/>
                    <a:pt x="273141" y="139643"/>
                    <a:pt x="272330" y="140455"/>
                  </a:cubicBezTo>
                  <a:cubicBezTo>
                    <a:pt x="271519" y="140455"/>
                    <a:pt x="267462" y="144515"/>
                    <a:pt x="262594" y="148574"/>
                  </a:cubicBezTo>
                  <a:cubicBezTo>
                    <a:pt x="257726" y="153445"/>
                    <a:pt x="253670" y="156693"/>
                    <a:pt x="253670" y="156693"/>
                  </a:cubicBezTo>
                  <a:cubicBezTo>
                    <a:pt x="253670" y="156693"/>
                    <a:pt x="251236" y="158317"/>
                    <a:pt x="249613" y="160752"/>
                  </a:cubicBezTo>
                  <a:cubicBezTo>
                    <a:pt x="247990" y="163188"/>
                    <a:pt x="246368" y="164812"/>
                    <a:pt x="245556" y="163188"/>
                  </a:cubicBezTo>
                  <a:cubicBezTo>
                    <a:pt x="245556" y="162376"/>
                    <a:pt x="247990" y="159129"/>
                    <a:pt x="250425" y="156693"/>
                  </a:cubicBezTo>
                  <a:cubicBezTo>
                    <a:pt x="252858" y="154257"/>
                    <a:pt x="255292" y="151822"/>
                    <a:pt x="255292" y="151010"/>
                  </a:cubicBezTo>
                  <a:cubicBezTo>
                    <a:pt x="255292" y="147762"/>
                    <a:pt x="271519" y="128277"/>
                    <a:pt x="272330" y="128277"/>
                  </a:cubicBezTo>
                  <a:cubicBezTo>
                    <a:pt x="273141" y="128277"/>
                    <a:pt x="273952" y="126653"/>
                    <a:pt x="274764" y="124218"/>
                  </a:cubicBezTo>
                  <a:cubicBezTo>
                    <a:pt x="275575" y="121782"/>
                    <a:pt x="278821" y="117723"/>
                    <a:pt x="282066" y="113663"/>
                  </a:cubicBezTo>
                  <a:cubicBezTo>
                    <a:pt x="286122" y="109604"/>
                    <a:pt x="288556" y="105544"/>
                    <a:pt x="288556" y="104732"/>
                  </a:cubicBezTo>
                  <a:cubicBezTo>
                    <a:pt x="288556" y="102297"/>
                    <a:pt x="295047" y="95802"/>
                    <a:pt x="300726" y="90119"/>
                  </a:cubicBezTo>
                  <a:cubicBezTo>
                    <a:pt x="304782" y="86871"/>
                    <a:pt x="308028" y="82812"/>
                    <a:pt x="309651" y="79564"/>
                  </a:cubicBezTo>
                  <a:close/>
                  <a:moveTo>
                    <a:pt x="295858" y="84435"/>
                  </a:moveTo>
                  <a:cubicBezTo>
                    <a:pt x="296669" y="83624"/>
                    <a:pt x="297481" y="82812"/>
                    <a:pt x="298292" y="83624"/>
                  </a:cubicBezTo>
                  <a:cubicBezTo>
                    <a:pt x="299104" y="84435"/>
                    <a:pt x="297481" y="86059"/>
                    <a:pt x="295858" y="86059"/>
                  </a:cubicBezTo>
                  <a:cubicBezTo>
                    <a:pt x="295047" y="86059"/>
                    <a:pt x="295047" y="86059"/>
                    <a:pt x="295858" y="84435"/>
                  </a:cubicBezTo>
                  <a:close/>
                  <a:moveTo>
                    <a:pt x="239066" y="159129"/>
                  </a:moveTo>
                  <a:cubicBezTo>
                    <a:pt x="239877" y="157505"/>
                    <a:pt x="241500" y="155881"/>
                    <a:pt x="243123" y="154257"/>
                  </a:cubicBezTo>
                  <a:cubicBezTo>
                    <a:pt x="246368" y="151010"/>
                    <a:pt x="249613" y="146138"/>
                    <a:pt x="252047" y="142079"/>
                  </a:cubicBezTo>
                  <a:cubicBezTo>
                    <a:pt x="254481" y="138832"/>
                    <a:pt x="257726" y="133960"/>
                    <a:pt x="260160" y="132336"/>
                  </a:cubicBezTo>
                  <a:cubicBezTo>
                    <a:pt x="262594" y="130713"/>
                    <a:pt x="264217" y="128277"/>
                    <a:pt x="263405" y="128277"/>
                  </a:cubicBezTo>
                  <a:cubicBezTo>
                    <a:pt x="262594" y="128277"/>
                    <a:pt x="265839" y="123406"/>
                    <a:pt x="277198" y="109604"/>
                  </a:cubicBezTo>
                  <a:cubicBezTo>
                    <a:pt x="281255" y="104732"/>
                    <a:pt x="286122" y="99049"/>
                    <a:pt x="287745" y="95802"/>
                  </a:cubicBezTo>
                  <a:cubicBezTo>
                    <a:pt x="289368" y="93366"/>
                    <a:pt x="291802" y="91742"/>
                    <a:pt x="291802" y="91742"/>
                  </a:cubicBezTo>
                  <a:cubicBezTo>
                    <a:pt x="291802" y="91742"/>
                    <a:pt x="290990" y="94178"/>
                    <a:pt x="289368" y="96614"/>
                  </a:cubicBezTo>
                  <a:cubicBezTo>
                    <a:pt x="287745" y="99049"/>
                    <a:pt x="283688" y="103109"/>
                    <a:pt x="281255" y="106356"/>
                  </a:cubicBezTo>
                  <a:cubicBezTo>
                    <a:pt x="278821" y="109604"/>
                    <a:pt x="276386" y="113663"/>
                    <a:pt x="274764" y="115287"/>
                  </a:cubicBezTo>
                  <a:cubicBezTo>
                    <a:pt x="273141" y="116911"/>
                    <a:pt x="271519" y="119346"/>
                    <a:pt x="270708" y="120970"/>
                  </a:cubicBezTo>
                  <a:cubicBezTo>
                    <a:pt x="269085" y="122594"/>
                    <a:pt x="267462" y="125841"/>
                    <a:pt x="265839" y="128277"/>
                  </a:cubicBezTo>
                  <a:cubicBezTo>
                    <a:pt x="261783" y="133148"/>
                    <a:pt x="257726" y="139643"/>
                    <a:pt x="249613" y="148574"/>
                  </a:cubicBezTo>
                  <a:cubicBezTo>
                    <a:pt x="247179" y="151822"/>
                    <a:pt x="244745" y="155069"/>
                    <a:pt x="244745" y="156693"/>
                  </a:cubicBezTo>
                  <a:cubicBezTo>
                    <a:pt x="244745" y="157505"/>
                    <a:pt x="243123" y="159129"/>
                    <a:pt x="242311" y="159941"/>
                  </a:cubicBezTo>
                  <a:cubicBezTo>
                    <a:pt x="239877" y="161564"/>
                    <a:pt x="239877" y="161564"/>
                    <a:pt x="242311" y="161564"/>
                  </a:cubicBezTo>
                  <a:cubicBezTo>
                    <a:pt x="243934" y="161564"/>
                    <a:pt x="244745" y="162376"/>
                    <a:pt x="243934" y="162376"/>
                  </a:cubicBezTo>
                  <a:cubicBezTo>
                    <a:pt x="243934" y="163188"/>
                    <a:pt x="235821" y="164000"/>
                    <a:pt x="239066" y="159129"/>
                  </a:cubicBezTo>
                  <a:close/>
                  <a:moveTo>
                    <a:pt x="230953" y="171307"/>
                  </a:moveTo>
                  <a:cubicBezTo>
                    <a:pt x="231764" y="169683"/>
                    <a:pt x="237443" y="161564"/>
                    <a:pt x="238255" y="164812"/>
                  </a:cubicBezTo>
                  <a:cubicBezTo>
                    <a:pt x="239066" y="167247"/>
                    <a:pt x="226085" y="180238"/>
                    <a:pt x="225274" y="180238"/>
                  </a:cubicBezTo>
                  <a:cubicBezTo>
                    <a:pt x="224462" y="180238"/>
                    <a:pt x="226085" y="177802"/>
                    <a:pt x="230953" y="171307"/>
                  </a:cubicBezTo>
                  <a:close/>
                  <a:moveTo>
                    <a:pt x="56520" y="122594"/>
                  </a:moveTo>
                  <a:cubicBezTo>
                    <a:pt x="58143" y="120970"/>
                    <a:pt x="58954" y="119346"/>
                    <a:pt x="58954" y="120158"/>
                  </a:cubicBezTo>
                  <a:cubicBezTo>
                    <a:pt x="58954" y="121782"/>
                    <a:pt x="54897" y="127465"/>
                    <a:pt x="54086" y="126653"/>
                  </a:cubicBezTo>
                  <a:cubicBezTo>
                    <a:pt x="54086" y="125841"/>
                    <a:pt x="54897" y="124218"/>
                    <a:pt x="56520" y="122594"/>
                  </a:cubicBezTo>
                  <a:close/>
                  <a:moveTo>
                    <a:pt x="54897" y="142891"/>
                  </a:moveTo>
                  <a:cubicBezTo>
                    <a:pt x="55709" y="141267"/>
                    <a:pt x="58954" y="144515"/>
                    <a:pt x="55709" y="144515"/>
                  </a:cubicBezTo>
                  <a:cubicBezTo>
                    <a:pt x="54086" y="144515"/>
                    <a:pt x="54086" y="143703"/>
                    <a:pt x="54897" y="142891"/>
                  </a:cubicBezTo>
                  <a:close/>
                  <a:moveTo>
                    <a:pt x="54086" y="146950"/>
                  </a:moveTo>
                  <a:cubicBezTo>
                    <a:pt x="54086" y="147762"/>
                    <a:pt x="50841" y="151010"/>
                    <a:pt x="50030" y="151822"/>
                  </a:cubicBezTo>
                  <a:cubicBezTo>
                    <a:pt x="45973" y="156693"/>
                    <a:pt x="52464" y="146950"/>
                    <a:pt x="54086" y="146950"/>
                  </a:cubicBezTo>
                  <a:close/>
                  <a:moveTo>
                    <a:pt x="47596" y="135584"/>
                  </a:moveTo>
                  <a:cubicBezTo>
                    <a:pt x="48407" y="133148"/>
                    <a:pt x="49218" y="132336"/>
                    <a:pt x="50030" y="132336"/>
                  </a:cubicBezTo>
                  <a:cubicBezTo>
                    <a:pt x="50841" y="132336"/>
                    <a:pt x="50030" y="137208"/>
                    <a:pt x="45973" y="141267"/>
                  </a:cubicBezTo>
                  <a:cubicBezTo>
                    <a:pt x="45973" y="139643"/>
                    <a:pt x="47596" y="137208"/>
                    <a:pt x="47596" y="135584"/>
                  </a:cubicBezTo>
                  <a:close/>
                  <a:moveTo>
                    <a:pt x="46784" y="156693"/>
                  </a:moveTo>
                  <a:cubicBezTo>
                    <a:pt x="49218" y="156693"/>
                    <a:pt x="46784" y="160752"/>
                    <a:pt x="45161" y="160752"/>
                  </a:cubicBezTo>
                  <a:cubicBezTo>
                    <a:pt x="44350" y="160752"/>
                    <a:pt x="44350" y="160752"/>
                    <a:pt x="43539" y="159129"/>
                  </a:cubicBezTo>
                  <a:cubicBezTo>
                    <a:pt x="43539" y="157505"/>
                    <a:pt x="45161" y="156693"/>
                    <a:pt x="46784" y="156693"/>
                  </a:cubicBezTo>
                  <a:close/>
                  <a:moveTo>
                    <a:pt x="42728" y="170495"/>
                  </a:moveTo>
                  <a:lnTo>
                    <a:pt x="42728" y="170495"/>
                  </a:lnTo>
                  <a:cubicBezTo>
                    <a:pt x="40294" y="173742"/>
                    <a:pt x="42728" y="170495"/>
                    <a:pt x="41105" y="174554"/>
                  </a:cubicBezTo>
                  <a:cubicBezTo>
                    <a:pt x="41105" y="175366"/>
                    <a:pt x="39483" y="176990"/>
                    <a:pt x="38671" y="176990"/>
                  </a:cubicBezTo>
                  <a:cubicBezTo>
                    <a:pt x="37860" y="176990"/>
                    <a:pt x="37048" y="175366"/>
                    <a:pt x="40294" y="171307"/>
                  </a:cubicBezTo>
                  <a:cubicBezTo>
                    <a:pt x="41105" y="170495"/>
                    <a:pt x="41917" y="169683"/>
                    <a:pt x="42728" y="170495"/>
                  </a:cubicBezTo>
                  <a:close/>
                  <a:moveTo>
                    <a:pt x="41105" y="151822"/>
                  </a:moveTo>
                  <a:cubicBezTo>
                    <a:pt x="41917" y="153445"/>
                    <a:pt x="40294" y="155881"/>
                    <a:pt x="38671" y="155881"/>
                  </a:cubicBezTo>
                  <a:cubicBezTo>
                    <a:pt x="35426" y="158317"/>
                    <a:pt x="39483" y="148574"/>
                    <a:pt x="41105" y="151822"/>
                  </a:cubicBezTo>
                  <a:close/>
                  <a:moveTo>
                    <a:pt x="9464" y="211901"/>
                  </a:moveTo>
                  <a:lnTo>
                    <a:pt x="8652" y="212713"/>
                  </a:lnTo>
                  <a:cubicBezTo>
                    <a:pt x="7841" y="209465"/>
                    <a:pt x="10275" y="208653"/>
                    <a:pt x="9464" y="211901"/>
                  </a:cubicBezTo>
                  <a:close/>
                  <a:moveTo>
                    <a:pt x="13520" y="233010"/>
                  </a:moveTo>
                  <a:cubicBezTo>
                    <a:pt x="11898" y="235445"/>
                    <a:pt x="11898" y="230574"/>
                    <a:pt x="13520" y="231386"/>
                  </a:cubicBezTo>
                  <a:cubicBezTo>
                    <a:pt x="14332" y="232198"/>
                    <a:pt x="13520" y="233010"/>
                    <a:pt x="13520" y="233010"/>
                  </a:cubicBezTo>
                  <a:close/>
                  <a:moveTo>
                    <a:pt x="24067" y="224891"/>
                  </a:moveTo>
                  <a:cubicBezTo>
                    <a:pt x="24067" y="224891"/>
                    <a:pt x="23256" y="226515"/>
                    <a:pt x="22445" y="226515"/>
                  </a:cubicBezTo>
                  <a:cubicBezTo>
                    <a:pt x="21634" y="224891"/>
                    <a:pt x="25690" y="220020"/>
                    <a:pt x="24067" y="224891"/>
                  </a:cubicBezTo>
                  <a:close/>
                  <a:moveTo>
                    <a:pt x="19200" y="217584"/>
                  </a:moveTo>
                  <a:cubicBezTo>
                    <a:pt x="15954" y="216772"/>
                    <a:pt x="19200" y="211089"/>
                    <a:pt x="23256" y="211089"/>
                  </a:cubicBezTo>
                  <a:cubicBezTo>
                    <a:pt x="24067" y="211089"/>
                    <a:pt x="25690" y="211901"/>
                    <a:pt x="26501" y="213524"/>
                  </a:cubicBezTo>
                  <a:cubicBezTo>
                    <a:pt x="28124" y="214336"/>
                    <a:pt x="20822" y="216772"/>
                    <a:pt x="19200" y="217584"/>
                  </a:cubicBezTo>
                  <a:close/>
                  <a:moveTo>
                    <a:pt x="27313" y="175366"/>
                  </a:moveTo>
                  <a:cubicBezTo>
                    <a:pt x="27313" y="175366"/>
                    <a:pt x="27313" y="175366"/>
                    <a:pt x="27313" y="174554"/>
                  </a:cubicBezTo>
                  <a:cubicBezTo>
                    <a:pt x="28124" y="171307"/>
                    <a:pt x="30558" y="174554"/>
                    <a:pt x="27313" y="175366"/>
                  </a:cubicBezTo>
                  <a:close/>
                  <a:moveTo>
                    <a:pt x="32181" y="188356"/>
                  </a:moveTo>
                  <a:cubicBezTo>
                    <a:pt x="34614" y="185921"/>
                    <a:pt x="35426" y="186732"/>
                    <a:pt x="34614" y="189168"/>
                  </a:cubicBezTo>
                  <a:cubicBezTo>
                    <a:pt x="34614" y="192416"/>
                    <a:pt x="31370" y="194039"/>
                    <a:pt x="30558" y="194039"/>
                  </a:cubicBezTo>
                  <a:cubicBezTo>
                    <a:pt x="28935" y="194039"/>
                    <a:pt x="28124" y="192416"/>
                    <a:pt x="32181" y="188356"/>
                  </a:cubicBezTo>
                  <a:close/>
                  <a:moveTo>
                    <a:pt x="85727" y="475762"/>
                  </a:moveTo>
                  <a:cubicBezTo>
                    <a:pt x="85727" y="474138"/>
                    <a:pt x="86539" y="473326"/>
                    <a:pt x="87350" y="473326"/>
                  </a:cubicBezTo>
                  <a:cubicBezTo>
                    <a:pt x="88973" y="473326"/>
                    <a:pt x="88162" y="475762"/>
                    <a:pt x="86539" y="477385"/>
                  </a:cubicBezTo>
                  <a:cubicBezTo>
                    <a:pt x="85727" y="477385"/>
                    <a:pt x="85727" y="477385"/>
                    <a:pt x="85727" y="475762"/>
                  </a:cubicBezTo>
                  <a:close/>
                  <a:moveTo>
                    <a:pt x="154689" y="285782"/>
                  </a:moveTo>
                  <a:cubicBezTo>
                    <a:pt x="155501" y="284158"/>
                    <a:pt x="165237" y="265485"/>
                    <a:pt x="165237" y="271168"/>
                  </a:cubicBezTo>
                  <a:cubicBezTo>
                    <a:pt x="165237" y="271980"/>
                    <a:pt x="158746" y="281723"/>
                    <a:pt x="157935" y="282534"/>
                  </a:cubicBezTo>
                  <a:cubicBezTo>
                    <a:pt x="155501" y="284158"/>
                    <a:pt x="155501" y="289029"/>
                    <a:pt x="154689" y="286594"/>
                  </a:cubicBezTo>
                  <a:lnTo>
                    <a:pt x="154689" y="285782"/>
                  </a:lnTo>
                  <a:close/>
                  <a:moveTo>
                    <a:pt x="122236" y="339366"/>
                  </a:moveTo>
                  <a:cubicBezTo>
                    <a:pt x="125482" y="334495"/>
                    <a:pt x="126293" y="334495"/>
                    <a:pt x="128727" y="329623"/>
                  </a:cubicBezTo>
                  <a:cubicBezTo>
                    <a:pt x="131161" y="323940"/>
                    <a:pt x="135218" y="328000"/>
                    <a:pt x="131161" y="330435"/>
                  </a:cubicBezTo>
                  <a:cubicBezTo>
                    <a:pt x="128727" y="332059"/>
                    <a:pt x="132784" y="332059"/>
                    <a:pt x="128727" y="335306"/>
                  </a:cubicBezTo>
                  <a:cubicBezTo>
                    <a:pt x="127105" y="336930"/>
                    <a:pt x="126293" y="338554"/>
                    <a:pt x="126293" y="340178"/>
                  </a:cubicBezTo>
                  <a:cubicBezTo>
                    <a:pt x="126293" y="341802"/>
                    <a:pt x="125482" y="342614"/>
                    <a:pt x="123859" y="341802"/>
                  </a:cubicBezTo>
                  <a:cubicBezTo>
                    <a:pt x="122236" y="341802"/>
                    <a:pt x="121425" y="340990"/>
                    <a:pt x="122236" y="342614"/>
                  </a:cubicBezTo>
                  <a:cubicBezTo>
                    <a:pt x="123048" y="344237"/>
                    <a:pt x="122236" y="344237"/>
                    <a:pt x="121425" y="344237"/>
                  </a:cubicBezTo>
                  <a:cubicBezTo>
                    <a:pt x="119803" y="344237"/>
                    <a:pt x="119803" y="343425"/>
                    <a:pt x="122236" y="339366"/>
                  </a:cubicBezTo>
                  <a:close/>
                  <a:moveTo>
                    <a:pt x="108444" y="364534"/>
                  </a:moveTo>
                  <a:cubicBezTo>
                    <a:pt x="109256" y="364534"/>
                    <a:pt x="110878" y="359663"/>
                    <a:pt x="113312" y="354792"/>
                  </a:cubicBezTo>
                  <a:cubicBezTo>
                    <a:pt x="115746" y="349920"/>
                    <a:pt x="118180" y="346673"/>
                    <a:pt x="118180" y="346673"/>
                  </a:cubicBezTo>
                  <a:cubicBezTo>
                    <a:pt x="120614" y="346673"/>
                    <a:pt x="120614" y="349108"/>
                    <a:pt x="118180" y="349920"/>
                  </a:cubicBezTo>
                  <a:cubicBezTo>
                    <a:pt x="116558" y="350732"/>
                    <a:pt x="116558" y="351544"/>
                    <a:pt x="116558" y="352356"/>
                  </a:cubicBezTo>
                  <a:cubicBezTo>
                    <a:pt x="116558" y="353980"/>
                    <a:pt x="116558" y="353980"/>
                    <a:pt x="115746" y="353980"/>
                  </a:cubicBezTo>
                  <a:cubicBezTo>
                    <a:pt x="114123" y="353980"/>
                    <a:pt x="114123" y="353980"/>
                    <a:pt x="114123" y="354792"/>
                  </a:cubicBezTo>
                  <a:cubicBezTo>
                    <a:pt x="115746" y="358039"/>
                    <a:pt x="103576" y="381584"/>
                    <a:pt x="99520" y="381584"/>
                  </a:cubicBezTo>
                  <a:cubicBezTo>
                    <a:pt x="99520" y="382396"/>
                    <a:pt x="107633" y="366158"/>
                    <a:pt x="108444" y="364534"/>
                  </a:cubicBezTo>
                  <a:close/>
                  <a:moveTo>
                    <a:pt x="95463" y="389703"/>
                  </a:moveTo>
                  <a:cubicBezTo>
                    <a:pt x="96275" y="388079"/>
                    <a:pt x="97897" y="386455"/>
                    <a:pt x="99520" y="385643"/>
                  </a:cubicBezTo>
                  <a:cubicBezTo>
                    <a:pt x="101142" y="384831"/>
                    <a:pt x="101954" y="384831"/>
                    <a:pt x="101954" y="384831"/>
                  </a:cubicBezTo>
                  <a:cubicBezTo>
                    <a:pt x="101142" y="388079"/>
                    <a:pt x="100331" y="388891"/>
                    <a:pt x="97897" y="390514"/>
                  </a:cubicBezTo>
                  <a:cubicBezTo>
                    <a:pt x="95463" y="392138"/>
                    <a:pt x="93840" y="392950"/>
                    <a:pt x="95463" y="389703"/>
                  </a:cubicBezTo>
                  <a:close/>
                  <a:moveTo>
                    <a:pt x="93029" y="397009"/>
                  </a:moveTo>
                  <a:cubicBezTo>
                    <a:pt x="93840" y="397009"/>
                    <a:pt x="94652" y="396197"/>
                    <a:pt x="93840" y="394574"/>
                  </a:cubicBezTo>
                  <a:cubicBezTo>
                    <a:pt x="93029" y="393762"/>
                    <a:pt x="93840" y="393762"/>
                    <a:pt x="94652" y="394574"/>
                  </a:cubicBezTo>
                  <a:cubicBezTo>
                    <a:pt x="97897" y="397009"/>
                    <a:pt x="97897" y="397821"/>
                    <a:pt x="95463" y="397821"/>
                  </a:cubicBezTo>
                  <a:cubicBezTo>
                    <a:pt x="93840" y="397821"/>
                    <a:pt x="88973" y="405940"/>
                    <a:pt x="88973" y="409188"/>
                  </a:cubicBezTo>
                  <a:cubicBezTo>
                    <a:pt x="88973" y="410811"/>
                    <a:pt x="84916" y="414871"/>
                    <a:pt x="84105" y="414059"/>
                  </a:cubicBezTo>
                  <a:cubicBezTo>
                    <a:pt x="83293" y="413247"/>
                    <a:pt x="91407" y="397009"/>
                    <a:pt x="93029" y="397009"/>
                  </a:cubicBezTo>
                  <a:close/>
                  <a:moveTo>
                    <a:pt x="75992" y="429485"/>
                  </a:moveTo>
                  <a:cubicBezTo>
                    <a:pt x="76803" y="427049"/>
                    <a:pt x="77614" y="425425"/>
                    <a:pt x="78426" y="424613"/>
                  </a:cubicBezTo>
                  <a:cubicBezTo>
                    <a:pt x="78426" y="424613"/>
                    <a:pt x="79237" y="422178"/>
                    <a:pt x="80860" y="419742"/>
                  </a:cubicBezTo>
                  <a:cubicBezTo>
                    <a:pt x="81671" y="417306"/>
                    <a:pt x="83293" y="415683"/>
                    <a:pt x="84105" y="415683"/>
                  </a:cubicBezTo>
                  <a:cubicBezTo>
                    <a:pt x="85727" y="415683"/>
                    <a:pt x="85727" y="416494"/>
                    <a:pt x="84916" y="417306"/>
                  </a:cubicBezTo>
                  <a:cubicBezTo>
                    <a:pt x="84916" y="417306"/>
                    <a:pt x="84105" y="418930"/>
                    <a:pt x="84105" y="419742"/>
                  </a:cubicBezTo>
                  <a:cubicBezTo>
                    <a:pt x="84105" y="423802"/>
                    <a:pt x="79237" y="431108"/>
                    <a:pt x="77614" y="431920"/>
                  </a:cubicBezTo>
                  <a:cubicBezTo>
                    <a:pt x="75180" y="433544"/>
                    <a:pt x="75180" y="432732"/>
                    <a:pt x="75992" y="429485"/>
                  </a:cubicBezTo>
                  <a:close/>
                  <a:moveTo>
                    <a:pt x="73558" y="439227"/>
                  </a:moveTo>
                  <a:cubicBezTo>
                    <a:pt x="74369" y="439227"/>
                    <a:pt x="74369" y="440039"/>
                    <a:pt x="75180" y="440039"/>
                  </a:cubicBezTo>
                  <a:cubicBezTo>
                    <a:pt x="75180" y="440851"/>
                    <a:pt x="74369" y="440851"/>
                    <a:pt x="73558" y="440851"/>
                  </a:cubicBezTo>
                  <a:cubicBezTo>
                    <a:pt x="72746" y="440851"/>
                    <a:pt x="71935" y="440039"/>
                    <a:pt x="71935" y="439227"/>
                  </a:cubicBezTo>
                  <a:cubicBezTo>
                    <a:pt x="71935" y="438415"/>
                    <a:pt x="72746" y="438415"/>
                    <a:pt x="73558" y="439227"/>
                  </a:cubicBezTo>
                  <a:close/>
                  <a:moveTo>
                    <a:pt x="67067" y="452217"/>
                  </a:moveTo>
                  <a:cubicBezTo>
                    <a:pt x="68690" y="451405"/>
                    <a:pt x="69501" y="449782"/>
                    <a:pt x="69501" y="448158"/>
                  </a:cubicBezTo>
                  <a:cubicBezTo>
                    <a:pt x="69501" y="444099"/>
                    <a:pt x="70313" y="443287"/>
                    <a:pt x="71935" y="444099"/>
                  </a:cubicBezTo>
                  <a:cubicBezTo>
                    <a:pt x="73558" y="444910"/>
                    <a:pt x="74369" y="445722"/>
                    <a:pt x="74369" y="445722"/>
                  </a:cubicBezTo>
                  <a:cubicBezTo>
                    <a:pt x="74369" y="447346"/>
                    <a:pt x="68690" y="453029"/>
                    <a:pt x="67067" y="453029"/>
                  </a:cubicBezTo>
                  <a:cubicBezTo>
                    <a:pt x="65444" y="453841"/>
                    <a:pt x="65444" y="453841"/>
                    <a:pt x="67067" y="452217"/>
                  </a:cubicBezTo>
                  <a:close/>
                  <a:moveTo>
                    <a:pt x="54897" y="482257"/>
                  </a:moveTo>
                  <a:cubicBezTo>
                    <a:pt x="55709" y="482257"/>
                    <a:pt x="56520" y="482257"/>
                    <a:pt x="56520" y="483069"/>
                  </a:cubicBezTo>
                  <a:cubicBezTo>
                    <a:pt x="56520" y="483069"/>
                    <a:pt x="56520" y="484693"/>
                    <a:pt x="54897" y="484693"/>
                  </a:cubicBezTo>
                  <a:cubicBezTo>
                    <a:pt x="54086" y="484693"/>
                    <a:pt x="53275" y="484693"/>
                    <a:pt x="53275" y="483881"/>
                  </a:cubicBezTo>
                  <a:cubicBezTo>
                    <a:pt x="54086" y="483069"/>
                    <a:pt x="54086" y="482257"/>
                    <a:pt x="54897" y="482257"/>
                  </a:cubicBezTo>
                  <a:close/>
                  <a:moveTo>
                    <a:pt x="51652" y="496871"/>
                  </a:moveTo>
                  <a:cubicBezTo>
                    <a:pt x="50841" y="496871"/>
                    <a:pt x="50841" y="496059"/>
                    <a:pt x="50841" y="495247"/>
                  </a:cubicBezTo>
                  <a:cubicBezTo>
                    <a:pt x="51652" y="494435"/>
                    <a:pt x="52464" y="493623"/>
                    <a:pt x="52464" y="493623"/>
                  </a:cubicBezTo>
                  <a:cubicBezTo>
                    <a:pt x="52464" y="493623"/>
                    <a:pt x="53275" y="494435"/>
                    <a:pt x="53275" y="494435"/>
                  </a:cubicBezTo>
                  <a:cubicBezTo>
                    <a:pt x="52464" y="496059"/>
                    <a:pt x="52464" y="496871"/>
                    <a:pt x="51652" y="496871"/>
                  </a:cubicBezTo>
                  <a:close/>
                  <a:moveTo>
                    <a:pt x="54086" y="525287"/>
                  </a:moveTo>
                  <a:cubicBezTo>
                    <a:pt x="53275" y="525287"/>
                    <a:pt x="52464" y="524475"/>
                    <a:pt x="53275" y="523663"/>
                  </a:cubicBezTo>
                  <a:cubicBezTo>
                    <a:pt x="53275" y="522039"/>
                    <a:pt x="54086" y="522039"/>
                    <a:pt x="54897" y="522039"/>
                  </a:cubicBezTo>
                  <a:cubicBezTo>
                    <a:pt x="54897" y="522039"/>
                    <a:pt x="55709" y="522851"/>
                    <a:pt x="55709" y="523663"/>
                  </a:cubicBezTo>
                  <a:cubicBezTo>
                    <a:pt x="55709" y="524475"/>
                    <a:pt x="54897" y="525287"/>
                    <a:pt x="54086" y="525287"/>
                  </a:cubicBezTo>
                  <a:close/>
                  <a:moveTo>
                    <a:pt x="54897" y="520415"/>
                  </a:moveTo>
                  <a:cubicBezTo>
                    <a:pt x="54086" y="519603"/>
                    <a:pt x="53275" y="519603"/>
                    <a:pt x="53275" y="518791"/>
                  </a:cubicBezTo>
                  <a:cubicBezTo>
                    <a:pt x="53275" y="518791"/>
                    <a:pt x="54086" y="517979"/>
                    <a:pt x="54897" y="517979"/>
                  </a:cubicBezTo>
                  <a:cubicBezTo>
                    <a:pt x="55709" y="517979"/>
                    <a:pt x="56520" y="518791"/>
                    <a:pt x="56520" y="519603"/>
                  </a:cubicBezTo>
                  <a:cubicBezTo>
                    <a:pt x="56520" y="520415"/>
                    <a:pt x="56520" y="521227"/>
                    <a:pt x="54897" y="520415"/>
                  </a:cubicBezTo>
                  <a:close/>
                  <a:moveTo>
                    <a:pt x="58143" y="472514"/>
                  </a:moveTo>
                  <a:cubicBezTo>
                    <a:pt x="58954" y="470891"/>
                    <a:pt x="60577" y="470079"/>
                    <a:pt x="60577" y="470079"/>
                  </a:cubicBezTo>
                  <a:cubicBezTo>
                    <a:pt x="61388" y="470891"/>
                    <a:pt x="60577" y="474950"/>
                    <a:pt x="58143" y="477385"/>
                  </a:cubicBezTo>
                  <a:cubicBezTo>
                    <a:pt x="55709" y="480633"/>
                    <a:pt x="55709" y="476574"/>
                    <a:pt x="58143" y="472514"/>
                  </a:cubicBezTo>
                  <a:close/>
                  <a:moveTo>
                    <a:pt x="64633" y="523663"/>
                  </a:moveTo>
                  <a:cubicBezTo>
                    <a:pt x="62199" y="526098"/>
                    <a:pt x="62199" y="523663"/>
                    <a:pt x="64633" y="519603"/>
                  </a:cubicBezTo>
                  <a:cubicBezTo>
                    <a:pt x="66256" y="517168"/>
                    <a:pt x="67067" y="517168"/>
                    <a:pt x="67067" y="518791"/>
                  </a:cubicBezTo>
                  <a:cubicBezTo>
                    <a:pt x="67067" y="520415"/>
                    <a:pt x="66256" y="522039"/>
                    <a:pt x="64633" y="523663"/>
                  </a:cubicBezTo>
                  <a:close/>
                  <a:moveTo>
                    <a:pt x="67879" y="511485"/>
                  </a:moveTo>
                  <a:cubicBezTo>
                    <a:pt x="66256" y="512296"/>
                    <a:pt x="66256" y="509861"/>
                    <a:pt x="68690" y="505801"/>
                  </a:cubicBezTo>
                  <a:cubicBezTo>
                    <a:pt x="70313" y="503366"/>
                    <a:pt x="70313" y="502554"/>
                    <a:pt x="70313" y="503366"/>
                  </a:cubicBezTo>
                  <a:cubicBezTo>
                    <a:pt x="69501" y="508237"/>
                    <a:pt x="68690" y="511485"/>
                    <a:pt x="67879" y="511485"/>
                  </a:cubicBezTo>
                  <a:close/>
                  <a:moveTo>
                    <a:pt x="71935" y="499306"/>
                  </a:moveTo>
                  <a:cubicBezTo>
                    <a:pt x="71124" y="500118"/>
                    <a:pt x="71124" y="499306"/>
                    <a:pt x="71124" y="498494"/>
                  </a:cubicBezTo>
                  <a:cubicBezTo>
                    <a:pt x="71124" y="496871"/>
                    <a:pt x="71935" y="496059"/>
                    <a:pt x="71935" y="496059"/>
                  </a:cubicBezTo>
                  <a:cubicBezTo>
                    <a:pt x="73558" y="495247"/>
                    <a:pt x="73558" y="498494"/>
                    <a:pt x="71935" y="499306"/>
                  </a:cubicBezTo>
                  <a:close/>
                  <a:moveTo>
                    <a:pt x="71935" y="494435"/>
                  </a:moveTo>
                  <a:cubicBezTo>
                    <a:pt x="70313" y="494435"/>
                    <a:pt x="70313" y="493623"/>
                    <a:pt x="70313" y="492811"/>
                  </a:cubicBezTo>
                  <a:cubicBezTo>
                    <a:pt x="70313" y="491999"/>
                    <a:pt x="71935" y="491188"/>
                    <a:pt x="72746" y="491188"/>
                  </a:cubicBezTo>
                  <a:cubicBezTo>
                    <a:pt x="73558" y="491188"/>
                    <a:pt x="74369" y="491999"/>
                    <a:pt x="74369" y="492811"/>
                  </a:cubicBezTo>
                  <a:cubicBezTo>
                    <a:pt x="74369" y="493623"/>
                    <a:pt x="73558" y="494435"/>
                    <a:pt x="71935" y="494435"/>
                  </a:cubicBezTo>
                  <a:close/>
                  <a:moveTo>
                    <a:pt x="74369" y="487940"/>
                  </a:moveTo>
                  <a:cubicBezTo>
                    <a:pt x="73558" y="489564"/>
                    <a:pt x="71935" y="488752"/>
                    <a:pt x="71935" y="488752"/>
                  </a:cubicBezTo>
                  <a:cubicBezTo>
                    <a:pt x="71935" y="487128"/>
                    <a:pt x="74369" y="485504"/>
                    <a:pt x="75992" y="485504"/>
                  </a:cubicBezTo>
                  <a:cubicBezTo>
                    <a:pt x="76803" y="486316"/>
                    <a:pt x="75992" y="487128"/>
                    <a:pt x="74369" y="487940"/>
                  </a:cubicBezTo>
                  <a:close/>
                  <a:moveTo>
                    <a:pt x="75992" y="483881"/>
                  </a:moveTo>
                  <a:cubicBezTo>
                    <a:pt x="75180" y="483881"/>
                    <a:pt x="73558" y="483069"/>
                    <a:pt x="73558" y="482257"/>
                  </a:cubicBezTo>
                  <a:cubicBezTo>
                    <a:pt x="73558" y="481445"/>
                    <a:pt x="74369" y="480633"/>
                    <a:pt x="75180" y="480633"/>
                  </a:cubicBezTo>
                  <a:cubicBezTo>
                    <a:pt x="75992" y="480633"/>
                    <a:pt x="76803" y="481445"/>
                    <a:pt x="77614" y="482257"/>
                  </a:cubicBezTo>
                  <a:cubicBezTo>
                    <a:pt x="78426" y="483069"/>
                    <a:pt x="77614" y="483881"/>
                    <a:pt x="75992" y="483881"/>
                  </a:cubicBezTo>
                  <a:close/>
                  <a:moveTo>
                    <a:pt x="78426" y="476574"/>
                  </a:moveTo>
                  <a:cubicBezTo>
                    <a:pt x="76803" y="476574"/>
                    <a:pt x="75992" y="475762"/>
                    <a:pt x="75992" y="474950"/>
                  </a:cubicBezTo>
                  <a:cubicBezTo>
                    <a:pt x="75992" y="474138"/>
                    <a:pt x="76803" y="474138"/>
                    <a:pt x="78426" y="474138"/>
                  </a:cubicBezTo>
                  <a:cubicBezTo>
                    <a:pt x="79237" y="474138"/>
                    <a:pt x="80860" y="474950"/>
                    <a:pt x="80860" y="474950"/>
                  </a:cubicBezTo>
                  <a:cubicBezTo>
                    <a:pt x="80860" y="476574"/>
                    <a:pt x="80048" y="476574"/>
                    <a:pt x="78426" y="476574"/>
                  </a:cubicBezTo>
                  <a:close/>
                  <a:moveTo>
                    <a:pt x="83293" y="468455"/>
                  </a:moveTo>
                  <a:cubicBezTo>
                    <a:pt x="83293" y="468455"/>
                    <a:pt x="82482" y="469267"/>
                    <a:pt x="82482" y="470079"/>
                  </a:cubicBezTo>
                  <a:cubicBezTo>
                    <a:pt x="82482" y="472514"/>
                    <a:pt x="75992" y="472514"/>
                    <a:pt x="75992" y="470891"/>
                  </a:cubicBezTo>
                  <a:cubicBezTo>
                    <a:pt x="75992" y="469267"/>
                    <a:pt x="81671" y="468455"/>
                    <a:pt x="83293" y="468455"/>
                  </a:cubicBezTo>
                  <a:close/>
                  <a:moveTo>
                    <a:pt x="98709" y="445722"/>
                  </a:moveTo>
                  <a:cubicBezTo>
                    <a:pt x="100331" y="441663"/>
                    <a:pt x="101954" y="438415"/>
                    <a:pt x="102765" y="438415"/>
                  </a:cubicBezTo>
                  <a:cubicBezTo>
                    <a:pt x="102765" y="438415"/>
                    <a:pt x="102765" y="439227"/>
                    <a:pt x="102765" y="440039"/>
                  </a:cubicBezTo>
                  <a:cubicBezTo>
                    <a:pt x="102765" y="440851"/>
                    <a:pt x="102765" y="442475"/>
                    <a:pt x="103576" y="443287"/>
                  </a:cubicBezTo>
                  <a:cubicBezTo>
                    <a:pt x="106010" y="445722"/>
                    <a:pt x="101954" y="450594"/>
                    <a:pt x="99520" y="449782"/>
                  </a:cubicBezTo>
                  <a:cubicBezTo>
                    <a:pt x="97897" y="448970"/>
                    <a:pt x="95463" y="453029"/>
                    <a:pt x="97086" y="454653"/>
                  </a:cubicBezTo>
                  <a:cubicBezTo>
                    <a:pt x="97897" y="455465"/>
                    <a:pt x="97086" y="456277"/>
                    <a:pt x="95463" y="456277"/>
                  </a:cubicBezTo>
                  <a:cubicBezTo>
                    <a:pt x="94652" y="456277"/>
                    <a:pt x="94652" y="455465"/>
                    <a:pt x="94652" y="454653"/>
                  </a:cubicBezTo>
                  <a:cubicBezTo>
                    <a:pt x="94652" y="453841"/>
                    <a:pt x="93840" y="452217"/>
                    <a:pt x="91407" y="452217"/>
                  </a:cubicBezTo>
                  <a:cubicBezTo>
                    <a:pt x="87350" y="450594"/>
                    <a:pt x="86539" y="449782"/>
                    <a:pt x="88973" y="448158"/>
                  </a:cubicBezTo>
                  <a:cubicBezTo>
                    <a:pt x="89784" y="447346"/>
                    <a:pt x="90595" y="448158"/>
                    <a:pt x="91407" y="449782"/>
                  </a:cubicBezTo>
                  <a:cubicBezTo>
                    <a:pt x="92218" y="452217"/>
                    <a:pt x="92218" y="451405"/>
                    <a:pt x="93840" y="448970"/>
                  </a:cubicBezTo>
                  <a:cubicBezTo>
                    <a:pt x="95463" y="445722"/>
                    <a:pt x="95463" y="444910"/>
                    <a:pt x="95463" y="449782"/>
                  </a:cubicBezTo>
                  <a:cubicBezTo>
                    <a:pt x="95463" y="451405"/>
                    <a:pt x="96275" y="451405"/>
                    <a:pt x="98709" y="445722"/>
                  </a:cubicBezTo>
                  <a:close/>
                  <a:moveTo>
                    <a:pt x="92218" y="439227"/>
                  </a:moveTo>
                  <a:cubicBezTo>
                    <a:pt x="92218" y="437603"/>
                    <a:pt x="93840" y="436791"/>
                    <a:pt x="94652" y="436791"/>
                  </a:cubicBezTo>
                  <a:cubicBezTo>
                    <a:pt x="97086" y="436791"/>
                    <a:pt x="97897" y="436791"/>
                    <a:pt x="95463" y="438415"/>
                  </a:cubicBezTo>
                  <a:cubicBezTo>
                    <a:pt x="94652" y="439227"/>
                    <a:pt x="93840" y="439227"/>
                    <a:pt x="93840" y="438415"/>
                  </a:cubicBezTo>
                  <a:cubicBezTo>
                    <a:pt x="93840" y="437603"/>
                    <a:pt x="93029" y="438415"/>
                    <a:pt x="92218" y="439227"/>
                  </a:cubicBezTo>
                  <a:cubicBezTo>
                    <a:pt x="92218" y="440851"/>
                    <a:pt x="92218" y="440851"/>
                    <a:pt x="92218" y="439227"/>
                  </a:cubicBezTo>
                  <a:close/>
                  <a:moveTo>
                    <a:pt x="110878" y="406752"/>
                  </a:moveTo>
                  <a:cubicBezTo>
                    <a:pt x="108444" y="409188"/>
                    <a:pt x="108444" y="409188"/>
                    <a:pt x="107633" y="405940"/>
                  </a:cubicBezTo>
                  <a:cubicBezTo>
                    <a:pt x="107633" y="404316"/>
                    <a:pt x="107633" y="402693"/>
                    <a:pt x="108444" y="403505"/>
                  </a:cubicBezTo>
                  <a:cubicBezTo>
                    <a:pt x="109256" y="404316"/>
                    <a:pt x="110067" y="403505"/>
                    <a:pt x="110878" y="401881"/>
                  </a:cubicBezTo>
                  <a:cubicBezTo>
                    <a:pt x="112501" y="399445"/>
                    <a:pt x="112501" y="399445"/>
                    <a:pt x="112501" y="401881"/>
                  </a:cubicBezTo>
                  <a:cubicBezTo>
                    <a:pt x="113312" y="403505"/>
                    <a:pt x="112501" y="405128"/>
                    <a:pt x="110878" y="406752"/>
                  </a:cubicBezTo>
                  <a:close/>
                  <a:moveTo>
                    <a:pt x="120614" y="390514"/>
                  </a:moveTo>
                  <a:cubicBezTo>
                    <a:pt x="119803" y="390514"/>
                    <a:pt x="119803" y="392138"/>
                    <a:pt x="119803" y="392950"/>
                  </a:cubicBezTo>
                  <a:cubicBezTo>
                    <a:pt x="120614" y="393762"/>
                    <a:pt x="117369" y="396197"/>
                    <a:pt x="115746" y="396197"/>
                  </a:cubicBezTo>
                  <a:cubicBezTo>
                    <a:pt x="114935" y="396197"/>
                    <a:pt x="115746" y="389703"/>
                    <a:pt x="117369" y="388079"/>
                  </a:cubicBezTo>
                  <a:cubicBezTo>
                    <a:pt x="118991" y="386455"/>
                    <a:pt x="119803" y="387267"/>
                    <a:pt x="120614" y="388079"/>
                  </a:cubicBezTo>
                  <a:cubicBezTo>
                    <a:pt x="121425" y="389703"/>
                    <a:pt x="121425" y="389703"/>
                    <a:pt x="120614" y="390514"/>
                  </a:cubicBezTo>
                  <a:close/>
                  <a:moveTo>
                    <a:pt x="119803" y="385643"/>
                  </a:moveTo>
                  <a:cubicBezTo>
                    <a:pt x="118991" y="385643"/>
                    <a:pt x="118180" y="384831"/>
                    <a:pt x="118180" y="384019"/>
                  </a:cubicBezTo>
                  <a:cubicBezTo>
                    <a:pt x="118180" y="383208"/>
                    <a:pt x="118991" y="382396"/>
                    <a:pt x="119803" y="382396"/>
                  </a:cubicBezTo>
                  <a:cubicBezTo>
                    <a:pt x="120614" y="382396"/>
                    <a:pt x="121425" y="383208"/>
                    <a:pt x="121425" y="384019"/>
                  </a:cubicBezTo>
                  <a:cubicBezTo>
                    <a:pt x="121425" y="384831"/>
                    <a:pt x="120614" y="385643"/>
                    <a:pt x="119803" y="385643"/>
                  </a:cubicBezTo>
                  <a:close/>
                  <a:moveTo>
                    <a:pt x="125482" y="376712"/>
                  </a:moveTo>
                  <a:cubicBezTo>
                    <a:pt x="122236" y="376712"/>
                    <a:pt x="124671" y="374277"/>
                    <a:pt x="127916" y="372653"/>
                  </a:cubicBezTo>
                  <a:cubicBezTo>
                    <a:pt x="129538" y="371841"/>
                    <a:pt x="131161" y="371841"/>
                    <a:pt x="131161" y="372653"/>
                  </a:cubicBezTo>
                  <a:cubicBezTo>
                    <a:pt x="131161" y="373465"/>
                    <a:pt x="127916" y="375900"/>
                    <a:pt x="125482" y="376712"/>
                  </a:cubicBezTo>
                  <a:close/>
                  <a:moveTo>
                    <a:pt x="131161" y="362911"/>
                  </a:moveTo>
                  <a:cubicBezTo>
                    <a:pt x="132784" y="360475"/>
                    <a:pt x="133595" y="360475"/>
                    <a:pt x="132784" y="362099"/>
                  </a:cubicBezTo>
                  <a:cubicBezTo>
                    <a:pt x="132784" y="362911"/>
                    <a:pt x="132784" y="364534"/>
                    <a:pt x="133595" y="365346"/>
                  </a:cubicBezTo>
                  <a:cubicBezTo>
                    <a:pt x="135218" y="366158"/>
                    <a:pt x="135218" y="366158"/>
                    <a:pt x="131161" y="366970"/>
                  </a:cubicBezTo>
                  <a:cubicBezTo>
                    <a:pt x="128727" y="367782"/>
                    <a:pt x="128727" y="366970"/>
                    <a:pt x="131161" y="362911"/>
                  </a:cubicBezTo>
                  <a:close/>
                  <a:moveTo>
                    <a:pt x="134406" y="354792"/>
                  </a:moveTo>
                  <a:cubicBezTo>
                    <a:pt x="134406" y="353980"/>
                    <a:pt x="135218" y="353168"/>
                    <a:pt x="136029" y="353168"/>
                  </a:cubicBezTo>
                  <a:cubicBezTo>
                    <a:pt x="136841" y="353168"/>
                    <a:pt x="137652" y="353980"/>
                    <a:pt x="137652" y="354792"/>
                  </a:cubicBezTo>
                  <a:cubicBezTo>
                    <a:pt x="137652" y="355603"/>
                    <a:pt x="137652" y="356415"/>
                    <a:pt x="136029" y="356415"/>
                  </a:cubicBezTo>
                  <a:cubicBezTo>
                    <a:pt x="135218" y="356415"/>
                    <a:pt x="134406" y="355603"/>
                    <a:pt x="134406" y="354792"/>
                  </a:cubicBezTo>
                  <a:close/>
                  <a:moveTo>
                    <a:pt x="132784" y="379148"/>
                  </a:moveTo>
                  <a:cubicBezTo>
                    <a:pt x="131161" y="381584"/>
                    <a:pt x="131161" y="381584"/>
                    <a:pt x="132784" y="379148"/>
                  </a:cubicBezTo>
                  <a:cubicBezTo>
                    <a:pt x="132784" y="376712"/>
                    <a:pt x="134406" y="375089"/>
                    <a:pt x="134406" y="375089"/>
                  </a:cubicBezTo>
                  <a:cubicBezTo>
                    <a:pt x="135218" y="375089"/>
                    <a:pt x="135218" y="375900"/>
                    <a:pt x="132784" y="379148"/>
                  </a:cubicBezTo>
                  <a:close/>
                  <a:moveTo>
                    <a:pt x="143331" y="366158"/>
                  </a:moveTo>
                  <a:cubicBezTo>
                    <a:pt x="142519" y="366158"/>
                    <a:pt x="141708" y="365346"/>
                    <a:pt x="141708" y="364534"/>
                  </a:cubicBezTo>
                  <a:cubicBezTo>
                    <a:pt x="141708" y="362099"/>
                    <a:pt x="137652" y="368594"/>
                    <a:pt x="137652" y="371029"/>
                  </a:cubicBezTo>
                  <a:cubicBezTo>
                    <a:pt x="137652" y="371841"/>
                    <a:pt x="138463" y="372653"/>
                    <a:pt x="139274" y="371841"/>
                  </a:cubicBezTo>
                  <a:cubicBezTo>
                    <a:pt x="140085" y="371029"/>
                    <a:pt x="140085" y="371841"/>
                    <a:pt x="140085" y="373465"/>
                  </a:cubicBezTo>
                  <a:cubicBezTo>
                    <a:pt x="140085" y="375089"/>
                    <a:pt x="139274" y="375089"/>
                    <a:pt x="138463" y="374277"/>
                  </a:cubicBezTo>
                  <a:cubicBezTo>
                    <a:pt x="138463" y="373465"/>
                    <a:pt x="137652" y="372653"/>
                    <a:pt x="136841" y="373465"/>
                  </a:cubicBezTo>
                  <a:cubicBezTo>
                    <a:pt x="134406" y="374277"/>
                    <a:pt x="135218" y="370217"/>
                    <a:pt x="136841" y="367782"/>
                  </a:cubicBezTo>
                  <a:cubicBezTo>
                    <a:pt x="137652" y="366970"/>
                    <a:pt x="138463" y="365346"/>
                    <a:pt x="138463" y="364534"/>
                  </a:cubicBezTo>
                  <a:cubicBezTo>
                    <a:pt x="138463" y="363722"/>
                    <a:pt x="139274" y="362099"/>
                    <a:pt x="140897" y="361287"/>
                  </a:cubicBezTo>
                  <a:cubicBezTo>
                    <a:pt x="142519" y="360475"/>
                    <a:pt x="143331" y="359663"/>
                    <a:pt x="143331" y="360475"/>
                  </a:cubicBezTo>
                  <a:cubicBezTo>
                    <a:pt x="143331" y="361287"/>
                    <a:pt x="143331" y="362099"/>
                    <a:pt x="144142" y="362911"/>
                  </a:cubicBezTo>
                  <a:cubicBezTo>
                    <a:pt x="144954" y="363722"/>
                    <a:pt x="144954" y="366158"/>
                    <a:pt x="143331" y="366158"/>
                  </a:cubicBezTo>
                  <a:close/>
                  <a:moveTo>
                    <a:pt x="145765" y="357227"/>
                  </a:moveTo>
                  <a:cubicBezTo>
                    <a:pt x="143331" y="357227"/>
                    <a:pt x="143331" y="357227"/>
                    <a:pt x="144142" y="354792"/>
                  </a:cubicBezTo>
                  <a:cubicBezTo>
                    <a:pt x="144954" y="353168"/>
                    <a:pt x="146576" y="351544"/>
                    <a:pt x="147388" y="352356"/>
                  </a:cubicBezTo>
                  <a:cubicBezTo>
                    <a:pt x="151444" y="353980"/>
                    <a:pt x="149821" y="357227"/>
                    <a:pt x="145765" y="357227"/>
                  </a:cubicBezTo>
                  <a:close/>
                  <a:moveTo>
                    <a:pt x="157935" y="337742"/>
                  </a:moveTo>
                  <a:cubicBezTo>
                    <a:pt x="157123" y="339366"/>
                    <a:pt x="156312" y="339366"/>
                    <a:pt x="156312" y="337742"/>
                  </a:cubicBezTo>
                  <a:cubicBezTo>
                    <a:pt x="156312" y="336930"/>
                    <a:pt x="154689" y="338554"/>
                    <a:pt x="153878" y="340990"/>
                  </a:cubicBezTo>
                  <a:cubicBezTo>
                    <a:pt x="152255" y="343425"/>
                    <a:pt x="150632" y="347485"/>
                    <a:pt x="149010" y="348297"/>
                  </a:cubicBezTo>
                  <a:cubicBezTo>
                    <a:pt x="146576" y="350732"/>
                    <a:pt x="146576" y="349920"/>
                    <a:pt x="147388" y="348297"/>
                  </a:cubicBezTo>
                  <a:cubicBezTo>
                    <a:pt x="148199" y="347485"/>
                    <a:pt x="149010" y="344237"/>
                    <a:pt x="148199" y="341802"/>
                  </a:cubicBezTo>
                  <a:lnTo>
                    <a:pt x="147388" y="337742"/>
                  </a:lnTo>
                  <a:lnTo>
                    <a:pt x="149821" y="345861"/>
                  </a:lnTo>
                  <a:lnTo>
                    <a:pt x="151444" y="340990"/>
                  </a:lnTo>
                  <a:cubicBezTo>
                    <a:pt x="153067" y="337742"/>
                    <a:pt x="153878" y="335306"/>
                    <a:pt x="156312" y="335306"/>
                  </a:cubicBezTo>
                  <a:cubicBezTo>
                    <a:pt x="159557" y="335306"/>
                    <a:pt x="159557" y="335306"/>
                    <a:pt x="157935" y="337742"/>
                  </a:cubicBezTo>
                  <a:close/>
                  <a:moveTo>
                    <a:pt x="153878" y="330435"/>
                  </a:moveTo>
                  <a:cubicBezTo>
                    <a:pt x="152255" y="330435"/>
                    <a:pt x="150632" y="330435"/>
                    <a:pt x="150632" y="328811"/>
                  </a:cubicBezTo>
                  <a:cubicBezTo>
                    <a:pt x="150632" y="328000"/>
                    <a:pt x="151444" y="327188"/>
                    <a:pt x="153067" y="327188"/>
                  </a:cubicBezTo>
                  <a:cubicBezTo>
                    <a:pt x="156312" y="327188"/>
                    <a:pt x="156312" y="329623"/>
                    <a:pt x="153878" y="330435"/>
                  </a:cubicBezTo>
                  <a:close/>
                  <a:moveTo>
                    <a:pt x="154689" y="319881"/>
                  </a:moveTo>
                  <a:cubicBezTo>
                    <a:pt x="154689" y="319069"/>
                    <a:pt x="154689" y="319069"/>
                    <a:pt x="155501" y="318257"/>
                  </a:cubicBezTo>
                  <a:cubicBezTo>
                    <a:pt x="156312" y="318257"/>
                    <a:pt x="157123" y="318257"/>
                    <a:pt x="157123" y="319069"/>
                  </a:cubicBezTo>
                  <a:cubicBezTo>
                    <a:pt x="157123" y="319069"/>
                    <a:pt x="156312" y="320693"/>
                    <a:pt x="155501" y="320693"/>
                  </a:cubicBezTo>
                  <a:cubicBezTo>
                    <a:pt x="154689" y="320693"/>
                    <a:pt x="154689" y="320693"/>
                    <a:pt x="154689" y="319881"/>
                  </a:cubicBezTo>
                  <a:close/>
                  <a:moveTo>
                    <a:pt x="159557" y="330435"/>
                  </a:moveTo>
                  <a:cubicBezTo>
                    <a:pt x="157123" y="332871"/>
                    <a:pt x="157123" y="332871"/>
                    <a:pt x="158746" y="330435"/>
                  </a:cubicBezTo>
                  <a:cubicBezTo>
                    <a:pt x="159557" y="328000"/>
                    <a:pt x="160368" y="327188"/>
                    <a:pt x="161180" y="327188"/>
                  </a:cubicBezTo>
                  <a:cubicBezTo>
                    <a:pt x="161991" y="326376"/>
                    <a:pt x="161991" y="327188"/>
                    <a:pt x="159557" y="330435"/>
                  </a:cubicBezTo>
                  <a:close/>
                  <a:moveTo>
                    <a:pt x="173350" y="310950"/>
                  </a:moveTo>
                  <a:cubicBezTo>
                    <a:pt x="171727" y="310138"/>
                    <a:pt x="168482" y="315821"/>
                    <a:pt x="168482" y="319069"/>
                  </a:cubicBezTo>
                  <a:cubicBezTo>
                    <a:pt x="168482" y="319881"/>
                    <a:pt x="167670" y="321505"/>
                    <a:pt x="166048" y="321505"/>
                  </a:cubicBezTo>
                  <a:cubicBezTo>
                    <a:pt x="162802" y="322317"/>
                    <a:pt x="163614" y="318257"/>
                    <a:pt x="167670" y="312574"/>
                  </a:cubicBezTo>
                  <a:cubicBezTo>
                    <a:pt x="170104" y="309326"/>
                    <a:pt x="171727" y="307703"/>
                    <a:pt x="172538" y="309326"/>
                  </a:cubicBezTo>
                  <a:cubicBezTo>
                    <a:pt x="174161" y="311762"/>
                    <a:pt x="174161" y="311762"/>
                    <a:pt x="173350" y="310950"/>
                  </a:cubicBezTo>
                  <a:close/>
                  <a:moveTo>
                    <a:pt x="176595" y="304455"/>
                  </a:moveTo>
                  <a:cubicBezTo>
                    <a:pt x="174972" y="308514"/>
                    <a:pt x="172538" y="307703"/>
                    <a:pt x="170104" y="304455"/>
                  </a:cubicBezTo>
                  <a:cubicBezTo>
                    <a:pt x="170104" y="300396"/>
                    <a:pt x="172538" y="304455"/>
                    <a:pt x="172538" y="304455"/>
                  </a:cubicBezTo>
                  <a:cubicBezTo>
                    <a:pt x="173350" y="303643"/>
                    <a:pt x="177406" y="300396"/>
                    <a:pt x="176595" y="304455"/>
                  </a:cubicBezTo>
                  <a:close/>
                  <a:moveTo>
                    <a:pt x="185519" y="290653"/>
                  </a:moveTo>
                  <a:cubicBezTo>
                    <a:pt x="184708" y="290653"/>
                    <a:pt x="183085" y="291465"/>
                    <a:pt x="181463" y="294712"/>
                  </a:cubicBezTo>
                  <a:cubicBezTo>
                    <a:pt x="179029" y="301208"/>
                    <a:pt x="176595" y="296336"/>
                    <a:pt x="179029" y="294712"/>
                  </a:cubicBezTo>
                  <a:cubicBezTo>
                    <a:pt x="180651" y="293089"/>
                    <a:pt x="181463" y="293089"/>
                    <a:pt x="182274" y="289841"/>
                  </a:cubicBezTo>
                  <a:cubicBezTo>
                    <a:pt x="183897" y="287406"/>
                    <a:pt x="185519" y="284970"/>
                    <a:pt x="187142" y="283346"/>
                  </a:cubicBezTo>
                  <a:cubicBezTo>
                    <a:pt x="187953" y="292277"/>
                    <a:pt x="187142" y="290653"/>
                    <a:pt x="185519" y="290653"/>
                  </a:cubicBezTo>
                  <a:close/>
                  <a:moveTo>
                    <a:pt x="179029" y="272792"/>
                  </a:moveTo>
                  <a:cubicBezTo>
                    <a:pt x="172538" y="283346"/>
                    <a:pt x="166859" y="290653"/>
                    <a:pt x="161991" y="302020"/>
                  </a:cubicBezTo>
                  <a:cubicBezTo>
                    <a:pt x="157935" y="311762"/>
                    <a:pt x="149821" y="316633"/>
                    <a:pt x="147388" y="328000"/>
                  </a:cubicBezTo>
                  <a:cubicBezTo>
                    <a:pt x="147388" y="328811"/>
                    <a:pt x="146576" y="330435"/>
                    <a:pt x="144954" y="330435"/>
                  </a:cubicBezTo>
                  <a:cubicBezTo>
                    <a:pt x="142519" y="330435"/>
                    <a:pt x="140897" y="332871"/>
                    <a:pt x="140897" y="335306"/>
                  </a:cubicBezTo>
                  <a:cubicBezTo>
                    <a:pt x="140897" y="337742"/>
                    <a:pt x="139274" y="339366"/>
                    <a:pt x="139274" y="339366"/>
                  </a:cubicBezTo>
                  <a:cubicBezTo>
                    <a:pt x="138463" y="339366"/>
                    <a:pt x="137652" y="340178"/>
                    <a:pt x="137652" y="340990"/>
                  </a:cubicBezTo>
                  <a:cubicBezTo>
                    <a:pt x="137652" y="341802"/>
                    <a:pt x="136029" y="344237"/>
                    <a:pt x="135218" y="345861"/>
                  </a:cubicBezTo>
                  <a:cubicBezTo>
                    <a:pt x="133595" y="347485"/>
                    <a:pt x="132784" y="349108"/>
                    <a:pt x="133595" y="349108"/>
                  </a:cubicBezTo>
                  <a:cubicBezTo>
                    <a:pt x="133595" y="349108"/>
                    <a:pt x="132784" y="349920"/>
                    <a:pt x="131161" y="352356"/>
                  </a:cubicBezTo>
                  <a:cubicBezTo>
                    <a:pt x="129538" y="353980"/>
                    <a:pt x="128727" y="356415"/>
                    <a:pt x="128727" y="357227"/>
                  </a:cubicBezTo>
                  <a:cubicBezTo>
                    <a:pt x="129538" y="358039"/>
                    <a:pt x="128727" y="358851"/>
                    <a:pt x="127916" y="358851"/>
                  </a:cubicBezTo>
                  <a:cubicBezTo>
                    <a:pt x="127105" y="358851"/>
                    <a:pt x="126293" y="359663"/>
                    <a:pt x="126293" y="361287"/>
                  </a:cubicBezTo>
                  <a:cubicBezTo>
                    <a:pt x="126293" y="362911"/>
                    <a:pt x="126293" y="363722"/>
                    <a:pt x="124671" y="363722"/>
                  </a:cubicBezTo>
                  <a:cubicBezTo>
                    <a:pt x="123048" y="363722"/>
                    <a:pt x="122236" y="365346"/>
                    <a:pt x="122236" y="367782"/>
                  </a:cubicBezTo>
                  <a:cubicBezTo>
                    <a:pt x="122236" y="369405"/>
                    <a:pt x="121425" y="371029"/>
                    <a:pt x="120614" y="371029"/>
                  </a:cubicBezTo>
                  <a:cubicBezTo>
                    <a:pt x="119803" y="371029"/>
                    <a:pt x="118991" y="372653"/>
                    <a:pt x="118180" y="374277"/>
                  </a:cubicBezTo>
                  <a:cubicBezTo>
                    <a:pt x="117369" y="375900"/>
                    <a:pt x="116558" y="377524"/>
                    <a:pt x="116558" y="378336"/>
                  </a:cubicBezTo>
                  <a:cubicBezTo>
                    <a:pt x="116558" y="379148"/>
                    <a:pt x="114935" y="380772"/>
                    <a:pt x="114123" y="382396"/>
                  </a:cubicBezTo>
                  <a:cubicBezTo>
                    <a:pt x="113312" y="384019"/>
                    <a:pt x="111689" y="385643"/>
                    <a:pt x="111689" y="384831"/>
                  </a:cubicBezTo>
                  <a:cubicBezTo>
                    <a:pt x="110878" y="384831"/>
                    <a:pt x="110067" y="386455"/>
                    <a:pt x="110878" y="388079"/>
                  </a:cubicBezTo>
                  <a:cubicBezTo>
                    <a:pt x="110878" y="389703"/>
                    <a:pt x="110067" y="392138"/>
                    <a:pt x="109256" y="392950"/>
                  </a:cubicBezTo>
                  <a:cubicBezTo>
                    <a:pt x="108444" y="394574"/>
                    <a:pt x="107633" y="395386"/>
                    <a:pt x="107633" y="397009"/>
                  </a:cubicBezTo>
                  <a:cubicBezTo>
                    <a:pt x="107633" y="397821"/>
                    <a:pt x="106010" y="398633"/>
                    <a:pt x="105199" y="399445"/>
                  </a:cubicBezTo>
                  <a:cubicBezTo>
                    <a:pt x="103576" y="400257"/>
                    <a:pt x="103576" y="401069"/>
                    <a:pt x="103576" y="401069"/>
                  </a:cubicBezTo>
                  <a:cubicBezTo>
                    <a:pt x="104388" y="401881"/>
                    <a:pt x="103576" y="403505"/>
                    <a:pt x="102765" y="405940"/>
                  </a:cubicBezTo>
                  <a:cubicBezTo>
                    <a:pt x="101142" y="407564"/>
                    <a:pt x="101142" y="410000"/>
                    <a:pt x="101142" y="410000"/>
                  </a:cubicBezTo>
                  <a:cubicBezTo>
                    <a:pt x="101954" y="410811"/>
                    <a:pt x="97897" y="416494"/>
                    <a:pt x="95463" y="416494"/>
                  </a:cubicBezTo>
                  <a:cubicBezTo>
                    <a:pt x="94652" y="416494"/>
                    <a:pt x="93029" y="417306"/>
                    <a:pt x="93029" y="418118"/>
                  </a:cubicBezTo>
                  <a:cubicBezTo>
                    <a:pt x="93029" y="418930"/>
                    <a:pt x="93029" y="419742"/>
                    <a:pt x="93840" y="418930"/>
                  </a:cubicBezTo>
                  <a:cubicBezTo>
                    <a:pt x="94652" y="418118"/>
                    <a:pt x="95463" y="418930"/>
                    <a:pt x="95463" y="419742"/>
                  </a:cubicBezTo>
                  <a:cubicBezTo>
                    <a:pt x="95463" y="420554"/>
                    <a:pt x="94652" y="422178"/>
                    <a:pt x="93029" y="422178"/>
                  </a:cubicBezTo>
                  <a:cubicBezTo>
                    <a:pt x="91407" y="422178"/>
                    <a:pt x="91407" y="422990"/>
                    <a:pt x="91407" y="425425"/>
                  </a:cubicBezTo>
                  <a:cubicBezTo>
                    <a:pt x="91407" y="427049"/>
                    <a:pt x="91407" y="427861"/>
                    <a:pt x="88973" y="428673"/>
                  </a:cubicBezTo>
                  <a:cubicBezTo>
                    <a:pt x="86539" y="429485"/>
                    <a:pt x="86539" y="430297"/>
                    <a:pt x="87350" y="432732"/>
                  </a:cubicBezTo>
                  <a:cubicBezTo>
                    <a:pt x="88162" y="435168"/>
                    <a:pt x="87350" y="435168"/>
                    <a:pt x="86539" y="435980"/>
                  </a:cubicBezTo>
                  <a:cubicBezTo>
                    <a:pt x="83293" y="435980"/>
                    <a:pt x="81671" y="440851"/>
                    <a:pt x="82482" y="444099"/>
                  </a:cubicBezTo>
                  <a:cubicBezTo>
                    <a:pt x="83293" y="446534"/>
                    <a:pt x="82482" y="447346"/>
                    <a:pt x="81671" y="448158"/>
                  </a:cubicBezTo>
                  <a:cubicBezTo>
                    <a:pt x="80860" y="448158"/>
                    <a:pt x="80048" y="449782"/>
                    <a:pt x="80048" y="450594"/>
                  </a:cubicBezTo>
                  <a:cubicBezTo>
                    <a:pt x="80048" y="451405"/>
                    <a:pt x="80048" y="453029"/>
                    <a:pt x="78426" y="453029"/>
                  </a:cubicBezTo>
                  <a:cubicBezTo>
                    <a:pt x="77614" y="453841"/>
                    <a:pt x="76803" y="455465"/>
                    <a:pt x="77614" y="457088"/>
                  </a:cubicBezTo>
                  <a:cubicBezTo>
                    <a:pt x="78426" y="458712"/>
                    <a:pt x="77614" y="461148"/>
                    <a:pt x="75180" y="462772"/>
                  </a:cubicBezTo>
                  <a:cubicBezTo>
                    <a:pt x="73558" y="464396"/>
                    <a:pt x="71935" y="466831"/>
                    <a:pt x="72746" y="467643"/>
                  </a:cubicBezTo>
                  <a:cubicBezTo>
                    <a:pt x="72746" y="469267"/>
                    <a:pt x="72746" y="469267"/>
                    <a:pt x="71935" y="469267"/>
                  </a:cubicBezTo>
                  <a:cubicBezTo>
                    <a:pt x="71124" y="469267"/>
                    <a:pt x="65444" y="479821"/>
                    <a:pt x="65444" y="483069"/>
                  </a:cubicBezTo>
                  <a:cubicBezTo>
                    <a:pt x="65444" y="483069"/>
                    <a:pt x="65444" y="485504"/>
                    <a:pt x="63822" y="486316"/>
                  </a:cubicBezTo>
                  <a:cubicBezTo>
                    <a:pt x="62199" y="487940"/>
                    <a:pt x="61388" y="493623"/>
                    <a:pt x="59766" y="499306"/>
                  </a:cubicBezTo>
                  <a:cubicBezTo>
                    <a:pt x="58143" y="504178"/>
                    <a:pt x="56520" y="509049"/>
                    <a:pt x="55709" y="509049"/>
                  </a:cubicBezTo>
                  <a:cubicBezTo>
                    <a:pt x="54897" y="509049"/>
                    <a:pt x="55709" y="504178"/>
                    <a:pt x="57331" y="499306"/>
                  </a:cubicBezTo>
                  <a:cubicBezTo>
                    <a:pt x="58143" y="497682"/>
                    <a:pt x="57331" y="496871"/>
                    <a:pt x="55709" y="497682"/>
                  </a:cubicBezTo>
                  <a:cubicBezTo>
                    <a:pt x="54897" y="498494"/>
                    <a:pt x="54086" y="497682"/>
                    <a:pt x="55709" y="496871"/>
                  </a:cubicBezTo>
                  <a:cubicBezTo>
                    <a:pt x="58143" y="494435"/>
                    <a:pt x="58954" y="491999"/>
                    <a:pt x="56520" y="493623"/>
                  </a:cubicBezTo>
                  <a:cubicBezTo>
                    <a:pt x="54086" y="495247"/>
                    <a:pt x="56520" y="489564"/>
                    <a:pt x="58954" y="487128"/>
                  </a:cubicBezTo>
                  <a:cubicBezTo>
                    <a:pt x="60577" y="485504"/>
                    <a:pt x="60577" y="484693"/>
                    <a:pt x="58954" y="483881"/>
                  </a:cubicBezTo>
                  <a:cubicBezTo>
                    <a:pt x="57331" y="483069"/>
                    <a:pt x="57331" y="481445"/>
                    <a:pt x="58954" y="479009"/>
                  </a:cubicBezTo>
                  <a:cubicBezTo>
                    <a:pt x="59766" y="476574"/>
                    <a:pt x="60577" y="474950"/>
                    <a:pt x="61388" y="475762"/>
                  </a:cubicBezTo>
                  <a:cubicBezTo>
                    <a:pt x="61388" y="475762"/>
                    <a:pt x="62199" y="474950"/>
                    <a:pt x="63822" y="474138"/>
                  </a:cubicBezTo>
                  <a:cubicBezTo>
                    <a:pt x="65444" y="472514"/>
                    <a:pt x="65444" y="472514"/>
                    <a:pt x="63822" y="472514"/>
                  </a:cubicBezTo>
                  <a:cubicBezTo>
                    <a:pt x="62199" y="472514"/>
                    <a:pt x="62199" y="472514"/>
                    <a:pt x="61388" y="472514"/>
                  </a:cubicBezTo>
                  <a:cubicBezTo>
                    <a:pt x="60577" y="472514"/>
                    <a:pt x="61388" y="470891"/>
                    <a:pt x="61388" y="470891"/>
                  </a:cubicBezTo>
                  <a:cubicBezTo>
                    <a:pt x="62199" y="470891"/>
                    <a:pt x="63011" y="470079"/>
                    <a:pt x="63011" y="468455"/>
                  </a:cubicBezTo>
                  <a:cubicBezTo>
                    <a:pt x="63011" y="467643"/>
                    <a:pt x="63822" y="466019"/>
                    <a:pt x="64633" y="466019"/>
                  </a:cubicBezTo>
                  <a:cubicBezTo>
                    <a:pt x="65444" y="466019"/>
                    <a:pt x="66256" y="463584"/>
                    <a:pt x="66256" y="461148"/>
                  </a:cubicBezTo>
                  <a:cubicBezTo>
                    <a:pt x="66256" y="458712"/>
                    <a:pt x="67879" y="454653"/>
                    <a:pt x="69501" y="452217"/>
                  </a:cubicBezTo>
                  <a:cubicBezTo>
                    <a:pt x="71124" y="448970"/>
                    <a:pt x="71935" y="445722"/>
                    <a:pt x="71935" y="444910"/>
                  </a:cubicBezTo>
                  <a:cubicBezTo>
                    <a:pt x="71935" y="444099"/>
                    <a:pt x="73558" y="440039"/>
                    <a:pt x="75992" y="435980"/>
                  </a:cubicBezTo>
                  <a:cubicBezTo>
                    <a:pt x="78426" y="431920"/>
                    <a:pt x="80048" y="428673"/>
                    <a:pt x="79237" y="428673"/>
                  </a:cubicBezTo>
                  <a:cubicBezTo>
                    <a:pt x="79237" y="428673"/>
                    <a:pt x="80860" y="424613"/>
                    <a:pt x="83293" y="419742"/>
                  </a:cubicBezTo>
                  <a:cubicBezTo>
                    <a:pt x="85727" y="414871"/>
                    <a:pt x="87350" y="410000"/>
                    <a:pt x="87350" y="410000"/>
                  </a:cubicBezTo>
                  <a:cubicBezTo>
                    <a:pt x="86539" y="409188"/>
                    <a:pt x="89784" y="405940"/>
                    <a:pt x="93029" y="401881"/>
                  </a:cubicBezTo>
                  <a:cubicBezTo>
                    <a:pt x="93840" y="400257"/>
                    <a:pt x="94652" y="398633"/>
                    <a:pt x="95463" y="397009"/>
                  </a:cubicBezTo>
                  <a:cubicBezTo>
                    <a:pt x="95463" y="394574"/>
                    <a:pt x="96275" y="394574"/>
                    <a:pt x="97086" y="395386"/>
                  </a:cubicBezTo>
                  <a:cubicBezTo>
                    <a:pt x="98709" y="397009"/>
                    <a:pt x="98709" y="397009"/>
                    <a:pt x="99520" y="394574"/>
                  </a:cubicBezTo>
                  <a:cubicBezTo>
                    <a:pt x="99520" y="393762"/>
                    <a:pt x="99520" y="392138"/>
                    <a:pt x="98709" y="392138"/>
                  </a:cubicBezTo>
                  <a:cubicBezTo>
                    <a:pt x="97897" y="392138"/>
                    <a:pt x="97897" y="390514"/>
                    <a:pt x="99520" y="388891"/>
                  </a:cubicBezTo>
                  <a:cubicBezTo>
                    <a:pt x="100331" y="387267"/>
                    <a:pt x="101954" y="385643"/>
                    <a:pt x="101954" y="384831"/>
                  </a:cubicBezTo>
                  <a:cubicBezTo>
                    <a:pt x="101954" y="382396"/>
                    <a:pt x="108444" y="372653"/>
                    <a:pt x="109256" y="372653"/>
                  </a:cubicBezTo>
                  <a:cubicBezTo>
                    <a:pt x="111689" y="373465"/>
                    <a:pt x="111689" y="372653"/>
                    <a:pt x="110067" y="371029"/>
                  </a:cubicBezTo>
                  <a:cubicBezTo>
                    <a:pt x="108444" y="369405"/>
                    <a:pt x="108444" y="369405"/>
                    <a:pt x="110878" y="366970"/>
                  </a:cubicBezTo>
                  <a:cubicBezTo>
                    <a:pt x="112501" y="365346"/>
                    <a:pt x="114123" y="362911"/>
                    <a:pt x="114123" y="362099"/>
                  </a:cubicBezTo>
                  <a:cubicBezTo>
                    <a:pt x="114123" y="361287"/>
                    <a:pt x="114123" y="359663"/>
                    <a:pt x="114935" y="359663"/>
                  </a:cubicBezTo>
                  <a:cubicBezTo>
                    <a:pt x="115746" y="359663"/>
                    <a:pt x="116558" y="358851"/>
                    <a:pt x="115746" y="358039"/>
                  </a:cubicBezTo>
                  <a:cubicBezTo>
                    <a:pt x="114935" y="355603"/>
                    <a:pt x="126293" y="336930"/>
                    <a:pt x="129538" y="335306"/>
                  </a:cubicBezTo>
                  <a:cubicBezTo>
                    <a:pt x="131161" y="334495"/>
                    <a:pt x="131972" y="332059"/>
                    <a:pt x="131972" y="330435"/>
                  </a:cubicBezTo>
                  <a:cubicBezTo>
                    <a:pt x="131972" y="323128"/>
                    <a:pt x="136029" y="321505"/>
                    <a:pt x="139274" y="315009"/>
                  </a:cubicBezTo>
                  <a:cubicBezTo>
                    <a:pt x="143331" y="308514"/>
                    <a:pt x="149821" y="308514"/>
                    <a:pt x="142519" y="307703"/>
                  </a:cubicBezTo>
                  <a:cubicBezTo>
                    <a:pt x="135218" y="306891"/>
                    <a:pt x="136029" y="312574"/>
                    <a:pt x="132784" y="318257"/>
                  </a:cubicBezTo>
                  <a:cubicBezTo>
                    <a:pt x="130350" y="322317"/>
                    <a:pt x="137652" y="319069"/>
                    <a:pt x="131161" y="323128"/>
                  </a:cubicBezTo>
                  <a:cubicBezTo>
                    <a:pt x="119803" y="329623"/>
                    <a:pt x="144954" y="292277"/>
                    <a:pt x="146576" y="289841"/>
                  </a:cubicBezTo>
                  <a:cubicBezTo>
                    <a:pt x="148199" y="288217"/>
                    <a:pt x="148199" y="288217"/>
                    <a:pt x="148199" y="288217"/>
                  </a:cubicBezTo>
                  <a:cubicBezTo>
                    <a:pt x="148199" y="288217"/>
                    <a:pt x="146576" y="291465"/>
                    <a:pt x="145765" y="293089"/>
                  </a:cubicBezTo>
                  <a:cubicBezTo>
                    <a:pt x="144954" y="298772"/>
                    <a:pt x="138463" y="302831"/>
                    <a:pt x="140897" y="304455"/>
                  </a:cubicBezTo>
                  <a:cubicBezTo>
                    <a:pt x="144954" y="307703"/>
                    <a:pt x="148199" y="296336"/>
                    <a:pt x="150632" y="293901"/>
                  </a:cubicBezTo>
                  <a:cubicBezTo>
                    <a:pt x="153067" y="291465"/>
                    <a:pt x="153067" y="289841"/>
                    <a:pt x="156312" y="286594"/>
                  </a:cubicBezTo>
                  <a:cubicBezTo>
                    <a:pt x="162802" y="279287"/>
                    <a:pt x="166048" y="267109"/>
                    <a:pt x="174972" y="257366"/>
                  </a:cubicBezTo>
                  <a:cubicBezTo>
                    <a:pt x="179029" y="253307"/>
                    <a:pt x="182274" y="250059"/>
                    <a:pt x="187142" y="247623"/>
                  </a:cubicBezTo>
                  <a:cubicBezTo>
                    <a:pt x="187953" y="247623"/>
                    <a:pt x="187142" y="250059"/>
                    <a:pt x="183085" y="257366"/>
                  </a:cubicBezTo>
                  <a:cubicBezTo>
                    <a:pt x="184708" y="263861"/>
                    <a:pt x="183085" y="267109"/>
                    <a:pt x="179029" y="272792"/>
                  </a:cubicBezTo>
                  <a:close/>
                  <a:moveTo>
                    <a:pt x="192010" y="279287"/>
                  </a:moveTo>
                  <a:cubicBezTo>
                    <a:pt x="189576" y="282534"/>
                    <a:pt x="187142" y="278475"/>
                    <a:pt x="192010" y="276851"/>
                  </a:cubicBezTo>
                  <a:cubicBezTo>
                    <a:pt x="193633" y="276851"/>
                    <a:pt x="192821" y="278475"/>
                    <a:pt x="192010" y="279287"/>
                  </a:cubicBezTo>
                  <a:close/>
                  <a:moveTo>
                    <a:pt x="197689" y="261426"/>
                  </a:moveTo>
                  <a:cubicBezTo>
                    <a:pt x="196066" y="262237"/>
                    <a:pt x="196066" y="260614"/>
                    <a:pt x="196066" y="259802"/>
                  </a:cubicBezTo>
                  <a:cubicBezTo>
                    <a:pt x="197689" y="257366"/>
                    <a:pt x="202557" y="260614"/>
                    <a:pt x="197689" y="261426"/>
                  </a:cubicBezTo>
                  <a:close/>
                  <a:moveTo>
                    <a:pt x="204180" y="251683"/>
                  </a:moveTo>
                  <a:cubicBezTo>
                    <a:pt x="204991" y="251683"/>
                    <a:pt x="204991" y="252495"/>
                    <a:pt x="204180" y="253307"/>
                  </a:cubicBezTo>
                  <a:cubicBezTo>
                    <a:pt x="203368" y="255742"/>
                    <a:pt x="200934" y="251683"/>
                    <a:pt x="204180" y="251683"/>
                  </a:cubicBezTo>
                  <a:close/>
                  <a:moveTo>
                    <a:pt x="204991" y="255742"/>
                  </a:moveTo>
                  <a:cubicBezTo>
                    <a:pt x="205802" y="255742"/>
                    <a:pt x="205802" y="255742"/>
                    <a:pt x="206613" y="255742"/>
                  </a:cubicBezTo>
                  <a:cubicBezTo>
                    <a:pt x="205802" y="258990"/>
                    <a:pt x="201746" y="257366"/>
                    <a:pt x="204991" y="25574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3" name="Freeform 22">
              <a:extLst>
                <a:ext uri="{FF2B5EF4-FFF2-40B4-BE49-F238E27FC236}">
                  <a16:creationId xmlns:a16="http://schemas.microsoft.com/office/drawing/2014/main" id="{401FEA82-5071-8801-4981-88250CEDDE9A}"/>
                </a:ext>
              </a:extLst>
            </p:cNvPr>
            <p:cNvSpPr/>
            <p:nvPr/>
          </p:nvSpPr>
          <p:spPr>
            <a:xfrm>
              <a:off x="6153010" y="3663107"/>
              <a:ext cx="2506" cy="5087"/>
            </a:xfrm>
            <a:custGeom>
              <a:avLst/>
              <a:gdLst>
                <a:gd name="connsiteX0" fmla="*/ 884 w 2506"/>
                <a:gd name="connsiteY0" fmla="*/ 0 h 5087"/>
                <a:gd name="connsiteX1" fmla="*/ 1696 w 2506"/>
                <a:gd name="connsiteY1" fmla="*/ 4871 h 5087"/>
                <a:gd name="connsiteX2" fmla="*/ 2507 w 2506"/>
                <a:gd name="connsiteY2" fmla="*/ 2436 h 5087"/>
                <a:gd name="connsiteX3" fmla="*/ 884 w 2506"/>
                <a:gd name="connsiteY3" fmla="*/ 0 h 5087"/>
              </a:gdLst>
              <a:ahLst/>
              <a:cxnLst>
                <a:cxn ang="0">
                  <a:pos x="connsiteX0" y="connsiteY0"/>
                </a:cxn>
                <a:cxn ang="0">
                  <a:pos x="connsiteX1" y="connsiteY1"/>
                </a:cxn>
                <a:cxn ang="0">
                  <a:pos x="connsiteX2" y="connsiteY2"/>
                </a:cxn>
                <a:cxn ang="0">
                  <a:pos x="connsiteX3" y="connsiteY3"/>
                </a:cxn>
              </a:cxnLst>
              <a:rect l="l" t="t" r="r" b="b"/>
              <a:pathLst>
                <a:path w="2506" h="5087">
                  <a:moveTo>
                    <a:pt x="884" y="0"/>
                  </a:moveTo>
                  <a:cubicBezTo>
                    <a:pt x="-738" y="0"/>
                    <a:pt x="73" y="4059"/>
                    <a:pt x="1696" y="4871"/>
                  </a:cubicBezTo>
                  <a:cubicBezTo>
                    <a:pt x="2507" y="5683"/>
                    <a:pt x="2507" y="4059"/>
                    <a:pt x="2507" y="2436"/>
                  </a:cubicBezTo>
                  <a:cubicBezTo>
                    <a:pt x="2507" y="1624"/>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4" name="Freeform 23">
              <a:extLst>
                <a:ext uri="{FF2B5EF4-FFF2-40B4-BE49-F238E27FC236}">
                  <a16:creationId xmlns:a16="http://schemas.microsoft.com/office/drawing/2014/main" id="{CFABB836-7A42-3451-9E2D-64485C0CF19B}"/>
                </a:ext>
              </a:extLst>
            </p:cNvPr>
            <p:cNvSpPr/>
            <p:nvPr/>
          </p:nvSpPr>
          <p:spPr>
            <a:xfrm>
              <a:off x="6140102" y="3684183"/>
              <a:ext cx="2839" cy="3813"/>
            </a:xfrm>
            <a:custGeom>
              <a:avLst/>
              <a:gdLst>
                <a:gd name="connsiteX0" fmla="*/ 1622 w 2839"/>
                <a:gd name="connsiteY0" fmla="*/ 845 h 3813"/>
                <a:gd name="connsiteX1" fmla="*/ 0 w 2839"/>
                <a:gd name="connsiteY1" fmla="*/ 3280 h 3813"/>
                <a:gd name="connsiteX2" fmla="*/ 1622 w 2839"/>
                <a:gd name="connsiteY2" fmla="*/ 2469 h 3813"/>
                <a:gd name="connsiteX3" fmla="*/ 1622 w 2839"/>
                <a:gd name="connsiteY3" fmla="*/ 845 h 3813"/>
              </a:gdLst>
              <a:ahLst/>
              <a:cxnLst>
                <a:cxn ang="0">
                  <a:pos x="connsiteX0" y="connsiteY0"/>
                </a:cxn>
                <a:cxn ang="0">
                  <a:pos x="connsiteX1" y="connsiteY1"/>
                </a:cxn>
                <a:cxn ang="0">
                  <a:pos x="connsiteX2" y="connsiteY2"/>
                </a:cxn>
                <a:cxn ang="0">
                  <a:pos x="connsiteX3" y="connsiteY3"/>
                </a:cxn>
              </a:cxnLst>
              <a:rect l="l" t="t" r="r" b="b"/>
              <a:pathLst>
                <a:path w="2839" h="3813">
                  <a:moveTo>
                    <a:pt x="1622" y="845"/>
                  </a:moveTo>
                  <a:cubicBezTo>
                    <a:pt x="811" y="1657"/>
                    <a:pt x="0" y="2469"/>
                    <a:pt x="0" y="3280"/>
                  </a:cubicBezTo>
                  <a:cubicBezTo>
                    <a:pt x="0" y="4092"/>
                    <a:pt x="811" y="4092"/>
                    <a:pt x="1622" y="2469"/>
                  </a:cubicBezTo>
                  <a:cubicBezTo>
                    <a:pt x="3245" y="33"/>
                    <a:pt x="3245" y="-779"/>
                    <a:pt x="1622" y="845"/>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5" name="Freeform 24">
              <a:extLst>
                <a:ext uri="{FF2B5EF4-FFF2-40B4-BE49-F238E27FC236}">
                  <a16:creationId xmlns:a16="http://schemas.microsoft.com/office/drawing/2014/main" id="{C0E52A79-D0BA-5029-F160-A0AC24B81ABA}"/>
                </a:ext>
              </a:extLst>
            </p:cNvPr>
            <p:cNvSpPr/>
            <p:nvPr/>
          </p:nvSpPr>
          <p:spPr>
            <a:xfrm>
              <a:off x="6131989" y="3704209"/>
              <a:ext cx="2028" cy="3677"/>
            </a:xfrm>
            <a:custGeom>
              <a:avLst/>
              <a:gdLst>
                <a:gd name="connsiteX0" fmla="*/ 811 w 2028"/>
                <a:gd name="connsiteY0" fmla="*/ 2740 h 3677"/>
                <a:gd name="connsiteX1" fmla="*/ 811 w 2028"/>
                <a:gd name="connsiteY1" fmla="*/ 304 h 3677"/>
                <a:gd name="connsiteX2" fmla="*/ 0 w 2028"/>
                <a:gd name="connsiteY2" fmla="*/ 2740 h 3677"/>
                <a:gd name="connsiteX3" fmla="*/ 811 w 2028"/>
                <a:gd name="connsiteY3" fmla="*/ 2740 h 3677"/>
              </a:gdLst>
              <a:ahLst/>
              <a:cxnLst>
                <a:cxn ang="0">
                  <a:pos x="connsiteX0" y="connsiteY0"/>
                </a:cxn>
                <a:cxn ang="0">
                  <a:pos x="connsiteX1" y="connsiteY1"/>
                </a:cxn>
                <a:cxn ang="0">
                  <a:pos x="connsiteX2" y="connsiteY2"/>
                </a:cxn>
                <a:cxn ang="0">
                  <a:pos x="connsiteX3" y="connsiteY3"/>
                </a:cxn>
              </a:cxnLst>
              <a:rect l="l" t="t" r="r" b="b"/>
              <a:pathLst>
                <a:path w="2028" h="3677">
                  <a:moveTo>
                    <a:pt x="811" y="2740"/>
                  </a:moveTo>
                  <a:cubicBezTo>
                    <a:pt x="2434" y="304"/>
                    <a:pt x="2434" y="-507"/>
                    <a:pt x="811" y="304"/>
                  </a:cubicBezTo>
                  <a:cubicBezTo>
                    <a:pt x="0" y="1116"/>
                    <a:pt x="0" y="1928"/>
                    <a:pt x="0" y="2740"/>
                  </a:cubicBezTo>
                  <a:cubicBezTo>
                    <a:pt x="0" y="3552"/>
                    <a:pt x="0" y="4364"/>
                    <a:pt x="811" y="274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6" name="Freeform 25">
              <a:extLst>
                <a:ext uri="{FF2B5EF4-FFF2-40B4-BE49-F238E27FC236}">
                  <a16:creationId xmlns:a16="http://schemas.microsoft.com/office/drawing/2014/main" id="{19ED4572-5B36-C5C2-1CE8-503D6DBDDB73}"/>
                </a:ext>
              </a:extLst>
            </p:cNvPr>
            <p:cNvSpPr/>
            <p:nvPr/>
          </p:nvSpPr>
          <p:spPr>
            <a:xfrm>
              <a:off x="6245298" y="3497938"/>
              <a:ext cx="480245" cy="159486"/>
            </a:xfrm>
            <a:custGeom>
              <a:avLst/>
              <a:gdLst>
                <a:gd name="connsiteX0" fmla="*/ 478952 w 480245"/>
                <a:gd name="connsiteY0" fmla="*/ 40952 h 159486"/>
                <a:gd name="connsiteX1" fmla="*/ 471650 w 480245"/>
                <a:gd name="connsiteY1" fmla="*/ 43388 h 159486"/>
                <a:gd name="connsiteX2" fmla="*/ 448933 w 480245"/>
                <a:gd name="connsiteY2" fmla="*/ 55566 h 159486"/>
                <a:gd name="connsiteX3" fmla="*/ 439197 w 480245"/>
                <a:gd name="connsiteY3" fmla="*/ 61249 h 159486"/>
                <a:gd name="connsiteX4" fmla="*/ 392952 w 480245"/>
                <a:gd name="connsiteY4" fmla="*/ 84794 h 159486"/>
                <a:gd name="connsiteX5" fmla="*/ 384839 w 480245"/>
                <a:gd name="connsiteY5" fmla="*/ 88041 h 159486"/>
                <a:gd name="connsiteX6" fmla="*/ 353198 w 480245"/>
                <a:gd name="connsiteY6" fmla="*/ 99407 h 159486"/>
                <a:gd name="connsiteX7" fmla="*/ 335349 w 480245"/>
                <a:gd name="connsiteY7" fmla="*/ 101843 h 159486"/>
                <a:gd name="connsiteX8" fmla="*/ 323179 w 480245"/>
                <a:gd name="connsiteY8" fmla="*/ 99407 h 159486"/>
                <a:gd name="connsiteX9" fmla="*/ 321556 w 480245"/>
                <a:gd name="connsiteY9" fmla="*/ 75051 h 159486"/>
                <a:gd name="connsiteX10" fmla="*/ 337783 w 480245"/>
                <a:gd name="connsiteY10" fmla="*/ 31210 h 159486"/>
                <a:gd name="connsiteX11" fmla="*/ 328858 w 480245"/>
                <a:gd name="connsiteY11" fmla="*/ 9289 h 159486"/>
                <a:gd name="connsiteX12" fmla="*/ 328047 w 480245"/>
                <a:gd name="connsiteY12" fmla="*/ 8477 h 159486"/>
                <a:gd name="connsiteX13" fmla="*/ 323179 w 480245"/>
                <a:gd name="connsiteY13" fmla="*/ 6041 h 159486"/>
                <a:gd name="connsiteX14" fmla="*/ 317500 w 480245"/>
                <a:gd name="connsiteY14" fmla="*/ 8477 h 159486"/>
                <a:gd name="connsiteX15" fmla="*/ 311009 w 480245"/>
                <a:gd name="connsiteY15" fmla="*/ 11725 h 159486"/>
                <a:gd name="connsiteX16" fmla="*/ 310198 w 480245"/>
                <a:gd name="connsiteY16" fmla="*/ 12536 h 159486"/>
                <a:gd name="connsiteX17" fmla="*/ 303707 w 480245"/>
                <a:gd name="connsiteY17" fmla="*/ 20655 h 159486"/>
                <a:gd name="connsiteX18" fmla="*/ 280991 w 480245"/>
                <a:gd name="connsiteY18" fmla="*/ 47447 h 159486"/>
                <a:gd name="connsiteX19" fmla="*/ 238802 w 480245"/>
                <a:gd name="connsiteY19" fmla="*/ 100219 h 159486"/>
                <a:gd name="connsiteX20" fmla="*/ 224199 w 480245"/>
                <a:gd name="connsiteY20" fmla="*/ 112398 h 159486"/>
                <a:gd name="connsiteX21" fmla="*/ 223387 w 480245"/>
                <a:gd name="connsiteY21" fmla="*/ 113210 h 159486"/>
                <a:gd name="connsiteX22" fmla="*/ 220953 w 480245"/>
                <a:gd name="connsiteY22" fmla="*/ 115645 h 159486"/>
                <a:gd name="connsiteX23" fmla="*/ 216896 w 480245"/>
                <a:gd name="connsiteY23" fmla="*/ 118081 h 159486"/>
                <a:gd name="connsiteX24" fmla="*/ 207972 w 480245"/>
                <a:gd name="connsiteY24" fmla="*/ 123764 h 159486"/>
                <a:gd name="connsiteX25" fmla="*/ 205538 w 480245"/>
                <a:gd name="connsiteY25" fmla="*/ 121328 h 159486"/>
                <a:gd name="connsiteX26" fmla="*/ 237179 w 480245"/>
                <a:gd name="connsiteY26" fmla="*/ 66120 h 159486"/>
                <a:gd name="connsiteX27" fmla="*/ 246915 w 480245"/>
                <a:gd name="connsiteY27" fmla="*/ 51507 h 159486"/>
                <a:gd name="connsiteX28" fmla="*/ 258274 w 480245"/>
                <a:gd name="connsiteY28" fmla="*/ 37705 h 159486"/>
                <a:gd name="connsiteX29" fmla="*/ 271255 w 480245"/>
                <a:gd name="connsiteY29" fmla="*/ 12536 h 159486"/>
                <a:gd name="connsiteX30" fmla="*/ 257462 w 480245"/>
                <a:gd name="connsiteY30" fmla="*/ 358 h 159486"/>
                <a:gd name="connsiteX31" fmla="*/ 229066 w 480245"/>
                <a:gd name="connsiteY31" fmla="*/ 9289 h 159486"/>
                <a:gd name="connsiteX32" fmla="*/ 222576 w 480245"/>
                <a:gd name="connsiteY32" fmla="*/ 16596 h 159486"/>
                <a:gd name="connsiteX33" fmla="*/ 218519 w 480245"/>
                <a:gd name="connsiteY33" fmla="*/ 22279 h 159486"/>
                <a:gd name="connsiteX34" fmla="*/ 216896 w 480245"/>
                <a:gd name="connsiteY34" fmla="*/ 24714 h 159486"/>
                <a:gd name="connsiteX35" fmla="*/ 202293 w 480245"/>
                <a:gd name="connsiteY35" fmla="*/ 45011 h 159486"/>
                <a:gd name="connsiteX36" fmla="*/ 195802 w 480245"/>
                <a:gd name="connsiteY36" fmla="*/ 55566 h 159486"/>
                <a:gd name="connsiteX37" fmla="*/ 191746 w 480245"/>
                <a:gd name="connsiteY37" fmla="*/ 62061 h 159486"/>
                <a:gd name="connsiteX38" fmla="*/ 172274 w 480245"/>
                <a:gd name="connsiteY38" fmla="*/ 63685 h 159486"/>
                <a:gd name="connsiteX39" fmla="*/ 145501 w 480245"/>
                <a:gd name="connsiteY39" fmla="*/ 58813 h 159486"/>
                <a:gd name="connsiteX40" fmla="*/ 147124 w 480245"/>
                <a:gd name="connsiteY40" fmla="*/ 49071 h 159486"/>
                <a:gd name="connsiteX41" fmla="*/ 143878 w 480245"/>
                <a:gd name="connsiteY41" fmla="*/ 58002 h 159486"/>
                <a:gd name="connsiteX42" fmla="*/ 143067 w 480245"/>
                <a:gd name="connsiteY42" fmla="*/ 49883 h 159486"/>
                <a:gd name="connsiteX43" fmla="*/ 144690 w 480245"/>
                <a:gd name="connsiteY43" fmla="*/ 45011 h 159486"/>
                <a:gd name="connsiteX44" fmla="*/ 142256 w 480245"/>
                <a:gd name="connsiteY44" fmla="*/ 44200 h 159486"/>
                <a:gd name="connsiteX45" fmla="*/ 130897 w 480245"/>
                <a:gd name="connsiteY45" fmla="*/ 13348 h 159486"/>
                <a:gd name="connsiteX46" fmla="*/ 111426 w 480245"/>
                <a:gd name="connsiteY46" fmla="*/ 6041 h 159486"/>
                <a:gd name="connsiteX47" fmla="*/ 105747 w 480245"/>
                <a:gd name="connsiteY47" fmla="*/ 7665 h 159486"/>
                <a:gd name="connsiteX48" fmla="*/ 107369 w 480245"/>
                <a:gd name="connsiteY48" fmla="*/ 33645 h 159486"/>
                <a:gd name="connsiteX49" fmla="*/ 113860 w 480245"/>
                <a:gd name="connsiteY49" fmla="*/ 58002 h 159486"/>
                <a:gd name="connsiteX50" fmla="*/ 74916 w 480245"/>
                <a:gd name="connsiteY50" fmla="*/ 109962 h 159486"/>
                <a:gd name="connsiteX51" fmla="*/ 31106 w 480245"/>
                <a:gd name="connsiteY51" fmla="*/ 137566 h 159486"/>
                <a:gd name="connsiteX52" fmla="*/ 31917 w 480245"/>
                <a:gd name="connsiteY52" fmla="*/ 122952 h 159486"/>
                <a:gd name="connsiteX53" fmla="*/ 60313 w 480245"/>
                <a:gd name="connsiteY53" fmla="*/ 80734 h 159486"/>
                <a:gd name="connsiteX54" fmla="*/ 61124 w 480245"/>
                <a:gd name="connsiteY54" fmla="*/ 79922 h 159486"/>
                <a:gd name="connsiteX55" fmla="*/ 92765 w 480245"/>
                <a:gd name="connsiteY55" fmla="*/ 53130 h 159486"/>
                <a:gd name="connsiteX56" fmla="*/ 78162 w 480245"/>
                <a:gd name="connsiteY56" fmla="*/ 26338 h 159486"/>
                <a:gd name="connsiteX57" fmla="*/ 36785 w 480245"/>
                <a:gd name="connsiteY57" fmla="*/ 47447 h 159486"/>
                <a:gd name="connsiteX58" fmla="*/ 10823 w 480245"/>
                <a:gd name="connsiteY58" fmla="*/ 84794 h 159486"/>
                <a:gd name="connsiteX59" fmla="*/ 9200 w 480245"/>
                <a:gd name="connsiteY59" fmla="*/ 88853 h 159486"/>
                <a:gd name="connsiteX60" fmla="*/ 5143 w 480245"/>
                <a:gd name="connsiteY60" fmla="*/ 99407 h 159486"/>
                <a:gd name="connsiteX61" fmla="*/ 1898 w 480245"/>
                <a:gd name="connsiteY61" fmla="*/ 130259 h 159486"/>
                <a:gd name="connsiteX62" fmla="*/ 9200 w 480245"/>
                <a:gd name="connsiteY62" fmla="*/ 142437 h 159486"/>
                <a:gd name="connsiteX63" fmla="*/ 12445 w 480245"/>
                <a:gd name="connsiteY63" fmla="*/ 146496 h 159486"/>
                <a:gd name="connsiteX64" fmla="*/ 42464 w 480245"/>
                <a:gd name="connsiteY64" fmla="*/ 159487 h 159486"/>
                <a:gd name="connsiteX65" fmla="*/ 61124 w 480245"/>
                <a:gd name="connsiteY65" fmla="*/ 153804 h 159486"/>
                <a:gd name="connsiteX66" fmla="*/ 69238 w 480245"/>
                <a:gd name="connsiteY66" fmla="*/ 149744 h 159486"/>
                <a:gd name="connsiteX67" fmla="*/ 117105 w 480245"/>
                <a:gd name="connsiteY67" fmla="*/ 108338 h 159486"/>
                <a:gd name="connsiteX68" fmla="*/ 119539 w 480245"/>
                <a:gd name="connsiteY68" fmla="*/ 104279 h 159486"/>
                <a:gd name="connsiteX69" fmla="*/ 129275 w 480245"/>
                <a:gd name="connsiteY69" fmla="*/ 89665 h 159486"/>
                <a:gd name="connsiteX70" fmla="*/ 133331 w 480245"/>
                <a:gd name="connsiteY70" fmla="*/ 83170 h 159486"/>
                <a:gd name="connsiteX71" fmla="*/ 155237 w 480245"/>
                <a:gd name="connsiteY71" fmla="*/ 87229 h 159486"/>
                <a:gd name="connsiteX72" fmla="*/ 182010 w 480245"/>
                <a:gd name="connsiteY72" fmla="*/ 83170 h 159486"/>
                <a:gd name="connsiteX73" fmla="*/ 177953 w 480245"/>
                <a:gd name="connsiteY73" fmla="*/ 110774 h 159486"/>
                <a:gd name="connsiteX74" fmla="*/ 186067 w 480245"/>
                <a:gd name="connsiteY74" fmla="*/ 127011 h 159486"/>
                <a:gd name="connsiteX75" fmla="*/ 190123 w 480245"/>
                <a:gd name="connsiteY75" fmla="*/ 131071 h 159486"/>
                <a:gd name="connsiteX76" fmla="*/ 213652 w 480245"/>
                <a:gd name="connsiteY76" fmla="*/ 147308 h 159486"/>
                <a:gd name="connsiteX77" fmla="*/ 229878 w 480245"/>
                <a:gd name="connsiteY77" fmla="*/ 137566 h 159486"/>
                <a:gd name="connsiteX78" fmla="*/ 292349 w 480245"/>
                <a:gd name="connsiteY78" fmla="*/ 71804 h 159486"/>
                <a:gd name="connsiteX79" fmla="*/ 291538 w 480245"/>
                <a:gd name="connsiteY79" fmla="*/ 88853 h 159486"/>
                <a:gd name="connsiteX80" fmla="*/ 314254 w 480245"/>
                <a:gd name="connsiteY80" fmla="*/ 118081 h 159486"/>
                <a:gd name="connsiteX81" fmla="*/ 337783 w 480245"/>
                <a:gd name="connsiteY81" fmla="*/ 123764 h 159486"/>
                <a:gd name="connsiteX82" fmla="*/ 345896 w 480245"/>
                <a:gd name="connsiteY82" fmla="*/ 126199 h 159486"/>
                <a:gd name="connsiteX83" fmla="*/ 386462 w 480245"/>
                <a:gd name="connsiteY83" fmla="*/ 120516 h 159486"/>
                <a:gd name="connsiteX84" fmla="*/ 397820 w 480245"/>
                <a:gd name="connsiteY84" fmla="*/ 114021 h 159486"/>
                <a:gd name="connsiteX85" fmla="*/ 424594 w 480245"/>
                <a:gd name="connsiteY85" fmla="*/ 100219 h 159486"/>
                <a:gd name="connsiteX86" fmla="*/ 422160 w 480245"/>
                <a:gd name="connsiteY86" fmla="*/ 99407 h 159486"/>
                <a:gd name="connsiteX87" fmla="*/ 408367 w 480245"/>
                <a:gd name="connsiteY87" fmla="*/ 105091 h 159486"/>
                <a:gd name="connsiteX88" fmla="*/ 406744 w 480245"/>
                <a:gd name="connsiteY88" fmla="*/ 104279 h 159486"/>
                <a:gd name="connsiteX89" fmla="*/ 414047 w 480245"/>
                <a:gd name="connsiteY89" fmla="*/ 100219 h 159486"/>
                <a:gd name="connsiteX90" fmla="*/ 421348 w 480245"/>
                <a:gd name="connsiteY90" fmla="*/ 95348 h 159486"/>
                <a:gd name="connsiteX91" fmla="*/ 426216 w 480245"/>
                <a:gd name="connsiteY91" fmla="*/ 91289 h 159486"/>
                <a:gd name="connsiteX92" fmla="*/ 429461 w 480245"/>
                <a:gd name="connsiteY92" fmla="*/ 88853 h 159486"/>
                <a:gd name="connsiteX93" fmla="*/ 427838 w 480245"/>
                <a:gd name="connsiteY93" fmla="*/ 88041 h 159486"/>
                <a:gd name="connsiteX94" fmla="*/ 429461 w 480245"/>
                <a:gd name="connsiteY94" fmla="*/ 86417 h 159486"/>
                <a:gd name="connsiteX95" fmla="*/ 436763 w 480245"/>
                <a:gd name="connsiteY95" fmla="*/ 80734 h 159486"/>
                <a:gd name="connsiteX96" fmla="*/ 444065 w 480245"/>
                <a:gd name="connsiteY96" fmla="*/ 75051 h 159486"/>
                <a:gd name="connsiteX97" fmla="*/ 466782 w 480245"/>
                <a:gd name="connsiteY97" fmla="*/ 51507 h 159486"/>
                <a:gd name="connsiteX98" fmla="*/ 467593 w 480245"/>
                <a:gd name="connsiteY98" fmla="*/ 49883 h 159486"/>
                <a:gd name="connsiteX99" fmla="*/ 474895 w 480245"/>
                <a:gd name="connsiteY99" fmla="*/ 45823 h 159486"/>
                <a:gd name="connsiteX100" fmla="*/ 478952 w 480245"/>
                <a:gd name="connsiteY100" fmla="*/ 40952 h 159486"/>
                <a:gd name="connsiteX101" fmla="*/ 203916 w 480245"/>
                <a:gd name="connsiteY101" fmla="*/ 52319 h 159486"/>
                <a:gd name="connsiteX102" fmla="*/ 202293 w 480245"/>
                <a:gd name="connsiteY102" fmla="*/ 53942 h 159486"/>
                <a:gd name="connsiteX103" fmla="*/ 203105 w 480245"/>
                <a:gd name="connsiteY103" fmla="*/ 57190 h 159486"/>
                <a:gd name="connsiteX104" fmla="*/ 203916 w 480245"/>
                <a:gd name="connsiteY104" fmla="*/ 58813 h 159486"/>
                <a:gd name="connsiteX105" fmla="*/ 203105 w 480245"/>
                <a:gd name="connsiteY105" fmla="*/ 59625 h 159486"/>
                <a:gd name="connsiteX106" fmla="*/ 202293 w 480245"/>
                <a:gd name="connsiteY106" fmla="*/ 59625 h 159486"/>
                <a:gd name="connsiteX107" fmla="*/ 201482 w 480245"/>
                <a:gd name="connsiteY107" fmla="*/ 59625 h 159486"/>
                <a:gd name="connsiteX108" fmla="*/ 199048 w 480245"/>
                <a:gd name="connsiteY108" fmla="*/ 60437 h 159486"/>
                <a:gd name="connsiteX109" fmla="*/ 196614 w 480245"/>
                <a:gd name="connsiteY109" fmla="*/ 61249 h 159486"/>
                <a:gd name="connsiteX110" fmla="*/ 196614 w 480245"/>
                <a:gd name="connsiteY110" fmla="*/ 60437 h 159486"/>
                <a:gd name="connsiteX111" fmla="*/ 205538 w 480245"/>
                <a:gd name="connsiteY111" fmla="*/ 46635 h 159486"/>
                <a:gd name="connsiteX112" fmla="*/ 208783 w 480245"/>
                <a:gd name="connsiteY112" fmla="*/ 42576 h 159486"/>
                <a:gd name="connsiteX113" fmla="*/ 212840 w 480245"/>
                <a:gd name="connsiteY113" fmla="*/ 38516 h 159486"/>
                <a:gd name="connsiteX114" fmla="*/ 214463 w 480245"/>
                <a:gd name="connsiteY114" fmla="*/ 37705 h 159486"/>
                <a:gd name="connsiteX115" fmla="*/ 220953 w 480245"/>
                <a:gd name="connsiteY115" fmla="*/ 25526 h 159486"/>
                <a:gd name="connsiteX116" fmla="*/ 220953 w 480245"/>
                <a:gd name="connsiteY116" fmla="*/ 27150 h 159486"/>
                <a:gd name="connsiteX117" fmla="*/ 222576 w 480245"/>
                <a:gd name="connsiteY117" fmla="*/ 27962 h 159486"/>
                <a:gd name="connsiteX118" fmla="*/ 223387 w 480245"/>
                <a:gd name="connsiteY118" fmla="*/ 24714 h 159486"/>
                <a:gd name="connsiteX119" fmla="*/ 224199 w 480245"/>
                <a:gd name="connsiteY119" fmla="*/ 19843 h 159486"/>
                <a:gd name="connsiteX120" fmla="*/ 226632 w 480245"/>
                <a:gd name="connsiteY120" fmla="*/ 20655 h 159486"/>
                <a:gd name="connsiteX121" fmla="*/ 225010 w 480245"/>
                <a:gd name="connsiteY121" fmla="*/ 23091 h 159486"/>
                <a:gd name="connsiteX122" fmla="*/ 225010 w 480245"/>
                <a:gd name="connsiteY122" fmla="*/ 23903 h 159486"/>
                <a:gd name="connsiteX123" fmla="*/ 227444 w 480245"/>
                <a:gd name="connsiteY123" fmla="*/ 19031 h 159486"/>
                <a:gd name="connsiteX124" fmla="*/ 231501 w 480245"/>
                <a:gd name="connsiteY124" fmla="*/ 11725 h 159486"/>
                <a:gd name="connsiteX125" fmla="*/ 237991 w 480245"/>
                <a:gd name="connsiteY125" fmla="*/ 8477 h 159486"/>
                <a:gd name="connsiteX126" fmla="*/ 237179 w 480245"/>
                <a:gd name="connsiteY126" fmla="*/ 13348 h 159486"/>
                <a:gd name="connsiteX127" fmla="*/ 233934 w 480245"/>
                <a:gd name="connsiteY127" fmla="*/ 16596 h 159486"/>
                <a:gd name="connsiteX128" fmla="*/ 231501 w 480245"/>
                <a:gd name="connsiteY128" fmla="*/ 19843 h 159486"/>
                <a:gd name="connsiteX129" fmla="*/ 230689 w 480245"/>
                <a:gd name="connsiteY129" fmla="*/ 21467 h 159486"/>
                <a:gd name="connsiteX130" fmla="*/ 228255 w 480245"/>
                <a:gd name="connsiteY130" fmla="*/ 24714 h 159486"/>
                <a:gd name="connsiteX131" fmla="*/ 225821 w 480245"/>
                <a:gd name="connsiteY131" fmla="*/ 29586 h 159486"/>
                <a:gd name="connsiteX132" fmla="*/ 220953 w 480245"/>
                <a:gd name="connsiteY132" fmla="*/ 32022 h 159486"/>
                <a:gd name="connsiteX133" fmla="*/ 216896 w 480245"/>
                <a:gd name="connsiteY133" fmla="*/ 32833 h 159486"/>
                <a:gd name="connsiteX134" fmla="*/ 218519 w 480245"/>
                <a:gd name="connsiteY134" fmla="*/ 34457 h 159486"/>
                <a:gd name="connsiteX135" fmla="*/ 220953 w 480245"/>
                <a:gd name="connsiteY135" fmla="*/ 36081 h 159486"/>
                <a:gd name="connsiteX136" fmla="*/ 218519 w 480245"/>
                <a:gd name="connsiteY136" fmla="*/ 36893 h 159486"/>
                <a:gd name="connsiteX137" fmla="*/ 216896 w 480245"/>
                <a:gd name="connsiteY137" fmla="*/ 36893 h 159486"/>
                <a:gd name="connsiteX138" fmla="*/ 216085 w 480245"/>
                <a:gd name="connsiteY138" fmla="*/ 43388 h 159486"/>
                <a:gd name="connsiteX139" fmla="*/ 212029 w 480245"/>
                <a:gd name="connsiteY139" fmla="*/ 42576 h 159486"/>
                <a:gd name="connsiteX140" fmla="*/ 212029 w 480245"/>
                <a:gd name="connsiteY140" fmla="*/ 44200 h 159486"/>
                <a:gd name="connsiteX141" fmla="*/ 212029 w 480245"/>
                <a:gd name="connsiteY141" fmla="*/ 49883 h 159486"/>
                <a:gd name="connsiteX142" fmla="*/ 211218 w 480245"/>
                <a:gd name="connsiteY142" fmla="*/ 52319 h 159486"/>
                <a:gd name="connsiteX143" fmla="*/ 208783 w 480245"/>
                <a:gd name="connsiteY143" fmla="*/ 54754 h 159486"/>
                <a:gd name="connsiteX144" fmla="*/ 203916 w 480245"/>
                <a:gd name="connsiteY144" fmla="*/ 52319 h 1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480245" h="159486">
                  <a:moveTo>
                    <a:pt x="478952" y="40952"/>
                  </a:moveTo>
                  <a:cubicBezTo>
                    <a:pt x="477329" y="40952"/>
                    <a:pt x="474084" y="41764"/>
                    <a:pt x="471650" y="43388"/>
                  </a:cubicBezTo>
                  <a:cubicBezTo>
                    <a:pt x="466782" y="46635"/>
                    <a:pt x="462725" y="48259"/>
                    <a:pt x="448933" y="55566"/>
                  </a:cubicBezTo>
                  <a:cubicBezTo>
                    <a:pt x="444876" y="58002"/>
                    <a:pt x="440820" y="60437"/>
                    <a:pt x="439197" y="61249"/>
                  </a:cubicBezTo>
                  <a:cubicBezTo>
                    <a:pt x="435141" y="63685"/>
                    <a:pt x="398631" y="83170"/>
                    <a:pt x="392952" y="84794"/>
                  </a:cubicBezTo>
                  <a:cubicBezTo>
                    <a:pt x="390518" y="85605"/>
                    <a:pt x="386462" y="87229"/>
                    <a:pt x="384839" y="88041"/>
                  </a:cubicBezTo>
                  <a:cubicBezTo>
                    <a:pt x="379160" y="90477"/>
                    <a:pt x="362933" y="96972"/>
                    <a:pt x="353198" y="99407"/>
                  </a:cubicBezTo>
                  <a:cubicBezTo>
                    <a:pt x="348330" y="101031"/>
                    <a:pt x="341839" y="101843"/>
                    <a:pt x="335349" y="101843"/>
                  </a:cubicBezTo>
                  <a:cubicBezTo>
                    <a:pt x="329670" y="101843"/>
                    <a:pt x="324802" y="101031"/>
                    <a:pt x="323179" y="99407"/>
                  </a:cubicBezTo>
                  <a:cubicBezTo>
                    <a:pt x="321556" y="97784"/>
                    <a:pt x="319934" y="88853"/>
                    <a:pt x="321556" y="75051"/>
                  </a:cubicBezTo>
                  <a:cubicBezTo>
                    <a:pt x="322367" y="68556"/>
                    <a:pt x="331292" y="46635"/>
                    <a:pt x="337783" y="31210"/>
                  </a:cubicBezTo>
                  <a:cubicBezTo>
                    <a:pt x="341839" y="20655"/>
                    <a:pt x="336972" y="13348"/>
                    <a:pt x="328858" y="9289"/>
                  </a:cubicBezTo>
                  <a:cubicBezTo>
                    <a:pt x="328858" y="9289"/>
                    <a:pt x="328858" y="8477"/>
                    <a:pt x="328047" y="8477"/>
                  </a:cubicBezTo>
                  <a:cubicBezTo>
                    <a:pt x="326424" y="6853"/>
                    <a:pt x="324802" y="6041"/>
                    <a:pt x="323179" y="6041"/>
                  </a:cubicBezTo>
                  <a:cubicBezTo>
                    <a:pt x="321556" y="6041"/>
                    <a:pt x="319123" y="6853"/>
                    <a:pt x="317500" y="8477"/>
                  </a:cubicBezTo>
                  <a:cubicBezTo>
                    <a:pt x="315066" y="10913"/>
                    <a:pt x="311820" y="12536"/>
                    <a:pt x="311009" y="11725"/>
                  </a:cubicBezTo>
                  <a:cubicBezTo>
                    <a:pt x="310198" y="11725"/>
                    <a:pt x="309387" y="11725"/>
                    <a:pt x="310198" y="12536"/>
                  </a:cubicBezTo>
                  <a:cubicBezTo>
                    <a:pt x="310198" y="13348"/>
                    <a:pt x="307764" y="16596"/>
                    <a:pt x="303707" y="20655"/>
                  </a:cubicBezTo>
                  <a:cubicBezTo>
                    <a:pt x="299651" y="24714"/>
                    <a:pt x="289104" y="36081"/>
                    <a:pt x="280991" y="47447"/>
                  </a:cubicBezTo>
                  <a:cubicBezTo>
                    <a:pt x="261519" y="71804"/>
                    <a:pt x="255028" y="83982"/>
                    <a:pt x="238802" y="100219"/>
                  </a:cubicBezTo>
                  <a:cubicBezTo>
                    <a:pt x="231501" y="107526"/>
                    <a:pt x="225010" y="113210"/>
                    <a:pt x="224199" y="112398"/>
                  </a:cubicBezTo>
                  <a:cubicBezTo>
                    <a:pt x="223387" y="112398"/>
                    <a:pt x="223387" y="112398"/>
                    <a:pt x="223387" y="113210"/>
                  </a:cubicBezTo>
                  <a:cubicBezTo>
                    <a:pt x="223387" y="114021"/>
                    <a:pt x="222576" y="115645"/>
                    <a:pt x="220953" y="115645"/>
                  </a:cubicBezTo>
                  <a:cubicBezTo>
                    <a:pt x="219331" y="115645"/>
                    <a:pt x="217708" y="117269"/>
                    <a:pt x="216896" y="118081"/>
                  </a:cubicBezTo>
                  <a:cubicBezTo>
                    <a:pt x="212840" y="122140"/>
                    <a:pt x="209595" y="123764"/>
                    <a:pt x="207972" y="123764"/>
                  </a:cubicBezTo>
                  <a:cubicBezTo>
                    <a:pt x="206349" y="123764"/>
                    <a:pt x="205538" y="122952"/>
                    <a:pt x="205538" y="121328"/>
                  </a:cubicBezTo>
                  <a:cubicBezTo>
                    <a:pt x="204727" y="114021"/>
                    <a:pt x="213652" y="97784"/>
                    <a:pt x="237179" y="66120"/>
                  </a:cubicBezTo>
                  <a:cubicBezTo>
                    <a:pt x="242048" y="59625"/>
                    <a:pt x="246915" y="53130"/>
                    <a:pt x="246915" y="51507"/>
                  </a:cubicBezTo>
                  <a:cubicBezTo>
                    <a:pt x="246915" y="50695"/>
                    <a:pt x="251783" y="44200"/>
                    <a:pt x="258274" y="37705"/>
                  </a:cubicBezTo>
                  <a:cubicBezTo>
                    <a:pt x="269632" y="25526"/>
                    <a:pt x="272066" y="20655"/>
                    <a:pt x="271255" y="12536"/>
                  </a:cubicBezTo>
                  <a:cubicBezTo>
                    <a:pt x="271255" y="10101"/>
                    <a:pt x="260708" y="358"/>
                    <a:pt x="257462" y="358"/>
                  </a:cubicBezTo>
                  <a:cubicBezTo>
                    <a:pt x="246915" y="-1266"/>
                    <a:pt x="233934" y="2794"/>
                    <a:pt x="229066" y="9289"/>
                  </a:cubicBezTo>
                  <a:cubicBezTo>
                    <a:pt x="227444" y="10913"/>
                    <a:pt x="225010" y="14160"/>
                    <a:pt x="222576" y="16596"/>
                  </a:cubicBezTo>
                  <a:cubicBezTo>
                    <a:pt x="220142" y="19031"/>
                    <a:pt x="218519" y="21467"/>
                    <a:pt x="218519" y="22279"/>
                  </a:cubicBezTo>
                  <a:cubicBezTo>
                    <a:pt x="218519" y="23091"/>
                    <a:pt x="217708" y="23903"/>
                    <a:pt x="216896" y="24714"/>
                  </a:cubicBezTo>
                  <a:cubicBezTo>
                    <a:pt x="215274" y="26338"/>
                    <a:pt x="207161" y="37705"/>
                    <a:pt x="202293" y="45011"/>
                  </a:cubicBezTo>
                  <a:cubicBezTo>
                    <a:pt x="200670" y="48259"/>
                    <a:pt x="197425" y="53130"/>
                    <a:pt x="195802" y="55566"/>
                  </a:cubicBezTo>
                  <a:cubicBezTo>
                    <a:pt x="194180" y="58002"/>
                    <a:pt x="193369" y="59625"/>
                    <a:pt x="191746" y="62061"/>
                  </a:cubicBezTo>
                  <a:cubicBezTo>
                    <a:pt x="185256" y="62873"/>
                    <a:pt x="178765" y="63685"/>
                    <a:pt x="172274" y="63685"/>
                  </a:cubicBezTo>
                  <a:cubicBezTo>
                    <a:pt x="163350" y="63685"/>
                    <a:pt x="153614" y="62061"/>
                    <a:pt x="145501" y="58813"/>
                  </a:cubicBezTo>
                  <a:cubicBezTo>
                    <a:pt x="146312" y="55566"/>
                    <a:pt x="147124" y="52319"/>
                    <a:pt x="147124" y="49071"/>
                  </a:cubicBezTo>
                  <a:cubicBezTo>
                    <a:pt x="147935" y="32022"/>
                    <a:pt x="144690" y="58002"/>
                    <a:pt x="143878" y="58002"/>
                  </a:cubicBezTo>
                  <a:cubicBezTo>
                    <a:pt x="140633" y="59625"/>
                    <a:pt x="145501" y="49883"/>
                    <a:pt x="143067" y="49883"/>
                  </a:cubicBezTo>
                  <a:cubicBezTo>
                    <a:pt x="138199" y="50695"/>
                    <a:pt x="144690" y="47447"/>
                    <a:pt x="144690" y="45011"/>
                  </a:cubicBezTo>
                  <a:cubicBezTo>
                    <a:pt x="145501" y="40952"/>
                    <a:pt x="142256" y="44200"/>
                    <a:pt x="142256" y="44200"/>
                  </a:cubicBezTo>
                  <a:cubicBezTo>
                    <a:pt x="139010" y="45011"/>
                    <a:pt x="145501" y="24714"/>
                    <a:pt x="130897" y="13348"/>
                  </a:cubicBezTo>
                  <a:cubicBezTo>
                    <a:pt x="126841" y="10101"/>
                    <a:pt x="117916" y="6041"/>
                    <a:pt x="111426" y="6041"/>
                  </a:cubicBezTo>
                  <a:cubicBezTo>
                    <a:pt x="108992" y="6041"/>
                    <a:pt x="107369" y="6041"/>
                    <a:pt x="105747" y="7665"/>
                  </a:cubicBezTo>
                  <a:cubicBezTo>
                    <a:pt x="101690" y="10913"/>
                    <a:pt x="106558" y="29586"/>
                    <a:pt x="107369" y="33645"/>
                  </a:cubicBezTo>
                  <a:cubicBezTo>
                    <a:pt x="108992" y="41764"/>
                    <a:pt x="112237" y="51507"/>
                    <a:pt x="113860" y="58002"/>
                  </a:cubicBezTo>
                  <a:cubicBezTo>
                    <a:pt x="115482" y="65308"/>
                    <a:pt x="80596" y="102655"/>
                    <a:pt x="74916" y="109962"/>
                  </a:cubicBezTo>
                  <a:cubicBezTo>
                    <a:pt x="65992" y="119704"/>
                    <a:pt x="43275" y="135942"/>
                    <a:pt x="31106" y="137566"/>
                  </a:cubicBezTo>
                  <a:cubicBezTo>
                    <a:pt x="28672" y="137566"/>
                    <a:pt x="28672" y="132695"/>
                    <a:pt x="31917" y="122952"/>
                  </a:cubicBezTo>
                  <a:cubicBezTo>
                    <a:pt x="36785" y="109150"/>
                    <a:pt x="48143" y="89665"/>
                    <a:pt x="60313" y="80734"/>
                  </a:cubicBezTo>
                  <a:lnTo>
                    <a:pt x="61124" y="79922"/>
                  </a:lnTo>
                  <a:cubicBezTo>
                    <a:pt x="72482" y="68556"/>
                    <a:pt x="82218" y="63685"/>
                    <a:pt x="92765" y="53130"/>
                  </a:cubicBezTo>
                  <a:cubicBezTo>
                    <a:pt x="109803" y="36893"/>
                    <a:pt x="97634" y="26338"/>
                    <a:pt x="78162" y="26338"/>
                  </a:cubicBezTo>
                  <a:cubicBezTo>
                    <a:pt x="57879" y="26338"/>
                    <a:pt x="49766" y="32833"/>
                    <a:pt x="36785" y="47447"/>
                  </a:cubicBezTo>
                  <a:cubicBezTo>
                    <a:pt x="27049" y="58813"/>
                    <a:pt x="18936" y="71804"/>
                    <a:pt x="10823" y="84794"/>
                  </a:cubicBezTo>
                  <a:cubicBezTo>
                    <a:pt x="10011" y="86417"/>
                    <a:pt x="8389" y="88041"/>
                    <a:pt x="9200" y="88853"/>
                  </a:cubicBezTo>
                  <a:cubicBezTo>
                    <a:pt x="9200" y="89665"/>
                    <a:pt x="7577" y="93724"/>
                    <a:pt x="5143" y="99407"/>
                  </a:cubicBezTo>
                  <a:cubicBezTo>
                    <a:pt x="-536" y="113210"/>
                    <a:pt x="-1347" y="119704"/>
                    <a:pt x="1898" y="130259"/>
                  </a:cubicBezTo>
                  <a:cubicBezTo>
                    <a:pt x="4332" y="138378"/>
                    <a:pt x="8389" y="144873"/>
                    <a:pt x="9200" y="142437"/>
                  </a:cubicBezTo>
                  <a:cubicBezTo>
                    <a:pt x="9200" y="141625"/>
                    <a:pt x="10823" y="144061"/>
                    <a:pt x="12445" y="146496"/>
                  </a:cubicBezTo>
                  <a:cubicBezTo>
                    <a:pt x="21370" y="153804"/>
                    <a:pt x="31917" y="159487"/>
                    <a:pt x="42464" y="159487"/>
                  </a:cubicBezTo>
                  <a:cubicBezTo>
                    <a:pt x="48955" y="159487"/>
                    <a:pt x="54633" y="157863"/>
                    <a:pt x="61124" y="153804"/>
                  </a:cubicBezTo>
                  <a:cubicBezTo>
                    <a:pt x="63558" y="152180"/>
                    <a:pt x="67615" y="150556"/>
                    <a:pt x="69238" y="149744"/>
                  </a:cubicBezTo>
                  <a:cubicBezTo>
                    <a:pt x="76539" y="147308"/>
                    <a:pt x="117105" y="115645"/>
                    <a:pt x="117105" y="108338"/>
                  </a:cubicBezTo>
                  <a:cubicBezTo>
                    <a:pt x="117105" y="107526"/>
                    <a:pt x="117916" y="105902"/>
                    <a:pt x="119539" y="104279"/>
                  </a:cubicBezTo>
                  <a:cubicBezTo>
                    <a:pt x="121973" y="101031"/>
                    <a:pt x="123595" y="99407"/>
                    <a:pt x="129275" y="89665"/>
                  </a:cubicBezTo>
                  <a:cubicBezTo>
                    <a:pt x="130897" y="87229"/>
                    <a:pt x="132520" y="84794"/>
                    <a:pt x="133331" y="83170"/>
                  </a:cubicBezTo>
                  <a:cubicBezTo>
                    <a:pt x="139822" y="86417"/>
                    <a:pt x="147935" y="87229"/>
                    <a:pt x="155237" y="87229"/>
                  </a:cubicBezTo>
                  <a:cubicBezTo>
                    <a:pt x="163350" y="87229"/>
                    <a:pt x="173086" y="85605"/>
                    <a:pt x="182010" y="83170"/>
                  </a:cubicBezTo>
                  <a:cubicBezTo>
                    <a:pt x="177953" y="93724"/>
                    <a:pt x="177142" y="102655"/>
                    <a:pt x="177953" y="110774"/>
                  </a:cubicBezTo>
                  <a:cubicBezTo>
                    <a:pt x="178765" y="118893"/>
                    <a:pt x="183633" y="128635"/>
                    <a:pt x="186067" y="127011"/>
                  </a:cubicBezTo>
                  <a:cubicBezTo>
                    <a:pt x="186067" y="127011"/>
                    <a:pt x="188500" y="128635"/>
                    <a:pt x="190123" y="131071"/>
                  </a:cubicBezTo>
                  <a:cubicBezTo>
                    <a:pt x="196614" y="140001"/>
                    <a:pt x="205538" y="147308"/>
                    <a:pt x="213652" y="147308"/>
                  </a:cubicBezTo>
                  <a:cubicBezTo>
                    <a:pt x="220142" y="147308"/>
                    <a:pt x="223387" y="143249"/>
                    <a:pt x="229878" y="137566"/>
                  </a:cubicBezTo>
                  <a:cubicBezTo>
                    <a:pt x="248538" y="123764"/>
                    <a:pt x="273689" y="91289"/>
                    <a:pt x="292349" y="71804"/>
                  </a:cubicBezTo>
                  <a:cubicBezTo>
                    <a:pt x="290726" y="79110"/>
                    <a:pt x="290726" y="84794"/>
                    <a:pt x="291538" y="88853"/>
                  </a:cubicBezTo>
                  <a:cubicBezTo>
                    <a:pt x="295594" y="101843"/>
                    <a:pt x="304519" y="109962"/>
                    <a:pt x="314254" y="118081"/>
                  </a:cubicBezTo>
                  <a:cubicBezTo>
                    <a:pt x="322367" y="125388"/>
                    <a:pt x="330481" y="122952"/>
                    <a:pt x="337783" y="123764"/>
                  </a:cubicBezTo>
                  <a:cubicBezTo>
                    <a:pt x="341028" y="123764"/>
                    <a:pt x="344273" y="125388"/>
                    <a:pt x="345896" y="126199"/>
                  </a:cubicBezTo>
                  <a:cubicBezTo>
                    <a:pt x="350764" y="127823"/>
                    <a:pt x="382405" y="124576"/>
                    <a:pt x="386462" y="120516"/>
                  </a:cubicBezTo>
                  <a:cubicBezTo>
                    <a:pt x="387273" y="118893"/>
                    <a:pt x="392952" y="116457"/>
                    <a:pt x="397820" y="114021"/>
                  </a:cubicBezTo>
                  <a:cubicBezTo>
                    <a:pt x="414047" y="106714"/>
                    <a:pt x="421348" y="102655"/>
                    <a:pt x="424594" y="100219"/>
                  </a:cubicBezTo>
                  <a:cubicBezTo>
                    <a:pt x="427838" y="97784"/>
                    <a:pt x="427838" y="97784"/>
                    <a:pt x="422160" y="99407"/>
                  </a:cubicBezTo>
                  <a:cubicBezTo>
                    <a:pt x="417291" y="101843"/>
                    <a:pt x="413235" y="102655"/>
                    <a:pt x="408367" y="105091"/>
                  </a:cubicBezTo>
                  <a:cubicBezTo>
                    <a:pt x="407556" y="105091"/>
                    <a:pt x="406744" y="105091"/>
                    <a:pt x="406744" y="104279"/>
                  </a:cubicBezTo>
                  <a:cubicBezTo>
                    <a:pt x="406744" y="103467"/>
                    <a:pt x="410801" y="101843"/>
                    <a:pt x="414047" y="100219"/>
                  </a:cubicBezTo>
                  <a:cubicBezTo>
                    <a:pt x="418103" y="97784"/>
                    <a:pt x="421348" y="96160"/>
                    <a:pt x="421348" y="95348"/>
                  </a:cubicBezTo>
                  <a:cubicBezTo>
                    <a:pt x="421348" y="94536"/>
                    <a:pt x="423782" y="92913"/>
                    <a:pt x="426216" y="91289"/>
                  </a:cubicBezTo>
                  <a:cubicBezTo>
                    <a:pt x="428650" y="89665"/>
                    <a:pt x="430273" y="88853"/>
                    <a:pt x="429461" y="88853"/>
                  </a:cubicBezTo>
                  <a:cubicBezTo>
                    <a:pt x="428650" y="88853"/>
                    <a:pt x="427838" y="88041"/>
                    <a:pt x="427838" y="88041"/>
                  </a:cubicBezTo>
                  <a:cubicBezTo>
                    <a:pt x="427838" y="87229"/>
                    <a:pt x="428650" y="86417"/>
                    <a:pt x="429461" y="86417"/>
                  </a:cubicBezTo>
                  <a:cubicBezTo>
                    <a:pt x="430273" y="86417"/>
                    <a:pt x="434329" y="83982"/>
                    <a:pt x="436763" y="80734"/>
                  </a:cubicBezTo>
                  <a:cubicBezTo>
                    <a:pt x="440008" y="77487"/>
                    <a:pt x="443254" y="75051"/>
                    <a:pt x="444065" y="75051"/>
                  </a:cubicBezTo>
                  <a:cubicBezTo>
                    <a:pt x="446499" y="75051"/>
                    <a:pt x="467593" y="53130"/>
                    <a:pt x="466782" y="51507"/>
                  </a:cubicBezTo>
                  <a:cubicBezTo>
                    <a:pt x="466782" y="50695"/>
                    <a:pt x="466782" y="49883"/>
                    <a:pt x="467593" y="49883"/>
                  </a:cubicBezTo>
                  <a:cubicBezTo>
                    <a:pt x="468404" y="49883"/>
                    <a:pt x="471650" y="48259"/>
                    <a:pt x="474895" y="45823"/>
                  </a:cubicBezTo>
                  <a:cubicBezTo>
                    <a:pt x="480574" y="42576"/>
                    <a:pt x="481386" y="40952"/>
                    <a:pt x="478952" y="40952"/>
                  </a:cubicBezTo>
                  <a:close/>
                  <a:moveTo>
                    <a:pt x="203916" y="52319"/>
                  </a:moveTo>
                  <a:cubicBezTo>
                    <a:pt x="202293" y="49883"/>
                    <a:pt x="202293" y="49883"/>
                    <a:pt x="202293" y="53942"/>
                  </a:cubicBezTo>
                  <a:cubicBezTo>
                    <a:pt x="202293" y="56378"/>
                    <a:pt x="202293" y="57190"/>
                    <a:pt x="203105" y="57190"/>
                  </a:cubicBezTo>
                  <a:cubicBezTo>
                    <a:pt x="203916" y="57190"/>
                    <a:pt x="204727" y="57190"/>
                    <a:pt x="203916" y="58813"/>
                  </a:cubicBezTo>
                  <a:cubicBezTo>
                    <a:pt x="203916" y="59625"/>
                    <a:pt x="203105" y="59625"/>
                    <a:pt x="203105" y="59625"/>
                  </a:cubicBezTo>
                  <a:cubicBezTo>
                    <a:pt x="203105" y="59625"/>
                    <a:pt x="203105" y="59625"/>
                    <a:pt x="202293" y="59625"/>
                  </a:cubicBezTo>
                  <a:cubicBezTo>
                    <a:pt x="202293" y="59625"/>
                    <a:pt x="201482" y="59625"/>
                    <a:pt x="201482" y="59625"/>
                  </a:cubicBezTo>
                  <a:cubicBezTo>
                    <a:pt x="201482" y="59625"/>
                    <a:pt x="199859" y="59625"/>
                    <a:pt x="199048" y="60437"/>
                  </a:cubicBezTo>
                  <a:cubicBezTo>
                    <a:pt x="198236" y="60437"/>
                    <a:pt x="197425" y="60437"/>
                    <a:pt x="196614" y="61249"/>
                  </a:cubicBezTo>
                  <a:cubicBezTo>
                    <a:pt x="196614" y="61249"/>
                    <a:pt x="196614" y="60437"/>
                    <a:pt x="196614" y="60437"/>
                  </a:cubicBezTo>
                  <a:cubicBezTo>
                    <a:pt x="195802" y="58813"/>
                    <a:pt x="201482" y="50695"/>
                    <a:pt x="205538" y="46635"/>
                  </a:cubicBezTo>
                  <a:cubicBezTo>
                    <a:pt x="207161" y="45011"/>
                    <a:pt x="208783" y="44200"/>
                    <a:pt x="208783" y="42576"/>
                  </a:cubicBezTo>
                  <a:cubicBezTo>
                    <a:pt x="208783" y="39328"/>
                    <a:pt x="211218" y="36893"/>
                    <a:pt x="212840" y="38516"/>
                  </a:cubicBezTo>
                  <a:cubicBezTo>
                    <a:pt x="213652" y="39328"/>
                    <a:pt x="214463" y="38516"/>
                    <a:pt x="214463" y="37705"/>
                  </a:cubicBezTo>
                  <a:cubicBezTo>
                    <a:pt x="213652" y="35269"/>
                    <a:pt x="219331" y="25526"/>
                    <a:pt x="220953" y="25526"/>
                  </a:cubicBezTo>
                  <a:cubicBezTo>
                    <a:pt x="221765" y="25526"/>
                    <a:pt x="221765" y="26338"/>
                    <a:pt x="220953" y="27150"/>
                  </a:cubicBezTo>
                  <a:cubicBezTo>
                    <a:pt x="220142" y="27962"/>
                    <a:pt x="220953" y="27962"/>
                    <a:pt x="222576" y="27962"/>
                  </a:cubicBezTo>
                  <a:cubicBezTo>
                    <a:pt x="225010" y="27150"/>
                    <a:pt x="225821" y="24714"/>
                    <a:pt x="223387" y="24714"/>
                  </a:cubicBezTo>
                  <a:cubicBezTo>
                    <a:pt x="220953" y="24714"/>
                    <a:pt x="221765" y="21467"/>
                    <a:pt x="224199" y="19843"/>
                  </a:cubicBezTo>
                  <a:cubicBezTo>
                    <a:pt x="225821" y="19031"/>
                    <a:pt x="226632" y="19031"/>
                    <a:pt x="226632" y="20655"/>
                  </a:cubicBezTo>
                  <a:cubicBezTo>
                    <a:pt x="226632" y="22279"/>
                    <a:pt x="225821" y="23091"/>
                    <a:pt x="225010" y="23091"/>
                  </a:cubicBezTo>
                  <a:cubicBezTo>
                    <a:pt x="222576" y="23903"/>
                    <a:pt x="222576" y="23903"/>
                    <a:pt x="225010" y="23903"/>
                  </a:cubicBezTo>
                  <a:cubicBezTo>
                    <a:pt x="228255" y="24714"/>
                    <a:pt x="229066" y="22279"/>
                    <a:pt x="227444" y="19031"/>
                  </a:cubicBezTo>
                  <a:cubicBezTo>
                    <a:pt x="226632" y="16596"/>
                    <a:pt x="226632" y="14972"/>
                    <a:pt x="231501" y="11725"/>
                  </a:cubicBezTo>
                  <a:cubicBezTo>
                    <a:pt x="234746" y="9289"/>
                    <a:pt x="237179" y="7665"/>
                    <a:pt x="237991" y="8477"/>
                  </a:cubicBezTo>
                  <a:cubicBezTo>
                    <a:pt x="240425" y="10101"/>
                    <a:pt x="239614" y="13348"/>
                    <a:pt x="237179" y="13348"/>
                  </a:cubicBezTo>
                  <a:cubicBezTo>
                    <a:pt x="236368" y="13348"/>
                    <a:pt x="234746" y="14972"/>
                    <a:pt x="233934" y="16596"/>
                  </a:cubicBezTo>
                  <a:cubicBezTo>
                    <a:pt x="233934" y="18219"/>
                    <a:pt x="232312" y="19843"/>
                    <a:pt x="231501" y="19843"/>
                  </a:cubicBezTo>
                  <a:cubicBezTo>
                    <a:pt x="230689" y="19843"/>
                    <a:pt x="230689" y="20655"/>
                    <a:pt x="230689" y="21467"/>
                  </a:cubicBezTo>
                  <a:cubicBezTo>
                    <a:pt x="230689" y="22279"/>
                    <a:pt x="229066" y="23903"/>
                    <a:pt x="228255" y="24714"/>
                  </a:cubicBezTo>
                  <a:cubicBezTo>
                    <a:pt x="226632" y="26338"/>
                    <a:pt x="225821" y="27962"/>
                    <a:pt x="225821" y="29586"/>
                  </a:cubicBezTo>
                  <a:cubicBezTo>
                    <a:pt x="225010" y="31210"/>
                    <a:pt x="224199" y="32022"/>
                    <a:pt x="220953" y="32022"/>
                  </a:cubicBezTo>
                  <a:cubicBezTo>
                    <a:pt x="219331" y="32022"/>
                    <a:pt x="216896" y="32022"/>
                    <a:pt x="216896" y="32833"/>
                  </a:cubicBezTo>
                  <a:cubicBezTo>
                    <a:pt x="216896" y="33645"/>
                    <a:pt x="217708" y="34457"/>
                    <a:pt x="218519" y="34457"/>
                  </a:cubicBezTo>
                  <a:cubicBezTo>
                    <a:pt x="219331" y="34457"/>
                    <a:pt x="220142" y="35269"/>
                    <a:pt x="220953" y="36081"/>
                  </a:cubicBezTo>
                  <a:cubicBezTo>
                    <a:pt x="221765" y="36893"/>
                    <a:pt x="220953" y="37705"/>
                    <a:pt x="218519" y="36893"/>
                  </a:cubicBezTo>
                  <a:cubicBezTo>
                    <a:pt x="216896" y="36081"/>
                    <a:pt x="216085" y="36081"/>
                    <a:pt x="216896" y="36893"/>
                  </a:cubicBezTo>
                  <a:cubicBezTo>
                    <a:pt x="218519" y="37705"/>
                    <a:pt x="219331" y="41764"/>
                    <a:pt x="216085" y="43388"/>
                  </a:cubicBezTo>
                  <a:cubicBezTo>
                    <a:pt x="214463" y="44200"/>
                    <a:pt x="213652" y="44200"/>
                    <a:pt x="212029" y="42576"/>
                  </a:cubicBezTo>
                  <a:cubicBezTo>
                    <a:pt x="211218" y="40952"/>
                    <a:pt x="210406" y="41764"/>
                    <a:pt x="212029" y="44200"/>
                  </a:cubicBezTo>
                  <a:cubicBezTo>
                    <a:pt x="213652" y="46635"/>
                    <a:pt x="213652" y="48259"/>
                    <a:pt x="212029" y="49883"/>
                  </a:cubicBezTo>
                  <a:cubicBezTo>
                    <a:pt x="211218" y="51507"/>
                    <a:pt x="211218" y="52319"/>
                    <a:pt x="211218" y="52319"/>
                  </a:cubicBezTo>
                  <a:cubicBezTo>
                    <a:pt x="212029" y="52319"/>
                    <a:pt x="210406" y="53942"/>
                    <a:pt x="208783" y="54754"/>
                  </a:cubicBezTo>
                  <a:cubicBezTo>
                    <a:pt x="205538" y="54754"/>
                    <a:pt x="205538" y="54754"/>
                    <a:pt x="203916" y="5231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grpSp>
      <p:sp>
        <p:nvSpPr>
          <p:cNvPr id="2" name="Freeform 3">
            <a:extLst>
              <a:ext uri="{FF2B5EF4-FFF2-40B4-BE49-F238E27FC236}">
                <a16:creationId xmlns:a16="http://schemas.microsoft.com/office/drawing/2014/main" id="{4199C594-C4CC-2140-480D-D6188D7C309A}"/>
              </a:ext>
            </a:extLst>
          </p:cNvPr>
          <p:cNvSpPr/>
          <p:nvPr userDrawn="1"/>
        </p:nvSpPr>
        <p:spPr>
          <a:xfrm>
            <a:off x="4176388" y="3415553"/>
            <a:ext cx="3828780" cy="31853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b="0" i="0" dirty="0">
              <a:latin typeface="Montserrat" pitchFamily="2" charset="77"/>
            </a:endParaRPr>
          </a:p>
        </p:txBody>
      </p:sp>
      <p:grpSp>
        <p:nvGrpSpPr>
          <p:cNvPr id="27" name="Graphic 5">
            <a:extLst>
              <a:ext uri="{FF2B5EF4-FFF2-40B4-BE49-F238E27FC236}">
                <a16:creationId xmlns:a16="http://schemas.microsoft.com/office/drawing/2014/main" id="{24D688BB-1228-2D8D-FA65-B60432866357}"/>
              </a:ext>
            </a:extLst>
          </p:cNvPr>
          <p:cNvGrpSpPr/>
          <p:nvPr userDrawn="1"/>
        </p:nvGrpSpPr>
        <p:grpSpPr>
          <a:xfrm>
            <a:off x="4121002" y="2569295"/>
            <a:ext cx="3949996" cy="1187942"/>
            <a:chOff x="4652525" y="3213529"/>
            <a:chExt cx="2073018" cy="623450"/>
          </a:xfrm>
          <a:solidFill>
            <a:srgbClr val="295937"/>
          </a:solidFill>
        </p:grpSpPr>
        <p:sp>
          <p:nvSpPr>
            <p:cNvPr id="28" name="Freeform 6">
              <a:extLst>
                <a:ext uri="{FF2B5EF4-FFF2-40B4-BE49-F238E27FC236}">
                  <a16:creationId xmlns:a16="http://schemas.microsoft.com/office/drawing/2014/main" id="{8E6D037F-0AC5-F245-75FC-6D16FDEE6CFB}"/>
                </a:ext>
              </a:extLst>
            </p:cNvPr>
            <p:cNvSpPr/>
            <p:nvPr/>
          </p:nvSpPr>
          <p:spPr>
            <a:xfrm>
              <a:off x="4652525" y="3213529"/>
              <a:ext cx="537527" cy="491796"/>
            </a:xfrm>
            <a:custGeom>
              <a:avLst/>
              <a:gdLst>
                <a:gd name="connsiteX0" fmla="*/ 208945 w 537527"/>
                <a:gd name="connsiteY0" fmla="*/ 173539 h 491796"/>
                <a:gd name="connsiteX1" fmla="*/ 210567 w 537527"/>
                <a:gd name="connsiteY1" fmla="*/ 171104 h 491796"/>
                <a:gd name="connsiteX2" fmla="*/ 236530 w 537527"/>
                <a:gd name="connsiteY2" fmla="*/ 136193 h 491796"/>
                <a:gd name="connsiteX3" fmla="*/ 248699 w 537527"/>
                <a:gd name="connsiteY3" fmla="*/ 121579 h 491796"/>
                <a:gd name="connsiteX4" fmla="*/ 260058 w 537527"/>
                <a:gd name="connsiteY4" fmla="*/ 107777 h 491796"/>
                <a:gd name="connsiteX5" fmla="*/ 286020 w 537527"/>
                <a:gd name="connsiteY5" fmla="*/ 76926 h 491796"/>
                <a:gd name="connsiteX6" fmla="*/ 295756 w 537527"/>
                <a:gd name="connsiteY6" fmla="*/ 64747 h 491796"/>
                <a:gd name="connsiteX7" fmla="*/ 302246 w 537527"/>
                <a:gd name="connsiteY7" fmla="*/ 56629 h 491796"/>
                <a:gd name="connsiteX8" fmla="*/ 303869 w 537527"/>
                <a:gd name="connsiteY8" fmla="*/ 45262 h 491796"/>
                <a:gd name="connsiteX9" fmla="*/ 303869 w 537527"/>
                <a:gd name="connsiteY9" fmla="*/ 42827 h 491796"/>
                <a:gd name="connsiteX10" fmla="*/ 303869 w 537527"/>
                <a:gd name="connsiteY10" fmla="*/ 42015 h 491796"/>
                <a:gd name="connsiteX11" fmla="*/ 303869 w 537527"/>
                <a:gd name="connsiteY11" fmla="*/ 39579 h 491796"/>
                <a:gd name="connsiteX12" fmla="*/ 307114 w 537527"/>
                <a:gd name="connsiteY12" fmla="*/ 37955 h 491796"/>
                <a:gd name="connsiteX13" fmla="*/ 311982 w 537527"/>
                <a:gd name="connsiteY13" fmla="*/ 38767 h 491796"/>
                <a:gd name="connsiteX14" fmla="*/ 311982 w 537527"/>
                <a:gd name="connsiteY14" fmla="*/ 41203 h 491796"/>
                <a:gd name="connsiteX15" fmla="*/ 318472 w 537527"/>
                <a:gd name="connsiteY15" fmla="*/ 42827 h 491796"/>
                <a:gd name="connsiteX16" fmla="*/ 325774 w 537527"/>
                <a:gd name="connsiteY16" fmla="*/ 42015 h 491796"/>
                <a:gd name="connsiteX17" fmla="*/ 329831 w 537527"/>
                <a:gd name="connsiteY17" fmla="*/ 41203 h 491796"/>
                <a:gd name="connsiteX18" fmla="*/ 333887 w 537527"/>
                <a:gd name="connsiteY18" fmla="*/ 39579 h 491796"/>
                <a:gd name="connsiteX19" fmla="*/ 328208 w 537527"/>
                <a:gd name="connsiteY19" fmla="*/ 38767 h 491796"/>
                <a:gd name="connsiteX20" fmla="*/ 318472 w 537527"/>
                <a:gd name="connsiteY20" fmla="*/ 37143 h 491796"/>
                <a:gd name="connsiteX21" fmla="*/ 324152 w 537527"/>
                <a:gd name="connsiteY21" fmla="*/ 33896 h 491796"/>
                <a:gd name="connsiteX22" fmla="*/ 329831 w 537527"/>
                <a:gd name="connsiteY22" fmla="*/ 33896 h 491796"/>
                <a:gd name="connsiteX23" fmla="*/ 332265 w 537527"/>
                <a:gd name="connsiteY23" fmla="*/ 35520 h 491796"/>
                <a:gd name="connsiteX24" fmla="*/ 333887 w 537527"/>
                <a:gd name="connsiteY24" fmla="*/ 33896 h 491796"/>
                <a:gd name="connsiteX25" fmla="*/ 335510 w 537527"/>
                <a:gd name="connsiteY25" fmla="*/ 32272 h 491796"/>
                <a:gd name="connsiteX26" fmla="*/ 337133 w 537527"/>
                <a:gd name="connsiteY26" fmla="*/ 33896 h 491796"/>
                <a:gd name="connsiteX27" fmla="*/ 338755 w 537527"/>
                <a:gd name="connsiteY27" fmla="*/ 36332 h 491796"/>
                <a:gd name="connsiteX28" fmla="*/ 361472 w 537527"/>
                <a:gd name="connsiteY28" fmla="*/ 39579 h 491796"/>
                <a:gd name="connsiteX29" fmla="*/ 366340 w 537527"/>
                <a:gd name="connsiteY29" fmla="*/ 39579 h 491796"/>
                <a:gd name="connsiteX30" fmla="*/ 367151 w 537527"/>
                <a:gd name="connsiteY30" fmla="*/ 38767 h 491796"/>
                <a:gd name="connsiteX31" fmla="*/ 355793 w 537527"/>
                <a:gd name="connsiteY31" fmla="*/ 37143 h 491796"/>
                <a:gd name="connsiteX32" fmla="*/ 349302 w 537527"/>
                <a:gd name="connsiteY32" fmla="*/ 35520 h 491796"/>
                <a:gd name="connsiteX33" fmla="*/ 346057 w 537527"/>
                <a:gd name="connsiteY33" fmla="*/ 33084 h 491796"/>
                <a:gd name="connsiteX34" fmla="*/ 342001 w 537527"/>
                <a:gd name="connsiteY34" fmla="*/ 32272 h 491796"/>
                <a:gd name="connsiteX35" fmla="*/ 346057 w 537527"/>
                <a:gd name="connsiteY35" fmla="*/ 32272 h 491796"/>
                <a:gd name="connsiteX36" fmla="*/ 350114 w 537527"/>
                <a:gd name="connsiteY36" fmla="*/ 30648 h 491796"/>
                <a:gd name="connsiteX37" fmla="*/ 325774 w 537527"/>
                <a:gd name="connsiteY37" fmla="*/ 29025 h 491796"/>
                <a:gd name="connsiteX38" fmla="*/ 316038 w 537527"/>
                <a:gd name="connsiteY38" fmla="*/ 29836 h 491796"/>
                <a:gd name="connsiteX39" fmla="*/ 306303 w 537527"/>
                <a:gd name="connsiteY39" fmla="*/ 29836 h 491796"/>
                <a:gd name="connsiteX40" fmla="*/ 305491 w 537527"/>
                <a:gd name="connsiteY40" fmla="*/ 28213 h 491796"/>
                <a:gd name="connsiteX41" fmla="*/ 304680 w 537527"/>
                <a:gd name="connsiteY41" fmla="*/ 25777 h 491796"/>
                <a:gd name="connsiteX42" fmla="*/ 302246 w 537527"/>
                <a:gd name="connsiteY42" fmla="*/ 26589 h 491796"/>
                <a:gd name="connsiteX43" fmla="*/ 291699 w 537527"/>
                <a:gd name="connsiteY43" fmla="*/ 23342 h 491796"/>
                <a:gd name="connsiteX44" fmla="*/ 272227 w 537527"/>
                <a:gd name="connsiteY44" fmla="*/ 33896 h 491796"/>
                <a:gd name="connsiteX45" fmla="*/ 271416 w 537527"/>
                <a:gd name="connsiteY45" fmla="*/ 31460 h 491796"/>
                <a:gd name="connsiteX46" fmla="*/ 269793 w 537527"/>
                <a:gd name="connsiteY46" fmla="*/ 29025 h 491796"/>
                <a:gd name="connsiteX47" fmla="*/ 267359 w 537527"/>
                <a:gd name="connsiteY47" fmla="*/ 27401 h 491796"/>
                <a:gd name="connsiteX48" fmla="*/ 264114 w 537527"/>
                <a:gd name="connsiteY48" fmla="*/ 28213 h 491796"/>
                <a:gd name="connsiteX49" fmla="*/ 259246 w 537527"/>
                <a:gd name="connsiteY49" fmla="*/ 29836 h 491796"/>
                <a:gd name="connsiteX50" fmla="*/ 238152 w 537527"/>
                <a:gd name="connsiteY50" fmla="*/ 27401 h 491796"/>
                <a:gd name="connsiteX51" fmla="*/ 235718 w 537527"/>
                <a:gd name="connsiteY51" fmla="*/ 27401 h 491796"/>
                <a:gd name="connsiteX52" fmla="*/ 239775 w 537527"/>
                <a:gd name="connsiteY52" fmla="*/ 23342 h 491796"/>
                <a:gd name="connsiteX53" fmla="*/ 243831 w 537527"/>
                <a:gd name="connsiteY53" fmla="*/ 22530 h 491796"/>
                <a:gd name="connsiteX54" fmla="*/ 250322 w 537527"/>
                <a:gd name="connsiteY54" fmla="*/ 21718 h 491796"/>
                <a:gd name="connsiteX55" fmla="*/ 256812 w 537527"/>
                <a:gd name="connsiteY55" fmla="*/ 20094 h 491796"/>
                <a:gd name="connsiteX56" fmla="*/ 260869 w 537527"/>
                <a:gd name="connsiteY56" fmla="*/ 19282 h 491796"/>
                <a:gd name="connsiteX57" fmla="*/ 266548 w 537527"/>
                <a:gd name="connsiteY57" fmla="*/ 17658 h 491796"/>
                <a:gd name="connsiteX58" fmla="*/ 270605 w 537527"/>
                <a:gd name="connsiteY58" fmla="*/ 17658 h 491796"/>
                <a:gd name="connsiteX59" fmla="*/ 275473 w 537527"/>
                <a:gd name="connsiteY59" fmla="*/ 17658 h 491796"/>
                <a:gd name="connsiteX60" fmla="*/ 281963 w 537527"/>
                <a:gd name="connsiteY60" fmla="*/ 16846 h 491796"/>
                <a:gd name="connsiteX61" fmla="*/ 286020 w 537527"/>
                <a:gd name="connsiteY61" fmla="*/ 16035 h 491796"/>
                <a:gd name="connsiteX62" fmla="*/ 292510 w 537527"/>
                <a:gd name="connsiteY62" fmla="*/ 16035 h 491796"/>
                <a:gd name="connsiteX63" fmla="*/ 301435 w 537527"/>
                <a:gd name="connsiteY63" fmla="*/ 15223 h 491796"/>
                <a:gd name="connsiteX64" fmla="*/ 307925 w 537527"/>
                <a:gd name="connsiteY64" fmla="*/ 14411 h 491796"/>
                <a:gd name="connsiteX65" fmla="*/ 314416 w 537527"/>
                <a:gd name="connsiteY65" fmla="*/ 13599 h 491796"/>
                <a:gd name="connsiteX66" fmla="*/ 324152 w 537527"/>
                <a:gd name="connsiteY66" fmla="*/ 13599 h 491796"/>
                <a:gd name="connsiteX67" fmla="*/ 330642 w 537527"/>
                <a:gd name="connsiteY67" fmla="*/ 13599 h 491796"/>
                <a:gd name="connsiteX68" fmla="*/ 336321 w 537527"/>
                <a:gd name="connsiteY68" fmla="*/ 12787 h 491796"/>
                <a:gd name="connsiteX69" fmla="*/ 346057 w 537527"/>
                <a:gd name="connsiteY69" fmla="*/ 11975 h 491796"/>
                <a:gd name="connsiteX70" fmla="*/ 353359 w 537527"/>
                <a:gd name="connsiteY70" fmla="*/ 13599 h 491796"/>
                <a:gd name="connsiteX71" fmla="*/ 354981 w 537527"/>
                <a:gd name="connsiteY71" fmla="*/ 13599 h 491796"/>
                <a:gd name="connsiteX72" fmla="*/ 375264 w 537527"/>
                <a:gd name="connsiteY72" fmla="*/ 11163 h 491796"/>
                <a:gd name="connsiteX73" fmla="*/ 407717 w 537527"/>
                <a:gd name="connsiteY73" fmla="*/ 12787 h 491796"/>
                <a:gd name="connsiteX74" fmla="*/ 425566 w 537527"/>
                <a:gd name="connsiteY74" fmla="*/ 13599 h 491796"/>
                <a:gd name="connsiteX75" fmla="*/ 443415 w 537527"/>
                <a:gd name="connsiteY75" fmla="*/ 16846 h 491796"/>
                <a:gd name="connsiteX76" fmla="*/ 471000 w 537527"/>
                <a:gd name="connsiteY76" fmla="*/ 28213 h 491796"/>
                <a:gd name="connsiteX77" fmla="*/ 462887 w 537527"/>
                <a:gd name="connsiteY77" fmla="*/ 28213 h 491796"/>
                <a:gd name="connsiteX78" fmla="*/ 460452 w 537527"/>
                <a:gd name="connsiteY78" fmla="*/ 26589 h 491796"/>
                <a:gd name="connsiteX79" fmla="*/ 454773 w 537527"/>
                <a:gd name="connsiteY79" fmla="*/ 28213 h 491796"/>
                <a:gd name="connsiteX80" fmla="*/ 450717 w 537527"/>
                <a:gd name="connsiteY80" fmla="*/ 29836 h 491796"/>
                <a:gd name="connsiteX81" fmla="*/ 450717 w 537527"/>
                <a:gd name="connsiteY81" fmla="*/ 28213 h 491796"/>
                <a:gd name="connsiteX82" fmla="*/ 449905 w 537527"/>
                <a:gd name="connsiteY82" fmla="*/ 24965 h 491796"/>
                <a:gd name="connsiteX83" fmla="*/ 450717 w 537527"/>
                <a:gd name="connsiteY83" fmla="*/ 23342 h 491796"/>
                <a:gd name="connsiteX84" fmla="*/ 449905 w 537527"/>
                <a:gd name="connsiteY84" fmla="*/ 21718 h 491796"/>
                <a:gd name="connsiteX85" fmla="*/ 444226 w 537527"/>
                <a:gd name="connsiteY85" fmla="*/ 20906 h 491796"/>
                <a:gd name="connsiteX86" fmla="*/ 415019 w 537527"/>
                <a:gd name="connsiteY86" fmla="*/ 17658 h 491796"/>
                <a:gd name="connsiteX87" fmla="*/ 414208 w 537527"/>
                <a:gd name="connsiteY87" fmla="*/ 21718 h 491796"/>
                <a:gd name="connsiteX88" fmla="*/ 416641 w 537527"/>
                <a:gd name="connsiteY88" fmla="*/ 22530 h 491796"/>
                <a:gd name="connsiteX89" fmla="*/ 418264 w 537527"/>
                <a:gd name="connsiteY89" fmla="*/ 22530 h 491796"/>
                <a:gd name="connsiteX90" fmla="*/ 417453 w 537527"/>
                <a:gd name="connsiteY90" fmla="*/ 24965 h 491796"/>
                <a:gd name="connsiteX91" fmla="*/ 413396 w 537527"/>
                <a:gd name="connsiteY91" fmla="*/ 23342 h 491796"/>
                <a:gd name="connsiteX92" fmla="*/ 410151 w 537527"/>
                <a:gd name="connsiteY92" fmla="*/ 21718 h 491796"/>
                <a:gd name="connsiteX93" fmla="*/ 408528 w 537527"/>
                <a:gd name="connsiteY93" fmla="*/ 20094 h 491796"/>
                <a:gd name="connsiteX94" fmla="*/ 407717 w 537527"/>
                <a:gd name="connsiteY94" fmla="*/ 17658 h 491796"/>
                <a:gd name="connsiteX95" fmla="*/ 402038 w 537527"/>
                <a:gd name="connsiteY95" fmla="*/ 21718 h 491796"/>
                <a:gd name="connsiteX96" fmla="*/ 402849 w 537527"/>
                <a:gd name="connsiteY96" fmla="*/ 20906 h 491796"/>
                <a:gd name="connsiteX97" fmla="*/ 404472 w 537527"/>
                <a:gd name="connsiteY97" fmla="*/ 21718 h 491796"/>
                <a:gd name="connsiteX98" fmla="*/ 402038 w 537527"/>
                <a:gd name="connsiteY98" fmla="*/ 24965 h 491796"/>
                <a:gd name="connsiteX99" fmla="*/ 399604 w 537527"/>
                <a:gd name="connsiteY99" fmla="*/ 20094 h 491796"/>
                <a:gd name="connsiteX100" fmla="*/ 398793 w 537527"/>
                <a:gd name="connsiteY100" fmla="*/ 18470 h 491796"/>
                <a:gd name="connsiteX101" fmla="*/ 395547 w 537527"/>
                <a:gd name="connsiteY101" fmla="*/ 20094 h 491796"/>
                <a:gd name="connsiteX102" fmla="*/ 394736 w 537527"/>
                <a:gd name="connsiteY102" fmla="*/ 21718 h 491796"/>
                <a:gd name="connsiteX103" fmla="*/ 393925 w 537527"/>
                <a:gd name="connsiteY103" fmla="*/ 23342 h 491796"/>
                <a:gd name="connsiteX104" fmla="*/ 393113 w 537527"/>
                <a:gd name="connsiteY104" fmla="*/ 20906 h 491796"/>
                <a:gd name="connsiteX105" fmla="*/ 389868 w 537527"/>
                <a:gd name="connsiteY105" fmla="*/ 17658 h 491796"/>
                <a:gd name="connsiteX106" fmla="*/ 383377 w 537527"/>
                <a:gd name="connsiteY106" fmla="*/ 15223 h 491796"/>
                <a:gd name="connsiteX107" fmla="*/ 381755 w 537527"/>
                <a:gd name="connsiteY107" fmla="*/ 15223 h 491796"/>
                <a:gd name="connsiteX108" fmla="*/ 379321 w 537527"/>
                <a:gd name="connsiteY108" fmla="*/ 16846 h 491796"/>
                <a:gd name="connsiteX109" fmla="*/ 378510 w 537527"/>
                <a:gd name="connsiteY109" fmla="*/ 21718 h 491796"/>
                <a:gd name="connsiteX110" fmla="*/ 374453 w 537527"/>
                <a:gd name="connsiteY110" fmla="*/ 24153 h 491796"/>
                <a:gd name="connsiteX111" fmla="*/ 365529 w 537527"/>
                <a:gd name="connsiteY111" fmla="*/ 21718 h 491796"/>
                <a:gd name="connsiteX112" fmla="*/ 360661 w 537527"/>
                <a:gd name="connsiteY112" fmla="*/ 21718 h 491796"/>
                <a:gd name="connsiteX113" fmla="*/ 357416 w 537527"/>
                <a:gd name="connsiteY113" fmla="*/ 25777 h 491796"/>
                <a:gd name="connsiteX114" fmla="*/ 353359 w 537527"/>
                <a:gd name="connsiteY114" fmla="*/ 26589 h 491796"/>
                <a:gd name="connsiteX115" fmla="*/ 355793 w 537527"/>
                <a:gd name="connsiteY115" fmla="*/ 28213 h 491796"/>
                <a:gd name="connsiteX116" fmla="*/ 359849 w 537527"/>
                <a:gd name="connsiteY116" fmla="*/ 30648 h 491796"/>
                <a:gd name="connsiteX117" fmla="*/ 366340 w 537527"/>
                <a:gd name="connsiteY117" fmla="*/ 31460 h 491796"/>
                <a:gd name="connsiteX118" fmla="*/ 371208 w 537527"/>
                <a:gd name="connsiteY118" fmla="*/ 29836 h 491796"/>
                <a:gd name="connsiteX119" fmla="*/ 373642 w 537527"/>
                <a:gd name="connsiteY119" fmla="*/ 28213 h 491796"/>
                <a:gd name="connsiteX120" fmla="*/ 376076 w 537527"/>
                <a:gd name="connsiteY120" fmla="*/ 29836 h 491796"/>
                <a:gd name="connsiteX121" fmla="*/ 385000 w 537527"/>
                <a:gd name="connsiteY121" fmla="*/ 31460 h 491796"/>
                <a:gd name="connsiteX122" fmla="*/ 386623 w 537527"/>
                <a:gd name="connsiteY122" fmla="*/ 29836 h 491796"/>
                <a:gd name="connsiteX123" fmla="*/ 389057 w 537527"/>
                <a:gd name="connsiteY123" fmla="*/ 28213 h 491796"/>
                <a:gd name="connsiteX124" fmla="*/ 391491 w 537527"/>
                <a:gd name="connsiteY124" fmla="*/ 29836 h 491796"/>
                <a:gd name="connsiteX125" fmla="*/ 399604 w 537527"/>
                <a:gd name="connsiteY125" fmla="*/ 31460 h 491796"/>
                <a:gd name="connsiteX126" fmla="*/ 412585 w 537527"/>
                <a:gd name="connsiteY126" fmla="*/ 29836 h 491796"/>
                <a:gd name="connsiteX127" fmla="*/ 416641 w 537527"/>
                <a:gd name="connsiteY127" fmla="*/ 28213 h 491796"/>
                <a:gd name="connsiteX128" fmla="*/ 415830 w 537527"/>
                <a:gd name="connsiteY128" fmla="*/ 30648 h 491796"/>
                <a:gd name="connsiteX129" fmla="*/ 421509 w 537527"/>
                <a:gd name="connsiteY129" fmla="*/ 33084 h 491796"/>
                <a:gd name="connsiteX130" fmla="*/ 430434 w 537527"/>
                <a:gd name="connsiteY130" fmla="*/ 33084 h 491796"/>
                <a:gd name="connsiteX131" fmla="*/ 434490 w 537527"/>
                <a:gd name="connsiteY131" fmla="*/ 32272 h 491796"/>
                <a:gd name="connsiteX132" fmla="*/ 436113 w 537527"/>
                <a:gd name="connsiteY132" fmla="*/ 33896 h 491796"/>
                <a:gd name="connsiteX133" fmla="*/ 437736 w 537527"/>
                <a:gd name="connsiteY133" fmla="*/ 35520 h 491796"/>
                <a:gd name="connsiteX134" fmla="*/ 452339 w 537527"/>
                <a:gd name="connsiteY134" fmla="*/ 37955 h 491796"/>
                <a:gd name="connsiteX135" fmla="*/ 455585 w 537527"/>
                <a:gd name="connsiteY135" fmla="*/ 40391 h 491796"/>
                <a:gd name="connsiteX136" fmla="*/ 449094 w 537527"/>
                <a:gd name="connsiteY136" fmla="*/ 40391 h 491796"/>
                <a:gd name="connsiteX137" fmla="*/ 445037 w 537527"/>
                <a:gd name="connsiteY137" fmla="*/ 40391 h 491796"/>
                <a:gd name="connsiteX138" fmla="*/ 454773 w 537527"/>
                <a:gd name="connsiteY138" fmla="*/ 44450 h 491796"/>
                <a:gd name="connsiteX139" fmla="*/ 497773 w 537527"/>
                <a:gd name="connsiteY139" fmla="*/ 56629 h 491796"/>
                <a:gd name="connsiteX140" fmla="*/ 503452 w 537527"/>
                <a:gd name="connsiteY140" fmla="*/ 58252 h 491796"/>
                <a:gd name="connsiteX141" fmla="*/ 508320 w 537527"/>
                <a:gd name="connsiteY141" fmla="*/ 60688 h 491796"/>
                <a:gd name="connsiteX142" fmla="*/ 513188 w 537527"/>
                <a:gd name="connsiteY142" fmla="*/ 64747 h 491796"/>
                <a:gd name="connsiteX143" fmla="*/ 517244 w 537527"/>
                <a:gd name="connsiteY143" fmla="*/ 72054 h 491796"/>
                <a:gd name="connsiteX144" fmla="*/ 500207 w 537527"/>
                <a:gd name="connsiteY144" fmla="*/ 102906 h 491796"/>
                <a:gd name="connsiteX145" fmla="*/ 493716 w 537527"/>
                <a:gd name="connsiteY145" fmla="*/ 114272 h 491796"/>
                <a:gd name="connsiteX146" fmla="*/ 496150 w 537527"/>
                <a:gd name="connsiteY146" fmla="*/ 112648 h 491796"/>
                <a:gd name="connsiteX147" fmla="*/ 498584 w 537527"/>
                <a:gd name="connsiteY147" fmla="*/ 111836 h 491796"/>
                <a:gd name="connsiteX148" fmla="*/ 509131 w 537527"/>
                <a:gd name="connsiteY148" fmla="*/ 106965 h 491796"/>
                <a:gd name="connsiteX149" fmla="*/ 517244 w 537527"/>
                <a:gd name="connsiteY149" fmla="*/ 102094 h 491796"/>
                <a:gd name="connsiteX150" fmla="*/ 519679 w 537527"/>
                <a:gd name="connsiteY150" fmla="*/ 104530 h 491796"/>
                <a:gd name="connsiteX151" fmla="*/ 521301 w 537527"/>
                <a:gd name="connsiteY151" fmla="*/ 104530 h 491796"/>
                <a:gd name="connsiteX152" fmla="*/ 522112 w 537527"/>
                <a:gd name="connsiteY152" fmla="*/ 103718 h 491796"/>
                <a:gd name="connsiteX153" fmla="*/ 526169 w 537527"/>
                <a:gd name="connsiteY153" fmla="*/ 104530 h 491796"/>
                <a:gd name="connsiteX154" fmla="*/ 531037 w 537527"/>
                <a:gd name="connsiteY154" fmla="*/ 102906 h 491796"/>
                <a:gd name="connsiteX155" fmla="*/ 533471 w 537527"/>
                <a:gd name="connsiteY155" fmla="*/ 100470 h 491796"/>
                <a:gd name="connsiteX156" fmla="*/ 535905 w 537527"/>
                <a:gd name="connsiteY156" fmla="*/ 95599 h 491796"/>
                <a:gd name="connsiteX157" fmla="*/ 537527 w 537527"/>
                <a:gd name="connsiteY157" fmla="*/ 89916 h 491796"/>
                <a:gd name="connsiteX158" fmla="*/ 533471 w 537527"/>
                <a:gd name="connsiteY158" fmla="*/ 75302 h 491796"/>
                <a:gd name="connsiteX159" fmla="*/ 532660 w 537527"/>
                <a:gd name="connsiteY159" fmla="*/ 67995 h 491796"/>
                <a:gd name="connsiteX160" fmla="*/ 509943 w 537527"/>
                <a:gd name="connsiteY160" fmla="*/ 35520 h 491796"/>
                <a:gd name="connsiteX161" fmla="*/ 478301 w 537527"/>
                <a:gd name="connsiteY161" fmla="*/ 16846 h 491796"/>
                <a:gd name="connsiteX162" fmla="*/ 466943 w 537527"/>
                <a:gd name="connsiteY162" fmla="*/ 13599 h 491796"/>
                <a:gd name="connsiteX163" fmla="*/ 440170 w 537527"/>
                <a:gd name="connsiteY163" fmla="*/ 7104 h 491796"/>
                <a:gd name="connsiteX164" fmla="*/ 395547 w 537527"/>
                <a:gd name="connsiteY164" fmla="*/ 1421 h 491796"/>
                <a:gd name="connsiteX165" fmla="*/ 386623 w 537527"/>
                <a:gd name="connsiteY165" fmla="*/ 1421 h 491796"/>
                <a:gd name="connsiteX166" fmla="*/ 349302 w 537527"/>
                <a:gd name="connsiteY166" fmla="*/ 1421 h 491796"/>
                <a:gd name="connsiteX167" fmla="*/ 334699 w 537527"/>
                <a:gd name="connsiteY167" fmla="*/ 609 h 491796"/>
                <a:gd name="connsiteX168" fmla="*/ 333076 w 537527"/>
                <a:gd name="connsiteY168" fmla="*/ 609 h 491796"/>
                <a:gd name="connsiteX169" fmla="*/ 326585 w 537527"/>
                <a:gd name="connsiteY169" fmla="*/ 2233 h 491796"/>
                <a:gd name="connsiteX170" fmla="*/ 305491 w 537527"/>
                <a:gd name="connsiteY170" fmla="*/ 3856 h 491796"/>
                <a:gd name="connsiteX171" fmla="*/ 291699 w 537527"/>
                <a:gd name="connsiteY171" fmla="*/ 4668 h 491796"/>
                <a:gd name="connsiteX172" fmla="*/ 253567 w 537527"/>
                <a:gd name="connsiteY172" fmla="*/ 9539 h 491796"/>
                <a:gd name="connsiteX173" fmla="*/ 243020 w 537527"/>
                <a:gd name="connsiteY173" fmla="*/ 10351 h 491796"/>
                <a:gd name="connsiteX174" fmla="*/ 234096 w 537527"/>
                <a:gd name="connsiteY174" fmla="*/ 11163 h 491796"/>
                <a:gd name="connsiteX175" fmla="*/ 225982 w 537527"/>
                <a:gd name="connsiteY175" fmla="*/ 12787 h 491796"/>
                <a:gd name="connsiteX176" fmla="*/ 221926 w 537527"/>
                <a:gd name="connsiteY176" fmla="*/ 11163 h 491796"/>
                <a:gd name="connsiteX177" fmla="*/ 218681 w 537527"/>
                <a:gd name="connsiteY177" fmla="*/ 9539 h 491796"/>
                <a:gd name="connsiteX178" fmla="*/ 214624 w 537527"/>
                <a:gd name="connsiteY178" fmla="*/ 12787 h 491796"/>
                <a:gd name="connsiteX179" fmla="*/ 211379 w 537527"/>
                <a:gd name="connsiteY179" fmla="*/ 13599 h 491796"/>
                <a:gd name="connsiteX180" fmla="*/ 190285 w 537527"/>
                <a:gd name="connsiteY180" fmla="*/ 16035 h 491796"/>
                <a:gd name="connsiteX181" fmla="*/ 184605 w 537527"/>
                <a:gd name="connsiteY181" fmla="*/ 16035 h 491796"/>
                <a:gd name="connsiteX182" fmla="*/ 178926 w 537527"/>
                <a:gd name="connsiteY182" fmla="*/ 16035 h 491796"/>
                <a:gd name="connsiteX183" fmla="*/ 168379 w 537527"/>
                <a:gd name="connsiteY183" fmla="*/ 18470 h 491796"/>
                <a:gd name="connsiteX184" fmla="*/ 137549 w 537527"/>
                <a:gd name="connsiteY184" fmla="*/ 22530 h 491796"/>
                <a:gd name="connsiteX185" fmla="*/ 129436 w 537527"/>
                <a:gd name="connsiteY185" fmla="*/ 22530 h 491796"/>
                <a:gd name="connsiteX186" fmla="*/ 128625 w 537527"/>
                <a:gd name="connsiteY186" fmla="*/ 22530 h 491796"/>
                <a:gd name="connsiteX187" fmla="*/ 122134 w 537527"/>
                <a:gd name="connsiteY187" fmla="*/ 24965 h 491796"/>
                <a:gd name="connsiteX188" fmla="*/ 75889 w 537527"/>
                <a:gd name="connsiteY188" fmla="*/ 29025 h 491796"/>
                <a:gd name="connsiteX189" fmla="*/ 49927 w 537527"/>
                <a:gd name="connsiteY189" fmla="*/ 29836 h 491796"/>
                <a:gd name="connsiteX190" fmla="*/ 31267 w 537527"/>
                <a:gd name="connsiteY190" fmla="*/ 29836 h 491796"/>
                <a:gd name="connsiteX191" fmla="*/ 20720 w 537527"/>
                <a:gd name="connsiteY191" fmla="*/ 29025 h 491796"/>
                <a:gd name="connsiteX192" fmla="*/ 20720 w 537527"/>
                <a:gd name="connsiteY192" fmla="*/ 24965 h 491796"/>
                <a:gd name="connsiteX193" fmla="*/ 15040 w 537527"/>
                <a:gd name="connsiteY193" fmla="*/ 19282 h 491796"/>
                <a:gd name="connsiteX194" fmla="*/ 437 w 537527"/>
                <a:gd name="connsiteY194" fmla="*/ 20906 h 491796"/>
                <a:gd name="connsiteX195" fmla="*/ 4493 w 537527"/>
                <a:gd name="connsiteY195" fmla="*/ 57440 h 491796"/>
                <a:gd name="connsiteX196" fmla="*/ 21531 w 537527"/>
                <a:gd name="connsiteY196" fmla="*/ 73678 h 491796"/>
                <a:gd name="connsiteX197" fmla="*/ 45059 w 537527"/>
                <a:gd name="connsiteY197" fmla="*/ 76114 h 491796"/>
                <a:gd name="connsiteX198" fmla="*/ 82380 w 537527"/>
                <a:gd name="connsiteY198" fmla="*/ 72054 h 491796"/>
                <a:gd name="connsiteX199" fmla="*/ 97795 w 537527"/>
                <a:gd name="connsiteY199" fmla="*/ 69619 h 491796"/>
                <a:gd name="connsiteX200" fmla="*/ 116455 w 537527"/>
                <a:gd name="connsiteY200" fmla="*/ 66371 h 491796"/>
                <a:gd name="connsiteX201" fmla="*/ 170813 w 537527"/>
                <a:gd name="connsiteY201" fmla="*/ 56629 h 491796"/>
                <a:gd name="connsiteX202" fmla="*/ 178926 w 537527"/>
                <a:gd name="connsiteY202" fmla="*/ 55005 h 491796"/>
                <a:gd name="connsiteX203" fmla="*/ 189473 w 537527"/>
                <a:gd name="connsiteY203" fmla="*/ 53381 h 491796"/>
                <a:gd name="connsiteX204" fmla="*/ 204888 w 537527"/>
                <a:gd name="connsiteY204" fmla="*/ 50945 h 491796"/>
                <a:gd name="connsiteX205" fmla="*/ 227605 w 537527"/>
                <a:gd name="connsiteY205" fmla="*/ 46886 h 491796"/>
                <a:gd name="connsiteX206" fmla="*/ 243831 w 537527"/>
                <a:gd name="connsiteY206" fmla="*/ 44450 h 491796"/>
                <a:gd name="connsiteX207" fmla="*/ 247077 w 537527"/>
                <a:gd name="connsiteY207" fmla="*/ 42015 h 491796"/>
                <a:gd name="connsiteX208" fmla="*/ 248699 w 537527"/>
                <a:gd name="connsiteY208" fmla="*/ 40391 h 491796"/>
                <a:gd name="connsiteX209" fmla="*/ 250322 w 537527"/>
                <a:gd name="connsiteY209" fmla="*/ 42015 h 491796"/>
                <a:gd name="connsiteX210" fmla="*/ 253567 w 537527"/>
                <a:gd name="connsiteY210" fmla="*/ 42827 h 491796"/>
                <a:gd name="connsiteX211" fmla="*/ 258435 w 537527"/>
                <a:gd name="connsiteY211" fmla="*/ 40391 h 491796"/>
                <a:gd name="connsiteX212" fmla="*/ 257624 w 537527"/>
                <a:gd name="connsiteY212" fmla="*/ 39579 h 491796"/>
                <a:gd name="connsiteX213" fmla="*/ 256812 w 537527"/>
                <a:gd name="connsiteY213" fmla="*/ 38767 h 491796"/>
                <a:gd name="connsiteX214" fmla="*/ 260058 w 537527"/>
                <a:gd name="connsiteY214" fmla="*/ 37143 h 491796"/>
                <a:gd name="connsiteX215" fmla="*/ 262492 w 537527"/>
                <a:gd name="connsiteY215" fmla="*/ 35520 h 491796"/>
                <a:gd name="connsiteX216" fmla="*/ 270605 w 537527"/>
                <a:gd name="connsiteY216" fmla="*/ 33896 h 491796"/>
                <a:gd name="connsiteX217" fmla="*/ 264926 w 537527"/>
                <a:gd name="connsiteY217" fmla="*/ 40391 h 491796"/>
                <a:gd name="connsiteX218" fmla="*/ 262492 w 537527"/>
                <a:gd name="connsiteY218" fmla="*/ 40391 h 491796"/>
                <a:gd name="connsiteX219" fmla="*/ 263303 w 537527"/>
                <a:gd name="connsiteY219" fmla="*/ 41203 h 491796"/>
                <a:gd name="connsiteX220" fmla="*/ 264926 w 537527"/>
                <a:gd name="connsiteY220" fmla="*/ 41203 h 491796"/>
                <a:gd name="connsiteX221" fmla="*/ 191907 w 537527"/>
                <a:gd name="connsiteY221" fmla="*/ 135381 h 491796"/>
                <a:gd name="connsiteX222" fmla="*/ 127002 w 537527"/>
                <a:gd name="connsiteY222" fmla="*/ 234430 h 491796"/>
                <a:gd name="connsiteX223" fmla="*/ 128625 w 537527"/>
                <a:gd name="connsiteY223" fmla="*/ 233618 h 491796"/>
                <a:gd name="connsiteX224" fmla="*/ 135926 w 537527"/>
                <a:gd name="connsiteY224" fmla="*/ 224688 h 491796"/>
                <a:gd name="connsiteX225" fmla="*/ 147285 w 537527"/>
                <a:gd name="connsiteY225" fmla="*/ 210074 h 491796"/>
                <a:gd name="connsiteX226" fmla="*/ 154587 w 537527"/>
                <a:gd name="connsiteY226" fmla="*/ 199519 h 491796"/>
                <a:gd name="connsiteX227" fmla="*/ 156209 w 537527"/>
                <a:gd name="connsiteY227" fmla="*/ 195460 h 491796"/>
                <a:gd name="connsiteX228" fmla="*/ 161077 w 537527"/>
                <a:gd name="connsiteY228" fmla="*/ 188153 h 491796"/>
                <a:gd name="connsiteX229" fmla="*/ 178115 w 537527"/>
                <a:gd name="connsiteY229" fmla="*/ 166233 h 491796"/>
                <a:gd name="connsiteX230" fmla="*/ 213813 w 537527"/>
                <a:gd name="connsiteY230" fmla="*/ 118331 h 491796"/>
                <a:gd name="connsiteX231" fmla="*/ 233284 w 537527"/>
                <a:gd name="connsiteY231" fmla="*/ 93975 h 491796"/>
                <a:gd name="connsiteX232" fmla="*/ 239775 w 537527"/>
                <a:gd name="connsiteY232" fmla="*/ 85856 h 491796"/>
                <a:gd name="connsiteX233" fmla="*/ 242209 w 537527"/>
                <a:gd name="connsiteY233" fmla="*/ 83421 h 491796"/>
                <a:gd name="connsiteX234" fmla="*/ 226794 w 537527"/>
                <a:gd name="connsiteY234" fmla="*/ 105342 h 491796"/>
                <a:gd name="connsiteX235" fmla="*/ 222737 w 537527"/>
                <a:gd name="connsiteY235" fmla="*/ 110213 h 491796"/>
                <a:gd name="connsiteX236" fmla="*/ 220303 w 537527"/>
                <a:gd name="connsiteY236" fmla="*/ 113460 h 491796"/>
                <a:gd name="connsiteX237" fmla="*/ 217869 w 537527"/>
                <a:gd name="connsiteY237" fmla="*/ 118331 h 491796"/>
                <a:gd name="connsiteX238" fmla="*/ 215435 w 537527"/>
                <a:gd name="connsiteY238" fmla="*/ 122391 h 491796"/>
                <a:gd name="connsiteX239" fmla="*/ 213001 w 537527"/>
                <a:gd name="connsiteY239" fmla="*/ 125639 h 491796"/>
                <a:gd name="connsiteX240" fmla="*/ 201643 w 537527"/>
                <a:gd name="connsiteY240" fmla="*/ 141876 h 491796"/>
                <a:gd name="connsiteX241" fmla="*/ 199209 w 537527"/>
                <a:gd name="connsiteY241" fmla="*/ 145936 h 491796"/>
                <a:gd name="connsiteX242" fmla="*/ 194341 w 537527"/>
                <a:gd name="connsiteY242" fmla="*/ 153242 h 491796"/>
                <a:gd name="connsiteX243" fmla="*/ 187851 w 537527"/>
                <a:gd name="connsiteY243" fmla="*/ 161361 h 491796"/>
                <a:gd name="connsiteX244" fmla="*/ 179738 w 537527"/>
                <a:gd name="connsiteY244" fmla="*/ 173539 h 491796"/>
                <a:gd name="connsiteX245" fmla="*/ 174058 w 537527"/>
                <a:gd name="connsiteY245" fmla="*/ 181658 h 491796"/>
                <a:gd name="connsiteX246" fmla="*/ 170002 w 537527"/>
                <a:gd name="connsiteY246" fmla="*/ 188153 h 491796"/>
                <a:gd name="connsiteX247" fmla="*/ 161888 w 537527"/>
                <a:gd name="connsiteY247" fmla="*/ 199519 h 491796"/>
                <a:gd name="connsiteX248" fmla="*/ 157832 w 537527"/>
                <a:gd name="connsiteY248" fmla="*/ 203579 h 491796"/>
                <a:gd name="connsiteX249" fmla="*/ 154587 w 537527"/>
                <a:gd name="connsiteY249" fmla="*/ 207638 h 491796"/>
                <a:gd name="connsiteX250" fmla="*/ 153775 w 537527"/>
                <a:gd name="connsiteY250" fmla="*/ 212510 h 491796"/>
                <a:gd name="connsiteX251" fmla="*/ 145662 w 537527"/>
                <a:gd name="connsiteY251" fmla="*/ 222252 h 491796"/>
                <a:gd name="connsiteX252" fmla="*/ 144039 w 537527"/>
                <a:gd name="connsiteY252" fmla="*/ 225500 h 491796"/>
                <a:gd name="connsiteX253" fmla="*/ 137549 w 537527"/>
                <a:gd name="connsiteY253" fmla="*/ 233618 h 491796"/>
                <a:gd name="connsiteX254" fmla="*/ 132681 w 537527"/>
                <a:gd name="connsiteY254" fmla="*/ 240925 h 491796"/>
                <a:gd name="connsiteX255" fmla="*/ 133492 w 537527"/>
                <a:gd name="connsiteY255" fmla="*/ 242549 h 491796"/>
                <a:gd name="connsiteX256" fmla="*/ 131870 w 537527"/>
                <a:gd name="connsiteY256" fmla="*/ 244173 h 491796"/>
                <a:gd name="connsiteX257" fmla="*/ 127002 w 537527"/>
                <a:gd name="connsiteY257" fmla="*/ 249044 h 491796"/>
                <a:gd name="connsiteX258" fmla="*/ 122134 w 537527"/>
                <a:gd name="connsiteY258" fmla="*/ 255539 h 491796"/>
                <a:gd name="connsiteX259" fmla="*/ 121323 w 537527"/>
                <a:gd name="connsiteY259" fmla="*/ 257163 h 491796"/>
                <a:gd name="connsiteX260" fmla="*/ 120511 w 537527"/>
                <a:gd name="connsiteY260" fmla="*/ 259599 h 491796"/>
                <a:gd name="connsiteX261" fmla="*/ 116455 w 537527"/>
                <a:gd name="connsiteY261" fmla="*/ 265282 h 491796"/>
                <a:gd name="connsiteX262" fmla="*/ 96172 w 537527"/>
                <a:gd name="connsiteY262" fmla="*/ 302628 h 491796"/>
                <a:gd name="connsiteX263" fmla="*/ 92927 w 537527"/>
                <a:gd name="connsiteY263" fmla="*/ 310747 h 491796"/>
                <a:gd name="connsiteX264" fmla="*/ 92115 w 537527"/>
                <a:gd name="connsiteY264" fmla="*/ 312371 h 491796"/>
                <a:gd name="connsiteX265" fmla="*/ 88870 w 537527"/>
                <a:gd name="connsiteY265" fmla="*/ 314807 h 491796"/>
                <a:gd name="connsiteX266" fmla="*/ 82380 w 537527"/>
                <a:gd name="connsiteY266" fmla="*/ 326985 h 491796"/>
                <a:gd name="connsiteX267" fmla="*/ 78323 w 537527"/>
                <a:gd name="connsiteY267" fmla="*/ 334292 h 491796"/>
                <a:gd name="connsiteX268" fmla="*/ 76700 w 537527"/>
                <a:gd name="connsiteY268" fmla="*/ 336727 h 491796"/>
                <a:gd name="connsiteX269" fmla="*/ 74267 w 537527"/>
                <a:gd name="connsiteY269" fmla="*/ 343222 h 491796"/>
                <a:gd name="connsiteX270" fmla="*/ 61285 w 537527"/>
                <a:gd name="connsiteY270" fmla="*/ 366767 h 491796"/>
                <a:gd name="connsiteX271" fmla="*/ 59663 w 537527"/>
                <a:gd name="connsiteY271" fmla="*/ 371638 h 491796"/>
                <a:gd name="connsiteX272" fmla="*/ 57229 w 537527"/>
                <a:gd name="connsiteY272" fmla="*/ 377321 h 491796"/>
                <a:gd name="connsiteX273" fmla="*/ 29644 w 537527"/>
                <a:gd name="connsiteY273" fmla="*/ 447143 h 491796"/>
                <a:gd name="connsiteX274" fmla="*/ 28021 w 537527"/>
                <a:gd name="connsiteY274" fmla="*/ 449579 h 491796"/>
                <a:gd name="connsiteX275" fmla="*/ 27210 w 537527"/>
                <a:gd name="connsiteY275" fmla="*/ 453638 h 491796"/>
                <a:gd name="connsiteX276" fmla="*/ 25588 w 537527"/>
                <a:gd name="connsiteY276" fmla="*/ 451202 h 491796"/>
                <a:gd name="connsiteX277" fmla="*/ 28021 w 537527"/>
                <a:gd name="connsiteY277" fmla="*/ 434965 h 491796"/>
                <a:gd name="connsiteX278" fmla="*/ 28833 w 537527"/>
                <a:gd name="connsiteY278" fmla="*/ 432529 h 491796"/>
                <a:gd name="connsiteX279" fmla="*/ 30455 w 537527"/>
                <a:gd name="connsiteY279" fmla="*/ 424410 h 491796"/>
                <a:gd name="connsiteX280" fmla="*/ 30455 w 537527"/>
                <a:gd name="connsiteY280" fmla="*/ 420351 h 491796"/>
                <a:gd name="connsiteX281" fmla="*/ 27210 w 537527"/>
                <a:gd name="connsiteY281" fmla="*/ 422786 h 491796"/>
                <a:gd name="connsiteX282" fmla="*/ 23154 w 537527"/>
                <a:gd name="connsiteY282" fmla="*/ 460133 h 491796"/>
                <a:gd name="connsiteX283" fmla="*/ 29644 w 537527"/>
                <a:gd name="connsiteY283" fmla="*/ 469876 h 491796"/>
                <a:gd name="connsiteX284" fmla="*/ 44248 w 537527"/>
                <a:gd name="connsiteY284" fmla="*/ 484489 h 491796"/>
                <a:gd name="connsiteX285" fmla="*/ 49927 w 537527"/>
                <a:gd name="connsiteY285" fmla="*/ 487737 h 491796"/>
                <a:gd name="connsiteX286" fmla="*/ 65342 w 537527"/>
                <a:gd name="connsiteY286" fmla="*/ 491796 h 491796"/>
                <a:gd name="connsiteX287" fmla="*/ 71832 w 537527"/>
                <a:gd name="connsiteY287" fmla="*/ 487737 h 491796"/>
                <a:gd name="connsiteX288" fmla="*/ 78323 w 537527"/>
                <a:gd name="connsiteY288" fmla="*/ 482866 h 491796"/>
                <a:gd name="connsiteX289" fmla="*/ 81568 w 537527"/>
                <a:gd name="connsiteY289" fmla="*/ 480430 h 491796"/>
                <a:gd name="connsiteX290" fmla="*/ 84002 w 537527"/>
                <a:gd name="connsiteY290" fmla="*/ 477994 h 491796"/>
                <a:gd name="connsiteX291" fmla="*/ 91304 w 537527"/>
                <a:gd name="connsiteY291" fmla="*/ 466628 h 491796"/>
                <a:gd name="connsiteX292" fmla="*/ 76700 w 537527"/>
                <a:gd name="connsiteY292" fmla="*/ 470688 h 491796"/>
                <a:gd name="connsiteX293" fmla="*/ 59663 w 537527"/>
                <a:gd name="connsiteY293" fmla="*/ 477183 h 491796"/>
                <a:gd name="connsiteX294" fmla="*/ 54795 w 537527"/>
                <a:gd name="connsiteY294" fmla="*/ 474747 h 491796"/>
                <a:gd name="connsiteX295" fmla="*/ 55606 w 537527"/>
                <a:gd name="connsiteY295" fmla="*/ 459321 h 491796"/>
                <a:gd name="connsiteX296" fmla="*/ 61285 w 537527"/>
                <a:gd name="connsiteY296" fmla="*/ 440648 h 491796"/>
                <a:gd name="connsiteX297" fmla="*/ 62908 w 537527"/>
                <a:gd name="connsiteY297" fmla="*/ 430905 h 491796"/>
                <a:gd name="connsiteX298" fmla="*/ 63719 w 537527"/>
                <a:gd name="connsiteY298" fmla="*/ 427658 h 491796"/>
                <a:gd name="connsiteX299" fmla="*/ 66153 w 537527"/>
                <a:gd name="connsiteY299" fmla="*/ 426034 h 491796"/>
                <a:gd name="connsiteX300" fmla="*/ 70210 w 537527"/>
                <a:gd name="connsiteY300" fmla="*/ 417915 h 491796"/>
                <a:gd name="connsiteX301" fmla="*/ 73455 w 537527"/>
                <a:gd name="connsiteY301" fmla="*/ 411420 h 491796"/>
                <a:gd name="connsiteX302" fmla="*/ 74267 w 537527"/>
                <a:gd name="connsiteY302" fmla="*/ 407361 h 491796"/>
                <a:gd name="connsiteX303" fmla="*/ 75889 w 537527"/>
                <a:gd name="connsiteY303" fmla="*/ 400054 h 491796"/>
                <a:gd name="connsiteX304" fmla="*/ 76700 w 537527"/>
                <a:gd name="connsiteY304" fmla="*/ 397618 h 491796"/>
                <a:gd name="connsiteX305" fmla="*/ 84814 w 537527"/>
                <a:gd name="connsiteY305" fmla="*/ 380569 h 491796"/>
                <a:gd name="connsiteX306" fmla="*/ 84814 w 537527"/>
                <a:gd name="connsiteY306" fmla="*/ 379757 h 491796"/>
                <a:gd name="connsiteX307" fmla="*/ 92115 w 537527"/>
                <a:gd name="connsiteY307" fmla="*/ 363519 h 491796"/>
                <a:gd name="connsiteX308" fmla="*/ 92115 w 537527"/>
                <a:gd name="connsiteY308" fmla="*/ 361084 h 491796"/>
                <a:gd name="connsiteX309" fmla="*/ 90493 w 537527"/>
                <a:gd name="connsiteY309" fmla="*/ 357836 h 491796"/>
                <a:gd name="connsiteX310" fmla="*/ 85625 w 537527"/>
                <a:gd name="connsiteY310" fmla="*/ 360272 h 491796"/>
                <a:gd name="connsiteX311" fmla="*/ 85625 w 537527"/>
                <a:gd name="connsiteY311" fmla="*/ 361895 h 491796"/>
                <a:gd name="connsiteX312" fmla="*/ 86436 w 537527"/>
                <a:gd name="connsiteY312" fmla="*/ 362707 h 491796"/>
                <a:gd name="connsiteX313" fmla="*/ 84002 w 537527"/>
                <a:gd name="connsiteY313" fmla="*/ 364331 h 491796"/>
                <a:gd name="connsiteX314" fmla="*/ 82380 w 537527"/>
                <a:gd name="connsiteY314" fmla="*/ 364331 h 491796"/>
                <a:gd name="connsiteX315" fmla="*/ 83191 w 537527"/>
                <a:gd name="connsiteY315" fmla="*/ 373262 h 491796"/>
                <a:gd name="connsiteX316" fmla="*/ 84814 w 537527"/>
                <a:gd name="connsiteY316" fmla="*/ 374074 h 491796"/>
                <a:gd name="connsiteX317" fmla="*/ 80757 w 537527"/>
                <a:gd name="connsiteY317" fmla="*/ 374074 h 491796"/>
                <a:gd name="connsiteX318" fmla="*/ 74267 w 537527"/>
                <a:gd name="connsiteY318" fmla="*/ 375698 h 491796"/>
                <a:gd name="connsiteX319" fmla="*/ 75889 w 537527"/>
                <a:gd name="connsiteY319" fmla="*/ 375698 h 491796"/>
                <a:gd name="connsiteX320" fmla="*/ 75889 w 537527"/>
                <a:gd name="connsiteY320" fmla="*/ 376509 h 491796"/>
                <a:gd name="connsiteX321" fmla="*/ 74267 w 537527"/>
                <a:gd name="connsiteY321" fmla="*/ 380569 h 491796"/>
                <a:gd name="connsiteX322" fmla="*/ 76700 w 537527"/>
                <a:gd name="connsiteY322" fmla="*/ 380569 h 491796"/>
                <a:gd name="connsiteX323" fmla="*/ 79134 w 537527"/>
                <a:gd name="connsiteY323" fmla="*/ 378945 h 491796"/>
                <a:gd name="connsiteX324" fmla="*/ 78323 w 537527"/>
                <a:gd name="connsiteY324" fmla="*/ 380569 h 491796"/>
                <a:gd name="connsiteX325" fmla="*/ 75078 w 537527"/>
                <a:gd name="connsiteY325" fmla="*/ 385440 h 491796"/>
                <a:gd name="connsiteX326" fmla="*/ 71832 w 537527"/>
                <a:gd name="connsiteY326" fmla="*/ 388688 h 491796"/>
                <a:gd name="connsiteX327" fmla="*/ 70210 w 537527"/>
                <a:gd name="connsiteY327" fmla="*/ 388688 h 491796"/>
                <a:gd name="connsiteX328" fmla="*/ 68587 w 537527"/>
                <a:gd name="connsiteY328" fmla="*/ 391123 h 491796"/>
                <a:gd name="connsiteX329" fmla="*/ 66153 w 537527"/>
                <a:gd name="connsiteY329" fmla="*/ 400054 h 491796"/>
                <a:gd name="connsiteX330" fmla="*/ 64531 w 537527"/>
                <a:gd name="connsiteY330" fmla="*/ 401678 h 491796"/>
                <a:gd name="connsiteX331" fmla="*/ 62097 w 537527"/>
                <a:gd name="connsiteY331" fmla="*/ 400866 h 491796"/>
                <a:gd name="connsiteX332" fmla="*/ 62908 w 537527"/>
                <a:gd name="connsiteY332" fmla="*/ 403301 h 491796"/>
                <a:gd name="connsiteX333" fmla="*/ 62908 w 537527"/>
                <a:gd name="connsiteY333" fmla="*/ 405737 h 491796"/>
                <a:gd name="connsiteX334" fmla="*/ 59663 w 537527"/>
                <a:gd name="connsiteY334" fmla="*/ 408173 h 491796"/>
                <a:gd name="connsiteX335" fmla="*/ 58040 w 537527"/>
                <a:gd name="connsiteY335" fmla="*/ 411420 h 491796"/>
                <a:gd name="connsiteX336" fmla="*/ 55606 w 537527"/>
                <a:gd name="connsiteY336" fmla="*/ 415480 h 491796"/>
                <a:gd name="connsiteX337" fmla="*/ 55606 w 537527"/>
                <a:gd name="connsiteY337" fmla="*/ 408985 h 491796"/>
                <a:gd name="connsiteX338" fmla="*/ 58851 w 537527"/>
                <a:gd name="connsiteY338" fmla="*/ 400054 h 491796"/>
                <a:gd name="connsiteX339" fmla="*/ 62908 w 537527"/>
                <a:gd name="connsiteY339" fmla="*/ 393559 h 491796"/>
                <a:gd name="connsiteX340" fmla="*/ 65342 w 537527"/>
                <a:gd name="connsiteY340" fmla="*/ 389500 h 491796"/>
                <a:gd name="connsiteX341" fmla="*/ 67776 w 537527"/>
                <a:gd name="connsiteY341" fmla="*/ 387064 h 491796"/>
                <a:gd name="connsiteX342" fmla="*/ 68587 w 537527"/>
                <a:gd name="connsiteY342" fmla="*/ 384628 h 491796"/>
                <a:gd name="connsiteX343" fmla="*/ 68587 w 537527"/>
                <a:gd name="connsiteY343" fmla="*/ 380569 h 491796"/>
                <a:gd name="connsiteX344" fmla="*/ 69399 w 537527"/>
                <a:gd name="connsiteY344" fmla="*/ 378133 h 491796"/>
                <a:gd name="connsiteX345" fmla="*/ 71021 w 537527"/>
                <a:gd name="connsiteY345" fmla="*/ 375698 h 491796"/>
                <a:gd name="connsiteX346" fmla="*/ 74267 w 537527"/>
                <a:gd name="connsiteY346" fmla="*/ 367579 h 491796"/>
                <a:gd name="connsiteX347" fmla="*/ 75078 w 537527"/>
                <a:gd name="connsiteY347" fmla="*/ 361084 h 491796"/>
                <a:gd name="connsiteX348" fmla="*/ 77512 w 537527"/>
                <a:gd name="connsiteY348" fmla="*/ 364331 h 491796"/>
                <a:gd name="connsiteX349" fmla="*/ 80757 w 537527"/>
                <a:gd name="connsiteY349" fmla="*/ 365955 h 491796"/>
                <a:gd name="connsiteX350" fmla="*/ 79946 w 537527"/>
                <a:gd name="connsiteY350" fmla="*/ 362707 h 491796"/>
                <a:gd name="connsiteX351" fmla="*/ 81568 w 537527"/>
                <a:gd name="connsiteY351" fmla="*/ 351341 h 491796"/>
                <a:gd name="connsiteX352" fmla="*/ 85625 w 537527"/>
                <a:gd name="connsiteY352" fmla="*/ 344846 h 491796"/>
                <a:gd name="connsiteX353" fmla="*/ 88870 w 537527"/>
                <a:gd name="connsiteY353" fmla="*/ 338351 h 491796"/>
                <a:gd name="connsiteX354" fmla="*/ 91304 w 537527"/>
                <a:gd name="connsiteY354" fmla="*/ 331856 h 491796"/>
                <a:gd name="connsiteX355" fmla="*/ 92927 w 537527"/>
                <a:gd name="connsiteY355" fmla="*/ 329420 h 491796"/>
                <a:gd name="connsiteX356" fmla="*/ 93738 w 537527"/>
                <a:gd name="connsiteY356" fmla="*/ 327797 h 491796"/>
                <a:gd name="connsiteX357" fmla="*/ 96172 w 537527"/>
                <a:gd name="connsiteY357" fmla="*/ 324549 h 491796"/>
                <a:gd name="connsiteX358" fmla="*/ 97795 w 537527"/>
                <a:gd name="connsiteY358" fmla="*/ 322925 h 491796"/>
                <a:gd name="connsiteX359" fmla="*/ 97795 w 537527"/>
                <a:gd name="connsiteY359" fmla="*/ 318866 h 491796"/>
                <a:gd name="connsiteX360" fmla="*/ 99417 w 537527"/>
                <a:gd name="connsiteY360" fmla="*/ 319678 h 491796"/>
                <a:gd name="connsiteX361" fmla="*/ 99417 w 537527"/>
                <a:gd name="connsiteY361" fmla="*/ 321301 h 491796"/>
                <a:gd name="connsiteX362" fmla="*/ 105908 w 537527"/>
                <a:gd name="connsiteY362" fmla="*/ 310747 h 491796"/>
                <a:gd name="connsiteX363" fmla="*/ 104285 w 537527"/>
                <a:gd name="connsiteY363" fmla="*/ 306688 h 491796"/>
                <a:gd name="connsiteX364" fmla="*/ 98606 w 537527"/>
                <a:gd name="connsiteY364" fmla="*/ 310747 h 491796"/>
                <a:gd name="connsiteX365" fmla="*/ 92927 w 537527"/>
                <a:gd name="connsiteY365" fmla="*/ 313183 h 491796"/>
                <a:gd name="connsiteX366" fmla="*/ 94549 w 537527"/>
                <a:gd name="connsiteY366" fmla="*/ 313183 h 491796"/>
                <a:gd name="connsiteX367" fmla="*/ 95361 w 537527"/>
                <a:gd name="connsiteY367" fmla="*/ 311559 h 491796"/>
                <a:gd name="connsiteX368" fmla="*/ 97795 w 537527"/>
                <a:gd name="connsiteY368" fmla="*/ 305064 h 491796"/>
                <a:gd name="connsiteX369" fmla="*/ 103474 w 537527"/>
                <a:gd name="connsiteY369" fmla="*/ 303440 h 491796"/>
                <a:gd name="connsiteX370" fmla="*/ 108342 w 537527"/>
                <a:gd name="connsiteY370" fmla="*/ 304252 h 491796"/>
                <a:gd name="connsiteX371" fmla="*/ 110776 w 537527"/>
                <a:gd name="connsiteY371" fmla="*/ 301816 h 491796"/>
                <a:gd name="connsiteX372" fmla="*/ 113210 w 537527"/>
                <a:gd name="connsiteY372" fmla="*/ 296945 h 491796"/>
                <a:gd name="connsiteX373" fmla="*/ 115643 w 537527"/>
                <a:gd name="connsiteY373" fmla="*/ 291262 h 491796"/>
                <a:gd name="connsiteX374" fmla="*/ 119700 w 537527"/>
                <a:gd name="connsiteY374" fmla="*/ 284767 h 491796"/>
                <a:gd name="connsiteX375" fmla="*/ 121323 w 537527"/>
                <a:gd name="connsiteY375" fmla="*/ 279896 h 491796"/>
                <a:gd name="connsiteX376" fmla="*/ 120511 w 537527"/>
                <a:gd name="connsiteY376" fmla="*/ 278272 h 491796"/>
                <a:gd name="connsiteX377" fmla="*/ 120511 w 537527"/>
                <a:gd name="connsiteY377" fmla="*/ 277460 h 491796"/>
                <a:gd name="connsiteX378" fmla="*/ 116455 w 537527"/>
                <a:gd name="connsiteY378" fmla="*/ 283143 h 491796"/>
                <a:gd name="connsiteX379" fmla="*/ 113210 w 537527"/>
                <a:gd name="connsiteY379" fmla="*/ 284767 h 491796"/>
                <a:gd name="connsiteX380" fmla="*/ 113210 w 537527"/>
                <a:gd name="connsiteY380" fmla="*/ 281519 h 491796"/>
                <a:gd name="connsiteX381" fmla="*/ 114832 w 537527"/>
                <a:gd name="connsiteY381" fmla="*/ 279084 h 491796"/>
                <a:gd name="connsiteX382" fmla="*/ 120511 w 537527"/>
                <a:gd name="connsiteY382" fmla="*/ 273401 h 491796"/>
                <a:gd name="connsiteX383" fmla="*/ 131870 w 537527"/>
                <a:gd name="connsiteY383" fmla="*/ 269341 h 491796"/>
                <a:gd name="connsiteX384" fmla="*/ 134304 w 537527"/>
                <a:gd name="connsiteY384" fmla="*/ 262034 h 491796"/>
                <a:gd name="connsiteX385" fmla="*/ 135115 w 537527"/>
                <a:gd name="connsiteY385" fmla="*/ 258787 h 491796"/>
                <a:gd name="connsiteX386" fmla="*/ 131870 w 537527"/>
                <a:gd name="connsiteY386" fmla="*/ 259599 h 491796"/>
                <a:gd name="connsiteX387" fmla="*/ 129436 w 537527"/>
                <a:gd name="connsiteY387" fmla="*/ 265282 h 491796"/>
                <a:gd name="connsiteX388" fmla="*/ 122134 w 537527"/>
                <a:gd name="connsiteY388" fmla="*/ 267718 h 491796"/>
                <a:gd name="connsiteX389" fmla="*/ 123757 w 537527"/>
                <a:gd name="connsiteY389" fmla="*/ 264470 h 491796"/>
                <a:gd name="connsiteX390" fmla="*/ 128625 w 537527"/>
                <a:gd name="connsiteY390" fmla="*/ 257975 h 491796"/>
                <a:gd name="connsiteX391" fmla="*/ 132681 w 537527"/>
                <a:gd name="connsiteY391" fmla="*/ 256351 h 491796"/>
                <a:gd name="connsiteX392" fmla="*/ 135115 w 537527"/>
                <a:gd name="connsiteY392" fmla="*/ 253104 h 491796"/>
                <a:gd name="connsiteX393" fmla="*/ 135926 w 537527"/>
                <a:gd name="connsiteY393" fmla="*/ 250668 h 491796"/>
                <a:gd name="connsiteX394" fmla="*/ 145662 w 537527"/>
                <a:gd name="connsiteY394" fmla="*/ 252292 h 491796"/>
                <a:gd name="connsiteX395" fmla="*/ 142417 w 537527"/>
                <a:gd name="connsiteY395" fmla="*/ 253104 h 491796"/>
                <a:gd name="connsiteX396" fmla="*/ 138360 w 537527"/>
                <a:gd name="connsiteY396" fmla="*/ 253915 h 491796"/>
                <a:gd name="connsiteX397" fmla="*/ 139983 w 537527"/>
                <a:gd name="connsiteY397" fmla="*/ 255539 h 491796"/>
                <a:gd name="connsiteX398" fmla="*/ 142417 w 537527"/>
                <a:gd name="connsiteY398" fmla="*/ 258787 h 491796"/>
                <a:gd name="connsiteX399" fmla="*/ 142417 w 537527"/>
                <a:gd name="connsiteY399" fmla="*/ 261222 h 491796"/>
                <a:gd name="connsiteX400" fmla="*/ 135115 w 537527"/>
                <a:gd name="connsiteY400" fmla="*/ 273401 h 491796"/>
                <a:gd name="connsiteX401" fmla="*/ 128625 w 537527"/>
                <a:gd name="connsiteY401" fmla="*/ 282331 h 491796"/>
                <a:gd name="connsiteX402" fmla="*/ 126191 w 537527"/>
                <a:gd name="connsiteY402" fmla="*/ 288826 h 491796"/>
                <a:gd name="connsiteX403" fmla="*/ 122945 w 537527"/>
                <a:gd name="connsiteY403" fmla="*/ 295321 h 491796"/>
                <a:gd name="connsiteX404" fmla="*/ 118078 w 537527"/>
                <a:gd name="connsiteY404" fmla="*/ 303440 h 491796"/>
                <a:gd name="connsiteX405" fmla="*/ 115643 w 537527"/>
                <a:gd name="connsiteY405" fmla="*/ 309123 h 491796"/>
                <a:gd name="connsiteX406" fmla="*/ 110776 w 537527"/>
                <a:gd name="connsiteY406" fmla="*/ 313995 h 491796"/>
                <a:gd name="connsiteX407" fmla="*/ 111587 w 537527"/>
                <a:gd name="connsiteY407" fmla="*/ 314807 h 491796"/>
                <a:gd name="connsiteX408" fmla="*/ 113210 w 537527"/>
                <a:gd name="connsiteY408" fmla="*/ 318866 h 491796"/>
                <a:gd name="connsiteX409" fmla="*/ 111587 w 537527"/>
                <a:gd name="connsiteY409" fmla="*/ 324549 h 491796"/>
                <a:gd name="connsiteX410" fmla="*/ 109964 w 537527"/>
                <a:gd name="connsiteY410" fmla="*/ 320490 h 491796"/>
                <a:gd name="connsiteX411" fmla="*/ 105096 w 537527"/>
                <a:gd name="connsiteY411" fmla="*/ 321301 h 491796"/>
                <a:gd name="connsiteX412" fmla="*/ 104285 w 537527"/>
                <a:gd name="connsiteY412" fmla="*/ 332668 h 491796"/>
                <a:gd name="connsiteX413" fmla="*/ 106719 w 537527"/>
                <a:gd name="connsiteY413" fmla="*/ 334292 h 491796"/>
                <a:gd name="connsiteX414" fmla="*/ 109964 w 537527"/>
                <a:gd name="connsiteY414" fmla="*/ 333480 h 491796"/>
                <a:gd name="connsiteX415" fmla="*/ 117266 w 537527"/>
                <a:gd name="connsiteY415" fmla="*/ 324549 h 491796"/>
                <a:gd name="connsiteX416" fmla="*/ 121323 w 537527"/>
                <a:gd name="connsiteY416" fmla="*/ 316430 h 491796"/>
                <a:gd name="connsiteX417" fmla="*/ 122134 w 537527"/>
                <a:gd name="connsiteY417" fmla="*/ 313995 h 491796"/>
                <a:gd name="connsiteX418" fmla="*/ 123757 w 537527"/>
                <a:gd name="connsiteY418" fmla="*/ 311559 h 491796"/>
                <a:gd name="connsiteX419" fmla="*/ 126191 w 537527"/>
                <a:gd name="connsiteY419" fmla="*/ 308312 h 491796"/>
                <a:gd name="connsiteX420" fmla="*/ 128625 w 537527"/>
                <a:gd name="connsiteY420" fmla="*/ 305064 h 491796"/>
                <a:gd name="connsiteX421" fmla="*/ 131870 w 537527"/>
                <a:gd name="connsiteY421" fmla="*/ 299381 h 491796"/>
                <a:gd name="connsiteX422" fmla="*/ 134304 w 537527"/>
                <a:gd name="connsiteY422" fmla="*/ 294510 h 491796"/>
                <a:gd name="connsiteX423" fmla="*/ 139172 w 537527"/>
                <a:gd name="connsiteY423" fmla="*/ 284767 h 491796"/>
                <a:gd name="connsiteX424" fmla="*/ 140794 w 537527"/>
                <a:gd name="connsiteY424" fmla="*/ 282331 h 491796"/>
                <a:gd name="connsiteX425" fmla="*/ 145662 w 537527"/>
                <a:gd name="connsiteY425" fmla="*/ 273401 h 491796"/>
                <a:gd name="connsiteX426" fmla="*/ 149719 w 537527"/>
                <a:gd name="connsiteY426" fmla="*/ 266094 h 491796"/>
                <a:gd name="connsiteX427" fmla="*/ 155398 w 537527"/>
                <a:gd name="connsiteY427" fmla="*/ 257163 h 491796"/>
                <a:gd name="connsiteX428" fmla="*/ 161077 w 537527"/>
                <a:gd name="connsiteY428" fmla="*/ 248232 h 491796"/>
                <a:gd name="connsiteX429" fmla="*/ 162700 w 537527"/>
                <a:gd name="connsiteY429" fmla="*/ 246609 h 491796"/>
                <a:gd name="connsiteX430" fmla="*/ 164322 w 537527"/>
                <a:gd name="connsiteY430" fmla="*/ 244173 h 491796"/>
                <a:gd name="connsiteX431" fmla="*/ 166756 w 537527"/>
                <a:gd name="connsiteY431" fmla="*/ 240925 h 491796"/>
                <a:gd name="connsiteX432" fmla="*/ 172435 w 537527"/>
                <a:gd name="connsiteY432" fmla="*/ 232807 h 491796"/>
                <a:gd name="connsiteX433" fmla="*/ 179738 w 537527"/>
                <a:gd name="connsiteY433" fmla="*/ 220628 h 491796"/>
                <a:gd name="connsiteX434" fmla="*/ 187039 w 537527"/>
                <a:gd name="connsiteY434" fmla="*/ 210886 h 491796"/>
                <a:gd name="connsiteX435" fmla="*/ 203266 w 537527"/>
                <a:gd name="connsiteY435" fmla="*/ 187341 h 491796"/>
                <a:gd name="connsiteX436" fmla="*/ 208945 w 537527"/>
                <a:gd name="connsiteY436" fmla="*/ 173539 h 491796"/>
                <a:gd name="connsiteX437" fmla="*/ 382566 w 537527"/>
                <a:gd name="connsiteY437" fmla="*/ 29025 h 491796"/>
                <a:gd name="connsiteX438" fmla="*/ 386623 w 537527"/>
                <a:gd name="connsiteY438" fmla="*/ 24153 h 491796"/>
                <a:gd name="connsiteX439" fmla="*/ 388245 w 537527"/>
                <a:gd name="connsiteY439" fmla="*/ 26589 h 491796"/>
                <a:gd name="connsiteX440" fmla="*/ 382566 w 537527"/>
                <a:gd name="connsiteY440" fmla="*/ 29025 h 491796"/>
                <a:gd name="connsiteX441" fmla="*/ 395547 w 537527"/>
                <a:gd name="connsiteY441" fmla="*/ 34708 h 491796"/>
                <a:gd name="connsiteX442" fmla="*/ 393113 w 537527"/>
                <a:gd name="connsiteY442" fmla="*/ 33896 h 491796"/>
                <a:gd name="connsiteX443" fmla="*/ 395547 w 537527"/>
                <a:gd name="connsiteY443" fmla="*/ 32272 h 491796"/>
                <a:gd name="connsiteX444" fmla="*/ 397981 w 537527"/>
                <a:gd name="connsiteY444" fmla="*/ 33084 h 491796"/>
                <a:gd name="connsiteX445" fmla="*/ 395547 w 537527"/>
                <a:gd name="connsiteY445" fmla="*/ 34708 h 491796"/>
                <a:gd name="connsiteX446" fmla="*/ 401227 w 537527"/>
                <a:gd name="connsiteY446" fmla="*/ 34708 h 491796"/>
                <a:gd name="connsiteX447" fmla="*/ 400415 w 537527"/>
                <a:gd name="connsiteY447" fmla="*/ 33084 h 491796"/>
                <a:gd name="connsiteX448" fmla="*/ 402849 w 537527"/>
                <a:gd name="connsiteY448" fmla="*/ 32272 h 491796"/>
                <a:gd name="connsiteX449" fmla="*/ 401227 w 537527"/>
                <a:gd name="connsiteY449" fmla="*/ 34708 h 491796"/>
                <a:gd name="connsiteX450" fmla="*/ 424755 w 537527"/>
                <a:gd name="connsiteY450" fmla="*/ 30648 h 491796"/>
                <a:gd name="connsiteX451" fmla="*/ 427189 w 537527"/>
                <a:gd name="connsiteY451" fmla="*/ 28213 h 491796"/>
                <a:gd name="connsiteX452" fmla="*/ 432868 w 537527"/>
                <a:gd name="connsiteY452" fmla="*/ 29025 h 491796"/>
                <a:gd name="connsiteX453" fmla="*/ 424755 w 537527"/>
                <a:gd name="connsiteY453" fmla="*/ 30648 h 491796"/>
                <a:gd name="connsiteX454" fmla="*/ 438547 w 537527"/>
                <a:gd name="connsiteY454" fmla="*/ 32272 h 491796"/>
                <a:gd name="connsiteX455" fmla="*/ 439358 w 537527"/>
                <a:gd name="connsiteY455" fmla="*/ 30648 h 491796"/>
                <a:gd name="connsiteX456" fmla="*/ 442604 w 537527"/>
                <a:gd name="connsiteY456" fmla="*/ 31460 h 491796"/>
                <a:gd name="connsiteX457" fmla="*/ 438547 w 537527"/>
                <a:gd name="connsiteY457" fmla="*/ 32272 h 491796"/>
                <a:gd name="connsiteX458" fmla="*/ 488848 w 537527"/>
                <a:gd name="connsiteY458" fmla="*/ 45262 h 491796"/>
                <a:gd name="connsiteX459" fmla="*/ 487226 w 537527"/>
                <a:gd name="connsiteY459" fmla="*/ 45262 h 491796"/>
                <a:gd name="connsiteX460" fmla="*/ 485603 w 537527"/>
                <a:gd name="connsiteY460" fmla="*/ 43639 h 491796"/>
                <a:gd name="connsiteX461" fmla="*/ 487226 w 537527"/>
                <a:gd name="connsiteY461" fmla="*/ 42827 h 491796"/>
                <a:gd name="connsiteX462" fmla="*/ 488848 w 537527"/>
                <a:gd name="connsiteY462" fmla="*/ 45262 h 491796"/>
                <a:gd name="connsiteX463" fmla="*/ 482358 w 537527"/>
                <a:gd name="connsiteY463" fmla="*/ 33084 h 491796"/>
                <a:gd name="connsiteX464" fmla="*/ 483981 w 537527"/>
                <a:gd name="connsiteY464" fmla="*/ 35520 h 491796"/>
                <a:gd name="connsiteX465" fmla="*/ 479113 w 537527"/>
                <a:gd name="connsiteY465" fmla="*/ 33896 h 491796"/>
                <a:gd name="connsiteX466" fmla="*/ 482358 w 537527"/>
                <a:gd name="connsiteY466" fmla="*/ 33084 h 491796"/>
                <a:gd name="connsiteX467" fmla="*/ 475056 w 537527"/>
                <a:gd name="connsiteY467" fmla="*/ 29836 h 491796"/>
                <a:gd name="connsiteX468" fmla="*/ 476679 w 537527"/>
                <a:gd name="connsiteY468" fmla="*/ 28213 h 491796"/>
                <a:gd name="connsiteX469" fmla="*/ 477490 w 537527"/>
                <a:gd name="connsiteY469" fmla="*/ 29836 h 491796"/>
                <a:gd name="connsiteX470" fmla="*/ 475868 w 537527"/>
                <a:gd name="connsiteY470" fmla="*/ 31460 h 491796"/>
                <a:gd name="connsiteX471" fmla="*/ 475056 w 537527"/>
                <a:gd name="connsiteY471" fmla="*/ 29836 h 491796"/>
                <a:gd name="connsiteX472" fmla="*/ 374453 w 537527"/>
                <a:gd name="connsiteY472" fmla="*/ 7104 h 491796"/>
                <a:gd name="connsiteX473" fmla="*/ 379321 w 537527"/>
                <a:gd name="connsiteY473" fmla="*/ 7916 h 491796"/>
                <a:gd name="connsiteX474" fmla="*/ 377698 w 537527"/>
                <a:gd name="connsiteY474" fmla="*/ 9539 h 491796"/>
                <a:gd name="connsiteX475" fmla="*/ 373642 w 537527"/>
                <a:gd name="connsiteY475" fmla="*/ 9539 h 491796"/>
                <a:gd name="connsiteX476" fmla="*/ 370397 w 537527"/>
                <a:gd name="connsiteY476" fmla="*/ 10351 h 491796"/>
                <a:gd name="connsiteX477" fmla="*/ 367963 w 537527"/>
                <a:gd name="connsiteY477" fmla="*/ 11163 h 491796"/>
                <a:gd name="connsiteX478" fmla="*/ 374453 w 537527"/>
                <a:gd name="connsiteY478" fmla="*/ 7104 h 491796"/>
                <a:gd name="connsiteX479" fmla="*/ 333887 w 537527"/>
                <a:gd name="connsiteY479" fmla="*/ 7916 h 491796"/>
                <a:gd name="connsiteX480" fmla="*/ 337133 w 537527"/>
                <a:gd name="connsiteY480" fmla="*/ 7104 h 491796"/>
                <a:gd name="connsiteX481" fmla="*/ 333076 w 537527"/>
                <a:gd name="connsiteY481" fmla="*/ 9539 h 491796"/>
                <a:gd name="connsiteX482" fmla="*/ 333887 w 537527"/>
                <a:gd name="connsiteY482" fmla="*/ 7916 h 491796"/>
                <a:gd name="connsiteX483" fmla="*/ 282774 w 537527"/>
                <a:gd name="connsiteY483" fmla="*/ 12787 h 491796"/>
                <a:gd name="connsiteX484" fmla="*/ 288454 w 537527"/>
                <a:gd name="connsiteY484" fmla="*/ 13599 h 491796"/>
                <a:gd name="connsiteX485" fmla="*/ 286831 w 537527"/>
                <a:gd name="connsiteY485" fmla="*/ 15223 h 491796"/>
                <a:gd name="connsiteX486" fmla="*/ 281152 w 537527"/>
                <a:gd name="connsiteY486" fmla="*/ 15223 h 491796"/>
                <a:gd name="connsiteX487" fmla="*/ 278718 w 537527"/>
                <a:gd name="connsiteY487" fmla="*/ 14411 h 491796"/>
                <a:gd name="connsiteX488" fmla="*/ 282774 w 537527"/>
                <a:gd name="connsiteY488" fmla="*/ 12787 h 491796"/>
                <a:gd name="connsiteX489" fmla="*/ 267359 w 537527"/>
                <a:gd name="connsiteY489" fmla="*/ 12787 h 491796"/>
                <a:gd name="connsiteX490" fmla="*/ 271416 w 537527"/>
                <a:gd name="connsiteY490" fmla="*/ 12787 h 491796"/>
                <a:gd name="connsiteX491" fmla="*/ 269793 w 537527"/>
                <a:gd name="connsiteY491" fmla="*/ 13599 h 491796"/>
                <a:gd name="connsiteX492" fmla="*/ 267359 w 537527"/>
                <a:gd name="connsiteY492" fmla="*/ 12787 h 491796"/>
                <a:gd name="connsiteX493" fmla="*/ 251133 w 537527"/>
                <a:gd name="connsiteY493" fmla="*/ 13599 h 491796"/>
                <a:gd name="connsiteX494" fmla="*/ 253567 w 537527"/>
                <a:gd name="connsiteY494" fmla="*/ 16035 h 491796"/>
                <a:gd name="connsiteX495" fmla="*/ 248699 w 537527"/>
                <a:gd name="connsiteY495" fmla="*/ 16035 h 491796"/>
                <a:gd name="connsiteX496" fmla="*/ 251133 w 537527"/>
                <a:gd name="connsiteY496" fmla="*/ 13599 h 491796"/>
                <a:gd name="connsiteX497" fmla="*/ 157021 w 537527"/>
                <a:gd name="connsiteY497" fmla="*/ 51757 h 491796"/>
                <a:gd name="connsiteX498" fmla="*/ 156209 w 537527"/>
                <a:gd name="connsiteY498" fmla="*/ 50134 h 491796"/>
                <a:gd name="connsiteX499" fmla="*/ 159455 w 537527"/>
                <a:gd name="connsiteY499" fmla="*/ 49322 h 491796"/>
                <a:gd name="connsiteX500" fmla="*/ 157021 w 537527"/>
                <a:gd name="connsiteY500" fmla="*/ 51757 h 491796"/>
                <a:gd name="connsiteX501" fmla="*/ 211379 w 537527"/>
                <a:gd name="connsiteY501" fmla="*/ 29836 h 491796"/>
                <a:gd name="connsiteX502" fmla="*/ 213813 w 537527"/>
                <a:gd name="connsiteY502" fmla="*/ 28213 h 491796"/>
                <a:gd name="connsiteX503" fmla="*/ 214624 w 537527"/>
                <a:gd name="connsiteY503" fmla="*/ 29836 h 491796"/>
                <a:gd name="connsiteX504" fmla="*/ 212190 w 537527"/>
                <a:gd name="connsiteY504" fmla="*/ 31460 h 491796"/>
                <a:gd name="connsiteX505" fmla="*/ 211379 w 537527"/>
                <a:gd name="connsiteY505" fmla="*/ 29836 h 491796"/>
                <a:gd name="connsiteX506" fmla="*/ 188662 w 537527"/>
                <a:gd name="connsiteY506" fmla="*/ 40391 h 491796"/>
                <a:gd name="connsiteX507" fmla="*/ 187039 w 537527"/>
                <a:gd name="connsiteY507" fmla="*/ 40391 h 491796"/>
                <a:gd name="connsiteX508" fmla="*/ 185417 w 537527"/>
                <a:gd name="connsiteY508" fmla="*/ 39579 h 491796"/>
                <a:gd name="connsiteX509" fmla="*/ 188662 w 537527"/>
                <a:gd name="connsiteY509" fmla="*/ 40391 h 491796"/>
                <a:gd name="connsiteX510" fmla="*/ 182983 w 537527"/>
                <a:gd name="connsiteY510" fmla="*/ 36332 h 491796"/>
                <a:gd name="connsiteX511" fmla="*/ 185417 w 537527"/>
                <a:gd name="connsiteY511" fmla="*/ 37143 h 491796"/>
                <a:gd name="connsiteX512" fmla="*/ 182983 w 537527"/>
                <a:gd name="connsiteY512" fmla="*/ 38767 h 491796"/>
                <a:gd name="connsiteX513" fmla="*/ 180549 w 537527"/>
                <a:gd name="connsiteY513" fmla="*/ 37955 h 491796"/>
                <a:gd name="connsiteX514" fmla="*/ 182983 w 537527"/>
                <a:gd name="connsiteY514" fmla="*/ 36332 h 491796"/>
                <a:gd name="connsiteX515" fmla="*/ 173247 w 537527"/>
                <a:gd name="connsiteY515" fmla="*/ 42015 h 491796"/>
                <a:gd name="connsiteX516" fmla="*/ 175681 w 537527"/>
                <a:gd name="connsiteY516" fmla="*/ 42827 h 491796"/>
                <a:gd name="connsiteX517" fmla="*/ 173247 w 537527"/>
                <a:gd name="connsiteY517" fmla="*/ 42827 h 491796"/>
                <a:gd name="connsiteX518" fmla="*/ 173247 w 537527"/>
                <a:gd name="connsiteY518" fmla="*/ 42015 h 491796"/>
                <a:gd name="connsiteX519" fmla="*/ 216247 w 537527"/>
                <a:gd name="connsiteY519" fmla="*/ 42015 h 491796"/>
                <a:gd name="connsiteX520" fmla="*/ 214624 w 537527"/>
                <a:gd name="connsiteY520" fmla="*/ 46074 h 491796"/>
                <a:gd name="connsiteX521" fmla="*/ 213001 w 537527"/>
                <a:gd name="connsiteY521" fmla="*/ 46886 h 491796"/>
                <a:gd name="connsiteX522" fmla="*/ 214624 w 537527"/>
                <a:gd name="connsiteY522" fmla="*/ 48510 h 491796"/>
                <a:gd name="connsiteX523" fmla="*/ 217058 w 537527"/>
                <a:gd name="connsiteY523" fmla="*/ 50945 h 491796"/>
                <a:gd name="connsiteX524" fmla="*/ 210567 w 537527"/>
                <a:gd name="connsiteY524" fmla="*/ 50134 h 491796"/>
                <a:gd name="connsiteX525" fmla="*/ 208945 w 537527"/>
                <a:gd name="connsiteY525" fmla="*/ 48510 h 491796"/>
                <a:gd name="connsiteX526" fmla="*/ 208945 w 537527"/>
                <a:gd name="connsiteY526" fmla="*/ 50134 h 491796"/>
                <a:gd name="connsiteX527" fmla="*/ 200832 w 537527"/>
                <a:gd name="connsiteY527" fmla="*/ 47698 h 491796"/>
                <a:gd name="connsiteX528" fmla="*/ 189473 w 537527"/>
                <a:gd name="connsiteY528" fmla="*/ 49322 h 491796"/>
                <a:gd name="connsiteX529" fmla="*/ 183794 w 537527"/>
                <a:gd name="connsiteY529" fmla="*/ 49322 h 491796"/>
                <a:gd name="connsiteX530" fmla="*/ 171624 w 537527"/>
                <a:gd name="connsiteY530" fmla="*/ 51757 h 491796"/>
                <a:gd name="connsiteX531" fmla="*/ 169190 w 537527"/>
                <a:gd name="connsiteY531" fmla="*/ 50945 h 491796"/>
                <a:gd name="connsiteX532" fmla="*/ 170813 w 537527"/>
                <a:gd name="connsiteY532" fmla="*/ 47698 h 491796"/>
                <a:gd name="connsiteX533" fmla="*/ 174870 w 537527"/>
                <a:gd name="connsiteY533" fmla="*/ 46886 h 491796"/>
                <a:gd name="connsiteX534" fmla="*/ 177303 w 537527"/>
                <a:gd name="connsiteY534" fmla="*/ 46886 h 491796"/>
                <a:gd name="connsiteX535" fmla="*/ 183794 w 537527"/>
                <a:gd name="connsiteY535" fmla="*/ 45262 h 491796"/>
                <a:gd name="connsiteX536" fmla="*/ 192718 w 537527"/>
                <a:gd name="connsiteY536" fmla="*/ 41203 h 491796"/>
                <a:gd name="connsiteX537" fmla="*/ 194341 w 537527"/>
                <a:gd name="connsiteY537" fmla="*/ 41203 h 491796"/>
                <a:gd name="connsiteX538" fmla="*/ 195964 w 537527"/>
                <a:gd name="connsiteY538" fmla="*/ 43639 h 491796"/>
                <a:gd name="connsiteX539" fmla="*/ 205699 w 537527"/>
                <a:gd name="connsiteY539" fmla="*/ 38767 h 491796"/>
                <a:gd name="connsiteX540" fmla="*/ 213001 w 537527"/>
                <a:gd name="connsiteY540" fmla="*/ 37143 h 491796"/>
                <a:gd name="connsiteX541" fmla="*/ 217869 w 537527"/>
                <a:gd name="connsiteY541" fmla="*/ 38767 h 491796"/>
                <a:gd name="connsiteX542" fmla="*/ 216247 w 537527"/>
                <a:gd name="connsiteY542" fmla="*/ 42015 h 491796"/>
                <a:gd name="connsiteX543" fmla="*/ 224360 w 537527"/>
                <a:gd name="connsiteY543" fmla="*/ 45262 h 491796"/>
                <a:gd name="connsiteX544" fmla="*/ 221926 w 537527"/>
                <a:gd name="connsiteY544" fmla="*/ 43639 h 491796"/>
                <a:gd name="connsiteX545" fmla="*/ 226794 w 537527"/>
                <a:gd name="connsiteY545" fmla="*/ 42827 h 491796"/>
                <a:gd name="connsiteX546" fmla="*/ 224360 w 537527"/>
                <a:gd name="connsiteY546" fmla="*/ 45262 h 491796"/>
                <a:gd name="connsiteX547" fmla="*/ 229228 w 537527"/>
                <a:gd name="connsiteY547" fmla="*/ 30648 h 491796"/>
                <a:gd name="connsiteX548" fmla="*/ 221926 w 537527"/>
                <a:gd name="connsiteY548" fmla="*/ 29836 h 491796"/>
                <a:gd name="connsiteX549" fmla="*/ 228416 w 537527"/>
                <a:gd name="connsiteY549" fmla="*/ 25777 h 491796"/>
                <a:gd name="connsiteX550" fmla="*/ 229228 w 537527"/>
                <a:gd name="connsiteY550" fmla="*/ 30648 h 491796"/>
                <a:gd name="connsiteX551" fmla="*/ 235718 w 537527"/>
                <a:gd name="connsiteY551" fmla="*/ 37955 h 491796"/>
                <a:gd name="connsiteX552" fmla="*/ 234096 w 537527"/>
                <a:gd name="connsiteY552" fmla="*/ 35520 h 491796"/>
                <a:gd name="connsiteX553" fmla="*/ 235718 w 537527"/>
                <a:gd name="connsiteY553" fmla="*/ 35520 h 491796"/>
                <a:gd name="connsiteX554" fmla="*/ 237341 w 537527"/>
                <a:gd name="connsiteY554" fmla="*/ 37955 h 491796"/>
                <a:gd name="connsiteX555" fmla="*/ 235718 w 537527"/>
                <a:gd name="connsiteY555" fmla="*/ 37955 h 491796"/>
                <a:gd name="connsiteX556" fmla="*/ 242209 w 537527"/>
                <a:gd name="connsiteY556" fmla="*/ 34708 h 491796"/>
                <a:gd name="connsiteX557" fmla="*/ 240586 w 537527"/>
                <a:gd name="connsiteY557" fmla="*/ 34708 h 491796"/>
                <a:gd name="connsiteX558" fmla="*/ 242209 w 537527"/>
                <a:gd name="connsiteY558" fmla="*/ 32272 h 491796"/>
                <a:gd name="connsiteX559" fmla="*/ 242209 w 537527"/>
                <a:gd name="connsiteY559" fmla="*/ 34708 h 491796"/>
                <a:gd name="connsiteX560" fmla="*/ 244643 w 537527"/>
                <a:gd name="connsiteY560" fmla="*/ 42827 h 491796"/>
                <a:gd name="connsiteX561" fmla="*/ 245454 w 537527"/>
                <a:gd name="connsiteY561" fmla="*/ 41203 h 491796"/>
                <a:gd name="connsiteX562" fmla="*/ 250322 w 537527"/>
                <a:gd name="connsiteY562" fmla="*/ 41203 h 491796"/>
                <a:gd name="connsiteX563" fmla="*/ 244643 w 537527"/>
                <a:gd name="connsiteY563" fmla="*/ 42827 h 491796"/>
                <a:gd name="connsiteX564" fmla="*/ 251133 w 537527"/>
                <a:gd name="connsiteY564" fmla="*/ 37143 h 491796"/>
                <a:gd name="connsiteX565" fmla="*/ 250322 w 537527"/>
                <a:gd name="connsiteY565" fmla="*/ 35520 h 491796"/>
                <a:gd name="connsiteX566" fmla="*/ 252756 w 537527"/>
                <a:gd name="connsiteY566" fmla="*/ 35520 h 491796"/>
                <a:gd name="connsiteX567" fmla="*/ 251133 w 537527"/>
                <a:gd name="connsiteY567" fmla="*/ 37143 h 491796"/>
                <a:gd name="connsiteX568" fmla="*/ 35323 w 537527"/>
                <a:gd name="connsiteY568" fmla="*/ 460945 h 491796"/>
                <a:gd name="connsiteX569" fmla="*/ 38568 w 537527"/>
                <a:gd name="connsiteY569" fmla="*/ 456886 h 491796"/>
                <a:gd name="connsiteX570" fmla="*/ 41003 w 537527"/>
                <a:gd name="connsiteY570" fmla="*/ 458509 h 491796"/>
                <a:gd name="connsiteX571" fmla="*/ 35323 w 537527"/>
                <a:gd name="connsiteY571" fmla="*/ 460945 h 491796"/>
                <a:gd name="connsiteX572" fmla="*/ 42625 w 537527"/>
                <a:gd name="connsiteY572" fmla="*/ 448767 h 491796"/>
                <a:gd name="connsiteX573" fmla="*/ 41003 w 537527"/>
                <a:gd name="connsiteY573" fmla="*/ 446331 h 491796"/>
                <a:gd name="connsiteX574" fmla="*/ 42625 w 537527"/>
                <a:gd name="connsiteY574" fmla="*/ 443895 h 491796"/>
                <a:gd name="connsiteX575" fmla="*/ 43436 w 537527"/>
                <a:gd name="connsiteY575" fmla="*/ 446331 h 491796"/>
                <a:gd name="connsiteX576" fmla="*/ 42625 w 537527"/>
                <a:gd name="connsiteY576" fmla="*/ 448767 h 491796"/>
                <a:gd name="connsiteX577" fmla="*/ 43436 w 537527"/>
                <a:gd name="connsiteY577" fmla="*/ 439024 h 491796"/>
                <a:gd name="connsiteX578" fmla="*/ 41003 w 537527"/>
                <a:gd name="connsiteY578" fmla="*/ 437400 h 491796"/>
                <a:gd name="connsiteX579" fmla="*/ 43436 w 537527"/>
                <a:gd name="connsiteY579" fmla="*/ 436589 h 491796"/>
                <a:gd name="connsiteX580" fmla="*/ 45871 w 537527"/>
                <a:gd name="connsiteY580" fmla="*/ 438212 h 491796"/>
                <a:gd name="connsiteX581" fmla="*/ 43436 w 537527"/>
                <a:gd name="connsiteY581" fmla="*/ 439024 h 491796"/>
                <a:gd name="connsiteX582" fmla="*/ 47493 w 537527"/>
                <a:gd name="connsiteY582" fmla="*/ 435777 h 491796"/>
                <a:gd name="connsiteX583" fmla="*/ 42625 w 537527"/>
                <a:gd name="connsiteY583" fmla="*/ 433341 h 491796"/>
                <a:gd name="connsiteX584" fmla="*/ 43436 w 537527"/>
                <a:gd name="connsiteY584" fmla="*/ 432529 h 491796"/>
                <a:gd name="connsiteX585" fmla="*/ 45871 w 537527"/>
                <a:gd name="connsiteY585" fmla="*/ 431717 h 491796"/>
                <a:gd name="connsiteX586" fmla="*/ 47493 w 537527"/>
                <a:gd name="connsiteY586" fmla="*/ 432529 h 491796"/>
                <a:gd name="connsiteX587" fmla="*/ 47493 w 537527"/>
                <a:gd name="connsiteY587" fmla="*/ 435777 h 491796"/>
                <a:gd name="connsiteX588" fmla="*/ 50738 w 537527"/>
                <a:gd name="connsiteY588" fmla="*/ 431717 h 491796"/>
                <a:gd name="connsiteX589" fmla="*/ 50738 w 537527"/>
                <a:gd name="connsiteY589" fmla="*/ 431717 h 491796"/>
                <a:gd name="connsiteX590" fmla="*/ 48304 w 537527"/>
                <a:gd name="connsiteY590" fmla="*/ 427658 h 491796"/>
                <a:gd name="connsiteX591" fmla="*/ 48304 w 537527"/>
                <a:gd name="connsiteY591" fmla="*/ 426034 h 491796"/>
                <a:gd name="connsiteX592" fmla="*/ 50738 w 537527"/>
                <a:gd name="connsiteY592" fmla="*/ 431717 h 491796"/>
                <a:gd name="connsiteX593" fmla="*/ 73455 w 537527"/>
                <a:gd name="connsiteY593" fmla="*/ 352965 h 491796"/>
                <a:gd name="connsiteX594" fmla="*/ 74267 w 537527"/>
                <a:gd name="connsiteY594" fmla="*/ 354589 h 491796"/>
                <a:gd name="connsiteX595" fmla="*/ 72644 w 537527"/>
                <a:gd name="connsiteY595" fmla="*/ 356212 h 491796"/>
                <a:gd name="connsiteX596" fmla="*/ 71832 w 537527"/>
                <a:gd name="connsiteY596" fmla="*/ 354589 h 491796"/>
                <a:gd name="connsiteX597" fmla="*/ 73455 w 537527"/>
                <a:gd name="connsiteY597" fmla="*/ 352965 h 491796"/>
                <a:gd name="connsiteX598" fmla="*/ 67776 w 537527"/>
                <a:gd name="connsiteY598" fmla="*/ 371638 h 491796"/>
                <a:gd name="connsiteX599" fmla="*/ 66153 w 537527"/>
                <a:gd name="connsiteY599" fmla="*/ 369203 h 491796"/>
                <a:gd name="connsiteX600" fmla="*/ 66965 w 537527"/>
                <a:gd name="connsiteY600" fmla="*/ 366767 h 491796"/>
                <a:gd name="connsiteX601" fmla="*/ 68587 w 537527"/>
                <a:gd name="connsiteY601" fmla="*/ 369203 h 491796"/>
                <a:gd name="connsiteX602" fmla="*/ 67776 w 537527"/>
                <a:gd name="connsiteY602" fmla="*/ 371638 h 491796"/>
                <a:gd name="connsiteX603" fmla="*/ 70210 w 537527"/>
                <a:gd name="connsiteY603" fmla="*/ 365143 h 491796"/>
                <a:gd name="connsiteX604" fmla="*/ 71832 w 537527"/>
                <a:gd name="connsiteY604" fmla="*/ 360272 h 491796"/>
                <a:gd name="connsiteX605" fmla="*/ 74267 w 537527"/>
                <a:gd name="connsiteY605" fmla="*/ 360272 h 491796"/>
                <a:gd name="connsiteX606" fmla="*/ 70210 w 537527"/>
                <a:gd name="connsiteY606" fmla="*/ 365143 h 491796"/>
                <a:gd name="connsiteX607" fmla="*/ 78323 w 537527"/>
                <a:gd name="connsiteY607" fmla="*/ 348906 h 491796"/>
                <a:gd name="connsiteX608" fmla="*/ 76700 w 537527"/>
                <a:gd name="connsiteY608" fmla="*/ 347282 h 491796"/>
                <a:gd name="connsiteX609" fmla="*/ 77512 w 537527"/>
                <a:gd name="connsiteY609" fmla="*/ 344846 h 491796"/>
                <a:gd name="connsiteX610" fmla="*/ 79134 w 537527"/>
                <a:gd name="connsiteY610" fmla="*/ 346470 h 491796"/>
                <a:gd name="connsiteX611" fmla="*/ 78323 w 537527"/>
                <a:gd name="connsiteY611" fmla="*/ 348906 h 491796"/>
                <a:gd name="connsiteX612" fmla="*/ 81568 w 537527"/>
                <a:gd name="connsiteY612" fmla="*/ 340787 h 491796"/>
                <a:gd name="connsiteX613" fmla="*/ 80757 w 537527"/>
                <a:gd name="connsiteY613" fmla="*/ 339975 h 491796"/>
                <a:gd name="connsiteX614" fmla="*/ 83191 w 537527"/>
                <a:gd name="connsiteY614" fmla="*/ 339975 h 491796"/>
                <a:gd name="connsiteX615" fmla="*/ 81568 w 537527"/>
                <a:gd name="connsiteY615" fmla="*/ 340787 h 491796"/>
                <a:gd name="connsiteX616" fmla="*/ 86436 w 537527"/>
                <a:gd name="connsiteY616" fmla="*/ 333480 h 491796"/>
                <a:gd name="connsiteX617" fmla="*/ 84814 w 537527"/>
                <a:gd name="connsiteY617" fmla="*/ 331044 h 491796"/>
                <a:gd name="connsiteX618" fmla="*/ 84814 w 537527"/>
                <a:gd name="connsiteY618" fmla="*/ 328609 h 491796"/>
                <a:gd name="connsiteX619" fmla="*/ 86436 w 537527"/>
                <a:gd name="connsiteY619" fmla="*/ 331044 h 491796"/>
                <a:gd name="connsiteX620" fmla="*/ 86436 w 537527"/>
                <a:gd name="connsiteY620" fmla="*/ 333480 h 491796"/>
                <a:gd name="connsiteX621" fmla="*/ 105096 w 537527"/>
                <a:gd name="connsiteY621" fmla="*/ 298569 h 491796"/>
                <a:gd name="connsiteX622" fmla="*/ 103474 w 537527"/>
                <a:gd name="connsiteY622" fmla="*/ 303440 h 491796"/>
                <a:gd name="connsiteX623" fmla="*/ 102663 w 537527"/>
                <a:gd name="connsiteY623" fmla="*/ 305064 h 491796"/>
                <a:gd name="connsiteX624" fmla="*/ 104285 w 537527"/>
                <a:gd name="connsiteY624" fmla="*/ 298569 h 491796"/>
                <a:gd name="connsiteX625" fmla="*/ 105096 w 537527"/>
                <a:gd name="connsiteY625" fmla="*/ 298569 h 491796"/>
                <a:gd name="connsiteX626" fmla="*/ 140794 w 537527"/>
                <a:gd name="connsiteY626" fmla="*/ 237678 h 491796"/>
                <a:gd name="connsiteX627" fmla="*/ 140794 w 537527"/>
                <a:gd name="connsiteY627" fmla="*/ 240113 h 491796"/>
                <a:gd name="connsiteX628" fmla="*/ 139172 w 537527"/>
                <a:gd name="connsiteY628" fmla="*/ 240925 h 491796"/>
                <a:gd name="connsiteX629" fmla="*/ 140794 w 537527"/>
                <a:gd name="connsiteY629" fmla="*/ 237678 h 491796"/>
                <a:gd name="connsiteX630" fmla="*/ 131870 w 537527"/>
                <a:gd name="connsiteY630" fmla="*/ 255539 h 491796"/>
                <a:gd name="connsiteX631" fmla="*/ 128625 w 537527"/>
                <a:gd name="connsiteY631" fmla="*/ 253104 h 491796"/>
                <a:gd name="connsiteX632" fmla="*/ 131059 w 537527"/>
                <a:gd name="connsiteY632" fmla="*/ 251480 h 491796"/>
                <a:gd name="connsiteX633" fmla="*/ 131870 w 537527"/>
                <a:gd name="connsiteY633" fmla="*/ 255539 h 491796"/>
                <a:gd name="connsiteX634" fmla="*/ 135926 w 537527"/>
                <a:gd name="connsiteY634" fmla="*/ 247421 h 491796"/>
                <a:gd name="connsiteX635" fmla="*/ 133492 w 537527"/>
                <a:gd name="connsiteY635" fmla="*/ 249856 h 491796"/>
                <a:gd name="connsiteX636" fmla="*/ 131870 w 537527"/>
                <a:gd name="connsiteY636" fmla="*/ 248232 h 491796"/>
                <a:gd name="connsiteX637" fmla="*/ 132681 w 537527"/>
                <a:gd name="connsiteY637" fmla="*/ 244173 h 491796"/>
                <a:gd name="connsiteX638" fmla="*/ 135926 w 537527"/>
                <a:gd name="connsiteY638" fmla="*/ 242549 h 491796"/>
                <a:gd name="connsiteX639" fmla="*/ 143228 w 537527"/>
                <a:gd name="connsiteY639" fmla="*/ 244985 h 491796"/>
                <a:gd name="connsiteX640" fmla="*/ 140794 w 537527"/>
                <a:gd name="connsiteY640" fmla="*/ 245797 h 491796"/>
                <a:gd name="connsiteX641" fmla="*/ 135926 w 537527"/>
                <a:gd name="connsiteY641" fmla="*/ 247421 h 491796"/>
                <a:gd name="connsiteX642" fmla="*/ 143228 w 537527"/>
                <a:gd name="connsiteY642" fmla="*/ 255539 h 491796"/>
                <a:gd name="connsiteX643" fmla="*/ 139983 w 537527"/>
                <a:gd name="connsiteY643" fmla="*/ 253915 h 491796"/>
                <a:gd name="connsiteX644" fmla="*/ 141606 w 537527"/>
                <a:gd name="connsiteY644" fmla="*/ 251480 h 491796"/>
                <a:gd name="connsiteX645" fmla="*/ 141606 w 537527"/>
                <a:gd name="connsiteY645" fmla="*/ 249856 h 491796"/>
                <a:gd name="connsiteX646" fmla="*/ 143228 w 537527"/>
                <a:gd name="connsiteY646" fmla="*/ 248232 h 491796"/>
                <a:gd name="connsiteX647" fmla="*/ 144851 w 537527"/>
                <a:gd name="connsiteY647" fmla="*/ 249856 h 491796"/>
                <a:gd name="connsiteX648" fmla="*/ 145662 w 537527"/>
                <a:gd name="connsiteY648" fmla="*/ 253104 h 491796"/>
                <a:gd name="connsiteX649" fmla="*/ 147285 w 537527"/>
                <a:gd name="connsiteY649" fmla="*/ 254727 h 491796"/>
                <a:gd name="connsiteX650" fmla="*/ 143228 w 537527"/>
                <a:gd name="connsiteY650" fmla="*/ 255539 h 491796"/>
                <a:gd name="connsiteX651" fmla="*/ 148096 w 537527"/>
                <a:gd name="connsiteY651" fmla="*/ 248232 h 491796"/>
                <a:gd name="connsiteX652" fmla="*/ 148907 w 537527"/>
                <a:gd name="connsiteY652" fmla="*/ 244985 h 491796"/>
                <a:gd name="connsiteX653" fmla="*/ 149719 w 537527"/>
                <a:gd name="connsiteY653" fmla="*/ 247421 h 491796"/>
                <a:gd name="connsiteX654" fmla="*/ 148096 w 537527"/>
                <a:gd name="connsiteY654" fmla="*/ 248232 h 491796"/>
                <a:gd name="connsiteX655" fmla="*/ 153775 w 537527"/>
                <a:gd name="connsiteY655" fmla="*/ 232807 h 491796"/>
                <a:gd name="connsiteX656" fmla="*/ 147285 w 537527"/>
                <a:gd name="connsiteY656" fmla="*/ 233618 h 491796"/>
                <a:gd name="connsiteX657" fmla="*/ 143228 w 537527"/>
                <a:gd name="connsiteY657" fmla="*/ 231183 h 491796"/>
                <a:gd name="connsiteX658" fmla="*/ 147285 w 537527"/>
                <a:gd name="connsiteY658" fmla="*/ 231183 h 491796"/>
                <a:gd name="connsiteX659" fmla="*/ 148907 w 537527"/>
                <a:gd name="connsiteY659" fmla="*/ 231995 h 491796"/>
                <a:gd name="connsiteX660" fmla="*/ 152153 w 537527"/>
                <a:gd name="connsiteY660" fmla="*/ 231183 h 491796"/>
                <a:gd name="connsiteX661" fmla="*/ 152153 w 537527"/>
                <a:gd name="connsiteY661" fmla="*/ 229559 h 491796"/>
                <a:gd name="connsiteX662" fmla="*/ 148907 w 537527"/>
                <a:gd name="connsiteY662" fmla="*/ 227935 h 491796"/>
                <a:gd name="connsiteX663" fmla="*/ 146474 w 537527"/>
                <a:gd name="connsiteY663" fmla="*/ 227124 h 491796"/>
                <a:gd name="connsiteX664" fmla="*/ 148096 w 537527"/>
                <a:gd name="connsiteY664" fmla="*/ 225500 h 491796"/>
                <a:gd name="connsiteX665" fmla="*/ 150530 w 537527"/>
                <a:gd name="connsiteY665" fmla="*/ 223064 h 491796"/>
                <a:gd name="connsiteX666" fmla="*/ 152964 w 537527"/>
                <a:gd name="connsiteY666" fmla="*/ 219816 h 491796"/>
                <a:gd name="connsiteX667" fmla="*/ 154587 w 537527"/>
                <a:gd name="connsiteY667" fmla="*/ 220628 h 491796"/>
                <a:gd name="connsiteX668" fmla="*/ 153775 w 537527"/>
                <a:gd name="connsiteY668" fmla="*/ 226312 h 491796"/>
                <a:gd name="connsiteX669" fmla="*/ 153775 w 537527"/>
                <a:gd name="connsiteY669" fmla="*/ 232807 h 491796"/>
                <a:gd name="connsiteX670" fmla="*/ 156209 w 537527"/>
                <a:gd name="connsiteY670" fmla="*/ 236054 h 491796"/>
                <a:gd name="connsiteX671" fmla="*/ 154587 w 537527"/>
                <a:gd name="connsiteY671" fmla="*/ 234430 h 491796"/>
                <a:gd name="connsiteX672" fmla="*/ 157021 w 537527"/>
                <a:gd name="connsiteY672" fmla="*/ 232807 h 491796"/>
                <a:gd name="connsiteX673" fmla="*/ 156209 w 537527"/>
                <a:gd name="connsiteY673" fmla="*/ 236054 h 491796"/>
                <a:gd name="connsiteX674" fmla="*/ 165945 w 537527"/>
                <a:gd name="connsiteY674" fmla="*/ 206015 h 491796"/>
                <a:gd name="connsiteX675" fmla="*/ 161888 w 537527"/>
                <a:gd name="connsiteY675" fmla="*/ 210886 h 491796"/>
                <a:gd name="connsiteX676" fmla="*/ 161077 w 537527"/>
                <a:gd name="connsiteY676" fmla="*/ 214133 h 491796"/>
                <a:gd name="connsiteX677" fmla="*/ 161888 w 537527"/>
                <a:gd name="connsiteY677" fmla="*/ 217381 h 491796"/>
                <a:gd name="connsiteX678" fmla="*/ 158643 w 537527"/>
                <a:gd name="connsiteY678" fmla="*/ 217381 h 491796"/>
                <a:gd name="connsiteX679" fmla="*/ 155398 w 537527"/>
                <a:gd name="connsiteY679" fmla="*/ 216569 h 491796"/>
                <a:gd name="connsiteX680" fmla="*/ 157021 w 537527"/>
                <a:gd name="connsiteY680" fmla="*/ 211698 h 491796"/>
                <a:gd name="connsiteX681" fmla="*/ 163511 w 537527"/>
                <a:gd name="connsiteY681" fmla="*/ 204391 h 491796"/>
                <a:gd name="connsiteX682" fmla="*/ 167568 w 537527"/>
                <a:gd name="connsiteY682" fmla="*/ 202767 h 491796"/>
                <a:gd name="connsiteX683" fmla="*/ 168379 w 537527"/>
                <a:gd name="connsiteY683" fmla="*/ 205203 h 491796"/>
                <a:gd name="connsiteX684" fmla="*/ 165945 w 537527"/>
                <a:gd name="connsiteY684" fmla="*/ 206015 h 491796"/>
                <a:gd name="connsiteX685" fmla="*/ 174058 w 537527"/>
                <a:gd name="connsiteY685" fmla="*/ 190589 h 491796"/>
                <a:gd name="connsiteX686" fmla="*/ 173247 w 537527"/>
                <a:gd name="connsiteY686" fmla="*/ 188965 h 491796"/>
                <a:gd name="connsiteX687" fmla="*/ 174870 w 537527"/>
                <a:gd name="connsiteY687" fmla="*/ 187341 h 491796"/>
                <a:gd name="connsiteX688" fmla="*/ 175681 w 537527"/>
                <a:gd name="connsiteY688" fmla="*/ 188965 h 491796"/>
                <a:gd name="connsiteX689" fmla="*/ 174058 w 537527"/>
                <a:gd name="connsiteY689" fmla="*/ 190589 h 491796"/>
                <a:gd name="connsiteX690" fmla="*/ 178115 w 537527"/>
                <a:gd name="connsiteY690" fmla="*/ 193024 h 491796"/>
                <a:gd name="connsiteX691" fmla="*/ 176492 w 537527"/>
                <a:gd name="connsiteY691" fmla="*/ 191401 h 491796"/>
                <a:gd name="connsiteX692" fmla="*/ 178926 w 537527"/>
                <a:gd name="connsiteY692" fmla="*/ 188965 h 491796"/>
                <a:gd name="connsiteX693" fmla="*/ 178115 w 537527"/>
                <a:gd name="connsiteY693" fmla="*/ 193024 h 491796"/>
                <a:gd name="connsiteX694" fmla="*/ 178926 w 537527"/>
                <a:gd name="connsiteY694" fmla="*/ 184906 h 491796"/>
                <a:gd name="connsiteX695" fmla="*/ 176492 w 537527"/>
                <a:gd name="connsiteY695" fmla="*/ 186530 h 491796"/>
                <a:gd name="connsiteX696" fmla="*/ 178115 w 537527"/>
                <a:gd name="connsiteY696" fmla="*/ 184094 h 491796"/>
                <a:gd name="connsiteX697" fmla="*/ 181360 w 537527"/>
                <a:gd name="connsiteY697" fmla="*/ 183282 h 491796"/>
                <a:gd name="connsiteX698" fmla="*/ 178926 w 537527"/>
                <a:gd name="connsiteY698" fmla="*/ 184906 h 491796"/>
                <a:gd name="connsiteX699" fmla="*/ 188662 w 537527"/>
                <a:gd name="connsiteY699" fmla="*/ 171104 h 491796"/>
                <a:gd name="connsiteX700" fmla="*/ 186228 w 537527"/>
                <a:gd name="connsiteY700" fmla="*/ 172727 h 491796"/>
                <a:gd name="connsiteX701" fmla="*/ 187851 w 537527"/>
                <a:gd name="connsiteY701" fmla="*/ 169480 h 491796"/>
                <a:gd name="connsiteX702" fmla="*/ 188662 w 537527"/>
                <a:gd name="connsiteY702" fmla="*/ 171104 h 49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37527" h="491796">
                  <a:moveTo>
                    <a:pt x="208945" y="173539"/>
                  </a:moveTo>
                  <a:cubicBezTo>
                    <a:pt x="208945" y="171916"/>
                    <a:pt x="209756" y="171104"/>
                    <a:pt x="210567" y="171104"/>
                  </a:cubicBezTo>
                  <a:cubicBezTo>
                    <a:pt x="212190" y="171104"/>
                    <a:pt x="225171" y="153242"/>
                    <a:pt x="236530" y="136193"/>
                  </a:cubicBezTo>
                  <a:cubicBezTo>
                    <a:pt x="238152" y="133757"/>
                    <a:pt x="243831" y="126450"/>
                    <a:pt x="248699" y="121579"/>
                  </a:cubicBezTo>
                  <a:cubicBezTo>
                    <a:pt x="253567" y="116708"/>
                    <a:pt x="258435" y="110213"/>
                    <a:pt x="260058" y="107777"/>
                  </a:cubicBezTo>
                  <a:cubicBezTo>
                    <a:pt x="271416" y="92351"/>
                    <a:pt x="281152" y="82609"/>
                    <a:pt x="286020" y="76926"/>
                  </a:cubicBezTo>
                  <a:cubicBezTo>
                    <a:pt x="289265" y="72866"/>
                    <a:pt x="293322" y="67183"/>
                    <a:pt x="295756" y="64747"/>
                  </a:cubicBezTo>
                  <a:cubicBezTo>
                    <a:pt x="298189" y="61500"/>
                    <a:pt x="300623" y="57440"/>
                    <a:pt x="302246" y="56629"/>
                  </a:cubicBezTo>
                  <a:cubicBezTo>
                    <a:pt x="303869" y="55005"/>
                    <a:pt x="304680" y="51757"/>
                    <a:pt x="303869" y="45262"/>
                  </a:cubicBezTo>
                  <a:cubicBezTo>
                    <a:pt x="303869" y="44450"/>
                    <a:pt x="303869" y="43639"/>
                    <a:pt x="303869" y="42827"/>
                  </a:cubicBezTo>
                  <a:cubicBezTo>
                    <a:pt x="307114" y="42827"/>
                    <a:pt x="307114" y="42827"/>
                    <a:pt x="303869" y="42015"/>
                  </a:cubicBezTo>
                  <a:cubicBezTo>
                    <a:pt x="303869" y="41203"/>
                    <a:pt x="303869" y="40391"/>
                    <a:pt x="303869" y="39579"/>
                  </a:cubicBezTo>
                  <a:cubicBezTo>
                    <a:pt x="306303" y="39579"/>
                    <a:pt x="307114" y="37955"/>
                    <a:pt x="307114" y="37955"/>
                  </a:cubicBezTo>
                  <a:cubicBezTo>
                    <a:pt x="306303" y="35520"/>
                    <a:pt x="309548" y="36332"/>
                    <a:pt x="311982" y="38767"/>
                  </a:cubicBezTo>
                  <a:cubicBezTo>
                    <a:pt x="313605" y="40391"/>
                    <a:pt x="313605" y="41203"/>
                    <a:pt x="311982" y="41203"/>
                  </a:cubicBezTo>
                  <a:cubicBezTo>
                    <a:pt x="310359" y="42015"/>
                    <a:pt x="311982" y="42827"/>
                    <a:pt x="318472" y="42827"/>
                  </a:cubicBezTo>
                  <a:cubicBezTo>
                    <a:pt x="323340" y="43639"/>
                    <a:pt x="326585" y="42827"/>
                    <a:pt x="325774" y="42015"/>
                  </a:cubicBezTo>
                  <a:cubicBezTo>
                    <a:pt x="325774" y="41203"/>
                    <a:pt x="327397" y="41203"/>
                    <a:pt x="329831" y="41203"/>
                  </a:cubicBezTo>
                  <a:cubicBezTo>
                    <a:pt x="332265" y="41203"/>
                    <a:pt x="333887" y="41203"/>
                    <a:pt x="333887" y="39579"/>
                  </a:cubicBezTo>
                  <a:cubicBezTo>
                    <a:pt x="333887" y="38767"/>
                    <a:pt x="331453" y="38767"/>
                    <a:pt x="328208" y="38767"/>
                  </a:cubicBezTo>
                  <a:cubicBezTo>
                    <a:pt x="321718" y="40391"/>
                    <a:pt x="318472" y="39579"/>
                    <a:pt x="318472" y="37143"/>
                  </a:cubicBezTo>
                  <a:cubicBezTo>
                    <a:pt x="318472" y="36332"/>
                    <a:pt x="320906" y="34708"/>
                    <a:pt x="324152" y="33896"/>
                  </a:cubicBezTo>
                  <a:cubicBezTo>
                    <a:pt x="327397" y="33896"/>
                    <a:pt x="330642" y="33896"/>
                    <a:pt x="329831" y="33896"/>
                  </a:cubicBezTo>
                  <a:cubicBezTo>
                    <a:pt x="329831" y="34708"/>
                    <a:pt x="330642" y="35520"/>
                    <a:pt x="332265" y="35520"/>
                  </a:cubicBezTo>
                  <a:cubicBezTo>
                    <a:pt x="333887" y="35520"/>
                    <a:pt x="333887" y="34708"/>
                    <a:pt x="333887" y="33896"/>
                  </a:cubicBezTo>
                  <a:cubicBezTo>
                    <a:pt x="333887" y="33084"/>
                    <a:pt x="333887" y="32272"/>
                    <a:pt x="335510" y="32272"/>
                  </a:cubicBezTo>
                  <a:cubicBezTo>
                    <a:pt x="337133" y="32272"/>
                    <a:pt x="337944" y="33084"/>
                    <a:pt x="337133" y="33896"/>
                  </a:cubicBezTo>
                  <a:cubicBezTo>
                    <a:pt x="337133" y="34708"/>
                    <a:pt x="337133" y="35520"/>
                    <a:pt x="338755" y="36332"/>
                  </a:cubicBezTo>
                  <a:cubicBezTo>
                    <a:pt x="342001" y="38767"/>
                    <a:pt x="360661" y="41203"/>
                    <a:pt x="361472" y="39579"/>
                  </a:cubicBezTo>
                  <a:cubicBezTo>
                    <a:pt x="361472" y="38767"/>
                    <a:pt x="363906" y="39579"/>
                    <a:pt x="366340" y="39579"/>
                  </a:cubicBezTo>
                  <a:cubicBezTo>
                    <a:pt x="370397" y="40391"/>
                    <a:pt x="370397" y="40391"/>
                    <a:pt x="367151" y="38767"/>
                  </a:cubicBezTo>
                  <a:cubicBezTo>
                    <a:pt x="365529" y="37955"/>
                    <a:pt x="359849" y="37143"/>
                    <a:pt x="355793" y="37143"/>
                  </a:cubicBezTo>
                  <a:cubicBezTo>
                    <a:pt x="350925" y="37143"/>
                    <a:pt x="348491" y="36332"/>
                    <a:pt x="349302" y="35520"/>
                  </a:cubicBezTo>
                  <a:cubicBezTo>
                    <a:pt x="350114" y="34708"/>
                    <a:pt x="348491" y="33896"/>
                    <a:pt x="346057" y="33084"/>
                  </a:cubicBezTo>
                  <a:lnTo>
                    <a:pt x="342001" y="32272"/>
                  </a:lnTo>
                  <a:lnTo>
                    <a:pt x="346057" y="32272"/>
                  </a:lnTo>
                  <a:cubicBezTo>
                    <a:pt x="348491" y="32272"/>
                    <a:pt x="350114" y="31460"/>
                    <a:pt x="350114" y="30648"/>
                  </a:cubicBezTo>
                  <a:cubicBezTo>
                    <a:pt x="350114" y="29836"/>
                    <a:pt x="329831" y="28213"/>
                    <a:pt x="325774" y="29025"/>
                  </a:cubicBezTo>
                  <a:cubicBezTo>
                    <a:pt x="324963" y="29025"/>
                    <a:pt x="320095" y="29836"/>
                    <a:pt x="316038" y="29836"/>
                  </a:cubicBezTo>
                  <a:cubicBezTo>
                    <a:pt x="311982" y="29836"/>
                    <a:pt x="307114" y="29836"/>
                    <a:pt x="306303" y="29836"/>
                  </a:cubicBezTo>
                  <a:cubicBezTo>
                    <a:pt x="305491" y="29836"/>
                    <a:pt x="304680" y="29836"/>
                    <a:pt x="305491" y="28213"/>
                  </a:cubicBezTo>
                  <a:cubicBezTo>
                    <a:pt x="306303" y="27401"/>
                    <a:pt x="305491" y="25777"/>
                    <a:pt x="304680" y="25777"/>
                  </a:cubicBezTo>
                  <a:cubicBezTo>
                    <a:pt x="303869" y="25777"/>
                    <a:pt x="303057" y="25777"/>
                    <a:pt x="302246" y="26589"/>
                  </a:cubicBezTo>
                  <a:cubicBezTo>
                    <a:pt x="299812" y="24153"/>
                    <a:pt x="294944" y="23342"/>
                    <a:pt x="291699" y="23342"/>
                  </a:cubicBezTo>
                  <a:cubicBezTo>
                    <a:pt x="285209" y="23342"/>
                    <a:pt x="277095" y="29836"/>
                    <a:pt x="272227" y="33896"/>
                  </a:cubicBezTo>
                  <a:cubicBezTo>
                    <a:pt x="270605" y="33896"/>
                    <a:pt x="270605" y="33896"/>
                    <a:pt x="271416" y="31460"/>
                  </a:cubicBezTo>
                  <a:cubicBezTo>
                    <a:pt x="272227" y="29836"/>
                    <a:pt x="271416" y="29025"/>
                    <a:pt x="269793" y="29025"/>
                  </a:cubicBezTo>
                  <a:cubicBezTo>
                    <a:pt x="268171" y="29025"/>
                    <a:pt x="266548" y="28213"/>
                    <a:pt x="267359" y="27401"/>
                  </a:cubicBezTo>
                  <a:cubicBezTo>
                    <a:pt x="267359" y="26589"/>
                    <a:pt x="265737" y="27401"/>
                    <a:pt x="264114" y="28213"/>
                  </a:cubicBezTo>
                  <a:cubicBezTo>
                    <a:pt x="262492" y="29836"/>
                    <a:pt x="260058" y="30648"/>
                    <a:pt x="259246" y="29836"/>
                  </a:cubicBezTo>
                  <a:cubicBezTo>
                    <a:pt x="256812" y="28213"/>
                    <a:pt x="238963" y="26589"/>
                    <a:pt x="238152" y="27401"/>
                  </a:cubicBezTo>
                  <a:cubicBezTo>
                    <a:pt x="237341" y="28213"/>
                    <a:pt x="236530" y="28213"/>
                    <a:pt x="235718" y="27401"/>
                  </a:cubicBezTo>
                  <a:cubicBezTo>
                    <a:pt x="234096" y="25777"/>
                    <a:pt x="237341" y="23342"/>
                    <a:pt x="239775" y="23342"/>
                  </a:cubicBezTo>
                  <a:cubicBezTo>
                    <a:pt x="240586" y="23342"/>
                    <a:pt x="242209" y="23342"/>
                    <a:pt x="243831" y="22530"/>
                  </a:cubicBezTo>
                  <a:cubicBezTo>
                    <a:pt x="244643" y="22530"/>
                    <a:pt x="247888" y="21718"/>
                    <a:pt x="250322" y="21718"/>
                  </a:cubicBezTo>
                  <a:cubicBezTo>
                    <a:pt x="253567" y="21718"/>
                    <a:pt x="256001" y="20906"/>
                    <a:pt x="256812" y="20094"/>
                  </a:cubicBezTo>
                  <a:cubicBezTo>
                    <a:pt x="257624" y="19282"/>
                    <a:pt x="259246" y="19282"/>
                    <a:pt x="260869" y="19282"/>
                  </a:cubicBezTo>
                  <a:cubicBezTo>
                    <a:pt x="262492" y="19282"/>
                    <a:pt x="264926" y="18470"/>
                    <a:pt x="266548" y="17658"/>
                  </a:cubicBezTo>
                  <a:cubicBezTo>
                    <a:pt x="268171" y="16035"/>
                    <a:pt x="269793" y="16035"/>
                    <a:pt x="270605" y="17658"/>
                  </a:cubicBezTo>
                  <a:cubicBezTo>
                    <a:pt x="270605" y="18470"/>
                    <a:pt x="273039" y="18470"/>
                    <a:pt x="275473" y="17658"/>
                  </a:cubicBezTo>
                  <a:cubicBezTo>
                    <a:pt x="277095" y="16846"/>
                    <a:pt x="280341" y="16035"/>
                    <a:pt x="281963" y="16846"/>
                  </a:cubicBezTo>
                  <a:cubicBezTo>
                    <a:pt x="282774" y="16846"/>
                    <a:pt x="285209" y="16846"/>
                    <a:pt x="286020" y="16035"/>
                  </a:cubicBezTo>
                  <a:cubicBezTo>
                    <a:pt x="286831" y="15223"/>
                    <a:pt x="290076" y="15223"/>
                    <a:pt x="292510" y="16035"/>
                  </a:cubicBezTo>
                  <a:cubicBezTo>
                    <a:pt x="294944" y="16035"/>
                    <a:pt x="299001" y="16846"/>
                    <a:pt x="301435" y="15223"/>
                  </a:cubicBezTo>
                  <a:cubicBezTo>
                    <a:pt x="303869" y="14411"/>
                    <a:pt x="307114" y="13599"/>
                    <a:pt x="307925" y="14411"/>
                  </a:cubicBezTo>
                  <a:cubicBezTo>
                    <a:pt x="309548" y="15223"/>
                    <a:pt x="311982" y="14411"/>
                    <a:pt x="314416" y="13599"/>
                  </a:cubicBezTo>
                  <a:cubicBezTo>
                    <a:pt x="316850" y="12787"/>
                    <a:pt x="320906" y="11975"/>
                    <a:pt x="324152" y="13599"/>
                  </a:cubicBezTo>
                  <a:cubicBezTo>
                    <a:pt x="327397" y="14411"/>
                    <a:pt x="329831" y="14411"/>
                    <a:pt x="330642" y="13599"/>
                  </a:cubicBezTo>
                  <a:cubicBezTo>
                    <a:pt x="331453" y="11975"/>
                    <a:pt x="333887" y="11975"/>
                    <a:pt x="336321" y="12787"/>
                  </a:cubicBezTo>
                  <a:cubicBezTo>
                    <a:pt x="338755" y="12787"/>
                    <a:pt x="343623" y="12787"/>
                    <a:pt x="346057" y="11975"/>
                  </a:cubicBezTo>
                  <a:cubicBezTo>
                    <a:pt x="352548" y="9539"/>
                    <a:pt x="353359" y="10351"/>
                    <a:pt x="353359" y="13599"/>
                  </a:cubicBezTo>
                  <a:cubicBezTo>
                    <a:pt x="353359" y="16035"/>
                    <a:pt x="353359" y="16035"/>
                    <a:pt x="354981" y="13599"/>
                  </a:cubicBezTo>
                  <a:cubicBezTo>
                    <a:pt x="356604" y="11975"/>
                    <a:pt x="365529" y="11163"/>
                    <a:pt x="375264" y="11163"/>
                  </a:cubicBezTo>
                  <a:cubicBezTo>
                    <a:pt x="389057" y="11163"/>
                    <a:pt x="403660" y="12787"/>
                    <a:pt x="407717" y="12787"/>
                  </a:cubicBezTo>
                  <a:cubicBezTo>
                    <a:pt x="416641" y="13599"/>
                    <a:pt x="424755" y="14411"/>
                    <a:pt x="425566" y="13599"/>
                  </a:cubicBezTo>
                  <a:cubicBezTo>
                    <a:pt x="426377" y="13599"/>
                    <a:pt x="434490" y="15223"/>
                    <a:pt x="443415" y="16846"/>
                  </a:cubicBezTo>
                  <a:cubicBezTo>
                    <a:pt x="468566" y="21718"/>
                    <a:pt x="480735" y="26589"/>
                    <a:pt x="471000" y="28213"/>
                  </a:cubicBezTo>
                  <a:cubicBezTo>
                    <a:pt x="462887" y="29025"/>
                    <a:pt x="462075" y="29025"/>
                    <a:pt x="462887" y="28213"/>
                  </a:cubicBezTo>
                  <a:cubicBezTo>
                    <a:pt x="463698" y="27401"/>
                    <a:pt x="462075" y="26589"/>
                    <a:pt x="460452" y="26589"/>
                  </a:cubicBezTo>
                  <a:cubicBezTo>
                    <a:pt x="458830" y="26589"/>
                    <a:pt x="455585" y="27401"/>
                    <a:pt x="454773" y="28213"/>
                  </a:cubicBezTo>
                  <a:cubicBezTo>
                    <a:pt x="453962" y="29025"/>
                    <a:pt x="452339" y="29836"/>
                    <a:pt x="450717" y="29836"/>
                  </a:cubicBezTo>
                  <a:cubicBezTo>
                    <a:pt x="449905" y="29836"/>
                    <a:pt x="449905" y="29025"/>
                    <a:pt x="450717" y="28213"/>
                  </a:cubicBezTo>
                  <a:cubicBezTo>
                    <a:pt x="451528" y="27401"/>
                    <a:pt x="450717" y="26589"/>
                    <a:pt x="449905" y="24965"/>
                  </a:cubicBezTo>
                  <a:cubicBezTo>
                    <a:pt x="449094" y="23342"/>
                    <a:pt x="449094" y="22530"/>
                    <a:pt x="450717" y="23342"/>
                  </a:cubicBezTo>
                  <a:cubicBezTo>
                    <a:pt x="451528" y="23342"/>
                    <a:pt x="451528" y="22530"/>
                    <a:pt x="449905" y="21718"/>
                  </a:cubicBezTo>
                  <a:cubicBezTo>
                    <a:pt x="448283" y="20906"/>
                    <a:pt x="445849" y="20906"/>
                    <a:pt x="444226" y="20906"/>
                  </a:cubicBezTo>
                  <a:cubicBezTo>
                    <a:pt x="440981" y="21718"/>
                    <a:pt x="417453" y="19282"/>
                    <a:pt x="415019" y="17658"/>
                  </a:cubicBezTo>
                  <a:cubicBezTo>
                    <a:pt x="412585" y="16035"/>
                    <a:pt x="411774" y="20094"/>
                    <a:pt x="414208" y="21718"/>
                  </a:cubicBezTo>
                  <a:cubicBezTo>
                    <a:pt x="415830" y="23342"/>
                    <a:pt x="415830" y="23342"/>
                    <a:pt x="416641" y="22530"/>
                  </a:cubicBezTo>
                  <a:cubicBezTo>
                    <a:pt x="416641" y="21718"/>
                    <a:pt x="417453" y="21718"/>
                    <a:pt x="418264" y="22530"/>
                  </a:cubicBezTo>
                  <a:cubicBezTo>
                    <a:pt x="419076" y="23342"/>
                    <a:pt x="419076" y="24153"/>
                    <a:pt x="417453" y="24965"/>
                  </a:cubicBezTo>
                  <a:cubicBezTo>
                    <a:pt x="414208" y="26589"/>
                    <a:pt x="411774" y="25777"/>
                    <a:pt x="413396" y="23342"/>
                  </a:cubicBezTo>
                  <a:cubicBezTo>
                    <a:pt x="413396" y="22530"/>
                    <a:pt x="412585" y="22530"/>
                    <a:pt x="410151" y="21718"/>
                  </a:cubicBezTo>
                  <a:cubicBezTo>
                    <a:pt x="407717" y="21718"/>
                    <a:pt x="406906" y="20906"/>
                    <a:pt x="408528" y="20094"/>
                  </a:cubicBezTo>
                  <a:cubicBezTo>
                    <a:pt x="410151" y="19282"/>
                    <a:pt x="409340" y="18470"/>
                    <a:pt x="407717" y="17658"/>
                  </a:cubicBezTo>
                  <a:cubicBezTo>
                    <a:pt x="404472" y="16846"/>
                    <a:pt x="400415" y="19282"/>
                    <a:pt x="402038" y="21718"/>
                  </a:cubicBezTo>
                  <a:cubicBezTo>
                    <a:pt x="402849" y="22530"/>
                    <a:pt x="402849" y="21718"/>
                    <a:pt x="402849" y="20906"/>
                  </a:cubicBezTo>
                  <a:cubicBezTo>
                    <a:pt x="402849" y="19282"/>
                    <a:pt x="403660" y="19282"/>
                    <a:pt x="404472" y="21718"/>
                  </a:cubicBezTo>
                  <a:cubicBezTo>
                    <a:pt x="406094" y="25777"/>
                    <a:pt x="405283" y="25777"/>
                    <a:pt x="402038" y="24965"/>
                  </a:cubicBezTo>
                  <a:cubicBezTo>
                    <a:pt x="400415" y="24153"/>
                    <a:pt x="399604" y="22530"/>
                    <a:pt x="399604" y="20094"/>
                  </a:cubicBezTo>
                  <a:cubicBezTo>
                    <a:pt x="399604" y="18470"/>
                    <a:pt x="398793" y="17658"/>
                    <a:pt x="398793" y="18470"/>
                  </a:cubicBezTo>
                  <a:cubicBezTo>
                    <a:pt x="398793" y="20094"/>
                    <a:pt x="397170" y="20094"/>
                    <a:pt x="395547" y="20094"/>
                  </a:cubicBezTo>
                  <a:cubicBezTo>
                    <a:pt x="394736" y="20094"/>
                    <a:pt x="393925" y="20906"/>
                    <a:pt x="394736" y="21718"/>
                  </a:cubicBezTo>
                  <a:cubicBezTo>
                    <a:pt x="395547" y="22530"/>
                    <a:pt x="394736" y="23342"/>
                    <a:pt x="393925" y="23342"/>
                  </a:cubicBezTo>
                  <a:cubicBezTo>
                    <a:pt x="393113" y="23342"/>
                    <a:pt x="392302" y="21718"/>
                    <a:pt x="393113" y="20906"/>
                  </a:cubicBezTo>
                  <a:cubicBezTo>
                    <a:pt x="393113" y="19282"/>
                    <a:pt x="391491" y="18470"/>
                    <a:pt x="389868" y="17658"/>
                  </a:cubicBezTo>
                  <a:cubicBezTo>
                    <a:pt x="388245" y="17658"/>
                    <a:pt x="385000" y="16035"/>
                    <a:pt x="383377" y="15223"/>
                  </a:cubicBezTo>
                  <a:cubicBezTo>
                    <a:pt x="381755" y="14411"/>
                    <a:pt x="380944" y="14411"/>
                    <a:pt x="381755" y="15223"/>
                  </a:cubicBezTo>
                  <a:cubicBezTo>
                    <a:pt x="382566" y="16035"/>
                    <a:pt x="381755" y="17658"/>
                    <a:pt x="379321" y="16846"/>
                  </a:cubicBezTo>
                  <a:cubicBezTo>
                    <a:pt x="374453" y="16035"/>
                    <a:pt x="374453" y="20094"/>
                    <a:pt x="378510" y="21718"/>
                  </a:cubicBezTo>
                  <a:cubicBezTo>
                    <a:pt x="380944" y="22530"/>
                    <a:pt x="380132" y="23342"/>
                    <a:pt x="374453" y="24153"/>
                  </a:cubicBezTo>
                  <a:cubicBezTo>
                    <a:pt x="367963" y="24965"/>
                    <a:pt x="367151" y="24965"/>
                    <a:pt x="365529" y="21718"/>
                  </a:cubicBezTo>
                  <a:cubicBezTo>
                    <a:pt x="363095" y="16846"/>
                    <a:pt x="361472" y="17658"/>
                    <a:pt x="360661" y="21718"/>
                  </a:cubicBezTo>
                  <a:cubicBezTo>
                    <a:pt x="360661" y="24965"/>
                    <a:pt x="359038" y="25777"/>
                    <a:pt x="357416" y="25777"/>
                  </a:cubicBezTo>
                  <a:cubicBezTo>
                    <a:pt x="355793" y="25777"/>
                    <a:pt x="354170" y="25777"/>
                    <a:pt x="353359" y="26589"/>
                  </a:cubicBezTo>
                  <a:cubicBezTo>
                    <a:pt x="352548" y="27401"/>
                    <a:pt x="354170" y="28213"/>
                    <a:pt x="355793" y="28213"/>
                  </a:cubicBezTo>
                  <a:cubicBezTo>
                    <a:pt x="357416" y="28213"/>
                    <a:pt x="359849" y="29025"/>
                    <a:pt x="359849" y="30648"/>
                  </a:cubicBezTo>
                  <a:cubicBezTo>
                    <a:pt x="359849" y="32272"/>
                    <a:pt x="362283" y="32272"/>
                    <a:pt x="366340" y="31460"/>
                  </a:cubicBezTo>
                  <a:cubicBezTo>
                    <a:pt x="368774" y="31460"/>
                    <a:pt x="371208" y="30648"/>
                    <a:pt x="371208" y="29836"/>
                  </a:cubicBezTo>
                  <a:cubicBezTo>
                    <a:pt x="370397" y="29025"/>
                    <a:pt x="372019" y="28213"/>
                    <a:pt x="373642" y="28213"/>
                  </a:cubicBezTo>
                  <a:cubicBezTo>
                    <a:pt x="375264" y="28213"/>
                    <a:pt x="376076" y="29025"/>
                    <a:pt x="376076" y="29836"/>
                  </a:cubicBezTo>
                  <a:cubicBezTo>
                    <a:pt x="374453" y="31460"/>
                    <a:pt x="380132" y="32272"/>
                    <a:pt x="385000" y="31460"/>
                  </a:cubicBezTo>
                  <a:cubicBezTo>
                    <a:pt x="387434" y="30648"/>
                    <a:pt x="388245" y="30648"/>
                    <a:pt x="386623" y="29836"/>
                  </a:cubicBezTo>
                  <a:cubicBezTo>
                    <a:pt x="385000" y="29025"/>
                    <a:pt x="386623" y="28213"/>
                    <a:pt x="389057" y="28213"/>
                  </a:cubicBezTo>
                  <a:cubicBezTo>
                    <a:pt x="393113" y="28213"/>
                    <a:pt x="393113" y="29025"/>
                    <a:pt x="391491" y="29836"/>
                  </a:cubicBezTo>
                  <a:cubicBezTo>
                    <a:pt x="389868" y="30648"/>
                    <a:pt x="392302" y="30648"/>
                    <a:pt x="399604" y="31460"/>
                  </a:cubicBezTo>
                  <a:cubicBezTo>
                    <a:pt x="406906" y="31460"/>
                    <a:pt x="410962" y="31460"/>
                    <a:pt x="412585" y="29836"/>
                  </a:cubicBezTo>
                  <a:cubicBezTo>
                    <a:pt x="414208" y="28213"/>
                    <a:pt x="415830" y="28213"/>
                    <a:pt x="416641" y="28213"/>
                  </a:cubicBezTo>
                  <a:cubicBezTo>
                    <a:pt x="417453" y="29025"/>
                    <a:pt x="417453" y="29836"/>
                    <a:pt x="415830" y="30648"/>
                  </a:cubicBezTo>
                  <a:cubicBezTo>
                    <a:pt x="414208" y="31460"/>
                    <a:pt x="416641" y="32272"/>
                    <a:pt x="421509" y="33084"/>
                  </a:cubicBezTo>
                  <a:cubicBezTo>
                    <a:pt x="426377" y="33084"/>
                    <a:pt x="430434" y="33084"/>
                    <a:pt x="430434" y="33084"/>
                  </a:cubicBezTo>
                  <a:cubicBezTo>
                    <a:pt x="431245" y="32272"/>
                    <a:pt x="432868" y="32272"/>
                    <a:pt x="434490" y="32272"/>
                  </a:cubicBezTo>
                  <a:cubicBezTo>
                    <a:pt x="436924" y="32272"/>
                    <a:pt x="437736" y="32272"/>
                    <a:pt x="436113" y="33896"/>
                  </a:cubicBezTo>
                  <a:cubicBezTo>
                    <a:pt x="433679" y="34708"/>
                    <a:pt x="434490" y="34708"/>
                    <a:pt x="437736" y="35520"/>
                  </a:cubicBezTo>
                  <a:cubicBezTo>
                    <a:pt x="442604" y="37143"/>
                    <a:pt x="447472" y="37143"/>
                    <a:pt x="452339" y="37955"/>
                  </a:cubicBezTo>
                  <a:cubicBezTo>
                    <a:pt x="458019" y="39579"/>
                    <a:pt x="458830" y="39579"/>
                    <a:pt x="455585" y="40391"/>
                  </a:cubicBezTo>
                  <a:cubicBezTo>
                    <a:pt x="453962" y="41203"/>
                    <a:pt x="450717" y="40391"/>
                    <a:pt x="449094" y="40391"/>
                  </a:cubicBezTo>
                  <a:cubicBezTo>
                    <a:pt x="447472" y="39579"/>
                    <a:pt x="445037" y="39579"/>
                    <a:pt x="445037" y="40391"/>
                  </a:cubicBezTo>
                  <a:cubicBezTo>
                    <a:pt x="445037" y="42827"/>
                    <a:pt x="449094" y="44450"/>
                    <a:pt x="454773" y="44450"/>
                  </a:cubicBezTo>
                  <a:cubicBezTo>
                    <a:pt x="462075" y="45262"/>
                    <a:pt x="496150" y="55005"/>
                    <a:pt x="497773" y="56629"/>
                  </a:cubicBezTo>
                  <a:cubicBezTo>
                    <a:pt x="497773" y="57440"/>
                    <a:pt x="501018" y="58252"/>
                    <a:pt x="503452" y="58252"/>
                  </a:cubicBezTo>
                  <a:cubicBezTo>
                    <a:pt x="505886" y="58252"/>
                    <a:pt x="508320" y="59064"/>
                    <a:pt x="508320" y="60688"/>
                  </a:cubicBezTo>
                  <a:cubicBezTo>
                    <a:pt x="508320" y="61500"/>
                    <a:pt x="510754" y="63124"/>
                    <a:pt x="513188" y="64747"/>
                  </a:cubicBezTo>
                  <a:cubicBezTo>
                    <a:pt x="517244" y="67995"/>
                    <a:pt x="518056" y="67183"/>
                    <a:pt x="517244" y="72054"/>
                  </a:cubicBezTo>
                  <a:cubicBezTo>
                    <a:pt x="515622" y="79361"/>
                    <a:pt x="507509" y="93975"/>
                    <a:pt x="500207" y="102906"/>
                  </a:cubicBezTo>
                  <a:cubicBezTo>
                    <a:pt x="495339" y="109401"/>
                    <a:pt x="492905" y="114272"/>
                    <a:pt x="493716" y="114272"/>
                  </a:cubicBezTo>
                  <a:cubicBezTo>
                    <a:pt x="494528" y="114272"/>
                    <a:pt x="495339" y="113460"/>
                    <a:pt x="496150" y="112648"/>
                  </a:cubicBezTo>
                  <a:cubicBezTo>
                    <a:pt x="497773" y="111025"/>
                    <a:pt x="499396" y="111025"/>
                    <a:pt x="498584" y="111836"/>
                  </a:cubicBezTo>
                  <a:cubicBezTo>
                    <a:pt x="498584" y="115084"/>
                    <a:pt x="501018" y="114272"/>
                    <a:pt x="509131" y="106965"/>
                  </a:cubicBezTo>
                  <a:cubicBezTo>
                    <a:pt x="513999" y="102906"/>
                    <a:pt x="515622" y="102094"/>
                    <a:pt x="517244" y="102094"/>
                  </a:cubicBezTo>
                  <a:cubicBezTo>
                    <a:pt x="518056" y="102094"/>
                    <a:pt x="518867" y="102906"/>
                    <a:pt x="519679" y="104530"/>
                  </a:cubicBezTo>
                  <a:cubicBezTo>
                    <a:pt x="521301" y="107777"/>
                    <a:pt x="521301" y="107777"/>
                    <a:pt x="521301" y="104530"/>
                  </a:cubicBezTo>
                  <a:cubicBezTo>
                    <a:pt x="520490" y="100470"/>
                    <a:pt x="520490" y="100470"/>
                    <a:pt x="522112" y="103718"/>
                  </a:cubicBezTo>
                  <a:cubicBezTo>
                    <a:pt x="523735" y="106153"/>
                    <a:pt x="523735" y="106153"/>
                    <a:pt x="526169" y="104530"/>
                  </a:cubicBezTo>
                  <a:cubicBezTo>
                    <a:pt x="527792" y="102906"/>
                    <a:pt x="529414" y="102094"/>
                    <a:pt x="531037" y="102906"/>
                  </a:cubicBezTo>
                  <a:cubicBezTo>
                    <a:pt x="532660" y="102906"/>
                    <a:pt x="533471" y="102094"/>
                    <a:pt x="533471" y="100470"/>
                  </a:cubicBezTo>
                  <a:cubicBezTo>
                    <a:pt x="533471" y="98846"/>
                    <a:pt x="534282" y="96411"/>
                    <a:pt x="535905" y="95599"/>
                  </a:cubicBezTo>
                  <a:cubicBezTo>
                    <a:pt x="537527" y="93975"/>
                    <a:pt x="537527" y="92351"/>
                    <a:pt x="537527" y="89916"/>
                  </a:cubicBezTo>
                  <a:cubicBezTo>
                    <a:pt x="536716" y="82609"/>
                    <a:pt x="534282" y="76114"/>
                    <a:pt x="533471" y="75302"/>
                  </a:cubicBezTo>
                  <a:cubicBezTo>
                    <a:pt x="531848" y="73678"/>
                    <a:pt x="531037" y="67995"/>
                    <a:pt x="532660" y="67995"/>
                  </a:cubicBezTo>
                  <a:cubicBezTo>
                    <a:pt x="535094" y="67995"/>
                    <a:pt x="518056" y="42015"/>
                    <a:pt x="509943" y="35520"/>
                  </a:cubicBezTo>
                  <a:cubicBezTo>
                    <a:pt x="501830" y="27401"/>
                    <a:pt x="487226" y="19282"/>
                    <a:pt x="478301" y="16846"/>
                  </a:cubicBezTo>
                  <a:cubicBezTo>
                    <a:pt x="475056" y="16035"/>
                    <a:pt x="469377" y="14411"/>
                    <a:pt x="466943" y="13599"/>
                  </a:cubicBezTo>
                  <a:cubicBezTo>
                    <a:pt x="461264" y="11163"/>
                    <a:pt x="458019" y="10351"/>
                    <a:pt x="440170" y="7104"/>
                  </a:cubicBezTo>
                  <a:cubicBezTo>
                    <a:pt x="427189" y="4668"/>
                    <a:pt x="395547" y="609"/>
                    <a:pt x="395547" y="1421"/>
                  </a:cubicBezTo>
                  <a:cubicBezTo>
                    <a:pt x="395547" y="2233"/>
                    <a:pt x="391491" y="2233"/>
                    <a:pt x="386623" y="1421"/>
                  </a:cubicBezTo>
                  <a:cubicBezTo>
                    <a:pt x="375264" y="609"/>
                    <a:pt x="369585" y="609"/>
                    <a:pt x="349302" y="1421"/>
                  </a:cubicBezTo>
                  <a:cubicBezTo>
                    <a:pt x="340378" y="1421"/>
                    <a:pt x="334699" y="1421"/>
                    <a:pt x="334699" y="609"/>
                  </a:cubicBezTo>
                  <a:cubicBezTo>
                    <a:pt x="334699" y="-203"/>
                    <a:pt x="333887" y="-203"/>
                    <a:pt x="333076" y="609"/>
                  </a:cubicBezTo>
                  <a:cubicBezTo>
                    <a:pt x="332265" y="1421"/>
                    <a:pt x="329019" y="2233"/>
                    <a:pt x="326585" y="2233"/>
                  </a:cubicBezTo>
                  <a:cubicBezTo>
                    <a:pt x="315227" y="3856"/>
                    <a:pt x="307925" y="3045"/>
                    <a:pt x="305491" y="3856"/>
                  </a:cubicBezTo>
                  <a:cubicBezTo>
                    <a:pt x="301435" y="4668"/>
                    <a:pt x="299001" y="5480"/>
                    <a:pt x="291699" y="4668"/>
                  </a:cubicBezTo>
                  <a:cubicBezTo>
                    <a:pt x="281963" y="3856"/>
                    <a:pt x="262492" y="7104"/>
                    <a:pt x="253567" y="9539"/>
                  </a:cubicBezTo>
                  <a:cubicBezTo>
                    <a:pt x="251133" y="10351"/>
                    <a:pt x="246265" y="10351"/>
                    <a:pt x="243020" y="10351"/>
                  </a:cubicBezTo>
                  <a:cubicBezTo>
                    <a:pt x="239775" y="10351"/>
                    <a:pt x="235718" y="10351"/>
                    <a:pt x="234096" y="11163"/>
                  </a:cubicBezTo>
                  <a:cubicBezTo>
                    <a:pt x="232473" y="11975"/>
                    <a:pt x="229228" y="12787"/>
                    <a:pt x="225982" y="12787"/>
                  </a:cubicBezTo>
                  <a:cubicBezTo>
                    <a:pt x="220303" y="12787"/>
                    <a:pt x="220303" y="13599"/>
                    <a:pt x="221926" y="11163"/>
                  </a:cubicBezTo>
                  <a:cubicBezTo>
                    <a:pt x="223549" y="8728"/>
                    <a:pt x="222737" y="8728"/>
                    <a:pt x="218681" y="9539"/>
                  </a:cubicBezTo>
                  <a:cubicBezTo>
                    <a:pt x="212190" y="9539"/>
                    <a:pt x="211379" y="11163"/>
                    <a:pt x="214624" y="12787"/>
                  </a:cubicBezTo>
                  <a:cubicBezTo>
                    <a:pt x="216247" y="13599"/>
                    <a:pt x="215435" y="13599"/>
                    <a:pt x="211379" y="13599"/>
                  </a:cubicBezTo>
                  <a:cubicBezTo>
                    <a:pt x="202454" y="13599"/>
                    <a:pt x="195152" y="13599"/>
                    <a:pt x="190285" y="16035"/>
                  </a:cubicBezTo>
                  <a:cubicBezTo>
                    <a:pt x="188662" y="16846"/>
                    <a:pt x="186228" y="16846"/>
                    <a:pt x="184605" y="16035"/>
                  </a:cubicBezTo>
                  <a:cubicBezTo>
                    <a:pt x="182983" y="15223"/>
                    <a:pt x="180549" y="16035"/>
                    <a:pt x="178926" y="16035"/>
                  </a:cubicBezTo>
                  <a:cubicBezTo>
                    <a:pt x="174058" y="16846"/>
                    <a:pt x="170002" y="19282"/>
                    <a:pt x="168379" y="18470"/>
                  </a:cubicBezTo>
                  <a:cubicBezTo>
                    <a:pt x="162700" y="17658"/>
                    <a:pt x="142417" y="21718"/>
                    <a:pt x="137549" y="22530"/>
                  </a:cubicBezTo>
                  <a:cubicBezTo>
                    <a:pt x="134304" y="22530"/>
                    <a:pt x="130247" y="22530"/>
                    <a:pt x="129436" y="22530"/>
                  </a:cubicBezTo>
                  <a:cubicBezTo>
                    <a:pt x="128625" y="21718"/>
                    <a:pt x="128625" y="21718"/>
                    <a:pt x="128625" y="22530"/>
                  </a:cubicBezTo>
                  <a:cubicBezTo>
                    <a:pt x="129436" y="23342"/>
                    <a:pt x="126191" y="24153"/>
                    <a:pt x="122134" y="24965"/>
                  </a:cubicBezTo>
                  <a:cubicBezTo>
                    <a:pt x="101040" y="29025"/>
                    <a:pt x="91304" y="28213"/>
                    <a:pt x="75889" y="29025"/>
                  </a:cubicBezTo>
                  <a:cubicBezTo>
                    <a:pt x="66965" y="29836"/>
                    <a:pt x="54795" y="29836"/>
                    <a:pt x="49927" y="29836"/>
                  </a:cubicBezTo>
                  <a:cubicBezTo>
                    <a:pt x="45059" y="29836"/>
                    <a:pt x="36135" y="30648"/>
                    <a:pt x="31267" y="29836"/>
                  </a:cubicBezTo>
                  <a:lnTo>
                    <a:pt x="20720" y="29025"/>
                  </a:lnTo>
                  <a:lnTo>
                    <a:pt x="20720" y="24965"/>
                  </a:lnTo>
                  <a:cubicBezTo>
                    <a:pt x="20720" y="20906"/>
                    <a:pt x="20720" y="20906"/>
                    <a:pt x="15040" y="19282"/>
                  </a:cubicBezTo>
                  <a:cubicBezTo>
                    <a:pt x="7739" y="17658"/>
                    <a:pt x="2059" y="18470"/>
                    <a:pt x="437" y="20906"/>
                  </a:cubicBezTo>
                  <a:cubicBezTo>
                    <a:pt x="-1186" y="23342"/>
                    <a:pt x="2059" y="50134"/>
                    <a:pt x="4493" y="57440"/>
                  </a:cubicBezTo>
                  <a:cubicBezTo>
                    <a:pt x="6927" y="65559"/>
                    <a:pt x="13418" y="71242"/>
                    <a:pt x="21531" y="73678"/>
                  </a:cubicBezTo>
                  <a:cubicBezTo>
                    <a:pt x="32078" y="76926"/>
                    <a:pt x="41814" y="78549"/>
                    <a:pt x="45059" y="76114"/>
                  </a:cubicBezTo>
                  <a:cubicBezTo>
                    <a:pt x="47493" y="74490"/>
                    <a:pt x="53172" y="74490"/>
                    <a:pt x="82380" y="72054"/>
                  </a:cubicBezTo>
                  <a:cubicBezTo>
                    <a:pt x="86436" y="72054"/>
                    <a:pt x="93738" y="70431"/>
                    <a:pt x="97795" y="69619"/>
                  </a:cubicBezTo>
                  <a:cubicBezTo>
                    <a:pt x="101040" y="68807"/>
                    <a:pt x="109964" y="67183"/>
                    <a:pt x="116455" y="66371"/>
                  </a:cubicBezTo>
                  <a:cubicBezTo>
                    <a:pt x="136738" y="63124"/>
                    <a:pt x="165134" y="58252"/>
                    <a:pt x="170813" y="56629"/>
                  </a:cubicBezTo>
                  <a:cubicBezTo>
                    <a:pt x="172435" y="56629"/>
                    <a:pt x="176492" y="55005"/>
                    <a:pt x="178926" y="55005"/>
                  </a:cubicBezTo>
                  <a:cubicBezTo>
                    <a:pt x="182983" y="55005"/>
                    <a:pt x="187039" y="54193"/>
                    <a:pt x="189473" y="53381"/>
                  </a:cubicBezTo>
                  <a:cubicBezTo>
                    <a:pt x="191907" y="52569"/>
                    <a:pt x="199209" y="51757"/>
                    <a:pt x="204888" y="50945"/>
                  </a:cubicBezTo>
                  <a:cubicBezTo>
                    <a:pt x="210567" y="50134"/>
                    <a:pt x="221114" y="48510"/>
                    <a:pt x="227605" y="46886"/>
                  </a:cubicBezTo>
                  <a:cubicBezTo>
                    <a:pt x="234096" y="45262"/>
                    <a:pt x="241397" y="45262"/>
                    <a:pt x="243831" y="44450"/>
                  </a:cubicBezTo>
                  <a:cubicBezTo>
                    <a:pt x="246265" y="44450"/>
                    <a:pt x="247888" y="42827"/>
                    <a:pt x="247077" y="42015"/>
                  </a:cubicBezTo>
                  <a:cubicBezTo>
                    <a:pt x="247077" y="41203"/>
                    <a:pt x="247077" y="40391"/>
                    <a:pt x="248699" y="40391"/>
                  </a:cubicBezTo>
                  <a:cubicBezTo>
                    <a:pt x="250322" y="40391"/>
                    <a:pt x="251133" y="41203"/>
                    <a:pt x="250322" y="42015"/>
                  </a:cubicBezTo>
                  <a:cubicBezTo>
                    <a:pt x="249510" y="42827"/>
                    <a:pt x="251133" y="42827"/>
                    <a:pt x="253567" y="42827"/>
                  </a:cubicBezTo>
                  <a:cubicBezTo>
                    <a:pt x="256001" y="42827"/>
                    <a:pt x="258435" y="42015"/>
                    <a:pt x="258435" y="40391"/>
                  </a:cubicBezTo>
                  <a:cubicBezTo>
                    <a:pt x="258435" y="38767"/>
                    <a:pt x="258435" y="38767"/>
                    <a:pt x="257624" y="39579"/>
                  </a:cubicBezTo>
                  <a:cubicBezTo>
                    <a:pt x="256001" y="40391"/>
                    <a:pt x="256001" y="39579"/>
                    <a:pt x="256812" y="38767"/>
                  </a:cubicBezTo>
                  <a:cubicBezTo>
                    <a:pt x="257624" y="37955"/>
                    <a:pt x="258435" y="37143"/>
                    <a:pt x="260058" y="37143"/>
                  </a:cubicBezTo>
                  <a:cubicBezTo>
                    <a:pt x="261680" y="37143"/>
                    <a:pt x="262492" y="36332"/>
                    <a:pt x="262492" y="35520"/>
                  </a:cubicBezTo>
                  <a:cubicBezTo>
                    <a:pt x="262492" y="33896"/>
                    <a:pt x="264926" y="33084"/>
                    <a:pt x="270605" y="33896"/>
                  </a:cubicBezTo>
                  <a:cubicBezTo>
                    <a:pt x="268982" y="35520"/>
                    <a:pt x="266548" y="37955"/>
                    <a:pt x="264926" y="40391"/>
                  </a:cubicBezTo>
                  <a:cubicBezTo>
                    <a:pt x="264114" y="39579"/>
                    <a:pt x="263303" y="39579"/>
                    <a:pt x="262492" y="40391"/>
                  </a:cubicBezTo>
                  <a:cubicBezTo>
                    <a:pt x="261680" y="41203"/>
                    <a:pt x="261680" y="41203"/>
                    <a:pt x="263303" y="41203"/>
                  </a:cubicBezTo>
                  <a:cubicBezTo>
                    <a:pt x="264114" y="41203"/>
                    <a:pt x="264926" y="41203"/>
                    <a:pt x="264926" y="41203"/>
                  </a:cubicBezTo>
                  <a:cubicBezTo>
                    <a:pt x="238963" y="71242"/>
                    <a:pt x="214624" y="102094"/>
                    <a:pt x="191907" y="135381"/>
                  </a:cubicBezTo>
                  <a:cubicBezTo>
                    <a:pt x="165945" y="172727"/>
                    <a:pt x="124568" y="231995"/>
                    <a:pt x="127002" y="234430"/>
                  </a:cubicBezTo>
                  <a:cubicBezTo>
                    <a:pt x="127813" y="235242"/>
                    <a:pt x="128625" y="234430"/>
                    <a:pt x="128625" y="233618"/>
                  </a:cubicBezTo>
                  <a:cubicBezTo>
                    <a:pt x="128625" y="231995"/>
                    <a:pt x="132681" y="228747"/>
                    <a:pt x="135926" y="224688"/>
                  </a:cubicBezTo>
                  <a:cubicBezTo>
                    <a:pt x="139172" y="220628"/>
                    <a:pt x="144851" y="214133"/>
                    <a:pt x="147285" y="210074"/>
                  </a:cubicBezTo>
                  <a:cubicBezTo>
                    <a:pt x="149719" y="205203"/>
                    <a:pt x="153775" y="200331"/>
                    <a:pt x="154587" y="199519"/>
                  </a:cubicBezTo>
                  <a:cubicBezTo>
                    <a:pt x="156209" y="198708"/>
                    <a:pt x="156209" y="197084"/>
                    <a:pt x="156209" y="195460"/>
                  </a:cubicBezTo>
                  <a:cubicBezTo>
                    <a:pt x="156209" y="193836"/>
                    <a:pt x="158643" y="191401"/>
                    <a:pt x="161077" y="188153"/>
                  </a:cubicBezTo>
                  <a:cubicBezTo>
                    <a:pt x="168379" y="180034"/>
                    <a:pt x="171624" y="175975"/>
                    <a:pt x="178115" y="166233"/>
                  </a:cubicBezTo>
                  <a:cubicBezTo>
                    <a:pt x="189473" y="149995"/>
                    <a:pt x="201643" y="133757"/>
                    <a:pt x="213813" y="118331"/>
                  </a:cubicBezTo>
                  <a:cubicBezTo>
                    <a:pt x="221926" y="107777"/>
                    <a:pt x="230850" y="96411"/>
                    <a:pt x="233284" y="93975"/>
                  </a:cubicBezTo>
                  <a:cubicBezTo>
                    <a:pt x="235718" y="91539"/>
                    <a:pt x="238152" y="87480"/>
                    <a:pt x="239775" y="85856"/>
                  </a:cubicBezTo>
                  <a:cubicBezTo>
                    <a:pt x="240586" y="84233"/>
                    <a:pt x="242209" y="82609"/>
                    <a:pt x="242209" y="83421"/>
                  </a:cubicBezTo>
                  <a:cubicBezTo>
                    <a:pt x="243020" y="84233"/>
                    <a:pt x="232473" y="98034"/>
                    <a:pt x="226794" y="105342"/>
                  </a:cubicBezTo>
                  <a:cubicBezTo>
                    <a:pt x="225171" y="107777"/>
                    <a:pt x="222737" y="110213"/>
                    <a:pt x="222737" y="110213"/>
                  </a:cubicBezTo>
                  <a:cubicBezTo>
                    <a:pt x="222737" y="111025"/>
                    <a:pt x="221926" y="112648"/>
                    <a:pt x="220303" y="113460"/>
                  </a:cubicBezTo>
                  <a:cubicBezTo>
                    <a:pt x="218681" y="114272"/>
                    <a:pt x="217869" y="117520"/>
                    <a:pt x="217869" y="118331"/>
                  </a:cubicBezTo>
                  <a:cubicBezTo>
                    <a:pt x="217869" y="119955"/>
                    <a:pt x="217058" y="121579"/>
                    <a:pt x="215435" y="122391"/>
                  </a:cubicBezTo>
                  <a:cubicBezTo>
                    <a:pt x="213813" y="123203"/>
                    <a:pt x="213001" y="124827"/>
                    <a:pt x="213001" y="125639"/>
                  </a:cubicBezTo>
                  <a:cubicBezTo>
                    <a:pt x="213001" y="127262"/>
                    <a:pt x="205699" y="137005"/>
                    <a:pt x="201643" y="141876"/>
                  </a:cubicBezTo>
                  <a:cubicBezTo>
                    <a:pt x="200832" y="143500"/>
                    <a:pt x="199209" y="145124"/>
                    <a:pt x="199209" y="145936"/>
                  </a:cubicBezTo>
                  <a:cubicBezTo>
                    <a:pt x="199209" y="146747"/>
                    <a:pt x="196775" y="149995"/>
                    <a:pt x="194341" y="153242"/>
                  </a:cubicBezTo>
                  <a:cubicBezTo>
                    <a:pt x="191907" y="156490"/>
                    <a:pt x="188662" y="160549"/>
                    <a:pt x="187851" y="161361"/>
                  </a:cubicBezTo>
                  <a:cubicBezTo>
                    <a:pt x="186228" y="164609"/>
                    <a:pt x="183794" y="168668"/>
                    <a:pt x="179738" y="173539"/>
                  </a:cubicBezTo>
                  <a:cubicBezTo>
                    <a:pt x="177303" y="175975"/>
                    <a:pt x="175681" y="180034"/>
                    <a:pt x="174058" y="181658"/>
                  </a:cubicBezTo>
                  <a:cubicBezTo>
                    <a:pt x="172435" y="184094"/>
                    <a:pt x="171624" y="186530"/>
                    <a:pt x="170002" y="188153"/>
                  </a:cubicBezTo>
                  <a:cubicBezTo>
                    <a:pt x="164322" y="193836"/>
                    <a:pt x="161888" y="198708"/>
                    <a:pt x="161888" y="199519"/>
                  </a:cubicBezTo>
                  <a:cubicBezTo>
                    <a:pt x="161888" y="200331"/>
                    <a:pt x="160266" y="201955"/>
                    <a:pt x="157832" y="203579"/>
                  </a:cubicBezTo>
                  <a:cubicBezTo>
                    <a:pt x="156209" y="205203"/>
                    <a:pt x="154587" y="207638"/>
                    <a:pt x="154587" y="207638"/>
                  </a:cubicBezTo>
                  <a:cubicBezTo>
                    <a:pt x="154587" y="210886"/>
                    <a:pt x="154587" y="213321"/>
                    <a:pt x="153775" y="212510"/>
                  </a:cubicBezTo>
                  <a:cubicBezTo>
                    <a:pt x="152153" y="210886"/>
                    <a:pt x="146474" y="219005"/>
                    <a:pt x="145662" y="222252"/>
                  </a:cubicBezTo>
                  <a:cubicBezTo>
                    <a:pt x="145662" y="223876"/>
                    <a:pt x="144851" y="226312"/>
                    <a:pt x="144039" y="225500"/>
                  </a:cubicBezTo>
                  <a:cubicBezTo>
                    <a:pt x="144039" y="225500"/>
                    <a:pt x="140794" y="229559"/>
                    <a:pt x="137549" y="233618"/>
                  </a:cubicBezTo>
                  <a:cubicBezTo>
                    <a:pt x="134304" y="238490"/>
                    <a:pt x="132681" y="241737"/>
                    <a:pt x="132681" y="240925"/>
                  </a:cubicBezTo>
                  <a:cubicBezTo>
                    <a:pt x="133492" y="240113"/>
                    <a:pt x="133492" y="240925"/>
                    <a:pt x="133492" y="242549"/>
                  </a:cubicBezTo>
                  <a:cubicBezTo>
                    <a:pt x="133492" y="243361"/>
                    <a:pt x="132681" y="244173"/>
                    <a:pt x="131870" y="244173"/>
                  </a:cubicBezTo>
                  <a:cubicBezTo>
                    <a:pt x="131059" y="244173"/>
                    <a:pt x="128625" y="245797"/>
                    <a:pt x="127002" y="249044"/>
                  </a:cubicBezTo>
                  <a:cubicBezTo>
                    <a:pt x="125379" y="252292"/>
                    <a:pt x="122945" y="255539"/>
                    <a:pt x="122134" y="255539"/>
                  </a:cubicBezTo>
                  <a:cubicBezTo>
                    <a:pt x="121323" y="255539"/>
                    <a:pt x="121323" y="256351"/>
                    <a:pt x="121323" y="257163"/>
                  </a:cubicBezTo>
                  <a:cubicBezTo>
                    <a:pt x="121323" y="257975"/>
                    <a:pt x="121323" y="258787"/>
                    <a:pt x="120511" y="259599"/>
                  </a:cubicBezTo>
                  <a:cubicBezTo>
                    <a:pt x="118889" y="260410"/>
                    <a:pt x="117266" y="262846"/>
                    <a:pt x="116455" y="265282"/>
                  </a:cubicBezTo>
                  <a:cubicBezTo>
                    <a:pt x="115643" y="270965"/>
                    <a:pt x="101851" y="293698"/>
                    <a:pt x="96172" y="302628"/>
                  </a:cubicBezTo>
                  <a:cubicBezTo>
                    <a:pt x="93738" y="305876"/>
                    <a:pt x="92115" y="309935"/>
                    <a:pt x="92927" y="310747"/>
                  </a:cubicBezTo>
                  <a:cubicBezTo>
                    <a:pt x="92927" y="312371"/>
                    <a:pt x="92927" y="313183"/>
                    <a:pt x="92115" y="312371"/>
                  </a:cubicBezTo>
                  <a:cubicBezTo>
                    <a:pt x="91304" y="311559"/>
                    <a:pt x="90493" y="313183"/>
                    <a:pt x="88870" y="314807"/>
                  </a:cubicBezTo>
                  <a:cubicBezTo>
                    <a:pt x="86436" y="318866"/>
                    <a:pt x="84002" y="322113"/>
                    <a:pt x="82380" y="326985"/>
                  </a:cubicBezTo>
                  <a:cubicBezTo>
                    <a:pt x="80757" y="331044"/>
                    <a:pt x="78323" y="334292"/>
                    <a:pt x="78323" y="334292"/>
                  </a:cubicBezTo>
                  <a:cubicBezTo>
                    <a:pt x="77512" y="334292"/>
                    <a:pt x="76700" y="335915"/>
                    <a:pt x="76700" y="336727"/>
                  </a:cubicBezTo>
                  <a:cubicBezTo>
                    <a:pt x="76700" y="338351"/>
                    <a:pt x="75889" y="340787"/>
                    <a:pt x="74267" y="343222"/>
                  </a:cubicBezTo>
                  <a:cubicBezTo>
                    <a:pt x="73455" y="345658"/>
                    <a:pt x="62097" y="365955"/>
                    <a:pt x="61285" y="366767"/>
                  </a:cubicBezTo>
                  <a:cubicBezTo>
                    <a:pt x="59663" y="367579"/>
                    <a:pt x="59663" y="369203"/>
                    <a:pt x="59663" y="371638"/>
                  </a:cubicBezTo>
                  <a:cubicBezTo>
                    <a:pt x="59663" y="373262"/>
                    <a:pt x="58040" y="375698"/>
                    <a:pt x="57229" y="377321"/>
                  </a:cubicBezTo>
                  <a:cubicBezTo>
                    <a:pt x="52361" y="385440"/>
                    <a:pt x="28833" y="439024"/>
                    <a:pt x="29644" y="447143"/>
                  </a:cubicBezTo>
                  <a:cubicBezTo>
                    <a:pt x="29644" y="447955"/>
                    <a:pt x="28833" y="449579"/>
                    <a:pt x="28021" y="449579"/>
                  </a:cubicBezTo>
                  <a:cubicBezTo>
                    <a:pt x="27210" y="449579"/>
                    <a:pt x="26399" y="451202"/>
                    <a:pt x="27210" y="453638"/>
                  </a:cubicBezTo>
                  <a:cubicBezTo>
                    <a:pt x="28021" y="459321"/>
                    <a:pt x="25588" y="457697"/>
                    <a:pt x="25588" y="451202"/>
                  </a:cubicBezTo>
                  <a:cubicBezTo>
                    <a:pt x="25588" y="444707"/>
                    <a:pt x="26399" y="435777"/>
                    <a:pt x="28021" y="434965"/>
                  </a:cubicBezTo>
                  <a:cubicBezTo>
                    <a:pt x="28833" y="434153"/>
                    <a:pt x="28833" y="433341"/>
                    <a:pt x="28833" y="432529"/>
                  </a:cubicBezTo>
                  <a:cubicBezTo>
                    <a:pt x="28021" y="429282"/>
                    <a:pt x="28833" y="426034"/>
                    <a:pt x="30455" y="424410"/>
                  </a:cubicBezTo>
                  <a:cubicBezTo>
                    <a:pt x="32078" y="422786"/>
                    <a:pt x="32078" y="421975"/>
                    <a:pt x="30455" y="420351"/>
                  </a:cubicBezTo>
                  <a:cubicBezTo>
                    <a:pt x="28833" y="418727"/>
                    <a:pt x="28021" y="419539"/>
                    <a:pt x="27210" y="422786"/>
                  </a:cubicBezTo>
                  <a:cubicBezTo>
                    <a:pt x="23154" y="434153"/>
                    <a:pt x="20720" y="458509"/>
                    <a:pt x="23154" y="460133"/>
                  </a:cubicBezTo>
                  <a:cubicBezTo>
                    <a:pt x="23965" y="460945"/>
                    <a:pt x="27210" y="465004"/>
                    <a:pt x="29644" y="469876"/>
                  </a:cubicBezTo>
                  <a:cubicBezTo>
                    <a:pt x="34512" y="478806"/>
                    <a:pt x="39380" y="484489"/>
                    <a:pt x="44248" y="484489"/>
                  </a:cubicBezTo>
                  <a:cubicBezTo>
                    <a:pt x="45059" y="484489"/>
                    <a:pt x="48304" y="486113"/>
                    <a:pt x="49927" y="487737"/>
                  </a:cubicBezTo>
                  <a:cubicBezTo>
                    <a:pt x="52361" y="490173"/>
                    <a:pt x="58040" y="491796"/>
                    <a:pt x="65342" y="491796"/>
                  </a:cubicBezTo>
                  <a:cubicBezTo>
                    <a:pt x="66965" y="491796"/>
                    <a:pt x="70210" y="490173"/>
                    <a:pt x="71832" y="487737"/>
                  </a:cubicBezTo>
                  <a:cubicBezTo>
                    <a:pt x="74267" y="485301"/>
                    <a:pt x="76700" y="483677"/>
                    <a:pt x="78323" y="482866"/>
                  </a:cubicBezTo>
                  <a:cubicBezTo>
                    <a:pt x="79946" y="482866"/>
                    <a:pt x="80757" y="482054"/>
                    <a:pt x="81568" y="480430"/>
                  </a:cubicBezTo>
                  <a:cubicBezTo>
                    <a:pt x="81568" y="479618"/>
                    <a:pt x="83191" y="477994"/>
                    <a:pt x="84002" y="477994"/>
                  </a:cubicBezTo>
                  <a:cubicBezTo>
                    <a:pt x="84814" y="477994"/>
                    <a:pt x="88870" y="472311"/>
                    <a:pt x="91304" y="466628"/>
                  </a:cubicBezTo>
                  <a:cubicBezTo>
                    <a:pt x="92927" y="464192"/>
                    <a:pt x="86436" y="465816"/>
                    <a:pt x="76700" y="470688"/>
                  </a:cubicBezTo>
                  <a:cubicBezTo>
                    <a:pt x="67776" y="474747"/>
                    <a:pt x="62908" y="477183"/>
                    <a:pt x="59663" y="477183"/>
                  </a:cubicBezTo>
                  <a:cubicBezTo>
                    <a:pt x="57229" y="477183"/>
                    <a:pt x="55606" y="476371"/>
                    <a:pt x="54795" y="474747"/>
                  </a:cubicBezTo>
                  <a:cubicBezTo>
                    <a:pt x="52361" y="471499"/>
                    <a:pt x="52361" y="469876"/>
                    <a:pt x="55606" y="459321"/>
                  </a:cubicBezTo>
                  <a:cubicBezTo>
                    <a:pt x="57229" y="452826"/>
                    <a:pt x="59663" y="443895"/>
                    <a:pt x="61285" y="440648"/>
                  </a:cubicBezTo>
                  <a:cubicBezTo>
                    <a:pt x="62908" y="436589"/>
                    <a:pt x="62908" y="432529"/>
                    <a:pt x="62908" y="430905"/>
                  </a:cubicBezTo>
                  <a:cubicBezTo>
                    <a:pt x="62908" y="428470"/>
                    <a:pt x="62097" y="427658"/>
                    <a:pt x="63719" y="427658"/>
                  </a:cubicBezTo>
                  <a:cubicBezTo>
                    <a:pt x="65342" y="427658"/>
                    <a:pt x="66153" y="426846"/>
                    <a:pt x="66153" y="426034"/>
                  </a:cubicBezTo>
                  <a:cubicBezTo>
                    <a:pt x="66153" y="425222"/>
                    <a:pt x="67776" y="421163"/>
                    <a:pt x="70210" y="417915"/>
                  </a:cubicBezTo>
                  <a:cubicBezTo>
                    <a:pt x="72644" y="414668"/>
                    <a:pt x="74267" y="411420"/>
                    <a:pt x="73455" y="411420"/>
                  </a:cubicBezTo>
                  <a:cubicBezTo>
                    <a:pt x="72644" y="411420"/>
                    <a:pt x="73455" y="409797"/>
                    <a:pt x="74267" y="407361"/>
                  </a:cubicBezTo>
                  <a:cubicBezTo>
                    <a:pt x="75078" y="404925"/>
                    <a:pt x="76700" y="402489"/>
                    <a:pt x="75889" y="400054"/>
                  </a:cubicBezTo>
                  <a:cubicBezTo>
                    <a:pt x="75078" y="398430"/>
                    <a:pt x="75889" y="397618"/>
                    <a:pt x="76700" y="397618"/>
                  </a:cubicBezTo>
                  <a:cubicBezTo>
                    <a:pt x="79134" y="396806"/>
                    <a:pt x="86436" y="383004"/>
                    <a:pt x="84814" y="380569"/>
                  </a:cubicBezTo>
                  <a:cubicBezTo>
                    <a:pt x="84002" y="379757"/>
                    <a:pt x="84814" y="378945"/>
                    <a:pt x="84814" y="379757"/>
                  </a:cubicBezTo>
                  <a:cubicBezTo>
                    <a:pt x="87247" y="381381"/>
                    <a:pt x="93738" y="365955"/>
                    <a:pt x="92115" y="363519"/>
                  </a:cubicBezTo>
                  <a:cubicBezTo>
                    <a:pt x="91304" y="362707"/>
                    <a:pt x="91304" y="361084"/>
                    <a:pt x="92115" y="361084"/>
                  </a:cubicBezTo>
                  <a:cubicBezTo>
                    <a:pt x="94549" y="359460"/>
                    <a:pt x="93738" y="357836"/>
                    <a:pt x="90493" y="357836"/>
                  </a:cubicBezTo>
                  <a:cubicBezTo>
                    <a:pt x="88870" y="357836"/>
                    <a:pt x="86436" y="358648"/>
                    <a:pt x="85625" y="360272"/>
                  </a:cubicBezTo>
                  <a:cubicBezTo>
                    <a:pt x="84002" y="362707"/>
                    <a:pt x="84814" y="362707"/>
                    <a:pt x="85625" y="361895"/>
                  </a:cubicBezTo>
                  <a:cubicBezTo>
                    <a:pt x="86436" y="361084"/>
                    <a:pt x="87247" y="361895"/>
                    <a:pt x="86436" y="362707"/>
                  </a:cubicBezTo>
                  <a:cubicBezTo>
                    <a:pt x="85625" y="363519"/>
                    <a:pt x="84814" y="364331"/>
                    <a:pt x="84002" y="364331"/>
                  </a:cubicBezTo>
                  <a:cubicBezTo>
                    <a:pt x="83191" y="363519"/>
                    <a:pt x="82380" y="364331"/>
                    <a:pt x="82380" y="364331"/>
                  </a:cubicBezTo>
                  <a:cubicBezTo>
                    <a:pt x="81568" y="371638"/>
                    <a:pt x="81568" y="374074"/>
                    <a:pt x="83191" y="373262"/>
                  </a:cubicBezTo>
                  <a:cubicBezTo>
                    <a:pt x="84002" y="373262"/>
                    <a:pt x="84814" y="373262"/>
                    <a:pt x="84814" y="374074"/>
                  </a:cubicBezTo>
                  <a:cubicBezTo>
                    <a:pt x="84814" y="377321"/>
                    <a:pt x="82380" y="377321"/>
                    <a:pt x="80757" y="374074"/>
                  </a:cubicBezTo>
                  <a:cubicBezTo>
                    <a:pt x="79946" y="371638"/>
                    <a:pt x="74267" y="372450"/>
                    <a:pt x="74267" y="375698"/>
                  </a:cubicBezTo>
                  <a:cubicBezTo>
                    <a:pt x="74267" y="376509"/>
                    <a:pt x="75078" y="376509"/>
                    <a:pt x="75889" y="375698"/>
                  </a:cubicBezTo>
                  <a:cubicBezTo>
                    <a:pt x="77512" y="374886"/>
                    <a:pt x="76700" y="374886"/>
                    <a:pt x="75889" y="376509"/>
                  </a:cubicBezTo>
                  <a:cubicBezTo>
                    <a:pt x="75078" y="377321"/>
                    <a:pt x="74267" y="379757"/>
                    <a:pt x="74267" y="380569"/>
                  </a:cubicBezTo>
                  <a:cubicBezTo>
                    <a:pt x="75078" y="383004"/>
                    <a:pt x="75078" y="383004"/>
                    <a:pt x="76700" y="380569"/>
                  </a:cubicBezTo>
                  <a:cubicBezTo>
                    <a:pt x="77512" y="378945"/>
                    <a:pt x="79134" y="378133"/>
                    <a:pt x="79134" y="378945"/>
                  </a:cubicBezTo>
                  <a:cubicBezTo>
                    <a:pt x="79134" y="380569"/>
                    <a:pt x="79134" y="380569"/>
                    <a:pt x="78323" y="380569"/>
                  </a:cubicBezTo>
                  <a:cubicBezTo>
                    <a:pt x="77512" y="380569"/>
                    <a:pt x="75889" y="383004"/>
                    <a:pt x="75078" y="385440"/>
                  </a:cubicBezTo>
                  <a:cubicBezTo>
                    <a:pt x="73455" y="389500"/>
                    <a:pt x="72644" y="390311"/>
                    <a:pt x="71832" y="388688"/>
                  </a:cubicBezTo>
                  <a:cubicBezTo>
                    <a:pt x="70210" y="387064"/>
                    <a:pt x="70210" y="387064"/>
                    <a:pt x="70210" y="388688"/>
                  </a:cubicBezTo>
                  <a:cubicBezTo>
                    <a:pt x="70210" y="390311"/>
                    <a:pt x="69399" y="391123"/>
                    <a:pt x="68587" y="391123"/>
                  </a:cubicBezTo>
                  <a:cubicBezTo>
                    <a:pt x="66153" y="391123"/>
                    <a:pt x="66153" y="391935"/>
                    <a:pt x="66153" y="400054"/>
                  </a:cubicBezTo>
                  <a:cubicBezTo>
                    <a:pt x="66153" y="404925"/>
                    <a:pt x="66153" y="404925"/>
                    <a:pt x="64531" y="401678"/>
                  </a:cubicBezTo>
                  <a:cubicBezTo>
                    <a:pt x="62908" y="398430"/>
                    <a:pt x="62097" y="398430"/>
                    <a:pt x="62097" y="400866"/>
                  </a:cubicBezTo>
                  <a:cubicBezTo>
                    <a:pt x="62097" y="402489"/>
                    <a:pt x="62097" y="403301"/>
                    <a:pt x="62908" y="403301"/>
                  </a:cubicBezTo>
                  <a:cubicBezTo>
                    <a:pt x="63719" y="403301"/>
                    <a:pt x="63719" y="404113"/>
                    <a:pt x="62908" y="405737"/>
                  </a:cubicBezTo>
                  <a:cubicBezTo>
                    <a:pt x="62097" y="408173"/>
                    <a:pt x="60474" y="408985"/>
                    <a:pt x="59663" y="408173"/>
                  </a:cubicBezTo>
                  <a:cubicBezTo>
                    <a:pt x="58851" y="408173"/>
                    <a:pt x="58040" y="409797"/>
                    <a:pt x="58040" y="411420"/>
                  </a:cubicBezTo>
                  <a:cubicBezTo>
                    <a:pt x="58040" y="413856"/>
                    <a:pt x="57229" y="415480"/>
                    <a:pt x="55606" y="415480"/>
                  </a:cubicBezTo>
                  <a:cubicBezTo>
                    <a:pt x="52361" y="416292"/>
                    <a:pt x="52361" y="415480"/>
                    <a:pt x="55606" y="408985"/>
                  </a:cubicBezTo>
                  <a:cubicBezTo>
                    <a:pt x="57229" y="405737"/>
                    <a:pt x="58851" y="401678"/>
                    <a:pt x="58851" y="400054"/>
                  </a:cubicBezTo>
                  <a:cubicBezTo>
                    <a:pt x="58851" y="397618"/>
                    <a:pt x="60474" y="395183"/>
                    <a:pt x="62908" y="393559"/>
                  </a:cubicBezTo>
                  <a:cubicBezTo>
                    <a:pt x="64531" y="392747"/>
                    <a:pt x="65342" y="391123"/>
                    <a:pt x="65342" y="389500"/>
                  </a:cubicBezTo>
                  <a:cubicBezTo>
                    <a:pt x="65342" y="387876"/>
                    <a:pt x="66153" y="387876"/>
                    <a:pt x="67776" y="387064"/>
                  </a:cubicBezTo>
                  <a:cubicBezTo>
                    <a:pt x="70210" y="386252"/>
                    <a:pt x="70210" y="385440"/>
                    <a:pt x="68587" y="384628"/>
                  </a:cubicBezTo>
                  <a:cubicBezTo>
                    <a:pt x="66153" y="383816"/>
                    <a:pt x="66965" y="383004"/>
                    <a:pt x="68587" y="380569"/>
                  </a:cubicBezTo>
                  <a:cubicBezTo>
                    <a:pt x="69399" y="379757"/>
                    <a:pt x="70210" y="378133"/>
                    <a:pt x="69399" y="378133"/>
                  </a:cubicBezTo>
                  <a:cubicBezTo>
                    <a:pt x="68587" y="378133"/>
                    <a:pt x="69399" y="377321"/>
                    <a:pt x="71021" y="375698"/>
                  </a:cubicBezTo>
                  <a:cubicBezTo>
                    <a:pt x="72644" y="374074"/>
                    <a:pt x="74267" y="370826"/>
                    <a:pt x="74267" y="367579"/>
                  </a:cubicBezTo>
                  <a:cubicBezTo>
                    <a:pt x="74267" y="365143"/>
                    <a:pt x="75078" y="361895"/>
                    <a:pt x="75078" y="361084"/>
                  </a:cubicBezTo>
                  <a:cubicBezTo>
                    <a:pt x="75078" y="361084"/>
                    <a:pt x="75889" y="361895"/>
                    <a:pt x="77512" y="364331"/>
                  </a:cubicBezTo>
                  <a:cubicBezTo>
                    <a:pt x="79134" y="366767"/>
                    <a:pt x="79946" y="366767"/>
                    <a:pt x="80757" y="365955"/>
                  </a:cubicBezTo>
                  <a:cubicBezTo>
                    <a:pt x="81568" y="365143"/>
                    <a:pt x="80757" y="363519"/>
                    <a:pt x="79946" y="362707"/>
                  </a:cubicBezTo>
                  <a:cubicBezTo>
                    <a:pt x="76700" y="359460"/>
                    <a:pt x="78323" y="354589"/>
                    <a:pt x="81568" y="351341"/>
                  </a:cubicBezTo>
                  <a:cubicBezTo>
                    <a:pt x="84002" y="349717"/>
                    <a:pt x="85625" y="346470"/>
                    <a:pt x="85625" y="344846"/>
                  </a:cubicBezTo>
                  <a:cubicBezTo>
                    <a:pt x="85625" y="343222"/>
                    <a:pt x="87247" y="340787"/>
                    <a:pt x="88870" y="338351"/>
                  </a:cubicBezTo>
                  <a:cubicBezTo>
                    <a:pt x="90493" y="335915"/>
                    <a:pt x="91304" y="334292"/>
                    <a:pt x="91304" y="331856"/>
                  </a:cubicBezTo>
                  <a:cubicBezTo>
                    <a:pt x="91304" y="329420"/>
                    <a:pt x="91304" y="327797"/>
                    <a:pt x="92927" y="329420"/>
                  </a:cubicBezTo>
                  <a:cubicBezTo>
                    <a:pt x="93738" y="330232"/>
                    <a:pt x="93738" y="329420"/>
                    <a:pt x="93738" y="327797"/>
                  </a:cubicBezTo>
                  <a:cubicBezTo>
                    <a:pt x="93738" y="326173"/>
                    <a:pt x="93738" y="325361"/>
                    <a:pt x="96172" y="324549"/>
                  </a:cubicBezTo>
                  <a:cubicBezTo>
                    <a:pt x="98606" y="323737"/>
                    <a:pt x="98606" y="322925"/>
                    <a:pt x="97795" y="322925"/>
                  </a:cubicBezTo>
                  <a:cubicBezTo>
                    <a:pt x="95361" y="321301"/>
                    <a:pt x="95361" y="319678"/>
                    <a:pt x="97795" y="318866"/>
                  </a:cubicBezTo>
                  <a:cubicBezTo>
                    <a:pt x="99417" y="318866"/>
                    <a:pt x="99417" y="318866"/>
                    <a:pt x="99417" y="319678"/>
                  </a:cubicBezTo>
                  <a:cubicBezTo>
                    <a:pt x="98606" y="320490"/>
                    <a:pt x="99417" y="321301"/>
                    <a:pt x="99417" y="321301"/>
                  </a:cubicBezTo>
                  <a:cubicBezTo>
                    <a:pt x="101040" y="321301"/>
                    <a:pt x="105096" y="314807"/>
                    <a:pt x="105908" y="310747"/>
                  </a:cubicBezTo>
                  <a:cubicBezTo>
                    <a:pt x="106719" y="308312"/>
                    <a:pt x="105908" y="306688"/>
                    <a:pt x="104285" y="306688"/>
                  </a:cubicBezTo>
                  <a:cubicBezTo>
                    <a:pt x="102663" y="306688"/>
                    <a:pt x="100228" y="308312"/>
                    <a:pt x="98606" y="310747"/>
                  </a:cubicBezTo>
                  <a:cubicBezTo>
                    <a:pt x="96172" y="314807"/>
                    <a:pt x="92927" y="316430"/>
                    <a:pt x="92927" y="313183"/>
                  </a:cubicBezTo>
                  <a:cubicBezTo>
                    <a:pt x="92927" y="312371"/>
                    <a:pt x="93738" y="312371"/>
                    <a:pt x="94549" y="313183"/>
                  </a:cubicBezTo>
                  <a:cubicBezTo>
                    <a:pt x="96172" y="313995"/>
                    <a:pt x="96172" y="313183"/>
                    <a:pt x="95361" y="311559"/>
                  </a:cubicBezTo>
                  <a:cubicBezTo>
                    <a:pt x="94549" y="310747"/>
                    <a:pt x="96172" y="307500"/>
                    <a:pt x="97795" y="305064"/>
                  </a:cubicBezTo>
                  <a:cubicBezTo>
                    <a:pt x="100228" y="301004"/>
                    <a:pt x="101040" y="301004"/>
                    <a:pt x="103474" y="303440"/>
                  </a:cubicBezTo>
                  <a:cubicBezTo>
                    <a:pt x="105908" y="305876"/>
                    <a:pt x="106719" y="305876"/>
                    <a:pt x="108342" y="304252"/>
                  </a:cubicBezTo>
                  <a:cubicBezTo>
                    <a:pt x="109964" y="303440"/>
                    <a:pt x="110776" y="301816"/>
                    <a:pt x="110776" y="301816"/>
                  </a:cubicBezTo>
                  <a:cubicBezTo>
                    <a:pt x="110776" y="301004"/>
                    <a:pt x="111587" y="299381"/>
                    <a:pt x="113210" y="296945"/>
                  </a:cubicBezTo>
                  <a:cubicBezTo>
                    <a:pt x="114832" y="294510"/>
                    <a:pt x="115643" y="292074"/>
                    <a:pt x="115643" y="291262"/>
                  </a:cubicBezTo>
                  <a:cubicBezTo>
                    <a:pt x="115643" y="290450"/>
                    <a:pt x="117266" y="287203"/>
                    <a:pt x="119700" y="284767"/>
                  </a:cubicBezTo>
                  <a:cubicBezTo>
                    <a:pt x="122945" y="280707"/>
                    <a:pt x="122945" y="279896"/>
                    <a:pt x="121323" y="279896"/>
                  </a:cubicBezTo>
                  <a:cubicBezTo>
                    <a:pt x="118889" y="279084"/>
                    <a:pt x="118889" y="279084"/>
                    <a:pt x="120511" y="278272"/>
                  </a:cubicBezTo>
                  <a:cubicBezTo>
                    <a:pt x="122134" y="277460"/>
                    <a:pt x="122134" y="276648"/>
                    <a:pt x="120511" y="277460"/>
                  </a:cubicBezTo>
                  <a:cubicBezTo>
                    <a:pt x="118889" y="277460"/>
                    <a:pt x="117266" y="279896"/>
                    <a:pt x="116455" y="283143"/>
                  </a:cubicBezTo>
                  <a:cubicBezTo>
                    <a:pt x="114021" y="288015"/>
                    <a:pt x="114021" y="288015"/>
                    <a:pt x="113210" y="284767"/>
                  </a:cubicBezTo>
                  <a:cubicBezTo>
                    <a:pt x="112398" y="283143"/>
                    <a:pt x="113210" y="281519"/>
                    <a:pt x="113210" y="281519"/>
                  </a:cubicBezTo>
                  <a:cubicBezTo>
                    <a:pt x="114021" y="281519"/>
                    <a:pt x="114832" y="279896"/>
                    <a:pt x="114832" y="279084"/>
                  </a:cubicBezTo>
                  <a:cubicBezTo>
                    <a:pt x="114021" y="275836"/>
                    <a:pt x="118889" y="271777"/>
                    <a:pt x="120511" y="273401"/>
                  </a:cubicBezTo>
                  <a:cubicBezTo>
                    <a:pt x="122134" y="275024"/>
                    <a:pt x="132681" y="270965"/>
                    <a:pt x="131870" y="269341"/>
                  </a:cubicBezTo>
                  <a:cubicBezTo>
                    <a:pt x="131870" y="268529"/>
                    <a:pt x="132681" y="265282"/>
                    <a:pt x="134304" y="262034"/>
                  </a:cubicBezTo>
                  <a:cubicBezTo>
                    <a:pt x="135926" y="258787"/>
                    <a:pt x="135926" y="257975"/>
                    <a:pt x="135115" y="258787"/>
                  </a:cubicBezTo>
                  <a:cubicBezTo>
                    <a:pt x="134304" y="259599"/>
                    <a:pt x="132681" y="260410"/>
                    <a:pt x="131870" y="259599"/>
                  </a:cubicBezTo>
                  <a:cubicBezTo>
                    <a:pt x="130247" y="257975"/>
                    <a:pt x="127813" y="262846"/>
                    <a:pt x="129436" y="265282"/>
                  </a:cubicBezTo>
                  <a:cubicBezTo>
                    <a:pt x="130247" y="266906"/>
                    <a:pt x="122945" y="268529"/>
                    <a:pt x="122134" y="267718"/>
                  </a:cubicBezTo>
                  <a:cubicBezTo>
                    <a:pt x="122134" y="267718"/>
                    <a:pt x="122134" y="266094"/>
                    <a:pt x="123757" y="264470"/>
                  </a:cubicBezTo>
                  <a:cubicBezTo>
                    <a:pt x="124568" y="262846"/>
                    <a:pt x="127002" y="260410"/>
                    <a:pt x="128625" y="257975"/>
                  </a:cubicBezTo>
                  <a:cubicBezTo>
                    <a:pt x="131059" y="254727"/>
                    <a:pt x="131059" y="254727"/>
                    <a:pt x="132681" y="256351"/>
                  </a:cubicBezTo>
                  <a:cubicBezTo>
                    <a:pt x="135115" y="258787"/>
                    <a:pt x="135115" y="257975"/>
                    <a:pt x="135115" y="253104"/>
                  </a:cubicBezTo>
                  <a:cubicBezTo>
                    <a:pt x="135115" y="251480"/>
                    <a:pt x="135926" y="250668"/>
                    <a:pt x="135926" y="250668"/>
                  </a:cubicBezTo>
                  <a:cubicBezTo>
                    <a:pt x="143228" y="250668"/>
                    <a:pt x="145662" y="250668"/>
                    <a:pt x="145662" y="252292"/>
                  </a:cubicBezTo>
                  <a:cubicBezTo>
                    <a:pt x="145662" y="253104"/>
                    <a:pt x="144851" y="253104"/>
                    <a:pt x="142417" y="253104"/>
                  </a:cubicBezTo>
                  <a:cubicBezTo>
                    <a:pt x="140794" y="253104"/>
                    <a:pt x="139172" y="253104"/>
                    <a:pt x="138360" y="253915"/>
                  </a:cubicBezTo>
                  <a:cubicBezTo>
                    <a:pt x="138360" y="254727"/>
                    <a:pt x="138360" y="255539"/>
                    <a:pt x="139983" y="255539"/>
                  </a:cubicBezTo>
                  <a:cubicBezTo>
                    <a:pt x="141606" y="255539"/>
                    <a:pt x="142417" y="256351"/>
                    <a:pt x="142417" y="258787"/>
                  </a:cubicBezTo>
                  <a:cubicBezTo>
                    <a:pt x="142417" y="260410"/>
                    <a:pt x="142417" y="261222"/>
                    <a:pt x="142417" y="261222"/>
                  </a:cubicBezTo>
                  <a:cubicBezTo>
                    <a:pt x="140794" y="260410"/>
                    <a:pt x="133492" y="270965"/>
                    <a:pt x="135115" y="273401"/>
                  </a:cubicBezTo>
                  <a:cubicBezTo>
                    <a:pt x="135926" y="275836"/>
                    <a:pt x="130247" y="283143"/>
                    <a:pt x="128625" y="282331"/>
                  </a:cubicBezTo>
                  <a:cubicBezTo>
                    <a:pt x="128625" y="282331"/>
                    <a:pt x="127002" y="284767"/>
                    <a:pt x="126191" y="288826"/>
                  </a:cubicBezTo>
                  <a:cubicBezTo>
                    <a:pt x="125379" y="292886"/>
                    <a:pt x="123757" y="295321"/>
                    <a:pt x="122945" y="295321"/>
                  </a:cubicBezTo>
                  <a:cubicBezTo>
                    <a:pt x="119700" y="294510"/>
                    <a:pt x="117266" y="297757"/>
                    <a:pt x="118078" y="303440"/>
                  </a:cubicBezTo>
                  <a:cubicBezTo>
                    <a:pt x="118889" y="308312"/>
                    <a:pt x="118078" y="308312"/>
                    <a:pt x="115643" y="309123"/>
                  </a:cubicBezTo>
                  <a:cubicBezTo>
                    <a:pt x="113210" y="309935"/>
                    <a:pt x="110776" y="311559"/>
                    <a:pt x="110776" y="313995"/>
                  </a:cubicBezTo>
                  <a:cubicBezTo>
                    <a:pt x="110776" y="314807"/>
                    <a:pt x="111587" y="314807"/>
                    <a:pt x="111587" y="314807"/>
                  </a:cubicBezTo>
                  <a:cubicBezTo>
                    <a:pt x="112398" y="314807"/>
                    <a:pt x="113210" y="316430"/>
                    <a:pt x="113210" y="318866"/>
                  </a:cubicBezTo>
                  <a:cubicBezTo>
                    <a:pt x="113210" y="321301"/>
                    <a:pt x="112398" y="324549"/>
                    <a:pt x="111587" y="324549"/>
                  </a:cubicBezTo>
                  <a:cubicBezTo>
                    <a:pt x="109964" y="325361"/>
                    <a:pt x="109153" y="323737"/>
                    <a:pt x="109964" y="320490"/>
                  </a:cubicBezTo>
                  <a:cubicBezTo>
                    <a:pt x="110776" y="314807"/>
                    <a:pt x="109153" y="314807"/>
                    <a:pt x="105096" y="321301"/>
                  </a:cubicBezTo>
                  <a:cubicBezTo>
                    <a:pt x="102663" y="326173"/>
                    <a:pt x="101040" y="333480"/>
                    <a:pt x="104285" y="332668"/>
                  </a:cubicBezTo>
                  <a:cubicBezTo>
                    <a:pt x="105096" y="332668"/>
                    <a:pt x="105908" y="332668"/>
                    <a:pt x="106719" y="334292"/>
                  </a:cubicBezTo>
                  <a:cubicBezTo>
                    <a:pt x="108342" y="335915"/>
                    <a:pt x="108342" y="335915"/>
                    <a:pt x="109964" y="333480"/>
                  </a:cubicBezTo>
                  <a:cubicBezTo>
                    <a:pt x="111587" y="331856"/>
                    <a:pt x="114021" y="327797"/>
                    <a:pt x="117266" y="324549"/>
                  </a:cubicBezTo>
                  <a:cubicBezTo>
                    <a:pt x="120511" y="320490"/>
                    <a:pt x="122134" y="318054"/>
                    <a:pt x="121323" y="316430"/>
                  </a:cubicBezTo>
                  <a:cubicBezTo>
                    <a:pt x="121323" y="314807"/>
                    <a:pt x="121323" y="313995"/>
                    <a:pt x="122134" y="313995"/>
                  </a:cubicBezTo>
                  <a:cubicBezTo>
                    <a:pt x="122945" y="313995"/>
                    <a:pt x="123757" y="313183"/>
                    <a:pt x="123757" y="311559"/>
                  </a:cubicBezTo>
                  <a:cubicBezTo>
                    <a:pt x="123757" y="310747"/>
                    <a:pt x="124568" y="309123"/>
                    <a:pt x="126191" y="308312"/>
                  </a:cubicBezTo>
                  <a:cubicBezTo>
                    <a:pt x="127002" y="308312"/>
                    <a:pt x="128625" y="306688"/>
                    <a:pt x="128625" y="305064"/>
                  </a:cubicBezTo>
                  <a:cubicBezTo>
                    <a:pt x="128625" y="303440"/>
                    <a:pt x="129436" y="301004"/>
                    <a:pt x="131870" y="299381"/>
                  </a:cubicBezTo>
                  <a:cubicBezTo>
                    <a:pt x="134304" y="297757"/>
                    <a:pt x="135115" y="295321"/>
                    <a:pt x="134304" y="294510"/>
                  </a:cubicBezTo>
                  <a:cubicBezTo>
                    <a:pt x="133492" y="292074"/>
                    <a:pt x="138360" y="283955"/>
                    <a:pt x="139172" y="284767"/>
                  </a:cubicBezTo>
                  <a:cubicBezTo>
                    <a:pt x="139983" y="284767"/>
                    <a:pt x="140794" y="283955"/>
                    <a:pt x="140794" y="282331"/>
                  </a:cubicBezTo>
                  <a:cubicBezTo>
                    <a:pt x="140794" y="280707"/>
                    <a:pt x="143228" y="276648"/>
                    <a:pt x="145662" y="273401"/>
                  </a:cubicBezTo>
                  <a:cubicBezTo>
                    <a:pt x="148096" y="270153"/>
                    <a:pt x="150530" y="266906"/>
                    <a:pt x="149719" y="266094"/>
                  </a:cubicBezTo>
                  <a:cubicBezTo>
                    <a:pt x="149719" y="265282"/>
                    <a:pt x="152153" y="261222"/>
                    <a:pt x="155398" y="257163"/>
                  </a:cubicBezTo>
                  <a:cubicBezTo>
                    <a:pt x="158643" y="253104"/>
                    <a:pt x="161077" y="249044"/>
                    <a:pt x="161077" y="248232"/>
                  </a:cubicBezTo>
                  <a:cubicBezTo>
                    <a:pt x="161077" y="247421"/>
                    <a:pt x="161888" y="246609"/>
                    <a:pt x="162700" y="246609"/>
                  </a:cubicBezTo>
                  <a:cubicBezTo>
                    <a:pt x="163511" y="246609"/>
                    <a:pt x="164322" y="245797"/>
                    <a:pt x="164322" y="244173"/>
                  </a:cubicBezTo>
                  <a:cubicBezTo>
                    <a:pt x="164322" y="242549"/>
                    <a:pt x="165134" y="240925"/>
                    <a:pt x="166756" y="240925"/>
                  </a:cubicBezTo>
                  <a:cubicBezTo>
                    <a:pt x="168379" y="240925"/>
                    <a:pt x="170002" y="236866"/>
                    <a:pt x="172435" y="232807"/>
                  </a:cubicBezTo>
                  <a:cubicBezTo>
                    <a:pt x="174870" y="228747"/>
                    <a:pt x="178115" y="223064"/>
                    <a:pt x="179738" y="220628"/>
                  </a:cubicBezTo>
                  <a:cubicBezTo>
                    <a:pt x="182171" y="217381"/>
                    <a:pt x="185417" y="213321"/>
                    <a:pt x="187039" y="210886"/>
                  </a:cubicBezTo>
                  <a:cubicBezTo>
                    <a:pt x="190285" y="206015"/>
                    <a:pt x="195964" y="196272"/>
                    <a:pt x="203266" y="187341"/>
                  </a:cubicBezTo>
                  <a:cubicBezTo>
                    <a:pt x="205699" y="180034"/>
                    <a:pt x="208134" y="175975"/>
                    <a:pt x="208945" y="173539"/>
                  </a:cubicBezTo>
                  <a:close/>
                  <a:moveTo>
                    <a:pt x="382566" y="29025"/>
                  </a:moveTo>
                  <a:cubicBezTo>
                    <a:pt x="381755" y="28213"/>
                    <a:pt x="385000" y="24153"/>
                    <a:pt x="386623" y="24153"/>
                  </a:cubicBezTo>
                  <a:cubicBezTo>
                    <a:pt x="387434" y="24153"/>
                    <a:pt x="388245" y="25777"/>
                    <a:pt x="388245" y="26589"/>
                  </a:cubicBezTo>
                  <a:cubicBezTo>
                    <a:pt x="387434" y="29025"/>
                    <a:pt x="383377" y="30648"/>
                    <a:pt x="382566" y="29025"/>
                  </a:cubicBezTo>
                  <a:close/>
                  <a:moveTo>
                    <a:pt x="395547" y="34708"/>
                  </a:moveTo>
                  <a:cubicBezTo>
                    <a:pt x="393925" y="35520"/>
                    <a:pt x="393113" y="34708"/>
                    <a:pt x="393113" y="33896"/>
                  </a:cubicBezTo>
                  <a:cubicBezTo>
                    <a:pt x="393113" y="33084"/>
                    <a:pt x="393925" y="32272"/>
                    <a:pt x="395547" y="32272"/>
                  </a:cubicBezTo>
                  <a:cubicBezTo>
                    <a:pt x="396359" y="32272"/>
                    <a:pt x="397981" y="33084"/>
                    <a:pt x="397981" y="33084"/>
                  </a:cubicBezTo>
                  <a:cubicBezTo>
                    <a:pt x="397170" y="33084"/>
                    <a:pt x="396359" y="33896"/>
                    <a:pt x="395547" y="34708"/>
                  </a:cubicBezTo>
                  <a:close/>
                  <a:moveTo>
                    <a:pt x="401227" y="34708"/>
                  </a:moveTo>
                  <a:cubicBezTo>
                    <a:pt x="400415" y="34708"/>
                    <a:pt x="399604" y="33896"/>
                    <a:pt x="400415" y="33084"/>
                  </a:cubicBezTo>
                  <a:cubicBezTo>
                    <a:pt x="400415" y="32272"/>
                    <a:pt x="402038" y="32272"/>
                    <a:pt x="402849" y="32272"/>
                  </a:cubicBezTo>
                  <a:cubicBezTo>
                    <a:pt x="403660" y="33896"/>
                    <a:pt x="403660" y="34708"/>
                    <a:pt x="401227" y="34708"/>
                  </a:cubicBezTo>
                  <a:close/>
                  <a:moveTo>
                    <a:pt x="424755" y="30648"/>
                  </a:moveTo>
                  <a:cubicBezTo>
                    <a:pt x="417453" y="29836"/>
                    <a:pt x="419076" y="28213"/>
                    <a:pt x="427189" y="28213"/>
                  </a:cubicBezTo>
                  <a:cubicBezTo>
                    <a:pt x="430434" y="28213"/>
                    <a:pt x="432868" y="28213"/>
                    <a:pt x="432868" y="29025"/>
                  </a:cubicBezTo>
                  <a:cubicBezTo>
                    <a:pt x="432868" y="30648"/>
                    <a:pt x="429623" y="30648"/>
                    <a:pt x="424755" y="30648"/>
                  </a:cubicBezTo>
                  <a:close/>
                  <a:moveTo>
                    <a:pt x="438547" y="32272"/>
                  </a:moveTo>
                  <a:cubicBezTo>
                    <a:pt x="436924" y="31460"/>
                    <a:pt x="436924" y="30648"/>
                    <a:pt x="439358" y="30648"/>
                  </a:cubicBezTo>
                  <a:cubicBezTo>
                    <a:pt x="440981" y="30648"/>
                    <a:pt x="441792" y="30648"/>
                    <a:pt x="442604" y="31460"/>
                  </a:cubicBezTo>
                  <a:cubicBezTo>
                    <a:pt x="442604" y="33084"/>
                    <a:pt x="440170" y="33896"/>
                    <a:pt x="438547" y="32272"/>
                  </a:cubicBezTo>
                  <a:close/>
                  <a:moveTo>
                    <a:pt x="488848" y="45262"/>
                  </a:moveTo>
                  <a:cubicBezTo>
                    <a:pt x="488848" y="46074"/>
                    <a:pt x="488037" y="46074"/>
                    <a:pt x="487226" y="45262"/>
                  </a:cubicBezTo>
                  <a:cubicBezTo>
                    <a:pt x="486415" y="44450"/>
                    <a:pt x="485603" y="43639"/>
                    <a:pt x="485603" y="43639"/>
                  </a:cubicBezTo>
                  <a:cubicBezTo>
                    <a:pt x="485603" y="43639"/>
                    <a:pt x="486415" y="42827"/>
                    <a:pt x="487226" y="42827"/>
                  </a:cubicBezTo>
                  <a:cubicBezTo>
                    <a:pt x="488037" y="42827"/>
                    <a:pt x="488848" y="44450"/>
                    <a:pt x="488848" y="45262"/>
                  </a:cubicBezTo>
                  <a:close/>
                  <a:moveTo>
                    <a:pt x="482358" y="33084"/>
                  </a:moveTo>
                  <a:cubicBezTo>
                    <a:pt x="487226" y="34708"/>
                    <a:pt x="488848" y="35520"/>
                    <a:pt x="483981" y="35520"/>
                  </a:cubicBezTo>
                  <a:cubicBezTo>
                    <a:pt x="481547" y="35520"/>
                    <a:pt x="479924" y="34708"/>
                    <a:pt x="479113" y="33896"/>
                  </a:cubicBezTo>
                  <a:cubicBezTo>
                    <a:pt x="479113" y="32272"/>
                    <a:pt x="480735" y="32272"/>
                    <a:pt x="482358" y="33084"/>
                  </a:cubicBezTo>
                  <a:close/>
                  <a:moveTo>
                    <a:pt x="475056" y="29836"/>
                  </a:moveTo>
                  <a:cubicBezTo>
                    <a:pt x="475868" y="29025"/>
                    <a:pt x="475868" y="28213"/>
                    <a:pt x="476679" y="28213"/>
                  </a:cubicBezTo>
                  <a:cubicBezTo>
                    <a:pt x="476679" y="28213"/>
                    <a:pt x="477490" y="29025"/>
                    <a:pt x="477490" y="29836"/>
                  </a:cubicBezTo>
                  <a:cubicBezTo>
                    <a:pt x="477490" y="30648"/>
                    <a:pt x="476679" y="31460"/>
                    <a:pt x="475868" y="31460"/>
                  </a:cubicBezTo>
                  <a:cubicBezTo>
                    <a:pt x="475056" y="31460"/>
                    <a:pt x="475056" y="30648"/>
                    <a:pt x="475056" y="29836"/>
                  </a:cubicBezTo>
                  <a:close/>
                  <a:moveTo>
                    <a:pt x="374453" y="7104"/>
                  </a:moveTo>
                  <a:cubicBezTo>
                    <a:pt x="376887" y="7104"/>
                    <a:pt x="378510" y="7104"/>
                    <a:pt x="379321" y="7916"/>
                  </a:cubicBezTo>
                  <a:cubicBezTo>
                    <a:pt x="379321" y="8728"/>
                    <a:pt x="379321" y="9539"/>
                    <a:pt x="377698" y="9539"/>
                  </a:cubicBezTo>
                  <a:cubicBezTo>
                    <a:pt x="376076" y="9539"/>
                    <a:pt x="374453" y="9539"/>
                    <a:pt x="373642" y="9539"/>
                  </a:cubicBezTo>
                  <a:cubicBezTo>
                    <a:pt x="372830" y="9539"/>
                    <a:pt x="371208" y="10351"/>
                    <a:pt x="370397" y="10351"/>
                  </a:cubicBezTo>
                  <a:cubicBezTo>
                    <a:pt x="369585" y="10351"/>
                    <a:pt x="368774" y="11163"/>
                    <a:pt x="367963" y="11163"/>
                  </a:cubicBezTo>
                  <a:cubicBezTo>
                    <a:pt x="365529" y="11163"/>
                    <a:pt x="370397" y="7916"/>
                    <a:pt x="374453" y="7104"/>
                  </a:cubicBezTo>
                  <a:close/>
                  <a:moveTo>
                    <a:pt x="333887" y="7916"/>
                  </a:moveTo>
                  <a:cubicBezTo>
                    <a:pt x="335510" y="7104"/>
                    <a:pt x="337133" y="7104"/>
                    <a:pt x="337133" y="7104"/>
                  </a:cubicBezTo>
                  <a:cubicBezTo>
                    <a:pt x="337944" y="8728"/>
                    <a:pt x="336321" y="9539"/>
                    <a:pt x="333076" y="9539"/>
                  </a:cubicBezTo>
                  <a:cubicBezTo>
                    <a:pt x="331453" y="9539"/>
                    <a:pt x="331453" y="8728"/>
                    <a:pt x="333887" y="7916"/>
                  </a:cubicBezTo>
                  <a:close/>
                  <a:moveTo>
                    <a:pt x="282774" y="12787"/>
                  </a:moveTo>
                  <a:cubicBezTo>
                    <a:pt x="284397" y="12787"/>
                    <a:pt x="286831" y="12787"/>
                    <a:pt x="288454" y="13599"/>
                  </a:cubicBezTo>
                  <a:cubicBezTo>
                    <a:pt x="290076" y="14411"/>
                    <a:pt x="289265" y="15223"/>
                    <a:pt x="286831" y="15223"/>
                  </a:cubicBezTo>
                  <a:cubicBezTo>
                    <a:pt x="285209" y="15223"/>
                    <a:pt x="282774" y="15223"/>
                    <a:pt x="281152" y="15223"/>
                  </a:cubicBezTo>
                  <a:cubicBezTo>
                    <a:pt x="279529" y="15223"/>
                    <a:pt x="278718" y="15223"/>
                    <a:pt x="278718" y="14411"/>
                  </a:cubicBezTo>
                  <a:cubicBezTo>
                    <a:pt x="279529" y="14411"/>
                    <a:pt x="281152" y="13599"/>
                    <a:pt x="282774" y="12787"/>
                  </a:cubicBezTo>
                  <a:close/>
                  <a:moveTo>
                    <a:pt x="267359" y="12787"/>
                  </a:moveTo>
                  <a:cubicBezTo>
                    <a:pt x="268171" y="12787"/>
                    <a:pt x="269793" y="12787"/>
                    <a:pt x="271416" y="12787"/>
                  </a:cubicBezTo>
                  <a:cubicBezTo>
                    <a:pt x="272227" y="13599"/>
                    <a:pt x="271416" y="13599"/>
                    <a:pt x="269793" y="13599"/>
                  </a:cubicBezTo>
                  <a:cubicBezTo>
                    <a:pt x="267359" y="12787"/>
                    <a:pt x="266548" y="12787"/>
                    <a:pt x="267359" y="12787"/>
                  </a:cubicBezTo>
                  <a:close/>
                  <a:moveTo>
                    <a:pt x="251133" y="13599"/>
                  </a:moveTo>
                  <a:cubicBezTo>
                    <a:pt x="253567" y="12787"/>
                    <a:pt x="254378" y="13599"/>
                    <a:pt x="253567" y="16035"/>
                  </a:cubicBezTo>
                  <a:cubicBezTo>
                    <a:pt x="252756" y="18470"/>
                    <a:pt x="248699" y="18470"/>
                    <a:pt x="248699" y="16035"/>
                  </a:cubicBezTo>
                  <a:cubicBezTo>
                    <a:pt x="248699" y="15223"/>
                    <a:pt x="250322" y="14411"/>
                    <a:pt x="251133" y="13599"/>
                  </a:cubicBezTo>
                  <a:close/>
                  <a:moveTo>
                    <a:pt x="157021" y="51757"/>
                  </a:moveTo>
                  <a:cubicBezTo>
                    <a:pt x="155398" y="51757"/>
                    <a:pt x="155398" y="50945"/>
                    <a:pt x="156209" y="50134"/>
                  </a:cubicBezTo>
                  <a:cubicBezTo>
                    <a:pt x="157021" y="49322"/>
                    <a:pt x="158643" y="48510"/>
                    <a:pt x="159455" y="49322"/>
                  </a:cubicBezTo>
                  <a:cubicBezTo>
                    <a:pt x="161888" y="50134"/>
                    <a:pt x="159455" y="51757"/>
                    <a:pt x="157021" y="51757"/>
                  </a:cubicBezTo>
                  <a:close/>
                  <a:moveTo>
                    <a:pt x="211379" y="29836"/>
                  </a:moveTo>
                  <a:cubicBezTo>
                    <a:pt x="211379" y="29025"/>
                    <a:pt x="213001" y="28213"/>
                    <a:pt x="213813" y="28213"/>
                  </a:cubicBezTo>
                  <a:cubicBezTo>
                    <a:pt x="214624" y="28213"/>
                    <a:pt x="214624" y="29025"/>
                    <a:pt x="214624" y="29836"/>
                  </a:cubicBezTo>
                  <a:cubicBezTo>
                    <a:pt x="214624" y="30648"/>
                    <a:pt x="213813" y="31460"/>
                    <a:pt x="212190" y="31460"/>
                  </a:cubicBezTo>
                  <a:cubicBezTo>
                    <a:pt x="211379" y="31460"/>
                    <a:pt x="210567" y="30648"/>
                    <a:pt x="211379" y="29836"/>
                  </a:cubicBezTo>
                  <a:close/>
                  <a:moveTo>
                    <a:pt x="188662" y="40391"/>
                  </a:moveTo>
                  <a:cubicBezTo>
                    <a:pt x="189473" y="41203"/>
                    <a:pt x="188662" y="41203"/>
                    <a:pt x="187039" y="40391"/>
                  </a:cubicBezTo>
                  <a:cubicBezTo>
                    <a:pt x="184605" y="40391"/>
                    <a:pt x="184605" y="39579"/>
                    <a:pt x="185417" y="39579"/>
                  </a:cubicBezTo>
                  <a:cubicBezTo>
                    <a:pt x="185417" y="39579"/>
                    <a:pt x="187851" y="39579"/>
                    <a:pt x="188662" y="40391"/>
                  </a:cubicBezTo>
                  <a:close/>
                  <a:moveTo>
                    <a:pt x="182983" y="36332"/>
                  </a:moveTo>
                  <a:cubicBezTo>
                    <a:pt x="183794" y="36332"/>
                    <a:pt x="185417" y="37143"/>
                    <a:pt x="185417" y="37143"/>
                  </a:cubicBezTo>
                  <a:cubicBezTo>
                    <a:pt x="185417" y="37143"/>
                    <a:pt x="183794" y="37955"/>
                    <a:pt x="182983" y="38767"/>
                  </a:cubicBezTo>
                  <a:cubicBezTo>
                    <a:pt x="182171" y="38767"/>
                    <a:pt x="180549" y="38767"/>
                    <a:pt x="180549" y="37955"/>
                  </a:cubicBezTo>
                  <a:cubicBezTo>
                    <a:pt x="180549" y="37143"/>
                    <a:pt x="182171" y="36332"/>
                    <a:pt x="182983" y="36332"/>
                  </a:cubicBezTo>
                  <a:close/>
                  <a:moveTo>
                    <a:pt x="173247" y="42015"/>
                  </a:moveTo>
                  <a:cubicBezTo>
                    <a:pt x="174058" y="42015"/>
                    <a:pt x="175681" y="42015"/>
                    <a:pt x="175681" y="42827"/>
                  </a:cubicBezTo>
                  <a:cubicBezTo>
                    <a:pt x="175681" y="42827"/>
                    <a:pt x="174870" y="43639"/>
                    <a:pt x="173247" y="42827"/>
                  </a:cubicBezTo>
                  <a:cubicBezTo>
                    <a:pt x="172435" y="42827"/>
                    <a:pt x="171624" y="42015"/>
                    <a:pt x="173247" y="42015"/>
                  </a:cubicBezTo>
                  <a:close/>
                  <a:moveTo>
                    <a:pt x="216247" y="42015"/>
                  </a:moveTo>
                  <a:cubicBezTo>
                    <a:pt x="214624" y="42827"/>
                    <a:pt x="213813" y="45262"/>
                    <a:pt x="214624" y="46074"/>
                  </a:cubicBezTo>
                  <a:cubicBezTo>
                    <a:pt x="215435" y="46886"/>
                    <a:pt x="214624" y="46886"/>
                    <a:pt x="213001" y="46886"/>
                  </a:cubicBezTo>
                  <a:cubicBezTo>
                    <a:pt x="212190" y="46886"/>
                    <a:pt x="212190" y="47698"/>
                    <a:pt x="214624" y="48510"/>
                  </a:cubicBezTo>
                  <a:cubicBezTo>
                    <a:pt x="217058" y="49322"/>
                    <a:pt x="217058" y="50134"/>
                    <a:pt x="217058" y="50945"/>
                  </a:cubicBezTo>
                  <a:cubicBezTo>
                    <a:pt x="215435" y="51757"/>
                    <a:pt x="210567" y="51757"/>
                    <a:pt x="210567" y="50134"/>
                  </a:cubicBezTo>
                  <a:cubicBezTo>
                    <a:pt x="210567" y="49322"/>
                    <a:pt x="209756" y="48510"/>
                    <a:pt x="208945" y="48510"/>
                  </a:cubicBezTo>
                  <a:cubicBezTo>
                    <a:pt x="208134" y="48510"/>
                    <a:pt x="208134" y="49322"/>
                    <a:pt x="208945" y="50134"/>
                  </a:cubicBezTo>
                  <a:cubicBezTo>
                    <a:pt x="209756" y="52569"/>
                    <a:pt x="201643" y="50134"/>
                    <a:pt x="200832" y="47698"/>
                  </a:cubicBezTo>
                  <a:cubicBezTo>
                    <a:pt x="200020" y="45262"/>
                    <a:pt x="189473" y="46886"/>
                    <a:pt x="189473" y="49322"/>
                  </a:cubicBezTo>
                  <a:cubicBezTo>
                    <a:pt x="189473" y="51757"/>
                    <a:pt x="186228" y="51757"/>
                    <a:pt x="183794" y="49322"/>
                  </a:cubicBezTo>
                  <a:cubicBezTo>
                    <a:pt x="182171" y="46886"/>
                    <a:pt x="173247" y="49322"/>
                    <a:pt x="171624" y="51757"/>
                  </a:cubicBezTo>
                  <a:cubicBezTo>
                    <a:pt x="170813" y="53381"/>
                    <a:pt x="170002" y="52569"/>
                    <a:pt x="169190" y="50945"/>
                  </a:cubicBezTo>
                  <a:cubicBezTo>
                    <a:pt x="168379" y="49322"/>
                    <a:pt x="168379" y="48510"/>
                    <a:pt x="170813" y="47698"/>
                  </a:cubicBezTo>
                  <a:cubicBezTo>
                    <a:pt x="172435" y="46886"/>
                    <a:pt x="174870" y="46886"/>
                    <a:pt x="174870" y="46886"/>
                  </a:cubicBezTo>
                  <a:cubicBezTo>
                    <a:pt x="175681" y="47698"/>
                    <a:pt x="176492" y="47698"/>
                    <a:pt x="177303" y="46886"/>
                  </a:cubicBezTo>
                  <a:cubicBezTo>
                    <a:pt x="177303" y="46074"/>
                    <a:pt x="180549" y="45262"/>
                    <a:pt x="183794" y="45262"/>
                  </a:cubicBezTo>
                  <a:cubicBezTo>
                    <a:pt x="187039" y="45262"/>
                    <a:pt x="191096" y="43639"/>
                    <a:pt x="192718" y="41203"/>
                  </a:cubicBezTo>
                  <a:cubicBezTo>
                    <a:pt x="194341" y="38767"/>
                    <a:pt x="195152" y="38767"/>
                    <a:pt x="194341" y="41203"/>
                  </a:cubicBezTo>
                  <a:cubicBezTo>
                    <a:pt x="193530" y="42827"/>
                    <a:pt x="194341" y="43639"/>
                    <a:pt x="195964" y="43639"/>
                  </a:cubicBezTo>
                  <a:cubicBezTo>
                    <a:pt x="198398" y="43639"/>
                    <a:pt x="208134" y="38767"/>
                    <a:pt x="205699" y="38767"/>
                  </a:cubicBezTo>
                  <a:cubicBezTo>
                    <a:pt x="203266" y="38767"/>
                    <a:pt x="210567" y="36332"/>
                    <a:pt x="213001" y="37143"/>
                  </a:cubicBezTo>
                  <a:cubicBezTo>
                    <a:pt x="214624" y="37143"/>
                    <a:pt x="217058" y="37955"/>
                    <a:pt x="217869" y="38767"/>
                  </a:cubicBezTo>
                  <a:cubicBezTo>
                    <a:pt x="218681" y="39579"/>
                    <a:pt x="218681" y="40391"/>
                    <a:pt x="216247" y="42015"/>
                  </a:cubicBezTo>
                  <a:close/>
                  <a:moveTo>
                    <a:pt x="224360" y="45262"/>
                  </a:moveTo>
                  <a:cubicBezTo>
                    <a:pt x="221926" y="45262"/>
                    <a:pt x="221114" y="44450"/>
                    <a:pt x="221926" y="43639"/>
                  </a:cubicBezTo>
                  <a:cubicBezTo>
                    <a:pt x="222737" y="42827"/>
                    <a:pt x="225171" y="42015"/>
                    <a:pt x="226794" y="42827"/>
                  </a:cubicBezTo>
                  <a:cubicBezTo>
                    <a:pt x="230850" y="43639"/>
                    <a:pt x="229228" y="45262"/>
                    <a:pt x="224360" y="45262"/>
                  </a:cubicBezTo>
                  <a:close/>
                  <a:moveTo>
                    <a:pt x="229228" y="30648"/>
                  </a:moveTo>
                  <a:cubicBezTo>
                    <a:pt x="228416" y="31460"/>
                    <a:pt x="221926" y="31460"/>
                    <a:pt x="221926" y="29836"/>
                  </a:cubicBezTo>
                  <a:cubicBezTo>
                    <a:pt x="221926" y="28213"/>
                    <a:pt x="225982" y="25777"/>
                    <a:pt x="228416" y="25777"/>
                  </a:cubicBezTo>
                  <a:cubicBezTo>
                    <a:pt x="230850" y="25777"/>
                    <a:pt x="231662" y="29025"/>
                    <a:pt x="229228" y="30648"/>
                  </a:cubicBezTo>
                  <a:close/>
                  <a:moveTo>
                    <a:pt x="235718" y="37955"/>
                  </a:moveTo>
                  <a:cubicBezTo>
                    <a:pt x="234907" y="37955"/>
                    <a:pt x="233284" y="37143"/>
                    <a:pt x="234096" y="35520"/>
                  </a:cubicBezTo>
                  <a:cubicBezTo>
                    <a:pt x="234096" y="34708"/>
                    <a:pt x="234096" y="34708"/>
                    <a:pt x="235718" y="35520"/>
                  </a:cubicBezTo>
                  <a:cubicBezTo>
                    <a:pt x="236530" y="36332"/>
                    <a:pt x="237341" y="37143"/>
                    <a:pt x="237341" y="37955"/>
                  </a:cubicBezTo>
                  <a:cubicBezTo>
                    <a:pt x="237341" y="37955"/>
                    <a:pt x="236530" y="37955"/>
                    <a:pt x="235718" y="37955"/>
                  </a:cubicBezTo>
                  <a:close/>
                  <a:moveTo>
                    <a:pt x="242209" y="34708"/>
                  </a:moveTo>
                  <a:cubicBezTo>
                    <a:pt x="241397" y="36332"/>
                    <a:pt x="240586" y="36332"/>
                    <a:pt x="240586" y="34708"/>
                  </a:cubicBezTo>
                  <a:cubicBezTo>
                    <a:pt x="240586" y="33896"/>
                    <a:pt x="241397" y="32272"/>
                    <a:pt x="242209" y="32272"/>
                  </a:cubicBezTo>
                  <a:cubicBezTo>
                    <a:pt x="243831" y="31460"/>
                    <a:pt x="243831" y="32272"/>
                    <a:pt x="242209" y="34708"/>
                  </a:cubicBezTo>
                  <a:close/>
                  <a:moveTo>
                    <a:pt x="244643" y="42827"/>
                  </a:moveTo>
                  <a:cubicBezTo>
                    <a:pt x="243020" y="42827"/>
                    <a:pt x="243020" y="42015"/>
                    <a:pt x="245454" y="41203"/>
                  </a:cubicBezTo>
                  <a:cubicBezTo>
                    <a:pt x="247888" y="40391"/>
                    <a:pt x="249510" y="40391"/>
                    <a:pt x="250322" y="41203"/>
                  </a:cubicBezTo>
                  <a:cubicBezTo>
                    <a:pt x="252756" y="41203"/>
                    <a:pt x="247888" y="42827"/>
                    <a:pt x="244643" y="42827"/>
                  </a:cubicBezTo>
                  <a:close/>
                  <a:moveTo>
                    <a:pt x="251133" y="37143"/>
                  </a:moveTo>
                  <a:cubicBezTo>
                    <a:pt x="250322" y="37143"/>
                    <a:pt x="249510" y="36332"/>
                    <a:pt x="250322" y="35520"/>
                  </a:cubicBezTo>
                  <a:cubicBezTo>
                    <a:pt x="251133" y="34708"/>
                    <a:pt x="251945" y="34708"/>
                    <a:pt x="252756" y="35520"/>
                  </a:cubicBezTo>
                  <a:cubicBezTo>
                    <a:pt x="254378" y="36332"/>
                    <a:pt x="253567" y="37143"/>
                    <a:pt x="251133" y="37143"/>
                  </a:cubicBezTo>
                  <a:close/>
                  <a:moveTo>
                    <a:pt x="35323" y="460945"/>
                  </a:moveTo>
                  <a:cubicBezTo>
                    <a:pt x="34512" y="459321"/>
                    <a:pt x="36135" y="456886"/>
                    <a:pt x="38568" y="456886"/>
                  </a:cubicBezTo>
                  <a:cubicBezTo>
                    <a:pt x="39380" y="456886"/>
                    <a:pt x="41003" y="457697"/>
                    <a:pt x="41003" y="458509"/>
                  </a:cubicBezTo>
                  <a:cubicBezTo>
                    <a:pt x="40191" y="460133"/>
                    <a:pt x="36135" y="462569"/>
                    <a:pt x="35323" y="460945"/>
                  </a:cubicBezTo>
                  <a:close/>
                  <a:moveTo>
                    <a:pt x="42625" y="448767"/>
                  </a:moveTo>
                  <a:cubicBezTo>
                    <a:pt x="40191" y="448767"/>
                    <a:pt x="40191" y="447955"/>
                    <a:pt x="41003" y="446331"/>
                  </a:cubicBezTo>
                  <a:cubicBezTo>
                    <a:pt x="41814" y="444707"/>
                    <a:pt x="42625" y="443895"/>
                    <a:pt x="42625" y="443895"/>
                  </a:cubicBezTo>
                  <a:cubicBezTo>
                    <a:pt x="42625" y="443895"/>
                    <a:pt x="43436" y="444707"/>
                    <a:pt x="43436" y="446331"/>
                  </a:cubicBezTo>
                  <a:cubicBezTo>
                    <a:pt x="45059" y="448767"/>
                    <a:pt x="45059" y="448767"/>
                    <a:pt x="42625" y="448767"/>
                  </a:cubicBezTo>
                  <a:close/>
                  <a:moveTo>
                    <a:pt x="43436" y="439024"/>
                  </a:moveTo>
                  <a:cubicBezTo>
                    <a:pt x="41814" y="439024"/>
                    <a:pt x="41003" y="438212"/>
                    <a:pt x="41003" y="437400"/>
                  </a:cubicBezTo>
                  <a:cubicBezTo>
                    <a:pt x="41003" y="436589"/>
                    <a:pt x="41814" y="435777"/>
                    <a:pt x="43436" y="436589"/>
                  </a:cubicBezTo>
                  <a:cubicBezTo>
                    <a:pt x="45059" y="436589"/>
                    <a:pt x="45871" y="438212"/>
                    <a:pt x="45871" y="438212"/>
                  </a:cubicBezTo>
                  <a:cubicBezTo>
                    <a:pt x="45059" y="439024"/>
                    <a:pt x="44248" y="439836"/>
                    <a:pt x="43436" y="439024"/>
                  </a:cubicBezTo>
                  <a:close/>
                  <a:moveTo>
                    <a:pt x="47493" y="435777"/>
                  </a:moveTo>
                  <a:cubicBezTo>
                    <a:pt x="45871" y="437400"/>
                    <a:pt x="42625" y="434965"/>
                    <a:pt x="42625" y="433341"/>
                  </a:cubicBezTo>
                  <a:cubicBezTo>
                    <a:pt x="42625" y="432529"/>
                    <a:pt x="42625" y="432529"/>
                    <a:pt x="43436" y="432529"/>
                  </a:cubicBezTo>
                  <a:cubicBezTo>
                    <a:pt x="44248" y="432529"/>
                    <a:pt x="45059" y="432529"/>
                    <a:pt x="45871" y="431717"/>
                  </a:cubicBezTo>
                  <a:cubicBezTo>
                    <a:pt x="47493" y="430094"/>
                    <a:pt x="47493" y="430905"/>
                    <a:pt x="47493" y="432529"/>
                  </a:cubicBezTo>
                  <a:cubicBezTo>
                    <a:pt x="48304" y="433341"/>
                    <a:pt x="47493" y="434965"/>
                    <a:pt x="47493" y="435777"/>
                  </a:cubicBezTo>
                  <a:close/>
                  <a:moveTo>
                    <a:pt x="50738" y="431717"/>
                  </a:moveTo>
                  <a:cubicBezTo>
                    <a:pt x="49927" y="431717"/>
                    <a:pt x="49116" y="431717"/>
                    <a:pt x="50738" y="431717"/>
                  </a:cubicBezTo>
                  <a:cubicBezTo>
                    <a:pt x="50738" y="430094"/>
                    <a:pt x="49927" y="429282"/>
                    <a:pt x="48304" y="427658"/>
                  </a:cubicBezTo>
                  <a:cubicBezTo>
                    <a:pt x="45871" y="426034"/>
                    <a:pt x="45871" y="426034"/>
                    <a:pt x="48304" y="426034"/>
                  </a:cubicBezTo>
                  <a:cubicBezTo>
                    <a:pt x="51550" y="426846"/>
                    <a:pt x="53172" y="430094"/>
                    <a:pt x="50738" y="431717"/>
                  </a:cubicBezTo>
                  <a:close/>
                  <a:moveTo>
                    <a:pt x="73455" y="352965"/>
                  </a:moveTo>
                  <a:cubicBezTo>
                    <a:pt x="73455" y="352965"/>
                    <a:pt x="74267" y="353777"/>
                    <a:pt x="74267" y="354589"/>
                  </a:cubicBezTo>
                  <a:cubicBezTo>
                    <a:pt x="74267" y="355401"/>
                    <a:pt x="73455" y="356212"/>
                    <a:pt x="72644" y="356212"/>
                  </a:cubicBezTo>
                  <a:cubicBezTo>
                    <a:pt x="71832" y="356212"/>
                    <a:pt x="71832" y="355401"/>
                    <a:pt x="71832" y="354589"/>
                  </a:cubicBezTo>
                  <a:cubicBezTo>
                    <a:pt x="71832" y="353777"/>
                    <a:pt x="73455" y="352965"/>
                    <a:pt x="73455" y="352965"/>
                  </a:cubicBezTo>
                  <a:close/>
                  <a:moveTo>
                    <a:pt x="67776" y="371638"/>
                  </a:moveTo>
                  <a:cubicBezTo>
                    <a:pt x="66965" y="371638"/>
                    <a:pt x="66153" y="370826"/>
                    <a:pt x="66153" y="369203"/>
                  </a:cubicBezTo>
                  <a:cubicBezTo>
                    <a:pt x="66153" y="367579"/>
                    <a:pt x="66153" y="366767"/>
                    <a:pt x="66965" y="366767"/>
                  </a:cubicBezTo>
                  <a:cubicBezTo>
                    <a:pt x="67776" y="367579"/>
                    <a:pt x="68587" y="368391"/>
                    <a:pt x="68587" y="369203"/>
                  </a:cubicBezTo>
                  <a:cubicBezTo>
                    <a:pt x="68587" y="370014"/>
                    <a:pt x="68587" y="370826"/>
                    <a:pt x="67776" y="371638"/>
                  </a:cubicBezTo>
                  <a:close/>
                  <a:moveTo>
                    <a:pt x="70210" y="365143"/>
                  </a:moveTo>
                  <a:cubicBezTo>
                    <a:pt x="67776" y="365143"/>
                    <a:pt x="68587" y="361084"/>
                    <a:pt x="71832" y="360272"/>
                  </a:cubicBezTo>
                  <a:cubicBezTo>
                    <a:pt x="73455" y="360272"/>
                    <a:pt x="74267" y="359460"/>
                    <a:pt x="74267" y="360272"/>
                  </a:cubicBezTo>
                  <a:cubicBezTo>
                    <a:pt x="74267" y="361084"/>
                    <a:pt x="71021" y="365143"/>
                    <a:pt x="70210" y="365143"/>
                  </a:cubicBezTo>
                  <a:close/>
                  <a:moveTo>
                    <a:pt x="78323" y="348906"/>
                  </a:moveTo>
                  <a:cubicBezTo>
                    <a:pt x="77512" y="349717"/>
                    <a:pt x="76700" y="348906"/>
                    <a:pt x="76700" y="347282"/>
                  </a:cubicBezTo>
                  <a:cubicBezTo>
                    <a:pt x="76700" y="345658"/>
                    <a:pt x="76700" y="344846"/>
                    <a:pt x="77512" y="344846"/>
                  </a:cubicBezTo>
                  <a:cubicBezTo>
                    <a:pt x="78323" y="344846"/>
                    <a:pt x="79134" y="345658"/>
                    <a:pt x="79134" y="346470"/>
                  </a:cubicBezTo>
                  <a:cubicBezTo>
                    <a:pt x="79946" y="347282"/>
                    <a:pt x="79134" y="348906"/>
                    <a:pt x="78323" y="348906"/>
                  </a:cubicBezTo>
                  <a:close/>
                  <a:moveTo>
                    <a:pt x="81568" y="340787"/>
                  </a:moveTo>
                  <a:cubicBezTo>
                    <a:pt x="79946" y="340787"/>
                    <a:pt x="79134" y="339975"/>
                    <a:pt x="80757" y="339975"/>
                  </a:cubicBezTo>
                  <a:cubicBezTo>
                    <a:pt x="81568" y="339975"/>
                    <a:pt x="83191" y="339163"/>
                    <a:pt x="83191" y="339975"/>
                  </a:cubicBezTo>
                  <a:cubicBezTo>
                    <a:pt x="84002" y="340787"/>
                    <a:pt x="83191" y="340787"/>
                    <a:pt x="81568" y="340787"/>
                  </a:cubicBezTo>
                  <a:close/>
                  <a:moveTo>
                    <a:pt x="86436" y="333480"/>
                  </a:moveTo>
                  <a:cubicBezTo>
                    <a:pt x="85625" y="333480"/>
                    <a:pt x="85625" y="331856"/>
                    <a:pt x="84814" y="331044"/>
                  </a:cubicBezTo>
                  <a:cubicBezTo>
                    <a:pt x="84814" y="330232"/>
                    <a:pt x="84814" y="328609"/>
                    <a:pt x="84814" y="328609"/>
                  </a:cubicBezTo>
                  <a:cubicBezTo>
                    <a:pt x="84814" y="328609"/>
                    <a:pt x="85625" y="329420"/>
                    <a:pt x="86436" y="331044"/>
                  </a:cubicBezTo>
                  <a:cubicBezTo>
                    <a:pt x="87247" y="332668"/>
                    <a:pt x="87247" y="333480"/>
                    <a:pt x="86436" y="333480"/>
                  </a:cubicBezTo>
                  <a:close/>
                  <a:moveTo>
                    <a:pt x="105096" y="298569"/>
                  </a:moveTo>
                  <a:cubicBezTo>
                    <a:pt x="103474" y="300193"/>
                    <a:pt x="103474" y="302628"/>
                    <a:pt x="103474" y="303440"/>
                  </a:cubicBezTo>
                  <a:cubicBezTo>
                    <a:pt x="103474" y="304252"/>
                    <a:pt x="103474" y="305064"/>
                    <a:pt x="102663" y="305064"/>
                  </a:cubicBezTo>
                  <a:cubicBezTo>
                    <a:pt x="100228" y="305876"/>
                    <a:pt x="100228" y="302628"/>
                    <a:pt x="104285" y="298569"/>
                  </a:cubicBezTo>
                  <a:cubicBezTo>
                    <a:pt x="106719" y="293698"/>
                    <a:pt x="107530" y="293698"/>
                    <a:pt x="105096" y="298569"/>
                  </a:cubicBezTo>
                  <a:close/>
                  <a:moveTo>
                    <a:pt x="140794" y="237678"/>
                  </a:moveTo>
                  <a:cubicBezTo>
                    <a:pt x="142417" y="236866"/>
                    <a:pt x="142417" y="236866"/>
                    <a:pt x="140794" y="240113"/>
                  </a:cubicBezTo>
                  <a:cubicBezTo>
                    <a:pt x="139983" y="241737"/>
                    <a:pt x="139172" y="241737"/>
                    <a:pt x="139172" y="240925"/>
                  </a:cubicBezTo>
                  <a:cubicBezTo>
                    <a:pt x="139172" y="239302"/>
                    <a:pt x="139983" y="237678"/>
                    <a:pt x="140794" y="237678"/>
                  </a:cubicBezTo>
                  <a:close/>
                  <a:moveTo>
                    <a:pt x="131870" y="255539"/>
                  </a:moveTo>
                  <a:cubicBezTo>
                    <a:pt x="131059" y="257163"/>
                    <a:pt x="128625" y="255539"/>
                    <a:pt x="128625" y="253104"/>
                  </a:cubicBezTo>
                  <a:cubicBezTo>
                    <a:pt x="128625" y="252292"/>
                    <a:pt x="129436" y="251480"/>
                    <a:pt x="131059" y="251480"/>
                  </a:cubicBezTo>
                  <a:cubicBezTo>
                    <a:pt x="132681" y="251480"/>
                    <a:pt x="133492" y="253915"/>
                    <a:pt x="131870" y="255539"/>
                  </a:cubicBezTo>
                  <a:close/>
                  <a:moveTo>
                    <a:pt x="135926" y="247421"/>
                  </a:moveTo>
                  <a:cubicBezTo>
                    <a:pt x="135926" y="248232"/>
                    <a:pt x="135115" y="249856"/>
                    <a:pt x="133492" y="249856"/>
                  </a:cubicBezTo>
                  <a:cubicBezTo>
                    <a:pt x="131059" y="249856"/>
                    <a:pt x="131059" y="249856"/>
                    <a:pt x="131870" y="248232"/>
                  </a:cubicBezTo>
                  <a:cubicBezTo>
                    <a:pt x="132681" y="247421"/>
                    <a:pt x="133492" y="245797"/>
                    <a:pt x="132681" y="244173"/>
                  </a:cubicBezTo>
                  <a:cubicBezTo>
                    <a:pt x="132681" y="242549"/>
                    <a:pt x="132681" y="242549"/>
                    <a:pt x="135926" y="242549"/>
                  </a:cubicBezTo>
                  <a:cubicBezTo>
                    <a:pt x="138360" y="242549"/>
                    <a:pt x="140794" y="244173"/>
                    <a:pt x="143228" y="244985"/>
                  </a:cubicBezTo>
                  <a:cubicBezTo>
                    <a:pt x="145662" y="246609"/>
                    <a:pt x="145662" y="246609"/>
                    <a:pt x="140794" y="245797"/>
                  </a:cubicBezTo>
                  <a:cubicBezTo>
                    <a:pt x="137549" y="246609"/>
                    <a:pt x="135926" y="246609"/>
                    <a:pt x="135926" y="247421"/>
                  </a:cubicBezTo>
                  <a:close/>
                  <a:moveTo>
                    <a:pt x="143228" y="255539"/>
                  </a:moveTo>
                  <a:cubicBezTo>
                    <a:pt x="140794" y="256351"/>
                    <a:pt x="139983" y="255539"/>
                    <a:pt x="139983" y="253915"/>
                  </a:cubicBezTo>
                  <a:cubicBezTo>
                    <a:pt x="139983" y="252292"/>
                    <a:pt x="140794" y="251480"/>
                    <a:pt x="141606" y="251480"/>
                  </a:cubicBezTo>
                  <a:cubicBezTo>
                    <a:pt x="142417" y="251480"/>
                    <a:pt x="142417" y="250668"/>
                    <a:pt x="141606" y="249856"/>
                  </a:cubicBezTo>
                  <a:cubicBezTo>
                    <a:pt x="140794" y="249044"/>
                    <a:pt x="141606" y="248232"/>
                    <a:pt x="143228" y="248232"/>
                  </a:cubicBezTo>
                  <a:cubicBezTo>
                    <a:pt x="144851" y="248232"/>
                    <a:pt x="144851" y="249044"/>
                    <a:pt x="144851" y="249856"/>
                  </a:cubicBezTo>
                  <a:cubicBezTo>
                    <a:pt x="144039" y="250668"/>
                    <a:pt x="144851" y="252292"/>
                    <a:pt x="145662" y="253104"/>
                  </a:cubicBezTo>
                  <a:cubicBezTo>
                    <a:pt x="146474" y="253915"/>
                    <a:pt x="147285" y="254727"/>
                    <a:pt x="147285" y="254727"/>
                  </a:cubicBezTo>
                  <a:cubicBezTo>
                    <a:pt x="146474" y="254727"/>
                    <a:pt x="144851" y="255539"/>
                    <a:pt x="143228" y="255539"/>
                  </a:cubicBezTo>
                  <a:close/>
                  <a:moveTo>
                    <a:pt x="148096" y="248232"/>
                  </a:moveTo>
                  <a:cubicBezTo>
                    <a:pt x="147285" y="247421"/>
                    <a:pt x="147285" y="244985"/>
                    <a:pt x="148907" y="244985"/>
                  </a:cubicBezTo>
                  <a:cubicBezTo>
                    <a:pt x="148907" y="244985"/>
                    <a:pt x="148907" y="245797"/>
                    <a:pt x="149719" y="247421"/>
                  </a:cubicBezTo>
                  <a:cubicBezTo>
                    <a:pt x="149719" y="248232"/>
                    <a:pt x="148907" y="249044"/>
                    <a:pt x="148096" y="248232"/>
                  </a:cubicBezTo>
                  <a:close/>
                  <a:moveTo>
                    <a:pt x="153775" y="232807"/>
                  </a:moveTo>
                  <a:cubicBezTo>
                    <a:pt x="153775" y="233618"/>
                    <a:pt x="150530" y="233618"/>
                    <a:pt x="147285" y="233618"/>
                  </a:cubicBezTo>
                  <a:cubicBezTo>
                    <a:pt x="142417" y="233618"/>
                    <a:pt x="141606" y="232807"/>
                    <a:pt x="143228" y="231183"/>
                  </a:cubicBezTo>
                  <a:cubicBezTo>
                    <a:pt x="145662" y="227935"/>
                    <a:pt x="147285" y="227124"/>
                    <a:pt x="147285" y="231183"/>
                  </a:cubicBezTo>
                  <a:cubicBezTo>
                    <a:pt x="147285" y="232807"/>
                    <a:pt x="147285" y="233618"/>
                    <a:pt x="148907" y="231995"/>
                  </a:cubicBezTo>
                  <a:cubicBezTo>
                    <a:pt x="149719" y="231183"/>
                    <a:pt x="151341" y="231183"/>
                    <a:pt x="152153" y="231183"/>
                  </a:cubicBezTo>
                  <a:cubicBezTo>
                    <a:pt x="152964" y="231995"/>
                    <a:pt x="152964" y="231183"/>
                    <a:pt x="152153" y="229559"/>
                  </a:cubicBezTo>
                  <a:cubicBezTo>
                    <a:pt x="151341" y="228747"/>
                    <a:pt x="150530" y="227124"/>
                    <a:pt x="148907" y="227935"/>
                  </a:cubicBezTo>
                  <a:cubicBezTo>
                    <a:pt x="148096" y="227935"/>
                    <a:pt x="146474" y="227935"/>
                    <a:pt x="146474" y="227124"/>
                  </a:cubicBezTo>
                  <a:cubicBezTo>
                    <a:pt x="145662" y="226312"/>
                    <a:pt x="146474" y="225500"/>
                    <a:pt x="148096" y="225500"/>
                  </a:cubicBezTo>
                  <a:cubicBezTo>
                    <a:pt x="149719" y="225500"/>
                    <a:pt x="150530" y="223876"/>
                    <a:pt x="150530" y="223064"/>
                  </a:cubicBezTo>
                  <a:cubicBezTo>
                    <a:pt x="150530" y="221440"/>
                    <a:pt x="151341" y="219816"/>
                    <a:pt x="152964" y="219816"/>
                  </a:cubicBezTo>
                  <a:cubicBezTo>
                    <a:pt x="154587" y="219816"/>
                    <a:pt x="154587" y="220628"/>
                    <a:pt x="154587" y="220628"/>
                  </a:cubicBezTo>
                  <a:cubicBezTo>
                    <a:pt x="152964" y="222252"/>
                    <a:pt x="152153" y="227124"/>
                    <a:pt x="153775" y="226312"/>
                  </a:cubicBezTo>
                  <a:cubicBezTo>
                    <a:pt x="154587" y="224688"/>
                    <a:pt x="154587" y="230371"/>
                    <a:pt x="153775" y="232807"/>
                  </a:cubicBezTo>
                  <a:close/>
                  <a:moveTo>
                    <a:pt x="156209" y="236054"/>
                  </a:moveTo>
                  <a:cubicBezTo>
                    <a:pt x="154587" y="236866"/>
                    <a:pt x="154587" y="236054"/>
                    <a:pt x="154587" y="234430"/>
                  </a:cubicBezTo>
                  <a:cubicBezTo>
                    <a:pt x="154587" y="232807"/>
                    <a:pt x="156209" y="232807"/>
                    <a:pt x="157021" y="232807"/>
                  </a:cubicBezTo>
                  <a:cubicBezTo>
                    <a:pt x="158643" y="234430"/>
                    <a:pt x="158643" y="235242"/>
                    <a:pt x="156209" y="236054"/>
                  </a:cubicBezTo>
                  <a:close/>
                  <a:moveTo>
                    <a:pt x="165945" y="206015"/>
                  </a:moveTo>
                  <a:cubicBezTo>
                    <a:pt x="165134" y="206015"/>
                    <a:pt x="163511" y="207638"/>
                    <a:pt x="161888" y="210886"/>
                  </a:cubicBezTo>
                  <a:cubicBezTo>
                    <a:pt x="159455" y="214945"/>
                    <a:pt x="159455" y="214945"/>
                    <a:pt x="161077" y="214133"/>
                  </a:cubicBezTo>
                  <a:cubicBezTo>
                    <a:pt x="163511" y="213321"/>
                    <a:pt x="164322" y="214945"/>
                    <a:pt x="161888" y="217381"/>
                  </a:cubicBezTo>
                  <a:cubicBezTo>
                    <a:pt x="160266" y="219005"/>
                    <a:pt x="159455" y="218193"/>
                    <a:pt x="158643" y="217381"/>
                  </a:cubicBezTo>
                  <a:cubicBezTo>
                    <a:pt x="157832" y="216569"/>
                    <a:pt x="156209" y="215757"/>
                    <a:pt x="155398" y="216569"/>
                  </a:cubicBezTo>
                  <a:cubicBezTo>
                    <a:pt x="152964" y="218193"/>
                    <a:pt x="152964" y="216569"/>
                    <a:pt x="157021" y="211698"/>
                  </a:cubicBezTo>
                  <a:cubicBezTo>
                    <a:pt x="158643" y="209262"/>
                    <a:pt x="161888" y="206015"/>
                    <a:pt x="163511" y="204391"/>
                  </a:cubicBezTo>
                  <a:cubicBezTo>
                    <a:pt x="165945" y="201955"/>
                    <a:pt x="168379" y="199519"/>
                    <a:pt x="167568" y="202767"/>
                  </a:cubicBezTo>
                  <a:cubicBezTo>
                    <a:pt x="166756" y="203579"/>
                    <a:pt x="167568" y="204391"/>
                    <a:pt x="168379" y="205203"/>
                  </a:cubicBezTo>
                  <a:cubicBezTo>
                    <a:pt x="169190" y="205203"/>
                    <a:pt x="167568" y="206015"/>
                    <a:pt x="165945" y="206015"/>
                  </a:cubicBezTo>
                  <a:close/>
                  <a:moveTo>
                    <a:pt x="174058" y="190589"/>
                  </a:moveTo>
                  <a:cubicBezTo>
                    <a:pt x="173247" y="190589"/>
                    <a:pt x="172435" y="189777"/>
                    <a:pt x="173247" y="188965"/>
                  </a:cubicBezTo>
                  <a:cubicBezTo>
                    <a:pt x="173247" y="188153"/>
                    <a:pt x="174058" y="187341"/>
                    <a:pt x="174870" y="187341"/>
                  </a:cubicBezTo>
                  <a:cubicBezTo>
                    <a:pt x="174870" y="187341"/>
                    <a:pt x="175681" y="188153"/>
                    <a:pt x="175681" y="188965"/>
                  </a:cubicBezTo>
                  <a:cubicBezTo>
                    <a:pt x="175681" y="190589"/>
                    <a:pt x="174870" y="190589"/>
                    <a:pt x="174058" y="190589"/>
                  </a:cubicBezTo>
                  <a:close/>
                  <a:moveTo>
                    <a:pt x="178115" y="193024"/>
                  </a:moveTo>
                  <a:cubicBezTo>
                    <a:pt x="176492" y="193836"/>
                    <a:pt x="175681" y="193024"/>
                    <a:pt x="176492" y="191401"/>
                  </a:cubicBezTo>
                  <a:cubicBezTo>
                    <a:pt x="177303" y="190589"/>
                    <a:pt x="178115" y="188965"/>
                    <a:pt x="178926" y="188965"/>
                  </a:cubicBezTo>
                  <a:cubicBezTo>
                    <a:pt x="180549" y="189777"/>
                    <a:pt x="179738" y="192213"/>
                    <a:pt x="178115" y="193024"/>
                  </a:cubicBezTo>
                  <a:close/>
                  <a:moveTo>
                    <a:pt x="178926" y="184906"/>
                  </a:moveTo>
                  <a:cubicBezTo>
                    <a:pt x="177303" y="186530"/>
                    <a:pt x="176492" y="186530"/>
                    <a:pt x="176492" y="186530"/>
                  </a:cubicBezTo>
                  <a:cubicBezTo>
                    <a:pt x="175681" y="185718"/>
                    <a:pt x="176492" y="184094"/>
                    <a:pt x="178115" y="184094"/>
                  </a:cubicBezTo>
                  <a:cubicBezTo>
                    <a:pt x="179738" y="183282"/>
                    <a:pt x="180549" y="182470"/>
                    <a:pt x="181360" y="183282"/>
                  </a:cubicBezTo>
                  <a:cubicBezTo>
                    <a:pt x="180549" y="182470"/>
                    <a:pt x="179738" y="184094"/>
                    <a:pt x="178926" y="184906"/>
                  </a:cubicBezTo>
                  <a:close/>
                  <a:moveTo>
                    <a:pt x="188662" y="171104"/>
                  </a:moveTo>
                  <a:cubicBezTo>
                    <a:pt x="187851" y="172727"/>
                    <a:pt x="186228" y="173539"/>
                    <a:pt x="186228" y="172727"/>
                  </a:cubicBezTo>
                  <a:cubicBezTo>
                    <a:pt x="186228" y="171916"/>
                    <a:pt x="186228" y="170292"/>
                    <a:pt x="187851" y="169480"/>
                  </a:cubicBezTo>
                  <a:cubicBezTo>
                    <a:pt x="191096" y="166233"/>
                    <a:pt x="191096" y="167044"/>
                    <a:pt x="188662" y="17110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29" name="Freeform 7">
              <a:extLst>
                <a:ext uri="{FF2B5EF4-FFF2-40B4-BE49-F238E27FC236}">
                  <a16:creationId xmlns:a16="http://schemas.microsoft.com/office/drawing/2014/main" id="{F7ACC978-6E48-0FBE-1133-B127B1119818}"/>
                </a:ext>
              </a:extLst>
            </p:cNvPr>
            <p:cNvSpPr/>
            <p:nvPr/>
          </p:nvSpPr>
          <p:spPr>
            <a:xfrm>
              <a:off x="5051317" y="3253108"/>
              <a:ext cx="5186" cy="1984"/>
            </a:xfrm>
            <a:custGeom>
              <a:avLst/>
              <a:gdLst>
                <a:gd name="connsiteX0" fmla="*/ 0 w 5186"/>
                <a:gd name="connsiteY0" fmla="*/ 1624 h 1984"/>
                <a:gd name="connsiteX1" fmla="*/ 3245 w 5186"/>
                <a:gd name="connsiteY1" fmla="*/ 1624 h 1984"/>
                <a:gd name="connsiteX2" fmla="*/ 4868 w 5186"/>
                <a:gd name="connsiteY2" fmla="*/ 0 h 1984"/>
                <a:gd name="connsiteX3" fmla="*/ 1622 w 5186"/>
                <a:gd name="connsiteY3" fmla="*/ 0 h 1984"/>
                <a:gd name="connsiteX4" fmla="*/ 0 w 5186"/>
                <a:gd name="connsiteY4" fmla="*/ 1624 h 1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6" h="1984">
                  <a:moveTo>
                    <a:pt x="0" y="1624"/>
                  </a:moveTo>
                  <a:cubicBezTo>
                    <a:pt x="0" y="2436"/>
                    <a:pt x="1622" y="1624"/>
                    <a:pt x="3245" y="1624"/>
                  </a:cubicBezTo>
                  <a:cubicBezTo>
                    <a:pt x="4868" y="1624"/>
                    <a:pt x="5679" y="812"/>
                    <a:pt x="4868" y="0"/>
                  </a:cubicBezTo>
                  <a:cubicBezTo>
                    <a:pt x="4868" y="0"/>
                    <a:pt x="3245" y="0"/>
                    <a:pt x="1622" y="0"/>
                  </a:cubicBezTo>
                  <a:cubicBezTo>
                    <a:pt x="0" y="0"/>
                    <a:pt x="0" y="812"/>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0" name="Freeform 8">
              <a:extLst>
                <a:ext uri="{FF2B5EF4-FFF2-40B4-BE49-F238E27FC236}">
                  <a16:creationId xmlns:a16="http://schemas.microsoft.com/office/drawing/2014/main" id="{6393B63F-C5DA-79AB-FFDD-5BE606B6E362}"/>
                </a:ext>
              </a:extLst>
            </p:cNvPr>
            <p:cNvSpPr/>
            <p:nvPr/>
          </p:nvSpPr>
          <p:spPr>
            <a:xfrm>
              <a:off x="5080451" y="3255544"/>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0"/>
                    <a:pt x="73" y="812"/>
                    <a:pt x="1696" y="812"/>
                  </a:cubicBezTo>
                  <a:cubicBezTo>
                    <a:pt x="3319" y="812"/>
                    <a:pt x="4130" y="812"/>
                    <a:pt x="4130" y="0"/>
                  </a:cubicBezTo>
                  <a:cubicBezTo>
                    <a:pt x="3319" y="0"/>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1" name="Freeform 9">
              <a:extLst>
                <a:ext uri="{FF2B5EF4-FFF2-40B4-BE49-F238E27FC236}">
                  <a16:creationId xmlns:a16="http://schemas.microsoft.com/office/drawing/2014/main" id="{D3A1ECDB-8978-CC5E-6DC1-A8A5064F9F74}"/>
                </a:ext>
              </a:extLst>
            </p:cNvPr>
            <p:cNvSpPr/>
            <p:nvPr/>
          </p:nvSpPr>
          <p:spPr>
            <a:xfrm>
              <a:off x="4719489" y="3602216"/>
              <a:ext cx="3903" cy="4059"/>
            </a:xfrm>
            <a:custGeom>
              <a:avLst/>
              <a:gdLst>
                <a:gd name="connsiteX0" fmla="*/ 1623 w 3903"/>
                <a:gd name="connsiteY0" fmla="*/ 0 h 4059"/>
                <a:gd name="connsiteX1" fmla="*/ 0 w 3903"/>
                <a:gd name="connsiteY1" fmla="*/ 2436 h 4059"/>
                <a:gd name="connsiteX2" fmla="*/ 2434 w 3903"/>
                <a:gd name="connsiteY2" fmla="*/ 4059 h 4059"/>
                <a:gd name="connsiteX3" fmla="*/ 1623 w 3903"/>
                <a:gd name="connsiteY3" fmla="*/ 0 h 4059"/>
              </a:gdLst>
              <a:ahLst/>
              <a:cxnLst>
                <a:cxn ang="0">
                  <a:pos x="connsiteX0" y="connsiteY0"/>
                </a:cxn>
                <a:cxn ang="0">
                  <a:pos x="connsiteX1" y="connsiteY1"/>
                </a:cxn>
                <a:cxn ang="0">
                  <a:pos x="connsiteX2" y="connsiteY2"/>
                </a:cxn>
                <a:cxn ang="0">
                  <a:pos x="connsiteX3" y="connsiteY3"/>
                </a:cxn>
              </a:cxnLst>
              <a:rect l="l" t="t" r="r" b="b"/>
              <a:pathLst>
                <a:path w="3903" h="4059">
                  <a:moveTo>
                    <a:pt x="1623" y="0"/>
                  </a:moveTo>
                  <a:cubicBezTo>
                    <a:pt x="811" y="0"/>
                    <a:pt x="0" y="812"/>
                    <a:pt x="0" y="2436"/>
                  </a:cubicBezTo>
                  <a:cubicBezTo>
                    <a:pt x="811" y="4059"/>
                    <a:pt x="1623" y="4059"/>
                    <a:pt x="2434" y="4059"/>
                  </a:cubicBezTo>
                  <a:cubicBezTo>
                    <a:pt x="4868" y="1624"/>
                    <a:pt x="4057" y="0"/>
                    <a:pt x="1623"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2" name="Freeform 10">
              <a:extLst>
                <a:ext uri="{FF2B5EF4-FFF2-40B4-BE49-F238E27FC236}">
                  <a16:creationId xmlns:a16="http://schemas.microsoft.com/office/drawing/2014/main" id="{DFA6AED8-D955-8389-2C90-75806F302242}"/>
                </a:ext>
              </a:extLst>
            </p:cNvPr>
            <p:cNvSpPr/>
            <p:nvPr/>
          </p:nvSpPr>
          <p:spPr>
            <a:xfrm>
              <a:off x="4674867" y="3660639"/>
              <a:ext cx="2839" cy="4165"/>
            </a:xfrm>
            <a:custGeom>
              <a:avLst/>
              <a:gdLst>
                <a:gd name="connsiteX0" fmla="*/ 1623 w 2839"/>
                <a:gd name="connsiteY0" fmla="*/ 845 h 4165"/>
                <a:gd name="connsiteX1" fmla="*/ 0 w 2839"/>
                <a:gd name="connsiteY1" fmla="*/ 3281 h 4165"/>
                <a:gd name="connsiteX2" fmla="*/ 1623 w 2839"/>
                <a:gd name="connsiteY2" fmla="*/ 2469 h 4165"/>
                <a:gd name="connsiteX3" fmla="*/ 1623 w 2839"/>
                <a:gd name="connsiteY3" fmla="*/ 845 h 4165"/>
              </a:gdLst>
              <a:ahLst/>
              <a:cxnLst>
                <a:cxn ang="0">
                  <a:pos x="connsiteX0" y="connsiteY0"/>
                </a:cxn>
                <a:cxn ang="0">
                  <a:pos x="connsiteX1" y="connsiteY1"/>
                </a:cxn>
                <a:cxn ang="0">
                  <a:pos x="connsiteX2" y="connsiteY2"/>
                </a:cxn>
                <a:cxn ang="0">
                  <a:pos x="connsiteX3" y="connsiteY3"/>
                </a:cxn>
              </a:cxnLst>
              <a:rect l="l" t="t" r="r" b="b"/>
              <a:pathLst>
                <a:path w="2839" h="4165">
                  <a:moveTo>
                    <a:pt x="1623" y="845"/>
                  </a:moveTo>
                  <a:cubicBezTo>
                    <a:pt x="811" y="845"/>
                    <a:pt x="0" y="2469"/>
                    <a:pt x="0" y="3281"/>
                  </a:cubicBezTo>
                  <a:cubicBezTo>
                    <a:pt x="0" y="4904"/>
                    <a:pt x="811" y="4092"/>
                    <a:pt x="1623" y="2469"/>
                  </a:cubicBezTo>
                  <a:cubicBezTo>
                    <a:pt x="3245" y="33"/>
                    <a:pt x="3245" y="-779"/>
                    <a:pt x="1623" y="845"/>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3" name="Freeform 11">
              <a:extLst>
                <a:ext uri="{FF2B5EF4-FFF2-40B4-BE49-F238E27FC236}">
                  <a16:creationId xmlns:a16="http://schemas.microsoft.com/office/drawing/2014/main" id="{8F0E6968-0A44-C23D-0DAF-CAA4D7D288EF}"/>
                </a:ext>
              </a:extLst>
            </p:cNvPr>
            <p:cNvSpPr/>
            <p:nvPr/>
          </p:nvSpPr>
          <p:spPr>
            <a:xfrm>
              <a:off x="5039959" y="3251484"/>
              <a:ext cx="3245" cy="3247"/>
            </a:xfrm>
            <a:custGeom>
              <a:avLst/>
              <a:gdLst>
                <a:gd name="connsiteX0" fmla="*/ 0 w 3245"/>
                <a:gd name="connsiteY0" fmla="*/ 812 h 3247"/>
                <a:gd name="connsiteX1" fmla="*/ 1623 w 3245"/>
                <a:gd name="connsiteY1" fmla="*/ 3247 h 3247"/>
                <a:gd name="connsiteX2" fmla="*/ 3245 w 3245"/>
                <a:gd name="connsiteY2" fmla="*/ 2436 h 3247"/>
                <a:gd name="connsiteX3" fmla="*/ 1623 w 3245"/>
                <a:gd name="connsiteY3" fmla="*/ 0 h 3247"/>
                <a:gd name="connsiteX4" fmla="*/ 0 w 3245"/>
                <a:gd name="connsiteY4" fmla="*/ 812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812"/>
                  </a:moveTo>
                  <a:cubicBezTo>
                    <a:pt x="0" y="1624"/>
                    <a:pt x="811" y="2436"/>
                    <a:pt x="1623" y="3247"/>
                  </a:cubicBezTo>
                  <a:cubicBezTo>
                    <a:pt x="2434" y="3247"/>
                    <a:pt x="3245" y="3247"/>
                    <a:pt x="3245" y="2436"/>
                  </a:cubicBezTo>
                  <a:cubicBezTo>
                    <a:pt x="3245" y="812"/>
                    <a:pt x="2434" y="0"/>
                    <a:pt x="1623" y="0"/>
                  </a:cubicBezTo>
                  <a:cubicBezTo>
                    <a:pt x="0" y="0"/>
                    <a:pt x="0" y="0"/>
                    <a:pt x="0" y="81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4" name="Freeform 12">
              <a:extLst>
                <a:ext uri="{FF2B5EF4-FFF2-40B4-BE49-F238E27FC236}">
                  <a16:creationId xmlns:a16="http://schemas.microsoft.com/office/drawing/2014/main" id="{BA325BAB-7676-637E-A01F-CDCE33BC132C}"/>
                </a:ext>
              </a:extLst>
            </p:cNvPr>
            <p:cNvSpPr/>
            <p:nvPr/>
          </p:nvSpPr>
          <p:spPr>
            <a:xfrm>
              <a:off x="4741534" y="3558302"/>
              <a:ext cx="11827" cy="23617"/>
            </a:xfrm>
            <a:custGeom>
              <a:avLst/>
              <a:gdLst>
                <a:gd name="connsiteX0" fmla="*/ 11219 w 11827"/>
                <a:gd name="connsiteY0" fmla="*/ 1697 h 23617"/>
                <a:gd name="connsiteX1" fmla="*/ 7974 w 11827"/>
                <a:gd name="connsiteY1" fmla="*/ 4133 h 23617"/>
                <a:gd name="connsiteX2" fmla="*/ 7163 w 11827"/>
                <a:gd name="connsiteY2" fmla="*/ 2509 h 23617"/>
                <a:gd name="connsiteX3" fmla="*/ 4729 w 11827"/>
                <a:gd name="connsiteY3" fmla="*/ 1697 h 23617"/>
                <a:gd name="connsiteX4" fmla="*/ 672 w 11827"/>
                <a:gd name="connsiteY4" fmla="*/ 4133 h 23617"/>
                <a:gd name="connsiteX5" fmla="*/ 1484 w 11827"/>
                <a:gd name="connsiteY5" fmla="*/ 4944 h 23617"/>
                <a:gd name="connsiteX6" fmla="*/ 3917 w 11827"/>
                <a:gd name="connsiteY6" fmla="*/ 7380 h 23617"/>
                <a:gd name="connsiteX7" fmla="*/ 3917 w 11827"/>
                <a:gd name="connsiteY7" fmla="*/ 11440 h 23617"/>
                <a:gd name="connsiteX8" fmla="*/ 2295 w 11827"/>
                <a:gd name="connsiteY8" fmla="*/ 9816 h 23617"/>
                <a:gd name="connsiteX9" fmla="*/ 672 w 11827"/>
                <a:gd name="connsiteY9" fmla="*/ 9816 h 23617"/>
                <a:gd name="connsiteX10" fmla="*/ 2295 w 11827"/>
                <a:gd name="connsiteY10" fmla="*/ 22806 h 23617"/>
                <a:gd name="connsiteX11" fmla="*/ 3917 w 11827"/>
                <a:gd name="connsiteY11" fmla="*/ 23618 h 23617"/>
                <a:gd name="connsiteX12" fmla="*/ 7974 w 11827"/>
                <a:gd name="connsiteY12" fmla="*/ 9004 h 23617"/>
                <a:gd name="connsiteX13" fmla="*/ 11219 w 11827"/>
                <a:gd name="connsiteY13" fmla="*/ 885 h 23617"/>
                <a:gd name="connsiteX14" fmla="*/ 11219 w 11827"/>
                <a:gd name="connsiteY14" fmla="*/ 1697 h 2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27" h="23617">
                  <a:moveTo>
                    <a:pt x="11219" y="1697"/>
                  </a:moveTo>
                  <a:cubicBezTo>
                    <a:pt x="10408" y="3321"/>
                    <a:pt x="8785" y="4133"/>
                    <a:pt x="7974" y="4133"/>
                  </a:cubicBezTo>
                  <a:cubicBezTo>
                    <a:pt x="7163" y="4133"/>
                    <a:pt x="7163" y="3321"/>
                    <a:pt x="7163" y="2509"/>
                  </a:cubicBezTo>
                  <a:cubicBezTo>
                    <a:pt x="7163" y="1697"/>
                    <a:pt x="6351" y="885"/>
                    <a:pt x="4729" y="1697"/>
                  </a:cubicBezTo>
                  <a:cubicBezTo>
                    <a:pt x="3106" y="1697"/>
                    <a:pt x="672" y="2509"/>
                    <a:pt x="672" y="4133"/>
                  </a:cubicBezTo>
                  <a:cubicBezTo>
                    <a:pt x="672" y="4944"/>
                    <a:pt x="672" y="5756"/>
                    <a:pt x="1484" y="4944"/>
                  </a:cubicBezTo>
                  <a:cubicBezTo>
                    <a:pt x="2295" y="4133"/>
                    <a:pt x="3106" y="5756"/>
                    <a:pt x="3917" y="7380"/>
                  </a:cubicBezTo>
                  <a:cubicBezTo>
                    <a:pt x="3917" y="9004"/>
                    <a:pt x="3917" y="10628"/>
                    <a:pt x="3917" y="11440"/>
                  </a:cubicBezTo>
                  <a:cubicBezTo>
                    <a:pt x="3917" y="12251"/>
                    <a:pt x="2295" y="11440"/>
                    <a:pt x="2295" y="9816"/>
                  </a:cubicBezTo>
                  <a:cubicBezTo>
                    <a:pt x="2295" y="8192"/>
                    <a:pt x="2295" y="9004"/>
                    <a:pt x="672" y="9816"/>
                  </a:cubicBezTo>
                  <a:cubicBezTo>
                    <a:pt x="-951" y="12251"/>
                    <a:pt x="672" y="20370"/>
                    <a:pt x="2295" y="22806"/>
                  </a:cubicBezTo>
                  <a:cubicBezTo>
                    <a:pt x="3106" y="23618"/>
                    <a:pt x="3917" y="23618"/>
                    <a:pt x="3917" y="23618"/>
                  </a:cubicBezTo>
                  <a:cubicBezTo>
                    <a:pt x="4729" y="17935"/>
                    <a:pt x="6351" y="13875"/>
                    <a:pt x="7974" y="9004"/>
                  </a:cubicBezTo>
                  <a:cubicBezTo>
                    <a:pt x="9597" y="4944"/>
                    <a:pt x="12031" y="1697"/>
                    <a:pt x="11219" y="885"/>
                  </a:cubicBezTo>
                  <a:cubicBezTo>
                    <a:pt x="12031" y="-739"/>
                    <a:pt x="12031" y="73"/>
                    <a:pt x="11219" y="1697"/>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5" name="Freeform 13">
              <a:extLst>
                <a:ext uri="{FF2B5EF4-FFF2-40B4-BE49-F238E27FC236}">
                  <a16:creationId xmlns:a16="http://schemas.microsoft.com/office/drawing/2014/main" id="{79A41C27-BE7A-96AC-B83F-0409CBBF3265}"/>
                </a:ext>
              </a:extLst>
            </p:cNvPr>
            <p:cNvSpPr/>
            <p:nvPr/>
          </p:nvSpPr>
          <p:spPr>
            <a:xfrm>
              <a:off x="5061760" y="3252296"/>
              <a:ext cx="7405" cy="4871"/>
            </a:xfrm>
            <a:custGeom>
              <a:avLst/>
              <a:gdLst>
                <a:gd name="connsiteX0" fmla="*/ 1727 w 7405"/>
                <a:gd name="connsiteY0" fmla="*/ 812 h 4871"/>
                <a:gd name="connsiteX1" fmla="*/ 4160 w 7405"/>
                <a:gd name="connsiteY1" fmla="*/ 4871 h 4871"/>
                <a:gd name="connsiteX2" fmla="*/ 7406 w 7405"/>
                <a:gd name="connsiteY2" fmla="*/ 3247 h 4871"/>
                <a:gd name="connsiteX3" fmla="*/ 1727 w 7405"/>
                <a:gd name="connsiteY3" fmla="*/ 812 h 4871"/>
              </a:gdLst>
              <a:ahLst/>
              <a:cxnLst>
                <a:cxn ang="0">
                  <a:pos x="connsiteX0" y="connsiteY0"/>
                </a:cxn>
                <a:cxn ang="0">
                  <a:pos x="connsiteX1" y="connsiteY1"/>
                </a:cxn>
                <a:cxn ang="0">
                  <a:pos x="connsiteX2" y="connsiteY2"/>
                </a:cxn>
                <a:cxn ang="0">
                  <a:pos x="connsiteX3" y="connsiteY3"/>
                </a:cxn>
              </a:cxnLst>
              <a:rect l="l" t="t" r="r" b="b"/>
              <a:pathLst>
                <a:path w="7405" h="4871">
                  <a:moveTo>
                    <a:pt x="1727" y="812"/>
                  </a:moveTo>
                  <a:cubicBezTo>
                    <a:pt x="-1519" y="1624"/>
                    <a:pt x="104" y="4059"/>
                    <a:pt x="4160" y="4871"/>
                  </a:cubicBezTo>
                  <a:cubicBezTo>
                    <a:pt x="5783" y="4871"/>
                    <a:pt x="7406" y="4059"/>
                    <a:pt x="7406" y="3247"/>
                  </a:cubicBezTo>
                  <a:cubicBezTo>
                    <a:pt x="7406" y="0"/>
                    <a:pt x="5783" y="-812"/>
                    <a:pt x="1727" y="81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6" name="Freeform 14">
              <a:extLst>
                <a:ext uri="{FF2B5EF4-FFF2-40B4-BE49-F238E27FC236}">
                  <a16:creationId xmlns:a16="http://schemas.microsoft.com/office/drawing/2014/main" id="{E96863E8-3F93-B784-8EFA-A419EFD5F355}"/>
                </a:ext>
              </a:extLst>
            </p:cNvPr>
            <p:cNvSpPr/>
            <p:nvPr/>
          </p:nvSpPr>
          <p:spPr>
            <a:xfrm>
              <a:off x="4922318" y="3239306"/>
              <a:ext cx="3245" cy="3247"/>
            </a:xfrm>
            <a:custGeom>
              <a:avLst/>
              <a:gdLst>
                <a:gd name="connsiteX0" fmla="*/ 0 w 3245"/>
                <a:gd name="connsiteY0" fmla="*/ 1624 h 3247"/>
                <a:gd name="connsiteX1" fmla="*/ 1623 w 3245"/>
                <a:gd name="connsiteY1" fmla="*/ 3247 h 3247"/>
                <a:gd name="connsiteX2" fmla="*/ 3245 w 3245"/>
                <a:gd name="connsiteY2" fmla="*/ 1624 h 3247"/>
                <a:gd name="connsiteX3" fmla="*/ 1623 w 3245"/>
                <a:gd name="connsiteY3" fmla="*/ 0 h 3247"/>
                <a:gd name="connsiteX4" fmla="*/ 0 w 3245"/>
                <a:gd name="connsiteY4" fmla="*/ 1624 h 3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47">
                  <a:moveTo>
                    <a:pt x="0" y="1624"/>
                  </a:moveTo>
                  <a:cubicBezTo>
                    <a:pt x="0" y="2436"/>
                    <a:pt x="811" y="3247"/>
                    <a:pt x="1623" y="3247"/>
                  </a:cubicBezTo>
                  <a:cubicBezTo>
                    <a:pt x="2434" y="3247"/>
                    <a:pt x="3245" y="2436"/>
                    <a:pt x="3245" y="1624"/>
                  </a:cubicBezTo>
                  <a:cubicBezTo>
                    <a:pt x="3245" y="812"/>
                    <a:pt x="2434" y="0"/>
                    <a:pt x="1623" y="0"/>
                  </a:cubicBezTo>
                  <a:cubicBezTo>
                    <a:pt x="811" y="0"/>
                    <a:pt x="0" y="812"/>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7" name="Freeform 15">
              <a:extLst>
                <a:ext uri="{FF2B5EF4-FFF2-40B4-BE49-F238E27FC236}">
                  <a16:creationId xmlns:a16="http://schemas.microsoft.com/office/drawing/2014/main" id="{BE19CB2A-A955-830A-3948-0D7C5343D26A}"/>
                </a:ext>
              </a:extLst>
            </p:cNvPr>
            <p:cNvSpPr/>
            <p:nvPr/>
          </p:nvSpPr>
          <p:spPr>
            <a:xfrm>
              <a:off x="4861396" y="3257167"/>
              <a:ext cx="4129" cy="811"/>
            </a:xfrm>
            <a:custGeom>
              <a:avLst/>
              <a:gdLst>
                <a:gd name="connsiteX0" fmla="*/ 884 w 4129"/>
                <a:gd name="connsiteY0" fmla="*/ 0 h 811"/>
                <a:gd name="connsiteX1" fmla="*/ 1696 w 4129"/>
                <a:gd name="connsiteY1" fmla="*/ 812 h 811"/>
                <a:gd name="connsiteX2" fmla="*/ 4130 w 4129"/>
                <a:gd name="connsiteY2" fmla="*/ 0 h 811"/>
                <a:gd name="connsiteX3" fmla="*/ 884 w 4129"/>
                <a:gd name="connsiteY3" fmla="*/ 0 h 811"/>
              </a:gdLst>
              <a:ahLst/>
              <a:cxnLst>
                <a:cxn ang="0">
                  <a:pos x="connsiteX0" y="connsiteY0"/>
                </a:cxn>
                <a:cxn ang="0">
                  <a:pos x="connsiteX1" y="connsiteY1"/>
                </a:cxn>
                <a:cxn ang="0">
                  <a:pos x="connsiteX2" y="connsiteY2"/>
                </a:cxn>
                <a:cxn ang="0">
                  <a:pos x="connsiteX3" y="connsiteY3"/>
                </a:cxn>
              </a:cxnLst>
              <a:rect l="l" t="t" r="r" b="b"/>
              <a:pathLst>
                <a:path w="4129" h="811">
                  <a:moveTo>
                    <a:pt x="884" y="0"/>
                  </a:moveTo>
                  <a:cubicBezTo>
                    <a:pt x="-738" y="812"/>
                    <a:pt x="73" y="812"/>
                    <a:pt x="1696" y="812"/>
                  </a:cubicBezTo>
                  <a:cubicBezTo>
                    <a:pt x="3319" y="812"/>
                    <a:pt x="4130" y="812"/>
                    <a:pt x="4130" y="0"/>
                  </a:cubicBezTo>
                  <a:cubicBezTo>
                    <a:pt x="2507" y="0"/>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8" name="Freeform 16">
              <a:extLst>
                <a:ext uri="{FF2B5EF4-FFF2-40B4-BE49-F238E27FC236}">
                  <a16:creationId xmlns:a16="http://schemas.microsoft.com/office/drawing/2014/main" id="{7552445D-267B-C164-A532-16792D9CDA71}"/>
                </a:ext>
              </a:extLst>
            </p:cNvPr>
            <p:cNvSpPr/>
            <p:nvPr/>
          </p:nvSpPr>
          <p:spPr>
            <a:xfrm>
              <a:off x="4995336" y="3239306"/>
              <a:ext cx="2434" cy="2435"/>
            </a:xfrm>
            <a:custGeom>
              <a:avLst/>
              <a:gdLst>
                <a:gd name="connsiteX0" fmla="*/ 0 w 2434"/>
                <a:gd name="connsiteY0" fmla="*/ 1624 h 2435"/>
                <a:gd name="connsiteX1" fmla="*/ 811 w 2434"/>
                <a:gd name="connsiteY1" fmla="*/ 2436 h 2435"/>
                <a:gd name="connsiteX2" fmla="*/ 2434 w 2434"/>
                <a:gd name="connsiteY2" fmla="*/ 812 h 2435"/>
                <a:gd name="connsiteX3" fmla="*/ 1623 w 2434"/>
                <a:gd name="connsiteY3" fmla="*/ 0 h 2435"/>
                <a:gd name="connsiteX4" fmla="*/ 0 w 2434"/>
                <a:gd name="connsiteY4" fmla="*/ 1624 h 2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4" h="2435">
                  <a:moveTo>
                    <a:pt x="0" y="1624"/>
                  </a:moveTo>
                  <a:cubicBezTo>
                    <a:pt x="0" y="2436"/>
                    <a:pt x="811" y="2436"/>
                    <a:pt x="811" y="2436"/>
                  </a:cubicBezTo>
                  <a:cubicBezTo>
                    <a:pt x="1623" y="1624"/>
                    <a:pt x="2434" y="812"/>
                    <a:pt x="2434" y="812"/>
                  </a:cubicBezTo>
                  <a:cubicBezTo>
                    <a:pt x="2434" y="812"/>
                    <a:pt x="1623" y="0"/>
                    <a:pt x="1623" y="0"/>
                  </a:cubicBezTo>
                  <a:cubicBezTo>
                    <a:pt x="811" y="0"/>
                    <a:pt x="0" y="0"/>
                    <a:pt x="0" y="1624"/>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39" name="Freeform 17">
              <a:extLst>
                <a:ext uri="{FF2B5EF4-FFF2-40B4-BE49-F238E27FC236}">
                  <a16:creationId xmlns:a16="http://schemas.microsoft.com/office/drawing/2014/main" id="{275F951A-CD26-8819-7B79-D7B5E4A7E80F}"/>
                </a:ext>
              </a:extLst>
            </p:cNvPr>
            <p:cNvSpPr/>
            <p:nvPr/>
          </p:nvSpPr>
          <p:spPr>
            <a:xfrm>
              <a:off x="4966025" y="3238333"/>
              <a:ext cx="9028" cy="4220"/>
            </a:xfrm>
            <a:custGeom>
              <a:avLst/>
              <a:gdLst>
                <a:gd name="connsiteX0" fmla="*/ 1726 w 9028"/>
                <a:gd name="connsiteY0" fmla="*/ 161 h 4220"/>
                <a:gd name="connsiteX1" fmla="*/ 4160 w 9028"/>
                <a:gd name="connsiteY1" fmla="*/ 4221 h 4220"/>
                <a:gd name="connsiteX2" fmla="*/ 9028 w 9028"/>
                <a:gd name="connsiteY2" fmla="*/ 3409 h 4220"/>
                <a:gd name="connsiteX3" fmla="*/ 1726 w 9028"/>
                <a:gd name="connsiteY3" fmla="*/ 161 h 4220"/>
              </a:gdLst>
              <a:ahLst/>
              <a:cxnLst>
                <a:cxn ang="0">
                  <a:pos x="connsiteX0" y="connsiteY0"/>
                </a:cxn>
                <a:cxn ang="0">
                  <a:pos x="connsiteX1" y="connsiteY1"/>
                </a:cxn>
                <a:cxn ang="0">
                  <a:pos x="connsiteX2" y="connsiteY2"/>
                </a:cxn>
                <a:cxn ang="0">
                  <a:pos x="connsiteX3" y="connsiteY3"/>
                </a:cxn>
              </a:cxnLst>
              <a:rect l="l" t="t" r="r" b="b"/>
              <a:pathLst>
                <a:path w="9028" h="4220">
                  <a:moveTo>
                    <a:pt x="1726" y="161"/>
                  </a:moveTo>
                  <a:cubicBezTo>
                    <a:pt x="-1519" y="973"/>
                    <a:pt x="104" y="3409"/>
                    <a:pt x="4160" y="4221"/>
                  </a:cubicBezTo>
                  <a:cubicBezTo>
                    <a:pt x="6594" y="4221"/>
                    <a:pt x="9028" y="4221"/>
                    <a:pt x="9028" y="3409"/>
                  </a:cubicBezTo>
                  <a:cubicBezTo>
                    <a:pt x="9028" y="1785"/>
                    <a:pt x="3349" y="-650"/>
                    <a:pt x="1726" y="161"/>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0" name="Freeform 18">
              <a:extLst>
                <a:ext uri="{FF2B5EF4-FFF2-40B4-BE49-F238E27FC236}">
                  <a16:creationId xmlns:a16="http://schemas.microsoft.com/office/drawing/2014/main" id="{B6A2680F-61F9-B253-F537-657C633BB1CB}"/>
                </a:ext>
              </a:extLst>
            </p:cNvPr>
            <p:cNvSpPr/>
            <p:nvPr/>
          </p:nvSpPr>
          <p:spPr>
            <a:xfrm>
              <a:off x="4959320" y="3240321"/>
              <a:ext cx="4048" cy="1420"/>
            </a:xfrm>
            <a:custGeom>
              <a:avLst/>
              <a:gdLst>
                <a:gd name="connsiteX0" fmla="*/ 318 w 4048"/>
                <a:gd name="connsiteY0" fmla="*/ 609 h 1420"/>
                <a:gd name="connsiteX1" fmla="*/ 1941 w 4048"/>
                <a:gd name="connsiteY1" fmla="*/ 1421 h 1420"/>
                <a:gd name="connsiteX2" fmla="*/ 3564 w 4048"/>
                <a:gd name="connsiteY2" fmla="*/ 609 h 1420"/>
                <a:gd name="connsiteX3" fmla="*/ 318 w 4048"/>
                <a:gd name="connsiteY3" fmla="*/ 609 h 1420"/>
              </a:gdLst>
              <a:ahLst/>
              <a:cxnLst>
                <a:cxn ang="0">
                  <a:pos x="connsiteX0" y="connsiteY0"/>
                </a:cxn>
                <a:cxn ang="0">
                  <a:pos x="connsiteX1" y="connsiteY1"/>
                </a:cxn>
                <a:cxn ang="0">
                  <a:pos x="connsiteX2" y="connsiteY2"/>
                </a:cxn>
                <a:cxn ang="0">
                  <a:pos x="connsiteX3" y="connsiteY3"/>
                </a:cxn>
              </a:cxnLst>
              <a:rect l="l" t="t" r="r" b="b"/>
              <a:pathLst>
                <a:path w="4048" h="1420">
                  <a:moveTo>
                    <a:pt x="318" y="609"/>
                  </a:moveTo>
                  <a:cubicBezTo>
                    <a:pt x="-493" y="609"/>
                    <a:pt x="318" y="1421"/>
                    <a:pt x="1941" y="1421"/>
                  </a:cubicBezTo>
                  <a:cubicBezTo>
                    <a:pt x="4375" y="1421"/>
                    <a:pt x="4375" y="1421"/>
                    <a:pt x="3564" y="609"/>
                  </a:cubicBezTo>
                  <a:cubicBezTo>
                    <a:pt x="2752" y="-203"/>
                    <a:pt x="1941" y="-203"/>
                    <a:pt x="318" y="60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1" name="Freeform 19">
              <a:extLst>
                <a:ext uri="{FF2B5EF4-FFF2-40B4-BE49-F238E27FC236}">
                  <a16:creationId xmlns:a16="http://schemas.microsoft.com/office/drawing/2014/main" id="{DE7C4985-50EE-730D-4CBC-32F39E05DAD3}"/>
                </a:ext>
              </a:extLst>
            </p:cNvPr>
            <p:cNvSpPr/>
            <p:nvPr/>
          </p:nvSpPr>
          <p:spPr>
            <a:xfrm>
              <a:off x="5027626" y="3251623"/>
              <a:ext cx="3814" cy="2905"/>
            </a:xfrm>
            <a:custGeom>
              <a:avLst/>
              <a:gdLst>
                <a:gd name="connsiteX0" fmla="*/ 163 w 3814"/>
                <a:gd name="connsiteY0" fmla="*/ 2296 h 2905"/>
                <a:gd name="connsiteX1" fmla="*/ 2597 w 3814"/>
                <a:gd name="connsiteY1" fmla="*/ 2296 h 2905"/>
                <a:gd name="connsiteX2" fmla="*/ 2597 w 3814"/>
                <a:gd name="connsiteY2" fmla="*/ 673 h 2905"/>
                <a:gd name="connsiteX3" fmla="*/ 163 w 3814"/>
                <a:gd name="connsiteY3" fmla="*/ 2296 h 2905"/>
              </a:gdLst>
              <a:ahLst/>
              <a:cxnLst>
                <a:cxn ang="0">
                  <a:pos x="connsiteX0" y="connsiteY0"/>
                </a:cxn>
                <a:cxn ang="0">
                  <a:pos x="connsiteX1" y="connsiteY1"/>
                </a:cxn>
                <a:cxn ang="0">
                  <a:pos x="connsiteX2" y="connsiteY2"/>
                </a:cxn>
                <a:cxn ang="0">
                  <a:pos x="connsiteX3" y="connsiteY3"/>
                </a:cxn>
              </a:cxnLst>
              <a:rect l="l" t="t" r="r" b="b"/>
              <a:pathLst>
                <a:path w="3814" h="2905">
                  <a:moveTo>
                    <a:pt x="163" y="2296"/>
                  </a:moveTo>
                  <a:cubicBezTo>
                    <a:pt x="975" y="3108"/>
                    <a:pt x="1786" y="3108"/>
                    <a:pt x="2597" y="2296"/>
                  </a:cubicBezTo>
                  <a:cubicBezTo>
                    <a:pt x="4220" y="1485"/>
                    <a:pt x="4220" y="1485"/>
                    <a:pt x="2597" y="673"/>
                  </a:cubicBezTo>
                  <a:cubicBezTo>
                    <a:pt x="1786" y="-951"/>
                    <a:pt x="-648" y="673"/>
                    <a:pt x="163" y="2296"/>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2" name="Freeform 20">
              <a:extLst>
                <a:ext uri="{FF2B5EF4-FFF2-40B4-BE49-F238E27FC236}">
                  <a16:creationId xmlns:a16="http://schemas.microsoft.com/office/drawing/2014/main" id="{F9BF8CD1-F040-7B7F-3454-0A035BADCB74}"/>
                </a:ext>
              </a:extLst>
            </p:cNvPr>
            <p:cNvSpPr/>
            <p:nvPr/>
          </p:nvSpPr>
          <p:spPr>
            <a:xfrm>
              <a:off x="4840179" y="3302427"/>
              <a:ext cx="1045380" cy="379150"/>
            </a:xfrm>
            <a:custGeom>
              <a:avLst/>
              <a:gdLst>
                <a:gd name="connsiteX0" fmla="*/ 990812 w 1045380"/>
                <a:gd name="connsiteY0" fmla="*/ 268938 h 379150"/>
                <a:gd name="connsiteX1" fmla="*/ 973774 w 1045380"/>
                <a:gd name="connsiteY1" fmla="*/ 275433 h 379150"/>
                <a:gd name="connsiteX2" fmla="*/ 969718 w 1045380"/>
                <a:gd name="connsiteY2" fmla="*/ 277056 h 379150"/>
                <a:gd name="connsiteX3" fmla="*/ 964849 w 1045380"/>
                <a:gd name="connsiteY3" fmla="*/ 278680 h 379150"/>
                <a:gd name="connsiteX4" fmla="*/ 962416 w 1045380"/>
                <a:gd name="connsiteY4" fmla="*/ 280304 h 379150"/>
                <a:gd name="connsiteX5" fmla="*/ 960793 w 1045380"/>
                <a:gd name="connsiteY5" fmla="*/ 281116 h 379150"/>
                <a:gd name="connsiteX6" fmla="*/ 933208 w 1045380"/>
                <a:gd name="connsiteY6" fmla="*/ 291670 h 379150"/>
                <a:gd name="connsiteX7" fmla="*/ 923473 w 1045380"/>
                <a:gd name="connsiteY7" fmla="*/ 293294 h 379150"/>
                <a:gd name="connsiteX8" fmla="*/ 921850 w 1045380"/>
                <a:gd name="connsiteY8" fmla="*/ 294918 h 379150"/>
                <a:gd name="connsiteX9" fmla="*/ 921039 w 1045380"/>
                <a:gd name="connsiteY9" fmla="*/ 295730 h 379150"/>
                <a:gd name="connsiteX10" fmla="*/ 913737 w 1045380"/>
                <a:gd name="connsiteY10" fmla="*/ 298165 h 379150"/>
                <a:gd name="connsiteX11" fmla="*/ 889397 w 1045380"/>
                <a:gd name="connsiteY11" fmla="*/ 303849 h 379150"/>
                <a:gd name="connsiteX12" fmla="*/ 882096 w 1045380"/>
                <a:gd name="connsiteY12" fmla="*/ 305472 h 379150"/>
                <a:gd name="connsiteX13" fmla="*/ 855322 w 1045380"/>
                <a:gd name="connsiteY13" fmla="*/ 310344 h 379150"/>
                <a:gd name="connsiteX14" fmla="*/ 843964 w 1045380"/>
                <a:gd name="connsiteY14" fmla="*/ 311155 h 379150"/>
                <a:gd name="connsiteX15" fmla="*/ 836662 w 1045380"/>
                <a:gd name="connsiteY15" fmla="*/ 307096 h 379150"/>
                <a:gd name="connsiteX16" fmla="*/ 838284 w 1045380"/>
                <a:gd name="connsiteY16" fmla="*/ 302225 h 379150"/>
                <a:gd name="connsiteX17" fmla="*/ 904001 w 1045380"/>
                <a:gd name="connsiteY17" fmla="*/ 248641 h 379150"/>
                <a:gd name="connsiteX18" fmla="*/ 928340 w 1045380"/>
                <a:gd name="connsiteY18" fmla="*/ 237274 h 379150"/>
                <a:gd name="connsiteX19" fmla="*/ 942133 w 1045380"/>
                <a:gd name="connsiteY19" fmla="*/ 223472 h 379150"/>
                <a:gd name="connsiteX20" fmla="*/ 929963 w 1045380"/>
                <a:gd name="connsiteY20" fmla="*/ 206423 h 379150"/>
                <a:gd name="connsiteX21" fmla="*/ 916171 w 1045380"/>
                <a:gd name="connsiteY21" fmla="*/ 203987 h 379150"/>
                <a:gd name="connsiteX22" fmla="*/ 904812 w 1045380"/>
                <a:gd name="connsiteY22" fmla="*/ 206423 h 379150"/>
                <a:gd name="connsiteX23" fmla="*/ 902379 w 1045380"/>
                <a:gd name="connsiteY23" fmla="*/ 207235 h 379150"/>
                <a:gd name="connsiteX24" fmla="*/ 896699 w 1045380"/>
                <a:gd name="connsiteY24" fmla="*/ 209670 h 379150"/>
                <a:gd name="connsiteX25" fmla="*/ 889397 w 1045380"/>
                <a:gd name="connsiteY25" fmla="*/ 213730 h 379150"/>
                <a:gd name="connsiteX26" fmla="*/ 884530 w 1045380"/>
                <a:gd name="connsiteY26" fmla="*/ 216977 h 379150"/>
                <a:gd name="connsiteX27" fmla="*/ 881284 w 1045380"/>
                <a:gd name="connsiteY27" fmla="*/ 217789 h 379150"/>
                <a:gd name="connsiteX28" fmla="*/ 876416 w 1045380"/>
                <a:gd name="connsiteY28" fmla="*/ 221037 h 379150"/>
                <a:gd name="connsiteX29" fmla="*/ 873983 w 1045380"/>
                <a:gd name="connsiteY29" fmla="*/ 222661 h 379150"/>
                <a:gd name="connsiteX30" fmla="*/ 834228 w 1045380"/>
                <a:gd name="connsiteY30" fmla="*/ 252700 h 379150"/>
                <a:gd name="connsiteX31" fmla="*/ 836662 w 1045380"/>
                <a:gd name="connsiteY31" fmla="*/ 245393 h 379150"/>
                <a:gd name="connsiteX32" fmla="*/ 836662 w 1045380"/>
                <a:gd name="connsiteY32" fmla="*/ 243769 h 379150"/>
                <a:gd name="connsiteX33" fmla="*/ 838284 w 1045380"/>
                <a:gd name="connsiteY33" fmla="*/ 242146 h 379150"/>
                <a:gd name="connsiteX34" fmla="*/ 840718 w 1045380"/>
                <a:gd name="connsiteY34" fmla="*/ 238898 h 379150"/>
                <a:gd name="connsiteX35" fmla="*/ 842341 w 1045380"/>
                <a:gd name="connsiteY35" fmla="*/ 235651 h 379150"/>
                <a:gd name="connsiteX36" fmla="*/ 843152 w 1045380"/>
                <a:gd name="connsiteY36" fmla="*/ 234027 h 379150"/>
                <a:gd name="connsiteX37" fmla="*/ 843152 w 1045380"/>
                <a:gd name="connsiteY37" fmla="*/ 232403 h 379150"/>
                <a:gd name="connsiteX38" fmla="*/ 847209 w 1045380"/>
                <a:gd name="connsiteY38" fmla="*/ 225096 h 379150"/>
                <a:gd name="connsiteX39" fmla="*/ 848831 w 1045380"/>
                <a:gd name="connsiteY39" fmla="*/ 222661 h 379150"/>
                <a:gd name="connsiteX40" fmla="*/ 851265 w 1045380"/>
                <a:gd name="connsiteY40" fmla="*/ 219413 h 379150"/>
                <a:gd name="connsiteX41" fmla="*/ 852077 w 1045380"/>
                <a:gd name="connsiteY41" fmla="*/ 217789 h 379150"/>
                <a:gd name="connsiteX42" fmla="*/ 858567 w 1045380"/>
                <a:gd name="connsiteY42" fmla="*/ 203987 h 379150"/>
                <a:gd name="connsiteX43" fmla="*/ 859378 w 1045380"/>
                <a:gd name="connsiteY43" fmla="*/ 203175 h 379150"/>
                <a:gd name="connsiteX44" fmla="*/ 882907 w 1045380"/>
                <a:gd name="connsiteY44" fmla="*/ 166641 h 379150"/>
                <a:gd name="connsiteX45" fmla="*/ 895888 w 1045380"/>
                <a:gd name="connsiteY45" fmla="*/ 147156 h 379150"/>
                <a:gd name="connsiteX46" fmla="*/ 895888 w 1045380"/>
                <a:gd name="connsiteY46" fmla="*/ 145532 h 379150"/>
                <a:gd name="connsiteX47" fmla="*/ 898322 w 1045380"/>
                <a:gd name="connsiteY47" fmla="*/ 139849 h 379150"/>
                <a:gd name="connsiteX48" fmla="*/ 904001 w 1045380"/>
                <a:gd name="connsiteY48" fmla="*/ 130918 h 379150"/>
                <a:gd name="connsiteX49" fmla="*/ 910492 w 1045380"/>
                <a:gd name="connsiteY49" fmla="*/ 119552 h 379150"/>
                <a:gd name="connsiteX50" fmla="*/ 914548 w 1045380"/>
                <a:gd name="connsiteY50" fmla="*/ 114680 h 379150"/>
                <a:gd name="connsiteX51" fmla="*/ 916982 w 1045380"/>
                <a:gd name="connsiteY51" fmla="*/ 109809 h 379150"/>
                <a:gd name="connsiteX52" fmla="*/ 918605 w 1045380"/>
                <a:gd name="connsiteY52" fmla="*/ 107373 h 379150"/>
                <a:gd name="connsiteX53" fmla="*/ 925095 w 1045380"/>
                <a:gd name="connsiteY53" fmla="*/ 96819 h 379150"/>
                <a:gd name="connsiteX54" fmla="*/ 927529 w 1045380"/>
                <a:gd name="connsiteY54" fmla="*/ 94383 h 379150"/>
                <a:gd name="connsiteX55" fmla="*/ 929963 w 1045380"/>
                <a:gd name="connsiteY55" fmla="*/ 90324 h 379150"/>
                <a:gd name="connsiteX56" fmla="*/ 932397 w 1045380"/>
                <a:gd name="connsiteY56" fmla="*/ 86265 h 379150"/>
                <a:gd name="connsiteX57" fmla="*/ 937265 w 1045380"/>
                <a:gd name="connsiteY57" fmla="*/ 79770 h 379150"/>
                <a:gd name="connsiteX58" fmla="*/ 942944 w 1045380"/>
                <a:gd name="connsiteY58" fmla="*/ 71651 h 379150"/>
                <a:gd name="connsiteX59" fmla="*/ 945378 w 1045380"/>
                <a:gd name="connsiteY59" fmla="*/ 67591 h 379150"/>
                <a:gd name="connsiteX60" fmla="*/ 957548 w 1045380"/>
                <a:gd name="connsiteY60" fmla="*/ 46482 h 379150"/>
                <a:gd name="connsiteX61" fmla="*/ 967284 w 1045380"/>
                <a:gd name="connsiteY61" fmla="*/ 29433 h 379150"/>
                <a:gd name="connsiteX62" fmla="*/ 969718 w 1045380"/>
                <a:gd name="connsiteY62" fmla="*/ 22126 h 379150"/>
                <a:gd name="connsiteX63" fmla="*/ 968906 w 1045380"/>
                <a:gd name="connsiteY63" fmla="*/ 14819 h 379150"/>
                <a:gd name="connsiteX64" fmla="*/ 954302 w 1045380"/>
                <a:gd name="connsiteY64" fmla="*/ 205 h 379150"/>
                <a:gd name="connsiteX65" fmla="*/ 927529 w 1045380"/>
                <a:gd name="connsiteY65" fmla="*/ 20502 h 379150"/>
                <a:gd name="connsiteX66" fmla="*/ 920227 w 1045380"/>
                <a:gd name="connsiteY66" fmla="*/ 32681 h 379150"/>
                <a:gd name="connsiteX67" fmla="*/ 916171 w 1045380"/>
                <a:gd name="connsiteY67" fmla="*/ 39987 h 379150"/>
                <a:gd name="connsiteX68" fmla="*/ 912114 w 1045380"/>
                <a:gd name="connsiteY68" fmla="*/ 46482 h 379150"/>
                <a:gd name="connsiteX69" fmla="*/ 909680 w 1045380"/>
                <a:gd name="connsiteY69" fmla="*/ 51354 h 379150"/>
                <a:gd name="connsiteX70" fmla="*/ 901567 w 1045380"/>
                <a:gd name="connsiteY70" fmla="*/ 65156 h 379150"/>
                <a:gd name="connsiteX71" fmla="*/ 899944 w 1045380"/>
                <a:gd name="connsiteY71" fmla="*/ 67591 h 379150"/>
                <a:gd name="connsiteX72" fmla="*/ 897510 w 1045380"/>
                <a:gd name="connsiteY72" fmla="*/ 74086 h 379150"/>
                <a:gd name="connsiteX73" fmla="*/ 887775 w 1045380"/>
                <a:gd name="connsiteY73" fmla="*/ 90324 h 379150"/>
                <a:gd name="connsiteX74" fmla="*/ 886152 w 1045380"/>
                <a:gd name="connsiteY74" fmla="*/ 96007 h 379150"/>
                <a:gd name="connsiteX75" fmla="*/ 886152 w 1045380"/>
                <a:gd name="connsiteY75" fmla="*/ 97631 h 379150"/>
                <a:gd name="connsiteX76" fmla="*/ 878039 w 1045380"/>
                <a:gd name="connsiteY76" fmla="*/ 107373 h 379150"/>
                <a:gd name="connsiteX77" fmla="*/ 874794 w 1045380"/>
                <a:gd name="connsiteY77" fmla="*/ 112245 h 379150"/>
                <a:gd name="connsiteX78" fmla="*/ 871548 w 1045380"/>
                <a:gd name="connsiteY78" fmla="*/ 117928 h 379150"/>
                <a:gd name="connsiteX79" fmla="*/ 867492 w 1045380"/>
                <a:gd name="connsiteY79" fmla="*/ 125235 h 379150"/>
                <a:gd name="connsiteX80" fmla="*/ 862624 w 1045380"/>
                <a:gd name="connsiteY80" fmla="*/ 134166 h 379150"/>
                <a:gd name="connsiteX81" fmla="*/ 860190 w 1045380"/>
                <a:gd name="connsiteY81" fmla="*/ 137413 h 379150"/>
                <a:gd name="connsiteX82" fmla="*/ 858567 w 1045380"/>
                <a:gd name="connsiteY82" fmla="*/ 140661 h 379150"/>
                <a:gd name="connsiteX83" fmla="*/ 855322 w 1045380"/>
                <a:gd name="connsiteY83" fmla="*/ 146344 h 379150"/>
                <a:gd name="connsiteX84" fmla="*/ 850454 w 1045380"/>
                <a:gd name="connsiteY84" fmla="*/ 153651 h 379150"/>
                <a:gd name="connsiteX85" fmla="*/ 846398 w 1045380"/>
                <a:gd name="connsiteY85" fmla="*/ 158522 h 379150"/>
                <a:gd name="connsiteX86" fmla="*/ 846398 w 1045380"/>
                <a:gd name="connsiteY86" fmla="*/ 160146 h 379150"/>
                <a:gd name="connsiteX87" fmla="*/ 843964 w 1045380"/>
                <a:gd name="connsiteY87" fmla="*/ 164205 h 379150"/>
                <a:gd name="connsiteX88" fmla="*/ 841530 w 1045380"/>
                <a:gd name="connsiteY88" fmla="*/ 167453 h 379150"/>
                <a:gd name="connsiteX89" fmla="*/ 839907 w 1045380"/>
                <a:gd name="connsiteY89" fmla="*/ 169076 h 379150"/>
                <a:gd name="connsiteX90" fmla="*/ 839096 w 1045380"/>
                <a:gd name="connsiteY90" fmla="*/ 169888 h 379150"/>
                <a:gd name="connsiteX91" fmla="*/ 832605 w 1045380"/>
                <a:gd name="connsiteY91" fmla="*/ 181255 h 379150"/>
                <a:gd name="connsiteX92" fmla="*/ 830171 w 1045380"/>
                <a:gd name="connsiteY92" fmla="*/ 187750 h 379150"/>
                <a:gd name="connsiteX93" fmla="*/ 822870 w 1045380"/>
                <a:gd name="connsiteY93" fmla="*/ 198304 h 379150"/>
                <a:gd name="connsiteX94" fmla="*/ 822058 w 1045380"/>
                <a:gd name="connsiteY94" fmla="*/ 200740 h 379150"/>
                <a:gd name="connsiteX95" fmla="*/ 818813 w 1045380"/>
                <a:gd name="connsiteY95" fmla="*/ 207235 h 379150"/>
                <a:gd name="connsiteX96" fmla="*/ 815568 w 1045380"/>
                <a:gd name="connsiteY96" fmla="*/ 212106 h 379150"/>
                <a:gd name="connsiteX97" fmla="*/ 814756 w 1045380"/>
                <a:gd name="connsiteY97" fmla="*/ 213730 h 379150"/>
                <a:gd name="connsiteX98" fmla="*/ 813134 w 1045380"/>
                <a:gd name="connsiteY98" fmla="*/ 216165 h 379150"/>
                <a:gd name="connsiteX99" fmla="*/ 811511 w 1045380"/>
                <a:gd name="connsiteY99" fmla="*/ 217789 h 379150"/>
                <a:gd name="connsiteX100" fmla="*/ 811511 w 1045380"/>
                <a:gd name="connsiteY100" fmla="*/ 219413 h 379150"/>
                <a:gd name="connsiteX101" fmla="*/ 809888 w 1045380"/>
                <a:gd name="connsiteY101" fmla="*/ 223472 h 379150"/>
                <a:gd name="connsiteX102" fmla="*/ 792039 w 1045380"/>
                <a:gd name="connsiteY102" fmla="*/ 254324 h 379150"/>
                <a:gd name="connsiteX103" fmla="*/ 787172 w 1045380"/>
                <a:gd name="connsiteY103" fmla="*/ 264878 h 379150"/>
                <a:gd name="connsiteX104" fmla="*/ 782304 w 1045380"/>
                <a:gd name="connsiteY104" fmla="*/ 272185 h 379150"/>
                <a:gd name="connsiteX105" fmla="*/ 692248 w 1045380"/>
                <a:gd name="connsiteY105" fmla="*/ 303037 h 379150"/>
                <a:gd name="connsiteX106" fmla="*/ 680078 w 1045380"/>
                <a:gd name="connsiteY106" fmla="*/ 300601 h 379150"/>
                <a:gd name="connsiteX107" fmla="*/ 680889 w 1045380"/>
                <a:gd name="connsiteY107" fmla="*/ 278680 h 379150"/>
                <a:gd name="connsiteX108" fmla="*/ 680078 w 1045380"/>
                <a:gd name="connsiteY108" fmla="*/ 259195 h 379150"/>
                <a:gd name="connsiteX109" fmla="*/ 663852 w 1045380"/>
                <a:gd name="connsiteY109" fmla="*/ 238898 h 379150"/>
                <a:gd name="connsiteX110" fmla="*/ 657361 w 1045380"/>
                <a:gd name="connsiteY110" fmla="*/ 235651 h 379150"/>
                <a:gd name="connsiteX111" fmla="*/ 646814 w 1045380"/>
                <a:gd name="connsiteY111" fmla="*/ 233215 h 379150"/>
                <a:gd name="connsiteX112" fmla="*/ 568928 w 1045380"/>
                <a:gd name="connsiteY112" fmla="*/ 276245 h 379150"/>
                <a:gd name="connsiteX113" fmla="*/ 567305 w 1045380"/>
                <a:gd name="connsiteY113" fmla="*/ 272997 h 379150"/>
                <a:gd name="connsiteX114" fmla="*/ 577852 w 1045380"/>
                <a:gd name="connsiteY114" fmla="*/ 255948 h 379150"/>
                <a:gd name="connsiteX115" fmla="*/ 583532 w 1045380"/>
                <a:gd name="connsiteY115" fmla="*/ 247829 h 379150"/>
                <a:gd name="connsiteX116" fmla="*/ 588399 w 1045380"/>
                <a:gd name="connsiteY116" fmla="*/ 238898 h 379150"/>
                <a:gd name="connsiteX117" fmla="*/ 597324 w 1045380"/>
                <a:gd name="connsiteY117" fmla="*/ 217789 h 379150"/>
                <a:gd name="connsiteX118" fmla="*/ 576230 w 1045380"/>
                <a:gd name="connsiteY118" fmla="*/ 200740 h 379150"/>
                <a:gd name="connsiteX119" fmla="*/ 572173 w 1045380"/>
                <a:gd name="connsiteY119" fmla="*/ 202364 h 379150"/>
                <a:gd name="connsiteX120" fmla="*/ 568117 w 1045380"/>
                <a:gd name="connsiteY120" fmla="*/ 203987 h 379150"/>
                <a:gd name="connsiteX121" fmla="*/ 551890 w 1045380"/>
                <a:gd name="connsiteY121" fmla="*/ 225096 h 379150"/>
                <a:gd name="connsiteX122" fmla="*/ 542154 w 1045380"/>
                <a:gd name="connsiteY122" fmla="*/ 240522 h 379150"/>
                <a:gd name="connsiteX123" fmla="*/ 539721 w 1045380"/>
                <a:gd name="connsiteY123" fmla="*/ 245393 h 379150"/>
                <a:gd name="connsiteX124" fmla="*/ 536475 w 1045380"/>
                <a:gd name="connsiteY124" fmla="*/ 251076 h 379150"/>
                <a:gd name="connsiteX125" fmla="*/ 529173 w 1045380"/>
                <a:gd name="connsiteY125" fmla="*/ 255948 h 379150"/>
                <a:gd name="connsiteX126" fmla="*/ 519438 w 1045380"/>
                <a:gd name="connsiteY126" fmla="*/ 263255 h 379150"/>
                <a:gd name="connsiteX127" fmla="*/ 495098 w 1045380"/>
                <a:gd name="connsiteY127" fmla="*/ 278680 h 379150"/>
                <a:gd name="connsiteX128" fmla="*/ 396118 w 1045380"/>
                <a:gd name="connsiteY128" fmla="*/ 321710 h 379150"/>
                <a:gd name="connsiteX129" fmla="*/ 373401 w 1045380"/>
                <a:gd name="connsiteY129" fmla="*/ 316027 h 379150"/>
                <a:gd name="connsiteX130" fmla="*/ 375023 w 1045380"/>
                <a:gd name="connsiteY130" fmla="*/ 278680 h 379150"/>
                <a:gd name="connsiteX131" fmla="*/ 387193 w 1045380"/>
                <a:gd name="connsiteY131" fmla="*/ 257571 h 379150"/>
                <a:gd name="connsiteX132" fmla="*/ 400174 w 1045380"/>
                <a:gd name="connsiteY132" fmla="*/ 228344 h 379150"/>
                <a:gd name="connsiteX133" fmla="*/ 395306 w 1045380"/>
                <a:gd name="connsiteY133" fmla="*/ 219413 h 379150"/>
                <a:gd name="connsiteX134" fmla="*/ 378269 w 1045380"/>
                <a:gd name="connsiteY134" fmla="*/ 212918 h 379150"/>
                <a:gd name="connsiteX135" fmla="*/ 366099 w 1045380"/>
                <a:gd name="connsiteY135" fmla="*/ 208047 h 379150"/>
                <a:gd name="connsiteX136" fmla="*/ 357986 w 1045380"/>
                <a:gd name="connsiteY136" fmla="*/ 202364 h 379150"/>
                <a:gd name="connsiteX137" fmla="*/ 349873 w 1045380"/>
                <a:gd name="connsiteY137" fmla="*/ 199116 h 379150"/>
                <a:gd name="connsiteX138" fmla="*/ 325533 w 1045380"/>
                <a:gd name="connsiteY138" fmla="*/ 195057 h 379150"/>
                <a:gd name="connsiteX139" fmla="*/ 310930 w 1045380"/>
                <a:gd name="connsiteY139" fmla="*/ 197492 h 379150"/>
                <a:gd name="connsiteX140" fmla="*/ 281722 w 1045380"/>
                <a:gd name="connsiteY140" fmla="*/ 225908 h 379150"/>
                <a:gd name="connsiteX141" fmla="*/ 272798 w 1045380"/>
                <a:gd name="connsiteY141" fmla="*/ 236462 h 379150"/>
                <a:gd name="connsiteX142" fmla="*/ 247647 w 1045380"/>
                <a:gd name="connsiteY142" fmla="*/ 270561 h 379150"/>
                <a:gd name="connsiteX143" fmla="*/ 239534 w 1045380"/>
                <a:gd name="connsiteY143" fmla="*/ 276245 h 379150"/>
                <a:gd name="connsiteX144" fmla="*/ 211138 w 1045380"/>
                <a:gd name="connsiteY144" fmla="*/ 295730 h 379150"/>
                <a:gd name="connsiteX145" fmla="*/ 185176 w 1045380"/>
                <a:gd name="connsiteY145" fmla="*/ 309532 h 379150"/>
                <a:gd name="connsiteX146" fmla="*/ 182742 w 1045380"/>
                <a:gd name="connsiteY146" fmla="*/ 311155 h 379150"/>
                <a:gd name="connsiteX147" fmla="*/ 158402 w 1045380"/>
                <a:gd name="connsiteY147" fmla="*/ 318462 h 379150"/>
                <a:gd name="connsiteX148" fmla="*/ 148667 w 1045380"/>
                <a:gd name="connsiteY148" fmla="*/ 317650 h 379150"/>
                <a:gd name="connsiteX149" fmla="*/ 146233 w 1045380"/>
                <a:gd name="connsiteY149" fmla="*/ 306284 h 379150"/>
                <a:gd name="connsiteX150" fmla="*/ 148667 w 1045380"/>
                <a:gd name="connsiteY150" fmla="*/ 294106 h 379150"/>
                <a:gd name="connsiteX151" fmla="*/ 151100 w 1045380"/>
                <a:gd name="connsiteY151" fmla="*/ 287611 h 379150"/>
                <a:gd name="connsiteX152" fmla="*/ 155157 w 1045380"/>
                <a:gd name="connsiteY152" fmla="*/ 277056 h 379150"/>
                <a:gd name="connsiteX153" fmla="*/ 159214 w 1045380"/>
                <a:gd name="connsiteY153" fmla="*/ 259195 h 379150"/>
                <a:gd name="connsiteX154" fmla="*/ 156780 w 1045380"/>
                <a:gd name="connsiteY154" fmla="*/ 244581 h 379150"/>
                <a:gd name="connsiteX155" fmla="*/ 150289 w 1045380"/>
                <a:gd name="connsiteY155" fmla="*/ 238898 h 379150"/>
                <a:gd name="connsiteX156" fmla="*/ 145421 w 1045380"/>
                <a:gd name="connsiteY156" fmla="*/ 235651 h 379150"/>
                <a:gd name="connsiteX157" fmla="*/ 125950 w 1045380"/>
                <a:gd name="connsiteY157" fmla="*/ 233215 h 379150"/>
                <a:gd name="connsiteX158" fmla="*/ 69969 w 1045380"/>
                <a:gd name="connsiteY158" fmla="*/ 270561 h 379150"/>
                <a:gd name="connsiteX159" fmla="*/ 56177 w 1045380"/>
                <a:gd name="connsiteY159" fmla="*/ 280304 h 379150"/>
                <a:gd name="connsiteX160" fmla="*/ 61856 w 1045380"/>
                <a:gd name="connsiteY160" fmla="*/ 270561 h 379150"/>
                <a:gd name="connsiteX161" fmla="*/ 66724 w 1045380"/>
                <a:gd name="connsiteY161" fmla="*/ 261631 h 379150"/>
                <a:gd name="connsiteX162" fmla="*/ 67535 w 1045380"/>
                <a:gd name="connsiteY162" fmla="*/ 260007 h 379150"/>
                <a:gd name="connsiteX163" fmla="*/ 82139 w 1045380"/>
                <a:gd name="connsiteY163" fmla="*/ 238898 h 379150"/>
                <a:gd name="connsiteX164" fmla="*/ 85384 w 1045380"/>
                <a:gd name="connsiteY164" fmla="*/ 234027 h 379150"/>
                <a:gd name="connsiteX165" fmla="*/ 93497 w 1045380"/>
                <a:gd name="connsiteY165" fmla="*/ 221037 h 379150"/>
                <a:gd name="connsiteX166" fmla="*/ 97554 w 1045380"/>
                <a:gd name="connsiteY166" fmla="*/ 216165 h 379150"/>
                <a:gd name="connsiteX167" fmla="*/ 102421 w 1045380"/>
                <a:gd name="connsiteY167" fmla="*/ 209670 h 379150"/>
                <a:gd name="connsiteX168" fmla="*/ 108912 w 1045380"/>
                <a:gd name="connsiteY168" fmla="*/ 199928 h 379150"/>
                <a:gd name="connsiteX169" fmla="*/ 115403 w 1045380"/>
                <a:gd name="connsiteY169" fmla="*/ 190997 h 379150"/>
                <a:gd name="connsiteX170" fmla="*/ 117025 w 1045380"/>
                <a:gd name="connsiteY170" fmla="*/ 188561 h 379150"/>
                <a:gd name="connsiteX171" fmla="*/ 121082 w 1045380"/>
                <a:gd name="connsiteY171" fmla="*/ 183690 h 379150"/>
                <a:gd name="connsiteX172" fmla="*/ 126761 w 1045380"/>
                <a:gd name="connsiteY172" fmla="*/ 176383 h 379150"/>
                <a:gd name="connsiteX173" fmla="*/ 129195 w 1045380"/>
                <a:gd name="connsiteY173" fmla="*/ 171512 h 379150"/>
                <a:gd name="connsiteX174" fmla="*/ 134063 w 1045380"/>
                <a:gd name="connsiteY174" fmla="*/ 164205 h 379150"/>
                <a:gd name="connsiteX175" fmla="*/ 142987 w 1045380"/>
                <a:gd name="connsiteY175" fmla="*/ 152027 h 379150"/>
                <a:gd name="connsiteX176" fmla="*/ 172195 w 1045380"/>
                <a:gd name="connsiteY176" fmla="*/ 112245 h 379150"/>
                <a:gd name="connsiteX177" fmla="*/ 177874 w 1045380"/>
                <a:gd name="connsiteY177" fmla="*/ 104938 h 379150"/>
                <a:gd name="connsiteX178" fmla="*/ 185176 w 1045380"/>
                <a:gd name="connsiteY178" fmla="*/ 94383 h 379150"/>
                <a:gd name="connsiteX179" fmla="*/ 193289 w 1045380"/>
                <a:gd name="connsiteY179" fmla="*/ 83829 h 379150"/>
                <a:gd name="connsiteX180" fmla="*/ 198968 w 1045380"/>
                <a:gd name="connsiteY180" fmla="*/ 76522 h 379150"/>
                <a:gd name="connsiteX181" fmla="*/ 205459 w 1045380"/>
                <a:gd name="connsiteY181" fmla="*/ 60284 h 379150"/>
                <a:gd name="connsiteX182" fmla="*/ 177063 w 1045380"/>
                <a:gd name="connsiteY182" fmla="*/ 40799 h 379150"/>
                <a:gd name="connsiteX183" fmla="*/ 165704 w 1045380"/>
                <a:gd name="connsiteY183" fmla="*/ 48106 h 379150"/>
                <a:gd name="connsiteX184" fmla="*/ 161648 w 1045380"/>
                <a:gd name="connsiteY184" fmla="*/ 52978 h 379150"/>
                <a:gd name="connsiteX185" fmla="*/ 152723 w 1045380"/>
                <a:gd name="connsiteY185" fmla="*/ 65156 h 379150"/>
                <a:gd name="connsiteX186" fmla="*/ 134063 w 1045380"/>
                <a:gd name="connsiteY186" fmla="*/ 91136 h 379150"/>
                <a:gd name="connsiteX187" fmla="*/ 132440 w 1045380"/>
                <a:gd name="connsiteY187" fmla="*/ 93572 h 379150"/>
                <a:gd name="connsiteX188" fmla="*/ 129195 w 1045380"/>
                <a:gd name="connsiteY188" fmla="*/ 100067 h 379150"/>
                <a:gd name="connsiteX189" fmla="*/ 127572 w 1045380"/>
                <a:gd name="connsiteY189" fmla="*/ 100879 h 379150"/>
                <a:gd name="connsiteX190" fmla="*/ 122704 w 1045380"/>
                <a:gd name="connsiteY190" fmla="*/ 111433 h 379150"/>
                <a:gd name="connsiteX191" fmla="*/ 120270 w 1045380"/>
                <a:gd name="connsiteY191" fmla="*/ 115492 h 379150"/>
                <a:gd name="connsiteX192" fmla="*/ 118648 w 1045380"/>
                <a:gd name="connsiteY192" fmla="*/ 117116 h 379150"/>
                <a:gd name="connsiteX193" fmla="*/ 117025 w 1045380"/>
                <a:gd name="connsiteY193" fmla="*/ 119552 h 379150"/>
                <a:gd name="connsiteX194" fmla="*/ 114591 w 1045380"/>
                <a:gd name="connsiteY194" fmla="*/ 122799 h 379150"/>
                <a:gd name="connsiteX195" fmla="*/ 112157 w 1045380"/>
                <a:gd name="connsiteY195" fmla="*/ 125235 h 379150"/>
                <a:gd name="connsiteX196" fmla="*/ 109723 w 1045380"/>
                <a:gd name="connsiteY196" fmla="*/ 127670 h 379150"/>
                <a:gd name="connsiteX197" fmla="*/ 107289 w 1045380"/>
                <a:gd name="connsiteY197" fmla="*/ 131730 h 379150"/>
                <a:gd name="connsiteX198" fmla="*/ 105667 w 1045380"/>
                <a:gd name="connsiteY198" fmla="*/ 134977 h 379150"/>
                <a:gd name="connsiteX199" fmla="*/ 103233 w 1045380"/>
                <a:gd name="connsiteY199" fmla="*/ 138225 h 379150"/>
                <a:gd name="connsiteX200" fmla="*/ 97554 w 1045380"/>
                <a:gd name="connsiteY200" fmla="*/ 146344 h 379150"/>
                <a:gd name="connsiteX201" fmla="*/ 91874 w 1045380"/>
                <a:gd name="connsiteY201" fmla="*/ 153651 h 379150"/>
                <a:gd name="connsiteX202" fmla="*/ 86195 w 1045380"/>
                <a:gd name="connsiteY202" fmla="*/ 160958 h 379150"/>
                <a:gd name="connsiteX203" fmla="*/ 83761 w 1045380"/>
                <a:gd name="connsiteY203" fmla="*/ 164205 h 379150"/>
                <a:gd name="connsiteX204" fmla="*/ 82139 w 1045380"/>
                <a:gd name="connsiteY204" fmla="*/ 166641 h 379150"/>
                <a:gd name="connsiteX205" fmla="*/ 81327 w 1045380"/>
                <a:gd name="connsiteY205" fmla="*/ 168264 h 379150"/>
                <a:gd name="connsiteX206" fmla="*/ 72403 w 1045380"/>
                <a:gd name="connsiteY206" fmla="*/ 181255 h 379150"/>
                <a:gd name="connsiteX207" fmla="*/ 71592 w 1045380"/>
                <a:gd name="connsiteY207" fmla="*/ 183690 h 379150"/>
                <a:gd name="connsiteX208" fmla="*/ 65101 w 1045380"/>
                <a:gd name="connsiteY208" fmla="*/ 195057 h 379150"/>
                <a:gd name="connsiteX209" fmla="*/ 58610 w 1045380"/>
                <a:gd name="connsiteY209" fmla="*/ 204799 h 379150"/>
                <a:gd name="connsiteX210" fmla="*/ 54554 w 1045380"/>
                <a:gd name="connsiteY210" fmla="*/ 208858 h 379150"/>
                <a:gd name="connsiteX211" fmla="*/ 51309 w 1045380"/>
                <a:gd name="connsiteY211" fmla="*/ 213730 h 379150"/>
                <a:gd name="connsiteX212" fmla="*/ 49686 w 1045380"/>
                <a:gd name="connsiteY212" fmla="*/ 215354 h 379150"/>
                <a:gd name="connsiteX213" fmla="*/ 48063 w 1045380"/>
                <a:gd name="connsiteY213" fmla="*/ 217789 h 379150"/>
                <a:gd name="connsiteX214" fmla="*/ 44818 w 1045380"/>
                <a:gd name="connsiteY214" fmla="*/ 223472 h 379150"/>
                <a:gd name="connsiteX215" fmla="*/ 40762 w 1045380"/>
                <a:gd name="connsiteY215" fmla="*/ 229967 h 379150"/>
                <a:gd name="connsiteX216" fmla="*/ 39139 w 1045380"/>
                <a:gd name="connsiteY216" fmla="*/ 232403 h 379150"/>
                <a:gd name="connsiteX217" fmla="*/ 38328 w 1045380"/>
                <a:gd name="connsiteY217" fmla="*/ 233215 h 379150"/>
                <a:gd name="connsiteX218" fmla="*/ 36705 w 1045380"/>
                <a:gd name="connsiteY218" fmla="*/ 238086 h 379150"/>
                <a:gd name="connsiteX219" fmla="*/ 35082 w 1045380"/>
                <a:gd name="connsiteY219" fmla="*/ 242958 h 379150"/>
                <a:gd name="connsiteX220" fmla="*/ 34271 w 1045380"/>
                <a:gd name="connsiteY220" fmla="*/ 243769 h 379150"/>
                <a:gd name="connsiteX221" fmla="*/ 31026 w 1045380"/>
                <a:gd name="connsiteY221" fmla="*/ 243769 h 379150"/>
                <a:gd name="connsiteX222" fmla="*/ 31026 w 1045380"/>
                <a:gd name="connsiteY222" fmla="*/ 245393 h 379150"/>
                <a:gd name="connsiteX223" fmla="*/ 29403 w 1045380"/>
                <a:gd name="connsiteY223" fmla="*/ 251076 h 379150"/>
                <a:gd name="connsiteX224" fmla="*/ 26158 w 1045380"/>
                <a:gd name="connsiteY224" fmla="*/ 257571 h 379150"/>
                <a:gd name="connsiteX225" fmla="*/ 26158 w 1045380"/>
                <a:gd name="connsiteY225" fmla="*/ 259195 h 379150"/>
                <a:gd name="connsiteX226" fmla="*/ 13988 w 1045380"/>
                <a:gd name="connsiteY226" fmla="*/ 276245 h 379150"/>
                <a:gd name="connsiteX227" fmla="*/ 12366 w 1045380"/>
                <a:gd name="connsiteY227" fmla="*/ 280304 h 379150"/>
                <a:gd name="connsiteX228" fmla="*/ 6686 w 1045380"/>
                <a:gd name="connsiteY228" fmla="*/ 293294 h 379150"/>
                <a:gd name="connsiteX229" fmla="*/ 5875 w 1045380"/>
                <a:gd name="connsiteY229" fmla="*/ 295730 h 379150"/>
                <a:gd name="connsiteX230" fmla="*/ 196 w 1045380"/>
                <a:gd name="connsiteY230" fmla="*/ 316839 h 379150"/>
                <a:gd name="connsiteX231" fmla="*/ 6686 w 1045380"/>
                <a:gd name="connsiteY231" fmla="*/ 344443 h 379150"/>
                <a:gd name="connsiteX232" fmla="*/ 15611 w 1045380"/>
                <a:gd name="connsiteY232" fmla="*/ 348502 h 379150"/>
                <a:gd name="connsiteX233" fmla="*/ 22101 w 1045380"/>
                <a:gd name="connsiteY233" fmla="*/ 347690 h 379150"/>
                <a:gd name="connsiteX234" fmla="*/ 24535 w 1045380"/>
                <a:gd name="connsiteY234" fmla="*/ 344443 h 379150"/>
                <a:gd name="connsiteX235" fmla="*/ 26969 w 1045380"/>
                <a:gd name="connsiteY235" fmla="*/ 341195 h 379150"/>
                <a:gd name="connsiteX236" fmla="*/ 48063 w 1045380"/>
                <a:gd name="connsiteY236" fmla="*/ 323334 h 379150"/>
                <a:gd name="connsiteX237" fmla="*/ 64290 w 1045380"/>
                <a:gd name="connsiteY237" fmla="*/ 307908 h 379150"/>
                <a:gd name="connsiteX238" fmla="*/ 71592 w 1045380"/>
                <a:gd name="connsiteY238" fmla="*/ 300601 h 379150"/>
                <a:gd name="connsiteX239" fmla="*/ 72403 w 1045380"/>
                <a:gd name="connsiteY239" fmla="*/ 297353 h 379150"/>
                <a:gd name="connsiteX240" fmla="*/ 74025 w 1045380"/>
                <a:gd name="connsiteY240" fmla="*/ 297353 h 379150"/>
                <a:gd name="connsiteX241" fmla="*/ 75648 w 1045380"/>
                <a:gd name="connsiteY241" fmla="*/ 295730 h 379150"/>
                <a:gd name="connsiteX242" fmla="*/ 78082 w 1045380"/>
                <a:gd name="connsiteY242" fmla="*/ 294106 h 379150"/>
                <a:gd name="connsiteX243" fmla="*/ 79705 w 1045380"/>
                <a:gd name="connsiteY243" fmla="*/ 292482 h 379150"/>
                <a:gd name="connsiteX244" fmla="*/ 81327 w 1045380"/>
                <a:gd name="connsiteY244" fmla="*/ 290858 h 379150"/>
                <a:gd name="connsiteX245" fmla="*/ 82139 w 1045380"/>
                <a:gd name="connsiteY245" fmla="*/ 290046 h 379150"/>
                <a:gd name="connsiteX246" fmla="*/ 88629 w 1045380"/>
                <a:gd name="connsiteY246" fmla="*/ 285175 h 379150"/>
                <a:gd name="connsiteX247" fmla="*/ 90252 w 1045380"/>
                <a:gd name="connsiteY247" fmla="*/ 284363 h 379150"/>
                <a:gd name="connsiteX248" fmla="*/ 94308 w 1045380"/>
                <a:gd name="connsiteY248" fmla="*/ 280304 h 379150"/>
                <a:gd name="connsiteX249" fmla="*/ 99176 w 1045380"/>
                <a:gd name="connsiteY249" fmla="*/ 276245 h 379150"/>
                <a:gd name="connsiteX250" fmla="*/ 104044 w 1045380"/>
                <a:gd name="connsiteY250" fmla="*/ 271373 h 379150"/>
                <a:gd name="connsiteX251" fmla="*/ 107289 w 1045380"/>
                <a:gd name="connsiteY251" fmla="*/ 268126 h 379150"/>
                <a:gd name="connsiteX252" fmla="*/ 108912 w 1045380"/>
                <a:gd name="connsiteY252" fmla="*/ 268938 h 379150"/>
                <a:gd name="connsiteX253" fmla="*/ 110535 w 1045380"/>
                <a:gd name="connsiteY253" fmla="*/ 268938 h 379150"/>
                <a:gd name="connsiteX254" fmla="*/ 117837 w 1045380"/>
                <a:gd name="connsiteY254" fmla="*/ 264066 h 379150"/>
                <a:gd name="connsiteX255" fmla="*/ 120270 w 1045380"/>
                <a:gd name="connsiteY255" fmla="*/ 262443 h 379150"/>
                <a:gd name="connsiteX256" fmla="*/ 121893 w 1045380"/>
                <a:gd name="connsiteY256" fmla="*/ 259195 h 379150"/>
                <a:gd name="connsiteX257" fmla="*/ 121893 w 1045380"/>
                <a:gd name="connsiteY257" fmla="*/ 262443 h 379150"/>
                <a:gd name="connsiteX258" fmla="*/ 120270 w 1045380"/>
                <a:gd name="connsiteY258" fmla="*/ 272185 h 379150"/>
                <a:gd name="connsiteX259" fmla="*/ 122704 w 1045380"/>
                <a:gd name="connsiteY259" fmla="*/ 311155 h 379150"/>
                <a:gd name="connsiteX260" fmla="*/ 125138 w 1045380"/>
                <a:gd name="connsiteY260" fmla="*/ 314403 h 379150"/>
                <a:gd name="connsiteX261" fmla="*/ 157591 w 1045380"/>
                <a:gd name="connsiteY261" fmla="*/ 341195 h 379150"/>
                <a:gd name="connsiteX262" fmla="*/ 169761 w 1045380"/>
                <a:gd name="connsiteY262" fmla="*/ 343631 h 379150"/>
                <a:gd name="connsiteX263" fmla="*/ 181930 w 1045380"/>
                <a:gd name="connsiteY263" fmla="*/ 346066 h 379150"/>
                <a:gd name="connsiteX264" fmla="*/ 185987 w 1045380"/>
                <a:gd name="connsiteY264" fmla="*/ 344443 h 379150"/>
                <a:gd name="connsiteX265" fmla="*/ 192477 w 1045380"/>
                <a:gd name="connsiteY265" fmla="*/ 341195 h 379150"/>
                <a:gd name="connsiteX266" fmla="*/ 201402 w 1045380"/>
                <a:gd name="connsiteY266" fmla="*/ 335512 h 379150"/>
                <a:gd name="connsiteX267" fmla="*/ 212760 w 1045380"/>
                <a:gd name="connsiteY267" fmla="*/ 327393 h 379150"/>
                <a:gd name="connsiteX268" fmla="*/ 228987 w 1045380"/>
                <a:gd name="connsiteY268" fmla="*/ 314403 h 379150"/>
                <a:gd name="connsiteX269" fmla="*/ 232232 w 1045380"/>
                <a:gd name="connsiteY269" fmla="*/ 324957 h 379150"/>
                <a:gd name="connsiteX270" fmla="*/ 237100 w 1045380"/>
                <a:gd name="connsiteY270" fmla="*/ 331452 h 379150"/>
                <a:gd name="connsiteX271" fmla="*/ 241156 w 1045380"/>
                <a:gd name="connsiteY271" fmla="*/ 336324 h 379150"/>
                <a:gd name="connsiteX272" fmla="*/ 255760 w 1045380"/>
                <a:gd name="connsiteY272" fmla="*/ 350126 h 379150"/>
                <a:gd name="connsiteX273" fmla="*/ 260628 w 1045380"/>
                <a:gd name="connsiteY273" fmla="*/ 350126 h 379150"/>
                <a:gd name="connsiteX274" fmla="*/ 267119 w 1045380"/>
                <a:gd name="connsiteY274" fmla="*/ 347690 h 379150"/>
                <a:gd name="connsiteX275" fmla="*/ 277666 w 1045380"/>
                <a:gd name="connsiteY275" fmla="*/ 340383 h 379150"/>
                <a:gd name="connsiteX276" fmla="*/ 278477 w 1045380"/>
                <a:gd name="connsiteY276" fmla="*/ 339571 h 379150"/>
                <a:gd name="connsiteX277" fmla="*/ 282534 w 1045380"/>
                <a:gd name="connsiteY277" fmla="*/ 337947 h 379150"/>
                <a:gd name="connsiteX278" fmla="*/ 286590 w 1045380"/>
                <a:gd name="connsiteY278" fmla="*/ 335512 h 379150"/>
                <a:gd name="connsiteX279" fmla="*/ 316609 w 1045380"/>
                <a:gd name="connsiteY279" fmla="*/ 304660 h 379150"/>
                <a:gd name="connsiteX280" fmla="*/ 323099 w 1045380"/>
                <a:gd name="connsiteY280" fmla="*/ 298165 h 379150"/>
                <a:gd name="connsiteX281" fmla="*/ 323911 w 1045380"/>
                <a:gd name="connsiteY281" fmla="*/ 297353 h 379150"/>
                <a:gd name="connsiteX282" fmla="*/ 327156 w 1045380"/>
                <a:gd name="connsiteY282" fmla="*/ 292482 h 379150"/>
                <a:gd name="connsiteX283" fmla="*/ 330401 w 1045380"/>
                <a:gd name="connsiteY283" fmla="*/ 286799 h 379150"/>
                <a:gd name="connsiteX284" fmla="*/ 332835 w 1045380"/>
                <a:gd name="connsiteY284" fmla="*/ 284363 h 379150"/>
                <a:gd name="connsiteX285" fmla="*/ 334458 w 1045380"/>
                <a:gd name="connsiteY285" fmla="*/ 281928 h 379150"/>
                <a:gd name="connsiteX286" fmla="*/ 340948 w 1045380"/>
                <a:gd name="connsiteY286" fmla="*/ 271373 h 379150"/>
                <a:gd name="connsiteX287" fmla="*/ 344194 w 1045380"/>
                <a:gd name="connsiteY287" fmla="*/ 282740 h 379150"/>
                <a:gd name="connsiteX288" fmla="*/ 347439 w 1045380"/>
                <a:gd name="connsiteY288" fmla="*/ 303849 h 379150"/>
                <a:gd name="connsiteX289" fmla="*/ 347439 w 1045380"/>
                <a:gd name="connsiteY289" fmla="*/ 307096 h 379150"/>
                <a:gd name="connsiteX290" fmla="*/ 348250 w 1045380"/>
                <a:gd name="connsiteY290" fmla="*/ 307096 h 379150"/>
                <a:gd name="connsiteX291" fmla="*/ 349873 w 1045380"/>
                <a:gd name="connsiteY291" fmla="*/ 307096 h 379150"/>
                <a:gd name="connsiteX292" fmla="*/ 383948 w 1045380"/>
                <a:gd name="connsiteY292" fmla="*/ 341195 h 379150"/>
                <a:gd name="connsiteX293" fmla="*/ 410721 w 1045380"/>
                <a:gd name="connsiteY293" fmla="*/ 345255 h 379150"/>
                <a:gd name="connsiteX294" fmla="*/ 451287 w 1045380"/>
                <a:gd name="connsiteY294" fmla="*/ 337947 h 379150"/>
                <a:gd name="connsiteX295" fmla="*/ 456966 w 1045380"/>
                <a:gd name="connsiteY295" fmla="*/ 333076 h 379150"/>
                <a:gd name="connsiteX296" fmla="*/ 460212 w 1045380"/>
                <a:gd name="connsiteY296" fmla="*/ 330641 h 379150"/>
                <a:gd name="connsiteX297" fmla="*/ 469136 w 1045380"/>
                <a:gd name="connsiteY297" fmla="*/ 327393 h 379150"/>
                <a:gd name="connsiteX298" fmla="*/ 478872 w 1045380"/>
                <a:gd name="connsiteY298" fmla="*/ 321710 h 379150"/>
                <a:gd name="connsiteX299" fmla="*/ 486174 w 1045380"/>
                <a:gd name="connsiteY299" fmla="*/ 316839 h 379150"/>
                <a:gd name="connsiteX300" fmla="*/ 489419 w 1045380"/>
                <a:gd name="connsiteY300" fmla="*/ 315215 h 379150"/>
                <a:gd name="connsiteX301" fmla="*/ 505645 w 1045380"/>
                <a:gd name="connsiteY301" fmla="*/ 301413 h 379150"/>
                <a:gd name="connsiteX302" fmla="*/ 500777 w 1045380"/>
                <a:gd name="connsiteY302" fmla="*/ 312779 h 379150"/>
                <a:gd name="connsiteX303" fmla="*/ 498343 w 1045380"/>
                <a:gd name="connsiteY303" fmla="*/ 324146 h 379150"/>
                <a:gd name="connsiteX304" fmla="*/ 504834 w 1045380"/>
                <a:gd name="connsiteY304" fmla="*/ 337136 h 379150"/>
                <a:gd name="connsiteX305" fmla="*/ 509702 w 1045380"/>
                <a:gd name="connsiteY305" fmla="*/ 342819 h 379150"/>
                <a:gd name="connsiteX306" fmla="*/ 523494 w 1045380"/>
                <a:gd name="connsiteY306" fmla="*/ 350938 h 379150"/>
                <a:gd name="connsiteX307" fmla="*/ 553513 w 1045380"/>
                <a:gd name="connsiteY307" fmla="*/ 324146 h 379150"/>
                <a:gd name="connsiteX308" fmla="*/ 596513 w 1045380"/>
                <a:gd name="connsiteY308" fmla="*/ 285175 h 379150"/>
                <a:gd name="connsiteX309" fmla="*/ 604626 w 1045380"/>
                <a:gd name="connsiteY309" fmla="*/ 277868 h 379150"/>
                <a:gd name="connsiteX310" fmla="*/ 609493 w 1045380"/>
                <a:gd name="connsiteY310" fmla="*/ 275433 h 379150"/>
                <a:gd name="connsiteX311" fmla="*/ 611928 w 1045380"/>
                <a:gd name="connsiteY311" fmla="*/ 272997 h 379150"/>
                <a:gd name="connsiteX312" fmla="*/ 614361 w 1045380"/>
                <a:gd name="connsiteY312" fmla="*/ 271373 h 379150"/>
                <a:gd name="connsiteX313" fmla="*/ 616796 w 1045380"/>
                <a:gd name="connsiteY313" fmla="*/ 269749 h 379150"/>
                <a:gd name="connsiteX314" fmla="*/ 618418 w 1045380"/>
                <a:gd name="connsiteY314" fmla="*/ 268126 h 379150"/>
                <a:gd name="connsiteX315" fmla="*/ 623286 w 1045380"/>
                <a:gd name="connsiteY315" fmla="*/ 264878 h 379150"/>
                <a:gd name="connsiteX316" fmla="*/ 633022 w 1045380"/>
                <a:gd name="connsiteY316" fmla="*/ 260007 h 379150"/>
                <a:gd name="connsiteX317" fmla="*/ 639512 w 1045380"/>
                <a:gd name="connsiteY317" fmla="*/ 257571 h 379150"/>
                <a:gd name="connsiteX318" fmla="*/ 642757 w 1045380"/>
                <a:gd name="connsiteY318" fmla="*/ 256759 h 379150"/>
                <a:gd name="connsiteX319" fmla="*/ 646814 w 1045380"/>
                <a:gd name="connsiteY319" fmla="*/ 268938 h 379150"/>
                <a:gd name="connsiteX320" fmla="*/ 648437 w 1045380"/>
                <a:gd name="connsiteY320" fmla="*/ 283552 h 379150"/>
                <a:gd name="connsiteX321" fmla="*/ 691436 w 1045380"/>
                <a:gd name="connsiteY321" fmla="*/ 322522 h 379150"/>
                <a:gd name="connsiteX322" fmla="*/ 699550 w 1045380"/>
                <a:gd name="connsiteY322" fmla="*/ 324146 h 379150"/>
                <a:gd name="connsiteX323" fmla="*/ 740115 w 1045380"/>
                <a:gd name="connsiteY323" fmla="*/ 318462 h 379150"/>
                <a:gd name="connsiteX324" fmla="*/ 751474 w 1045380"/>
                <a:gd name="connsiteY324" fmla="*/ 311967 h 379150"/>
                <a:gd name="connsiteX325" fmla="*/ 764455 w 1045380"/>
                <a:gd name="connsiteY325" fmla="*/ 306284 h 379150"/>
                <a:gd name="connsiteX326" fmla="*/ 755530 w 1045380"/>
                <a:gd name="connsiteY326" fmla="*/ 329017 h 379150"/>
                <a:gd name="connsiteX327" fmla="*/ 752285 w 1045380"/>
                <a:gd name="connsiteY327" fmla="*/ 348502 h 379150"/>
                <a:gd name="connsiteX328" fmla="*/ 764455 w 1045380"/>
                <a:gd name="connsiteY328" fmla="*/ 375294 h 379150"/>
                <a:gd name="connsiteX329" fmla="*/ 768511 w 1045380"/>
                <a:gd name="connsiteY329" fmla="*/ 378541 h 379150"/>
                <a:gd name="connsiteX330" fmla="*/ 770945 w 1045380"/>
                <a:gd name="connsiteY330" fmla="*/ 378541 h 379150"/>
                <a:gd name="connsiteX331" fmla="*/ 773379 w 1045380"/>
                <a:gd name="connsiteY331" fmla="*/ 372858 h 379150"/>
                <a:gd name="connsiteX332" fmla="*/ 774191 w 1045380"/>
                <a:gd name="connsiteY332" fmla="*/ 367987 h 379150"/>
                <a:gd name="connsiteX333" fmla="*/ 779870 w 1045380"/>
                <a:gd name="connsiteY333" fmla="*/ 358244 h 379150"/>
                <a:gd name="connsiteX334" fmla="*/ 777436 w 1045380"/>
                <a:gd name="connsiteY334" fmla="*/ 359056 h 379150"/>
                <a:gd name="connsiteX335" fmla="*/ 775002 w 1045380"/>
                <a:gd name="connsiteY335" fmla="*/ 353373 h 379150"/>
                <a:gd name="connsiteX336" fmla="*/ 776624 w 1045380"/>
                <a:gd name="connsiteY336" fmla="*/ 344443 h 379150"/>
                <a:gd name="connsiteX337" fmla="*/ 778247 w 1045380"/>
                <a:gd name="connsiteY337" fmla="*/ 342007 h 379150"/>
                <a:gd name="connsiteX338" fmla="*/ 779059 w 1045380"/>
                <a:gd name="connsiteY338" fmla="*/ 341195 h 379150"/>
                <a:gd name="connsiteX339" fmla="*/ 780681 w 1045380"/>
                <a:gd name="connsiteY339" fmla="*/ 340383 h 379150"/>
                <a:gd name="connsiteX340" fmla="*/ 783115 w 1045380"/>
                <a:gd name="connsiteY340" fmla="*/ 337947 h 379150"/>
                <a:gd name="connsiteX341" fmla="*/ 783115 w 1045380"/>
                <a:gd name="connsiteY341" fmla="*/ 333888 h 379150"/>
                <a:gd name="connsiteX342" fmla="*/ 787983 w 1045380"/>
                <a:gd name="connsiteY342" fmla="*/ 322522 h 379150"/>
                <a:gd name="connsiteX343" fmla="*/ 789606 w 1045380"/>
                <a:gd name="connsiteY343" fmla="*/ 318462 h 379150"/>
                <a:gd name="connsiteX344" fmla="*/ 792039 w 1045380"/>
                <a:gd name="connsiteY344" fmla="*/ 313591 h 379150"/>
                <a:gd name="connsiteX345" fmla="*/ 796096 w 1045380"/>
                <a:gd name="connsiteY345" fmla="*/ 307908 h 379150"/>
                <a:gd name="connsiteX346" fmla="*/ 799341 w 1045380"/>
                <a:gd name="connsiteY346" fmla="*/ 301413 h 379150"/>
                <a:gd name="connsiteX347" fmla="*/ 826926 w 1045380"/>
                <a:gd name="connsiteY347" fmla="*/ 333888 h 379150"/>
                <a:gd name="connsiteX348" fmla="*/ 841530 w 1045380"/>
                <a:gd name="connsiteY348" fmla="*/ 332264 h 379150"/>
                <a:gd name="connsiteX349" fmla="*/ 856134 w 1045380"/>
                <a:gd name="connsiteY349" fmla="*/ 331452 h 379150"/>
                <a:gd name="connsiteX350" fmla="*/ 878850 w 1045380"/>
                <a:gd name="connsiteY350" fmla="*/ 328205 h 379150"/>
                <a:gd name="connsiteX351" fmla="*/ 888586 w 1045380"/>
                <a:gd name="connsiteY351" fmla="*/ 323334 h 379150"/>
                <a:gd name="connsiteX352" fmla="*/ 891831 w 1045380"/>
                <a:gd name="connsiteY352" fmla="*/ 322522 h 379150"/>
                <a:gd name="connsiteX353" fmla="*/ 900756 w 1045380"/>
                <a:gd name="connsiteY353" fmla="*/ 320898 h 379150"/>
                <a:gd name="connsiteX354" fmla="*/ 912926 w 1045380"/>
                <a:gd name="connsiteY354" fmla="*/ 318462 h 379150"/>
                <a:gd name="connsiteX355" fmla="*/ 919416 w 1045380"/>
                <a:gd name="connsiteY355" fmla="*/ 316027 h 379150"/>
                <a:gd name="connsiteX356" fmla="*/ 921039 w 1045380"/>
                <a:gd name="connsiteY356" fmla="*/ 315215 h 379150"/>
                <a:gd name="connsiteX357" fmla="*/ 959982 w 1045380"/>
                <a:gd name="connsiteY357" fmla="*/ 299789 h 379150"/>
                <a:gd name="connsiteX358" fmla="*/ 963227 w 1045380"/>
                <a:gd name="connsiteY358" fmla="*/ 298165 h 379150"/>
                <a:gd name="connsiteX359" fmla="*/ 959982 w 1045380"/>
                <a:gd name="connsiteY359" fmla="*/ 298977 h 379150"/>
                <a:gd name="connsiteX360" fmla="*/ 962416 w 1045380"/>
                <a:gd name="connsiteY360" fmla="*/ 296542 h 379150"/>
                <a:gd name="connsiteX361" fmla="*/ 969718 w 1045380"/>
                <a:gd name="connsiteY361" fmla="*/ 295730 h 379150"/>
                <a:gd name="connsiteX362" fmla="*/ 970529 w 1045380"/>
                <a:gd name="connsiteY362" fmla="*/ 295730 h 379150"/>
                <a:gd name="connsiteX363" fmla="*/ 977831 w 1045380"/>
                <a:gd name="connsiteY363" fmla="*/ 290858 h 379150"/>
                <a:gd name="connsiteX364" fmla="*/ 981887 w 1045380"/>
                <a:gd name="connsiteY364" fmla="*/ 286799 h 379150"/>
                <a:gd name="connsiteX365" fmla="*/ 984321 w 1045380"/>
                <a:gd name="connsiteY365" fmla="*/ 284363 h 379150"/>
                <a:gd name="connsiteX366" fmla="*/ 989189 w 1045380"/>
                <a:gd name="connsiteY366" fmla="*/ 281928 h 379150"/>
                <a:gd name="connsiteX367" fmla="*/ 993245 w 1045380"/>
                <a:gd name="connsiteY367" fmla="*/ 280304 h 379150"/>
                <a:gd name="connsiteX368" fmla="*/ 1004604 w 1045380"/>
                <a:gd name="connsiteY368" fmla="*/ 273809 h 379150"/>
                <a:gd name="connsiteX369" fmla="*/ 1015151 w 1045380"/>
                <a:gd name="connsiteY369" fmla="*/ 268126 h 379150"/>
                <a:gd name="connsiteX370" fmla="*/ 1028944 w 1045380"/>
                <a:gd name="connsiteY370" fmla="*/ 260007 h 379150"/>
                <a:gd name="connsiteX371" fmla="*/ 1031377 w 1045380"/>
                <a:gd name="connsiteY371" fmla="*/ 258383 h 379150"/>
                <a:gd name="connsiteX372" fmla="*/ 1038679 w 1045380"/>
                <a:gd name="connsiteY372" fmla="*/ 252700 h 379150"/>
                <a:gd name="connsiteX373" fmla="*/ 1045170 w 1045380"/>
                <a:gd name="connsiteY373" fmla="*/ 247017 h 379150"/>
                <a:gd name="connsiteX374" fmla="*/ 990812 w 1045380"/>
                <a:gd name="connsiteY374" fmla="*/ 268938 h 379150"/>
                <a:gd name="connsiteX375" fmla="*/ 875605 w 1045380"/>
                <a:gd name="connsiteY375" fmla="*/ 119552 h 379150"/>
                <a:gd name="connsiteX376" fmla="*/ 877228 w 1045380"/>
                <a:gd name="connsiteY376" fmla="*/ 117928 h 379150"/>
                <a:gd name="connsiteX377" fmla="*/ 878039 w 1045380"/>
                <a:gd name="connsiteY377" fmla="*/ 119552 h 379150"/>
                <a:gd name="connsiteX378" fmla="*/ 876416 w 1045380"/>
                <a:gd name="connsiteY378" fmla="*/ 121176 h 379150"/>
                <a:gd name="connsiteX379" fmla="*/ 875605 w 1045380"/>
                <a:gd name="connsiteY379" fmla="*/ 119552 h 379150"/>
                <a:gd name="connsiteX380" fmla="*/ 873983 w 1045380"/>
                <a:gd name="connsiteY380" fmla="*/ 122799 h 379150"/>
                <a:gd name="connsiteX381" fmla="*/ 874794 w 1045380"/>
                <a:gd name="connsiteY381" fmla="*/ 124423 h 379150"/>
                <a:gd name="connsiteX382" fmla="*/ 873171 w 1045380"/>
                <a:gd name="connsiteY382" fmla="*/ 125235 h 379150"/>
                <a:gd name="connsiteX383" fmla="*/ 872360 w 1045380"/>
                <a:gd name="connsiteY383" fmla="*/ 123611 h 379150"/>
                <a:gd name="connsiteX384" fmla="*/ 873983 w 1045380"/>
                <a:gd name="connsiteY384" fmla="*/ 122799 h 379150"/>
                <a:gd name="connsiteX385" fmla="*/ 867492 w 1045380"/>
                <a:gd name="connsiteY385" fmla="*/ 131730 h 379150"/>
                <a:gd name="connsiteX386" fmla="*/ 866681 w 1045380"/>
                <a:gd name="connsiteY386" fmla="*/ 130106 h 379150"/>
                <a:gd name="connsiteX387" fmla="*/ 869926 w 1045380"/>
                <a:gd name="connsiteY387" fmla="*/ 131730 h 379150"/>
                <a:gd name="connsiteX388" fmla="*/ 865869 w 1045380"/>
                <a:gd name="connsiteY388" fmla="*/ 134977 h 379150"/>
                <a:gd name="connsiteX389" fmla="*/ 866681 w 1045380"/>
                <a:gd name="connsiteY389" fmla="*/ 133354 h 379150"/>
                <a:gd name="connsiteX390" fmla="*/ 867492 w 1045380"/>
                <a:gd name="connsiteY390" fmla="*/ 131730 h 379150"/>
                <a:gd name="connsiteX391" fmla="*/ 865058 w 1045380"/>
                <a:gd name="connsiteY391" fmla="*/ 139849 h 379150"/>
                <a:gd name="connsiteX392" fmla="*/ 867492 w 1045380"/>
                <a:gd name="connsiteY392" fmla="*/ 137413 h 379150"/>
                <a:gd name="connsiteX393" fmla="*/ 865058 w 1045380"/>
                <a:gd name="connsiteY393" fmla="*/ 139849 h 379150"/>
                <a:gd name="connsiteX394" fmla="*/ 865058 w 1045380"/>
                <a:gd name="connsiteY394" fmla="*/ 139849 h 379150"/>
                <a:gd name="connsiteX395" fmla="*/ 861813 w 1045380"/>
                <a:gd name="connsiteY395" fmla="*/ 146344 h 379150"/>
                <a:gd name="connsiteX396" fmla="*/ 863435 w 1045380"/>
                <a:gd name="connsiteY396" fmla="*/ 144720 h 379150"/>
                <a:gd name="connsiteX397" fmla="*/ 864247 w 1045380"/>
                <a:gd name="connsiteY397" fmla="*/ 143908 h 379150"/>
                <a:gd name="connsiteX398" fmla="*/ 863435 w 1045380"/>
                <a:gd name="connsiteY398" fmla="*/ 146344 h 379150"/>
                <a:gd name="connsiteX399" fmla="*/ 860190 w 1045380"/>
                <a:gd name="connsiteY399" fmla="*/ 147156 h 379150"/>
                <a:gd name="connsiteX400" fmla="*/ 861813 w 1045380"/>
                <a:gd name="connsiteY400" fmla="*/ 146344 h 379150"/>
                <a:gd name="connsiteX401" fmla="*/ 853700 w 1045380"/>
                <a:gd name="connsiteY401" fmla="*/ 158522 h 379150"/>
                <a:gd name="connsiteX402" fmla="*/ 854511 w 1045380"/>
                <a:gd name="connsiteY402" fmla="*/ 156898 h 379150"/>
                <a:gd name="connsiteX403" fmla="*/ 854511 w 1045380"/>
                <a:gd name="connsiteY403" fmla="*/ 158522 h 379150"/>
                <a:gd name="connsiteX404" fmla="*/ 852888 w 1045380"/>
                <a:gd name="connsiteY404" fmla="*/ 160958 h 379150"/>
                <a:gd name="connsiteX405" fmla="*/ 853700 w 1045380"/>
                <a:gd name="connsiteY405" fmla="*/ 158522 h 379150"/>
                <a:gd name="connsiteX406" fmla="*/ 849643 w 1045380"/>
                <a:gd name="connsiteY406" fmla="*/ 161770 h 379150"/>
                <a:gd name="connsiteX407" fmla="*/ 851265 w 1045380"/>
                <a:gd name="connsiteY407" fmla="*/ 163393 h 379150"/>
                <a:gd name="connsiteX408" fmla="*/ 850454 w 1045380"/>
                <a:gd name="connsiteY408" fmla="*/ 164205 h 379150"/>
                <a:gd name="connsiteX409" fmla="*/ 848831 w 1045380"/>
                <a:gd name="connsiteY409" fmla="*/ 163393 h 379150"/>
                <a:gd name="connsiteX410" fmla="*/ 849643 w 1045380"/>
                <a:gd name="connsiteY410" fmla="*/ 161770 h 379150"/>
                <a:gd name="connsiteX411" fmla="*/ 848831 w 1045380"/>
                <a:gd name="connsiteY411" fmla="*/ 167453 h 379150"/>
                <a:gd name="connsiteX412" fmla="*/ 850454 w 1045380"/>
                <a:gd name="connsiteY412" fmla="*/ 165829 h 379150"/>
                <a:gd name="connsiteX413" fmla="*/ 850454 w 1045380"/>
                <a:gd name="connsiteY413" fmla="*/ 167453 h 379150"/>
                <a:gd name="connsiteX414" fmla="*/ 849643 w 1045380"/>
                <a:gd name="connsiteY414" fmla="*/ 169076 h 379150"/>
                <a:gd name="connsiteX415" fmla="*/ 848831 w 1045380"/>
                <a:gd name="connsiteY415" fmla="*/ 167453 h 379150"/>
                <a:gd name="connsiteX416" fmla="*/ 843152 w 1045380"/>
                <a:gd name="connsiteY416" fmla="*/ 177195 h 379150"/>
                <a:gd name="connsiteX417" fmla="*/ 844775 w 1045380"/>
                <a:gd name="connsiteY417" fmla="*/ 178819 h 379150"/>
                <a:gd name="connsiteX418" fmla="*/ 843152 w 1045380"/>
                <a:gd name="connsiteY418" fmla="*/ 181255 h 379150"/>
                <a:gd name="connsiteX419" fmla="*/ 841530 w 1045380"/>
                <a:gd name="connsiteY419" fmla="*/ 180443 h 379150"/>
                <a:gd name="connsiteX420" fmla="*/ 843152 w 1045380"/>
                <a:gd name="connsiteY420" fmla="*/ 177195 h 379150"/>
                <a:gd name="connsiteX421" fmla="*/ 837473 w 1045380"/>
                <a:gd name="connsiteY421" fmla="*/ 187750 h 379150"/>
                <a:gd name="connsiteX422" fmla="*/ 838284 w 1045380"/>
                <a:gd name="connsiteY422" fmla="*/ 186938 h 379150"/>
                <a:gd name="connsiteX423" fmla="*/ 839096 w 1045380"/>
                <a:gd name="connsiteY423" fmla="*/ 188561 h 379150"/>
                <a:gd name="connsiteX424" fmla="*/ 837473 w 1045380"/>
                <a:gd name="connsiteY424" fmla="*/ 187750 h 379150"/>
                <a:gd name="connsiteX425" fmla="*/ 108101 w 1045380"/>
                <a:gd name="connsiteY425" fmla="*/ 161770 h 379150"/>
                <a:gd name="connsiteX426" fmla="*/ 109723 w 1045380"/>
                <a:gd name="connsiteY426" fmla="*/ 160958 h 379150"/>
                <a:gd name="connsiteX427" fmla="*/ 108101 w 1045380"/>
                <a:gd name="connsiteY427" fmla="*/ 164205 h 379150"/>
                <a:gd name="connsiteX428" fmla="*/ 108101 w 1045380"/>
                <a:gd name="connsiteY428" fmla="*/ 161770 h 379150"/>
                <a:gd name="connsiteX429" fmla="*/ 103233 w 1045380"/>
                <a:gd name="connsiteY429" fmla="*/ 173136 h 379150"/>
                <a:gd name="connsiteX430" fmla="*/ 100799 w 1045380"/>
                <a:gd name="connsiteY430" fmla="*/ 177195 h 379150"/>
                <a:gd name="connsiteX431" fmla="*/ 99176 w 1045380"/>
                <a:gd name="connsiteY431" fmla="*/ 177195 h 379150"/>
                <a:gd name="connsiteX432" fmla="*/ 103233 w 1045380"/>
                <a:gd name="connsiteY432" fmla="*/ 173136 h 379150"/>
                <a:gd name="connsiteX433" fmla="*/ 94308 w 1045380"/>
                <a:gd name="connsiteY433" fmla="*/ 199928 h 379150"/>
                <a:gd name="connsiteX434" fmla="*/ 93497 w 1045380"/>
                <a:gd name="connsiteY434" fmla="*/ 198304 h 379150"/>
                <a:gd name="connsiteX435" fmla="*/ 95120 w 1045380"/>
                <a:gd name="connsiteY435" fmla="*/ 196680 h 379150"/>
                <a:gd name="connsiteX436" fmla="*/ 95931 w 1045380"/>
                <a:gd name="connsiteY436" fmla="*/ 198304 h 379150"/>
                <a:gd name="connsiteX437" fmla="*/ 94308 w 1045380"/>
                <a:gd name="connsiteY437" fmla="*/ 199928 h 379150"/>
                <a:gd name="connsiteX438" fmla="*/ 93497 w 1045380"/>
                <a:gd name="connsiteY438" fmla="*/ 185314 h 379150"/>
                <a:gd name="connsiteX439" fmla="*/ 94308 w 1045380"/>
                <a:gd name="connsiteY439" fmla="*/ 182878 h 379150"/>
                <a:gd name="connsiteX440" fmla="*/ 95931 w 1045380"/>
                <a:gd name="connsiteY440" fmla="*/ 180443 h 379150"/>
                <a:gd name="connsiteX441" fmla="*/ 97554 w 1045380"/>
                <a:gd name="connsiteY441" fmla="*/ 180443 h 379150"/>
                <a:gd name="connsiteX442" fmla="*/ 91063 w 1045380"/>
                <a:gd name="connsiteY442" fmla="*/ 190185 h 379150"/>
                <a:gd name="connsiteX443" fmla="*/ 93497 w 1045380"/>
                <a:gd name="connsiteY443" fmla="*/ 185314 h 379150"/>
                <a:gd name="connsiteX444" fmla="*/ 87818 w 1045380"/>
                <a:gd name="connsiteY444" fmla="*/ 212106 h 379150"/>
                <a:gd name="connsiteX445" fmla="*/ 85384 w 1045380"/>
                <a:gd name="connsiteY445" fmla="*/ 213730 h 379150"/>
                <a:gd name="connsiteX446" fmla="*/ 83761 w 1045380"/>
                <a:gd name="connsiteY446" fmla="*/ 213730 h 379150"/>
                <a:gd name="connsiteX447" fmla="*/ 85384 w 1045380"/>
                <a:gd name="connsiteY447" fmla="*/ 212106 h 379150"/>
                <a:gd name="connsiteX448" fmla="*/ 87818 w 1045380"/>
                <a:gd name="connsiteY448" fmla="*/ 212106 h 379150"/>
                <a:gd name="connsiteX449" fmla="*/ 84573 w 1045380"/>
                <a:gd name="connsiteY449" fmla="*/ 197492 h 379150"/>
                <a:gd name="connsiteX450" fmla="*/ 86195 w 1045380"/>
                <a:gd name="connsiteY450" fmla="*/ 198304 h 379150"/>
                <a:gd name="connsiteX451" fmla="*/ 84573 w 1045380"/>
                <a:gd name="connsiteY451" fmla="*/ 199928 h 379150"/>
                <a:gd name="connsiteX452" fmla="*/ 83761 w 1045380"/>
                <a:gd name="connsiteY452" fmla="*/ 199116 h 379150"/>
                <a:gd name="connsiteX453" fmla="*/ 84573 w 1045380"/>
                <a:gd name="connsiteY453" fmla="*/ 197492 h 379150"/>
                <a:gd name="connsiteX454" fmla="*/ 82139 w 1045380"/>
                <a:gd name="connsiteY454" fmla="*/ 201552 h 379150"/>
                <a:gd name="connsiteX455" fmla="*/ 83761 w 1045380"/>
                <a:gd name="connsiteY455" fmla="*/ 202364 h 379150"/>
                <a:gd name="connsiteX456" fmla="*/ 82139 w 1045380"/>
                <a:gd name="connsiteY456" fmla="*/ 203175 h 379150"/>
                <a:gd name="connsiteX457" fmla="*/ 80516 w 1045380"/>
                <a:gd name="connsiteY457" fmla="*/ 202364 h 379150"/>
                <a:gd name="connsiteX458" fmla="*/ 82139 w 1045380"/>
                <a:gd name="connsiteY458" fmla="*/ 201552 h 379150"/>
                <a:gd name="connsiteX459" fmla="*/ 65912 w 1045380"/>
                <a:gd name="connsiteY459" fmla="*/ 224284 h 379150"/>
                <a:gd name="connsiteX460" fmla="*/ 70780 w 1045380"/>
                <a:gd name="connsiteY460" fmla="*/ 216977 h 379150"/>
                <a:gd name="connsiteX461" fmla="*/ 73214 w 1045380"/>
                <a:gd name="connsiteY461" fmla="*/ 216165 h 379150"/>
                <a:gd name="connsiteX462" fmla="*/ 72403 w 1045380"/>
                <a:gd name="connsiteY462" fmla="*/ 218601 h 379150"/>
                <a:gd name="connsiteX463" fmla="*/ 69969 w 1045380"/>
                <a:gd name="connsiteY463" fmla="*/ 222661 h 379150"/>
                <a:gd name="connsiteX464" fmla="*/ 63478 w 1045380"/>
                <a:gd name="connsiteY464" fmla="*/ 228344 h 379150"/>
                <a:gd name="connsiteX465" fmla="*/ 65912 w 1045380"/>
                <a:gd name="connsiteY465" fmla="*/ 224284 h 379150"/>
                <a:gd name="connsiteX466" fmla="*/ 61856 w 1045380"/>
                <a:gd name="connsiteY466" fmla="*/ 231591 h 379150"/>
                <a:gd name="connsiteX467" fmla="*/ 63478 w 1045380"/>
                <a:gd name="connsiteY467" fmla="*/ 232403 h 379150"/>
                <a:gd name="connsiteX468" fmla="*/ 61856 w 1045380"/>
                <a:gd name="connsiteY468" fmla="*/ 234027 h 379150"/>
                <a:gd name="connsiteX469" fmla="*/ 60233 w 1045380"/>
                <a:gd name="connsiteY469" fmla="*/ 233215 h 379150"/>
                <a:gd name="connsiteX470" fmla="*/ 61856 w 1045380"/>
                <a:gd name="connsiteY470" fmla="*/ 231591 h 379150"/>
                <a:gd name="connsiteX471" fmla="*/ 41573 w 1045380"/>
                <a:gd name="connsiteY471" fmla="*/ 265690 h 379150"/>
                <a:gd name="connsiteX472" fmla="*/ 44007 w 1045380"/>
                <a:gd name="connsiteY472" fmla="*/ 258383 h 379150"/>
                <a:gd name="connsiteX473" fmla="*/ 45629 w 1045380"/>
                <a:gd name="connsiteY473" fmla="*/ 258383 h 379150"/>
                <a:gd name="connsiteX474" fmla="*/ 41573 w 1045380"/>
                <a:gd name="connsiteY474" fmla="*/ 265690 h 379150"/>
                <a:gd name="connsiteX475" fmla="*/ 47252 w 1045380"/>
                <a:gd name="connsiteY475" fmla="*/ 254324 h 379150"/>
                <a:gd name="connsiteX476" fmla="*/ 49686 w 1045380"/>
                <a:gd name="connsiteY476" fmla="*/ 250264 h 379150"/>
                <a:gd name="connsiteX477" fmla="*/ 50497 w 1045380"/>
                <a:gd name="connsiteY477" fmla="*/ 251076 h 379150"/>
                <a:gd name="connsiteX478" fmla="*/ 47252 w 1045380"/>
                <a:gd name="connsiteY478" fmla="*/ 254324 h 379150"/>
                <a:gd name="connsiteX479" fmla="*/ 52931 w 1045380"/>
                <a:gd name="connsiteY479" fmla="*/ 246205 h 379150"/>
                <a:gd name="connsiteX480" fmla="*/ 52120 w 1045380"/>
                <a:gd name="connsiteY480" fmla="*/ 244581 h 379150"/>
                <a:gd name="connsiteX481" fmla="*/ 53743 w 1045380"/>
                <a:gd name="connsiteY481" fmla="*/ 242958 h 379150"/>
                <a:gd name="connsiteX482" fmla="*/ 54554 w 1045380"/>
                <a:gd name="connsiteY482" fmla="*/ 244581 h 379150"/>
                <a:gd name="connsiteX483" fmla="*/ 52931 w 1045380"/>
                <a:gd name="connsiteY483" fmla="*/ 246205 h 379150"/>
                <a:gd name="connsiteX484" fmla="*/ 324722 w 1045380"/>
                <a:gd name="connsiteY484" fmla="*/ 267314 h 379150"/>
                <a:gd name="connsiteX485" fmla="*/ 284156 w 1045380"/>
                <a:gd name="connsiteY485" fmla="*/ 305472 h 379150"/>
                <a:gd name="connsiteX486" fmla="*/ 267119 w 1045380"/>
                <a:gd name="connsiteY486" fmla="*/ 316027 h 379150"/>
                <a:gd name="connsiteX487" fmla="*/ 278477 w 1045380"/>
                <a:gd name="connsiteY487" fmla="*/ 294106 h 379150"/>
                <a:gd name="connsiteX488" fmla="*/ 283345 w 1045380"/>
                <a:gd name="connsiteY488" fmla="*/ 287611 h 379150"/>
                <a:gd name="connsiteX489" fmla="*/ 339326 w 1045380"/>
                <a:gd name="connsiteY489" fmla="*/ 229967 h 379150"/>
                <a:gd name="connsiteX490" fmla="*/ 340948 w 1045380"/>
                <a:gd name="connsiteY490" fmla="*/ 229155 h 379150"/>
                <a:gd name="connsiteX491" fmla="*/ 347439 w 1045380"/>
                <a:gd name="connsiteY491" fmla="*/ 225908 h 379150"/>
                <a:gd name="connsiteX492" fmla="*/ 355552 w 1045380"/>
                <a:gd name="connsiteY492" fmla="*/ 225908 h 379150"/>
                <a:gd name="connsiteX493" fmla="*/ 324722 w 1045380"/>
                <a:gd name="connsiteY493" fmla="*/ 267314 h 379150"/>
                <a:gd name="connsiteX494" fmla="*/ 449665 w 1045380"/>
                <a:gd name="connsiteY494" fmla="*/ 337136 h 379150"/>
                <a:gd name="connsiteX495" fmla="*/ 447230 w 1045380"/>
                <a:gd name="connsiteY495" fmla="*/ 337947 h 379150"/>
                <a:gd name="connsiteX496" fmla="*/ 448853 w 1045380"/>
                <a:gd name="connsiteY496" fmla="*/ 335512 h 379150"/>
                <a:gd name="connsiteX497" fmla="*/ 449665 w 1045380"/>
                <a:gd name="connsiteY497" fmla="*/ 337136 h 379150"/>
                <a:gd name="connsiteX498" fmla="*/ 466702 w 1045380"/>
                <a:gd name="connsiteY498" fmla="*/ 324146 h 379150"/>
                <a:gd name="connsiteX499" fmla="*/ 466702 w 1045380"/>
                <a:gd name="connsiteY499" fmla="*/ 323334 h 379150"/>
                <a:gd name="connsiteX500" fmla="*/ 469947 w 1045380"/>
                <a:gd name="connsiteY500" fmla="*/ 322522 h 379150"/>
                <a:gd name="connsiteX501" fmla="*/ 466702 w 1045380"/>
                <a:gd name="connsiteY501" fmla="*/ 324146 h 379150"/>
                <a:gd name="connsiteX502" fmla="*/ 493475 w 1045380"/>
                <a:gd name="connsiteY502" fmla="*/ 307096 h 379150"/>
                <a:gd name="connsiteX503" fmla="*/ 488608 w 1045380"/>
                <a:gd name="connsiteY503" fmla="*/ 310344 h 379150"/>
                <a:gd name="connsiteX504" fmla="*/ 485362 w 1045380"/>
                <a:gd name="connsiteY504" fmla="*/ 312779 h 379150"/>
                <a:gd name="connsiteX505" fmla="*/ 488608 w 1045380"/>
                <a:gd name="connsiteY505" fmla="*/ 309532 h 379150"/>
                <a:gd name="connsiteX506" fmla="*/ 492664 w 1045380"/>
                <a:gd name="connsiteY506" fmla="*/ 306284 h 379150"/>
                <a:gd name="connsiteX507" fmla="*/ 495098 w 1045380"/>
                <a:gd name="connsiteY507" fmla="*/ 304660 h 379150"/>
                <a:gd name="connsiteX508" fmla="*/ 495909 w 1045380"/>
                <a:gd name="connsiteY508" fmla="*/ 304660 h 379150"/>
                <a:gd name="connsiteX509" fmla="*/ 493475 w 1045380"/>
                <a:gd name="connsiteY509" fmla="*/ 307096 h 379150"/>
                <a:gd name="connsiteX510" fmla="*/ 513758 w 1045380"/>
                <a:gd name="connsiteY510" fmla="*/ 294106 h 379150"/>
                <a:gd name="connsiteX511" fmla="*/ 512947 w 1045380"/>
                <a:gd name="connsiteY511" fmla="*/ 295730 h 379150"/>
                <a:gd name="connsiteX512" fmla="*/ 508079 w 1045380"/>
                <a:gd name="connsiteY512" fmla="*/ 299789 h 379150"/>
                <a:gd name="connsiteX513" fmla="*/ 499155 w 1045380"/>
                <a:gd name="connsiteY513" fmla="*/ 303849 h 379150"/>
                <a:gd name="connsiteX514" fmla="*/ 515381 w 1045380"/>
                <a:gd name="connsiteY514" fmla="*/ 292482 h 379150"/>
                <a:gd name="connsiteX515" fmla="*/ 516192 w 1045380"/>
                <a:gd name="connsiteY515" fmla="*/ 291670 h 379150"/>
                <a:gd name="connsiteX516" fmla="*/ 513758 w 1045380"/>
                <a:gd name="connsiteY516" fmla="*/ 294106 h 379150"/>
                <a:gd name="connsiteX517" fmla="*/ 768511 w 1045380"/>
                <a:gd name="connsiteY517" fmla="*/ 305472 h 379150"/>
                <a:gd name="connsiteX518" fmla="*/ 765266 w 1045380"/>
                <a:gd name="connsiteY518" fmla="*/ 307096 h 379150"/>
                <a:gd name="connsiteX519" fmla="*/ 764455 w 1045380"/>
                <a:gd name="connsiteY519" fmla="*/ 306284 h 379150"/>
                <a:gd name="connsiteX520" fmla="*/ 770134 w 1045380"/>
                <a:gd name="connsiteY520" fmla="*/ 303037 h 379150"/>
                <a:gd name="connsiteX521" fmla="*/ 768511 w 1045380"/>
                <a:gd name="connsiteY521" fmla="*/ 305472 h 379150"/>
                <a:gd name="connsiteX522" fmla="*/ 771757 w 1045380"/>
                <a:gd name="connsiteY522" fmla="*/ 320898 h 379150"/>
                <a:gd name="connsiteX523" fmla="*/ 770945 w 1045380"/>
                <a:gd name="connsiteY523" fmla="*/ 321710 h 379150"/>
                <a:gd name="connsiteX524" fmla="*/ 771757 w 1045380"/>
                <a:gd name="connsiteY524" fmla="*/ 318462 h 379150"/>
                <a:gd name="connsiteX525" fmla="*/ 773379 w 1045380"/>
                <a:gd name="connsiteY525" fmla="*/ 317650 h 379150"/>
                <a:gd name="connsiteX526" fmla="*/ 771757 w 1045380"/>
                <a:gd name="connsiteY526" fmla="*/ 320898 h 379150"/>
                <a:gd name="connsiteX527" fmla="*/ 779870 w 1045380"/>
                <a:gd name="connsiteY527" fmla="*/ 302225 h 379150"/>
                <a:gd name="connsiteX528" fmla="*/ 775813 w 1045380"/>
                <a:gd name="connsiteY528" fmla="*/ 310344 h 379150"/>
                <a:gd name="connsiteX529" fmla="*/ 773379 w 1045380"/>
                <a:gd name="connsiteY529" fmla="*/ 316027 h 379150"/>
                <a:gd name="connsiteX530" fmla="*/ 775002 w 1045380"/>
                <a:gd name="connsiteY530" fmla="*/ 308720 h 379150"/>
                <a:gd name="connsiteX531" fmla="*/ 776624 w 1045380"/>
                <a:gd name="connsiteY531" fmla="*/ 304660 h 379150"/>
                <a:gd name="connsiteX532" fmla="*/ 779870 w 1045380"/>
                <a:gd name="connsiteY532" fmla="*/ 302225 h 379150"/>
                <a:gd name="connsiteX533" fmla="*/ 779870 w 1045380"/>
                <a:gd name="connsiteY533" fmla="*/ 302225 h 379150"/>
                <a:gd name="connsiteX534" fmla="*/ 782304 w 1045380"/>
                <a:gd name="connsiteY534" fmla="*/ 295730 h 379150"/>
                <a:gd name="connsiteX535" fmla="*/ 781492 w 1045380"/>
                <a:gd name="connsiteY535" fmla="*/ 299789 h 379150"/>
                <a:gd name="connsiteX536" fmla="*/ 779059 w 1045380"/>
                <a:gd name="connsiteY536" fmla="*/ 300601 h 379150"/>
                <a:gd name="connsiteX537" fmla="*/ 777436 w 1045380"/>
                <a:gd name="connsiteY537" fmla="*/ 301413 h 379150"/>
                <a:gd name="connsiteX538" fmla="*/ 779870 w 1045380"/>
                <a:gd name="connsiteY538" fmla="*/ 295730 h 379150"/>
                <a:gd name="connsiteX539" fmla="*/ 783115 w 1045380"/>
                <a:gd name="connsiteY539" fmla="*/ 293294 h 379150"/>
                <a:gd name="connsiteX540" fmla="*/ 782304 w 1045380"/>
                <a:gd name="connsiteY540" fmla="*/ 295730 h 379150"/>
                <a:gd name="connsiteX541" fmla="*/ 786360 w 1045380"/>
                <a:gd name="connsiteY541" fmla="*/ 290046 h 379150"/>
                <a:gd name="connsiteX542" fmla="*/ 785549 w 1045380"/>
                <a:gd name="connsiteY542" fmla="*/ 289235 h 379150"/>
                <a:gd name="connsiteX543" fmla="*/ 786360 w 1045380"/>
                <a:gd name="connsiteY543" fmla="*/ 288423 h 379150"/>
                <a:gd name="connsiteX544" fmla="*/ 786360 w 1045380"/>
                <a:gd name="connsiteY544" fmla="*/ 290046 h 379150"/>
                <a:gd name="connsiteX545" fmla="*/ 796096 w 1045380"/>
                <a:gd name="connsiteY545" fmla="*/ 264878 h 379150"/>
                <a:gd name="connsiteX546" fmla="*/ 796096 w 1045380"/>
                <a:gd name="connsiteY546" fmla="*/ 264066 h 379150"/>
                <a:gd name="connsiteX547" fmla="*/ 796907 w 1045380"/>
                <a:gd name="connsiteY547" fmla="*/ 263255 h 379150"/>
                <a:gd name="connsiteX548" fmla="*/ 796096 w 1045380"/>
                <a:gd name="connsiteY548" fmla="*/ 264878 h 379150"/>
                <a:gd name="connsiteX549" fmla="*/ 796096 w 1045380"/>
                <a:gd name="connsiteY549" fmla="*/ 264878 h 379150"/>
                <a:gd name="connsiteX550" fmla="*/ 802587 w 1045380"/>
                <a:gd name="connsiteY550" fmla="*/ 286799 h 379150"/>
                <a:gd name="connsiteX551" fmla="*/ 802587 w 1045380"/>
                <a:gd name="connsiteY551" fmla="*/ 285175 h 379150"/>
                <a:gd name="connsiteX552" fmla="*/ 803398 w 1045380"/>
                <a:gd name="connsiteY552" fmla="*/ 283552 h 379150"/>
                <a:gd name="connsiteX553" fmla="*/ 803398 w 1045380"/>
                <a:gd name="connsiteY553" fmla="*/ 285175 h 379150"/>
                <a:gd name="connsiteX554" fmla="*/ 802587 w 1045380"/>
                <a:gd name="connsiteY554" fmla="*/ 286799 h 379150"/>
                <a:gd name="connsiteX555" fmla="*/ 804209 w 1045380"/>
                <a:gd name="connsiteY555" fmla="*/ 253512 h 379150"/>
                <a:gd name="connsiteX556" fmla="*/ 801775 w 1045380"/>
                <a:gd name="connsiteY556" fmla="*/ 254324 h 379150"/>
                <a:gd name="connsiteX557" fmla="*/ 800153 w 1045380"/>
                <a:gd name="connsiteY557" fmla="*/ 252700 h 379150"/>
                <a:gd name="connsiteX558" fmla="*/ 802587 w 1045380"/>
                <a:gd name="connsiteY558" fmla="*/ 251888 h 379150"/>
                <a:gd name="connsiteX559" fmla="*/ 804209 w 1045380"/>
                <a:gd name="connsiteY559" fmla="*/ 249452 h 379150"/>
                <a:gd name="connsiteX560" fmla="*/ 805021 w 1045380"/>
                <a:gd name="connsiteY560" fmla="*/ 247017 h 379150"/>
                <a:gd name="connsiteX561" fmla="*/ 805832 w 1045380"/>
                <a:gd name="connsiteY561" fmla="*/ 250264 h 379150"/>
                <a:gd name="connsiteX562" fmla="*/ 804209 w 1045380"/>
                <a:gd name="connsiteY562" fmla="*/ 253512 h 379150"/>
                <a:gd name="connsiteX563" fmla="*/ 811511 w 1045380"/>
                <a:gd name="connsiteY563" fmla="*/ 236462 h 379150"/>
                <a:gd name="connsiteX564" fmla="*/ 809077 w 1045380"/>
                <a:gd name="connsiteY564" fmla="*/ 238086 h 379150"/>
                <a:gd name="connsiteX565" fmla="*/ 809077 w 1045380"/>
                <a:gd name="connsiteY565" fmla="*/ 237274 h 379150"/>
                <a:gd name="connsiteX566" fmla="*/ 810700 w 1045380"/>
                <a:gd name="connsiteY566" fmla="*/ 234839 h 379150"/>
                <a:gd name="connsiteX567" fmla="*/ 812322 w 1045380"/>
                <a:gd name="connsiteY567" fmla="*/ 233215 h 379150"/>
                <a:gd name="connsiteX568" fmla="*/ 813134 w 1045380"/>
                <a:gd name="connsiteY568" fmla="*/ 231591 h 379150"/>
                <a:gd name="connsiteX569" fmla="*/ 811511 w 1045380"/>
                <a:gd name="connsiteY569" fmla="*/ 236462 h 379150"/>
                <a:gd name="connsiteX570" fmla="*/ 818813 w 1045380"/>
                <a:gd name="connsiteY570" fmla="*/ 223472 h 379150"/>
                <a:gd name="connsiteX571" fmla="*/ 817190 w 1045380"/>
                <a:gd name="connsiteY571" fmla="*/ 227532 h 379150"/>
                <a:gd name="connsiteX572" fmla="*/ 815568 w 1045380"/>
                <a:gd name="connsiteY572" fmla="*/ 229155 h 379150"/>
                <a:gd name="connsiteX573" fmla="*/ 817190 w 1045380"/>
                <a:gd name="connsiteY573" fmla="*/ 222661 h 379150"/>
                <a:gd name="connsiteX574" fmla="*/ 819624 w 1045380"/>
                <a:gd name="connsiteY574" fmla="*/ 221037 h 379150"/>
                <a:gd name="connsiteX575" fmla="*/ 818813 w 1045380"/>
                <a:gd name="connsiteY575" fmla="*/ 223472 h 379150"/>
                <a:gd name="connsiteX576" fmla="*/ 822058 w 1045380"/>
                <a:gd name="connsiteY576" fmla="*/ 213730 h 379150"/>
                <a:gd name="connsiteX577" fmla="*/ 822058 w 1045380"/>
                <a:gd name="connsiteY577" fmla="*/ 213730 h 379150"/>
                <a:gd name="connsiteX578" fmla="*/ 822870 w 1045380"/>
                <a:gd name="connsiteY578" fmla="*/ 211294 h 379150"/>
                <a:gd name="connsiteX579" fmla="*/ 822058 w 1045380"/>
                <a:gd name="connsiteY579" fmla="*/ 213730 h 379150"/>
                <a:gd name="connsiteX580" fmla="*/ 826115 w 1045380"/>
                <a:gd name="connsiteY580" fmla="*/ 209670 h 379150"/>
                <a:gd name="connsiteX581" fmla="*/ 824492 w 1045380"/>
                <a:gd name="connsiteY581" fmla="*/ 209670 h 379150"/>
                <a:gd name="connsiteX582" fmla="*/ 825303 w 1045380"/>
                <a:gd name="connsiteY582" fmla="*/ 205611 h 379150"/>
                <a:gd name="connsiteX583" fmla="*/ 826926 w 1045380"/>
                <a:gd name="connsiteY583" fmla="*/ 205611 h 379150"/>
                <a:gd name="connsiteX584" fmla="*/ 826115 w 1045380"/>
                <a:gd name="connsiteY584" fmla="*/ 209670 h 379150"/>
                <a:gd name="connsiteX585" fmla="*/ 833417 w 1045380"/>
                <a:gd name="connsiteY585" fmla="*/ 191809 h 379150"/>
                <a:gd name="connsiteX586" fmla="*/ 835039 w 1045380"/>
                <a:gd name="connsiteY586" fmla="*/ 189373 h 379150"/>
                <a:gd name="connsiteX587" fmla="*/ 834228 w 1045380"/>
                <a:gd name="connsiteY587" fmla="*/ 191809 h 379150"/>
                <a:gd name="connsiteX588" fmla="*/ 832605 w 1045380"/>
                <a:gd name="connsiteY588" fmla="*/ 194245 h 379150"/>
                <a:gd name="connsiteX589" fmla="*/ 833417 w 1045380"/>
                <a:gd name="connsiteY589" fmla="*/ 191809 h 37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1045380" h="379150">
                  <a:moveTo>
                    <a:pt x="990812" y="268938"/>
                  </a:moveTo>
                  <a:cubicBezTo>
                    <a:pt x="982698" y="272185"/>
                    <a:pt x="974585" y="274621"/>
                    <a:pt x="973774" y="275433"/>
                  </a:cubicBezTo>
                  <a:cubicBezTo>
                    <a:pt x="972152" y="275433"/>
                    <a:pt x="970529" y="276245"/>
                    <a:pt x="969718" y="277056"/>
                  </a:cubicBezTo>
                  <a:cubicBezTo>
                    <a:pt x="968906" y="277868"/>
                    <a:pt x="966472" y="278680"/>
                    <a:pt x="964849" y="278680"/>
                  </a:cubicBezTo>
                  <a:cubicBezTo>
                    <a:pt x="963227" y="278680"/>
                    <a:pt x="962416" y="278680"/>
                    <a:pt x="962416" y="280304"/>
                  </a:cubicBezTo>
                  <a:cubicBezTo>
                    <a:pt x="962416" y="281116"/>
                    <a:pt x="961605" y="281116"/>
                    <a:pt x="960793" y="281116"/>
                  </a:cubicBezTo>
                  <a:cubicBezTo>
                    <a:pt x="957548" y="281116"/>
                    <a:pt x="936453" y="288423"/>
                    <a:pt x="933208" y="291670"/>
                  </a:cubicBezTo>
                  <a:cubicBezTo>
                    <a:pt x="930775" y="294106"/>
                    <a:pt x="927529" y="294106"/>
                    <a:pt x="923473" y="293294"/>
                  </a:cubicBezTo>
                  <a:cubicBezTo>
                    <a:pt x="921850" y="293294"/>
                    <a:pt x="921850" y="293294"/>
                    <a:pt x="921850" y="294918"/>
                  </a:cubicBezTo>
                  <a:cubicBezTo>
                    <a:pt x="921850" y="295730"/>
                    <a:pt x="921039" y="295730"/>
                    <a:pt x="921039" y="295730"/>
                  </a:cubicBezTo>
                  <a:cubicBezTo>
                    <a:pt x="920227" y="295730"/>
                    <a:pt x="916982" y="296542"/>
                    <a:pt x="913737" y="298165"/>
                  </a:cubicBezTo>
                  <a:cubicBezTo>
                    <a:pt x="907246" y="300601"/>
                    <a:pt x="893454" y="303849"/>
                    <a:pt x="889397" y="303849"/>
                  </a:cubicBezTo>
                  <a:cubicBezTo>
                    <a:pt x="887775" y="303849"/>
                    <a:pt x="885341" y="304660"/>
                    <a:pt x="882096" y="305472"/>
                  </a:cubicBezTo>
                  <a:cubicBezTo>
                    <a:pt x="874794" y="308720"/>
                    <a:pt x="872360" y="307908"/>
                    <a:pt x="855322" y="310344"/>
                  </a:cubicBezTo>
                  <a:cubicBezTo>
                    <a:pt x="850454" y="311155"/>
                    <a:pt x="845586" y="311155"/>
                    <a:pt x="843964" y="311155"/>
                  </a:cubicBezTo>
                  <a:cubicBezTo>
                    <a:pt x="839907" y="309532"/>
                    <a:pt x="835851" y="307908"/>
                    <a:pt x="836662" y="307096"/>
                  </a:cubicBezTo>
                  <a:cubicBezTo>
                    <a:pt x="837473" y="306284"/>
                    <a:pt x="838284" y="303849"/>
                    <a:pt x="838284" y="302225"/>
                  </a:cubicBezTo>
                  <a:cubicBezTo>
                    <a:pt x="839907" y="290858"/>
                    <a:pt x="888586" y="256759"/>
                    <a:pt x="904001" y="248641"/>
                  </a:cubicBezTo>
                  <a:cubicBezTo>
                    <a:pt x="911303" y="244581"/>
                    <a:pt x="912926" y="243769"/>
                    <a:pt x="928340" y="237274"/>
                  </a:cubicBezTo>
                  <a:cubicBezTo>
                    <a:pt x="937265" y="233215"/>
                    <a:pt x="942133" y="229155"/>
                    <a:pt x="942133" y="223472"/>
                  </a:cubicBezTo>
                  <a:cubicBezTo>
                    <a:pt x="942133" y="219413"/>
                    <a:pt x="934831" y="208858"/>
                    <a:pt x="929963" y="206423"/>
                  </a:cubicBezTo>
                  <a:cubicBezTo>
                    <a:pt x="926718" y="204799"/>
                    <a:pt x="921039" y="203987"/>
                    <a:pt x="916171" y="203987"/>
                  </a:cubicBezTo>
                  <a:cubicBezTo>
                    <a:pt x="910492" y="203987"/>
                    <a:pt x="905624" y="204799"/>
                    <a:pt x="904812" y="206423"/>
                  </a:cubicBezTo>
                  <a:cubicBezTo>
                    <a:pt x="904812" y="207235"/>
                    <a:pt x="904001" y="207235"/>
                    <a:pt x="902379" y="207235"/>
                  </a:cubicBezTo>
                  <a:cubicBezTo>
                    <a:pt x="901567" y="207235"/>
                    <a:pt x="899133" y="208047"/>
                    <a:pt x="896699" y="209670"/>
                  </a:cubicBezTo>
                  <a:cubicBezTo>
                    <a:pt x="895077" y="211294"/>
                    <a:pt x="891020" y="212918"/>
                    <a:pt x="889397" y="213730"/>
                  </a:cubicBezTo>
                  <a:cubicBezTo>
                    <a:pt x="886963" y="214542"/>
                    <a:pt x="884530" y="216165"/>
                    <a:pt x="884530" y="216977"/>
                  </a:cubicBezTo>
                  <a:cubicBezTo>
                    <a:pt x="884530" y="217789"/>
                    <a:pt x="882096" y="217789"/>
                    <a:pt x="881284" y="217789"/>
                  </a:cubicBezTo>
                  <a:cubicBezTo>
                    <a:pt x="880473" y="217789"/>
                    <a:pt x="877228" y="219413"/>
                    <a:pt x="876416" y="221037"/>
                  </a:cubicBezTo>
                  <a:cubicBezTo>
                    <a:pt x="875605" y="221849"/>
                    <a:pt x="874794" y="222661"/>
                    <a:pt x="873983" y="222661"/>
                  </a:cubicBezTo>
                  <a:lnTo>
                    <a:pt x="834228" y="252700"/>
                  </a:lnTo>
                  <a:cubicBezTo>
                    <a:pt x="835851" y="250264"/>
                    <a:pt x="836662" y="247017"/>
                    <a:pt x="836662" y="245393"/>
                  </a:cubicBezTo>
                  <a:cubicBezTo>
                    <a:pt x="837473" y="244581"/>
                    <a:pt x="837473" y="243769"/>
                    <a:pt x="836662" y="243769"/>
                  </a:cubicBezTo>
                  <a:cubicBezTo>
                    <a:pt x="835851" y="242146"/>
                    <a:pt x="836662" y="241334"/>
                    <a:pt x="838284" y="242146"/>
                  </a:cubicBezTo>
                  <a:cubicBezTo>
                    <a:pt x="839096" y="242958"/>
                    <a:pt x="840718" y="242146"/>
                    <a:pt x="840718" y="238898"/>
                  </a:cubicBezTo>
                  <a:cubicBezTo>
                    <a:pt x="840718" y="236462"/>
                    <a:pt x="842341" y="235651"/>
                    <a:pt x="842341" y="235651"/>
                  </a:cubicBezTo>
                  <a:cubicBezTo>
                    <a:pt x="843152" y="236462"/>
                    <a:pt x="843152" y="235651"/>
                    <a:pt x="843152" y="234027"/>
                  </a:cubicBezTo>
                  <a:cubicBezTo>
                    <a:pt x="842341" y="232403"/>
                    <a:pt x="843152" y="231591"/>
                    <a:pt x="843152" y="232403"/>
                  </a:cubicBezTo>
                  <a:cubicBezTo>
                    <a:pt x="843964" y="234027"/>
                    <a:pt x="848020" y="225908"/>
                    <a:pt x="847209" y="225096"/>
                  </a:cubicBezTo>
                  <a:cubicBezTo>
                    <a:pt x="847209" y="225096"/>
                    <a:pt x="848020" y="223472"/>
                    <a:pt x="848831" y="222661"/>
                  </a:cubicBezTo>
                  <a:cubicBezTo>
                    <a:pt x="850454" y="221037"/>
                    <a:pt x="851265" y="220225"/>
                    <a:pt x="851265" y="219413"/>
                  </a:cubicBezTo>
                  <a:cubicBezTo>
                    <a:pt x="851265" y="218601"/>
                    <a:pt x="852077" y="217789"/>
                    <a:pt x="852077" y="217789"/>
                  </a:cubicBezTo>
                  <a:cubicBezTo>
                    <a:pt x="853700" y="217789"/>
                    <a:pt x="859378" y="205611"/>
                    <a:pt x="858567" y="203987"/>
                  </a:cubicBezTo>
                  <a:cubicBezTo>
                    <a:pt x="858567" y="203175"/>
                    <a:pt x="858567" y="203175"/>
                    <a:pt x="859378" y="203175"/>
                  </a:cubicBezTo>
                  <a:cubicBezTo>
                    <a:pt x="860190" y="203175"/>
                    <a:pt x="862624" y="201552"/>
                    <a:pt x="882907" y="166641"/>
                  </a:cubicBezTo>
                  <a:cubicBezTo>
                    <a:pt x="889397" y="156086"/>
                    <a:pt x="895077" y="147156"/>
                    <a:pt x="895888" y="147156"/>
                  </a:cubicBezTo>
                  <a:cubicBezTo>
                    <a:pt x="896699" y="147156"/>
                    <a:pt x="896699" y="145532"/>
                    <a:pt x="895888" y="145532"/>
                  </a:cubicBezTo>
                  <a:cubicBezTo>
                    <a:pt x="895888" y="145532"/>
                    <a:pt x="896699" y="143096"/>
                    <a:pt x="898322" y="139849"/>
                  </a:cubicBezTo>
                  <a:cubicBezTo>
                    <a:pt x="900756" y="136601"/>
                    <a:pt x="902379" y="132542"/>
                    <a:pt x="904001" y="130918"/>
                  </a:cubicBezTo>
                  <a:cubicBezTo>
                    <a:pt x="906435" y="127670"/>
                    <a:pt x="908869" y="123611"/>
                    <a:pt x="910492" y="119552"/>
                  </a:cubicBezTo>
                  <a:cubicBezTo>
                    <a:pt x="911303" y="117928"/>
                    <a:pt x="912926" y="115492"/>
                    <a:pt x="914548" y="114680"/>
                  </a:cubicBezTo>
                  <a:cubicBezTo>
                    <a:pt x="916171" y="113869"/>
                    <a:pt x="916982" y="111433"/>
                    <a:pt x="916982" y="109809"/>
                  </a:cubicBezTo>
                  <a:cubicBezTo>
                    <a:pt x="916982" y="108997"/>
                    <a:pt x="917793" y="107373"/>
                    <a:pt x="918605" y="107373"/>
                  </a:cubicBezTo>
                  <a:cubicBezTo>
                    <a:pt x="919416" y="107373"/>
                    <a:pt x="925095" y="98443"/>
                    <a:pt x="925095" y="96819"/>
                  </a:cubicBezTo>
                  <a:cubicBezTo>
                    <a:pt x="925095" y="96819"/>
                    <a:pt x="925906" y="95195"/>
                    <a:pt x="927529" y="94383"/>
                  </a:cubicBezTo>
                  <a:cubicBezTo>
                    <a:pt x="929152" y="93572"/>
                    <a:pt x="929152" y="91948"/>
                    <a:pt x="929963" y="90324"/>
                  </a:cubicBezTo>
                  <a:cubicBezTo>
                    <a:pt x="929963" y="88700"/>
                    <a:pt x="931586" y="87076"/>
                    <a:pt x="932397" y="86265"/>
                  </a:cubicBezTo>
                  <a:cubicBezTo>
                    <a:pt x="933208" y="85453"/>
                    <a:pt x="935642" y="83017"/>
                    <a:pt x="937265" y="79770"/>
                  </a:cubicBezTo>
                  <a:cubicBezTo>
                    <a:pt x="938888" y="76522"/>
                    <a:pt x="941322" y="73275"/>
                    <a:pt x="942944" y="71651"/>
                  </a:cubicBezTo>
                  <a:cubicBezTo>
                    <a:pt x="945378" y="69215"/>
                    <a:pt x="946189" y="67591"/>
                    <a:pt x="945378" y="67591"/>
                  </a:cubicBezTo>
                  <a:cubicBezTo>
                    <a:pt x="944567" y="67591"/>
                    <a:pt x="951869" y="53789"/>
                    <a:pt x="957548" y="46482"/>
                  </a:cubicBezTo>
                  <a:cubicBezTo>
                    <a:pt x="961605" y="40799"/>
                    <a:pt x="964849" y="35928"/>
                    <a:pt x="967284" y="29433"/>
                  </a:cubicBezTo>
                  <a:cubicBezTo>
                    <a:pt x="968906" y="25373"/>
                    <a:pt x="969718" y="22126"/>
                    <a:pt x="969718" y="22126"/>
                  </a:cubicBezTo>
                  <a:cubicBezTo>
                    <a:pt x="969718" y="21314"/>
                    <a:pt x="968906" y="18067"/>
                    <a:pt x="968906" y="14819"/>
                  </a:cubicBezTo>
                  <a:cubicBezTo>
                    <a:pt x="968906" y="5076"/>
                    <a:pt x="964038" y="1017"/>
                    <a:pt x="954302" y="205"/>
                  </a:cubicBezTo>
                  <a:cubicBezTo>
                    <a:pt x="943755" y="-1418"/>
                    <a:pt x="933208" y="6700"/>
                    <a:pt x="927529" y="20502"/>
                  </a:cubicBezTo>
                  <a:cubicBezTo>
                    <a:pt x="925095" y="25373"/>
                    <a:pt x="921850" y="31057"/>
                    <a:pt x="920227" y="32681"/>
                  </a:cubicBezTo>
                  <a:cubicBezTo>
                    <a:pt x="918605" y="34304"/>
                    <a:pt x="916171" y="37552"/>
                    <a:pt x="916171" y="39987"/>
                  </a:cubicBezTo>
                  <a:cubicBezTo>
                    <a:pt x="916171" y="41611"/>
                    <a:pt x="913737" y="44859"/>
                    <a:pt x="912114" y="46482"/>
                  </a:cubicBezTo>
                  <a:cubicBezTo>
                    <a:pt x="910492" y="48106"/>
                    <a:pt x="909680" y="50542"/>
                    <a:pt x="909680" y="51354"/>
                  </a:cubicBezTo>
                  <a:cubicBezTo>
                    <a:pt x="909680" y="52978"/>
                    <a:pt x="902379" y="64344"/>
                    <a:pt x="901567" y="65156"/>
                  </a:cubicBezTo>
                  <a:cubicBezTo>
                    <a:pt x="900756" y="65156"/>
                    <a:pt x="900756" y="66779"/>
                    <a:pt x="899944" y="67591"/>
                  </a:cubicBezTo>
                  <a:cubicBezTo>
                    <a:pt x="899944" y="68403"/>
                    <a:pt x="898322" y="71651"/>
                    <a:pt x="897510" y="74086"/>
                  </a:cubicBezTo>
                  <a:cubicBezTo>
                    <a:pt x="894265" y="79770"/>
                    <a:pt x="890209" y="85453"/>
                    <a:pt x="887775" y="90324"/>
                  </a:cubicBezTo>
                  <a:cubicBezTo>
                    <a:pt x="886963" y="92760"/>
                    <a:pt x="885341" y="95195"/>
                    <a:pt x="886152" y="96007"/>
                  </a:cubicBezTo>
                  <a:cubicBezTo>
                    <a:pt x="886963" y="96819"/>
                    <a:pt x="886152" y="98443"/>
                    <a:pt x="886152" y="97631"/>
                  </a:cubicBezTo>
                  <a:cubicBezTo>
                    <a:pt x="885341" y="96819"/>
                    <a:pt x="878039" y="104938"/>
                    <a:pt x="878039" y="107373"/>
                  </a:cubicBezTo>
                  <a:cubicBezTo>
                    <a:pt x="878039" y="107373"/>
                    <a:pt x="876416" y="109809"/>
                    <a:pt x="874794" y="112245"/>
                  </a:cubicBezTo>
                  <a:cubicBezTo>
                    <a:pt x="873171" y="114680"/>
                    <a:pt x="872360" y="117116"/>
                    <a:pt x="871548" y="117928"/>
                  </a:cubicBezTo>
                  <a:cubicBezTo>
                    <a:pt x="871548" y="118740"/>
                    <a:pt x="869926" y="121987"/>
                    <a:pt x="867492" y="125235"/>
                  </a:cubicBezTo>
                  <a:cubicBezTo>
                    <a:pt x="865058" y="128482"/>
                    <a:pt x="863435" y="132542"/>
                    <a:pt x="862624" y="134166"/>
                  </a:cubicBezTo>
                  <a:cubicBezTo>
                    <a:pt x="861813" y="135789"/>
                    <a:pt x="861001" y="137413"/>
                    <a:pt x="860190" y="137413"/>
                  </a:cubicBezTo>
                  <a:cubicBezTo>
                    <a:pt x="859378" y="137413"/>
                    <a:pt x="858567" y="139037"/>
                    <a:pt x="858567" y="140661"/>
                  </a:cubicBezTo>
                  <a:cubicBezTo>
                    <a:pt x="858567" y="143096"/>
                    <a:pt x="856945" y="144720"/>
                    <a:pt x="855322" y="146344"/>
                  </a:cubicBezTo>
                  <a:cubicBezTo>
                    <a:pt x="854511" y="147156"/>
                    <a:pt x="852077" y="150403"/>
                    <a:pt x="850454" y="153651"/>
                  </a:cubicBezTo>
                  <a:cubicBezTo>
                    <a:pt x="848831" y="156898"/>
                    <a:pt x="847209" y="159334"/>
                    <a:pt x="846398" y="158522"/>
                  </a:cubicBezTo>
                  <a:cubicBezTo>
                    <a:pt x="846398" y="158522"/>
                    <a:pt x="845586" y="158522"/>
                    <a:pt x="846398" y="160146"/>
                  </a:cubicBezTo>
                  <a:cubicBezTo>
                    <a:pt x="847209" y="161770"/>
                    <a:pt x="846398" y="163393"/>
                    <a:pt x="843964" y="164205"/>
                  </a:cubicBezTo>
                  <a:cubicBezTo>
                    <a:pt x="842341" y="165017"/>
                    <a:pt x="841530" y="166641"/>
                    <a:pt x="841530" y="167453"/>
                  </a:cubicBezTo>
                  <a:cubicBezTo>
                    <a:pt x="841530" y="168264"/>
                    <a:pt x="840718" y="169076"/>
                    <a:pt x="839907" y="169076"/>
                  </a:cubicBezTo>
                  <a:cubicBezTo>
                    <a:pt x="839096" y="169076"/>
                    <a:pt x="839096" y="169888"/>
                    <a:pt x="839096" y="169888"/>
                  </a:cubicBezTo>
                  <a:cubicBezTo>
                    <a:pt x="839907" y="170700"/>
                    <a:pt x="837473" y="173948"/>
                    <a:pt x="832605" y="181255"/>
                  </a:cubicBezTo>
                  <a:cubicBezTo>
                    <a:pt x="830983" y="183690"/>
                    <a:pt x="830171" y="184502"/>
                    <a:pt x="830171" y="187750"/>
                  </a:cubicBezTo>
                  <a:cubicBezTo>
                    <a:pt x="830171" y="189373"/>
                    <a:pt x="823681" y="198304"/>
                    <a:pt x="822870" y="198304"/>
                  </a:cubicBezTo>
                  <a:cubicBezTo>
                    <a:pt x="822058" y="198304"/>
                    <a:pt x="822058" y="199928"/>
                    <a:pt x="822058" y="200740"/>
                  </a:cubicBezTo>
                  <a:cubicBezTo>
                    <a:pt x="822058" y="202364"/>
                    <a:pt x="820435" y="204799"/>
                    <a:pt x="818813" y="207235"/>
                  </a:cubicBezTo>
                  <a:cubicBezTo>
                    <a:pt x="817190" y="208858"/>
                    <a:pt x="816379" y="211294"/>
                    <a:pt x="815568" y="212106"/>
                  </a:cubicBezTo>
                  <a:cubicBezTo>
                    <a:pt x="815568" y="213730"/>
                    <a:pt x="815568" y="213730"/>
                    <a:pt x="814756" y="213730"/>
                  </a:cubicBezTo>
                  <a:cubicBezTo>
                    <a:pt x="813945" y="213730"/>
                    <a:pt x="813945" y="215354"/>
                    <a:pt x="813134" y="216165"/>
                  </a:cubicBezTo>
                  <a:cubicBezTo>
                    <a:pt x="812322" y="217789"/>
                    <a:pt x="811511" y="218601"/>
                    <a:pt x="811511" y="217789"/>
                  </a:cubicBezTo>
                  <a:cubicBezTo>
                    <a:pt x="810700" y="217789"/>
                    <a:pt x="810700" y="217789"/>
                    <a:pt x="811511" y="219413"/>
                  </a:cubicBezTo>
                  <a:cubicBezTo>
                    <a:pt x="811511" y="221037"/>
                    <a:pt x="810700" y="222661"/>
                    <a:pt x="809888" y="223472"/>
                  </a:cubicBezTo>
                  <a:cubicBezTo>
                    <a:pt x="805832" y="226720"/>
                    <a:pt x="794474" y="249452"/>
                    <a:pt x="792039" y="254324"/>
                  </a:cubicBezTo>
                  <a:cubicBezTo>
                    <a:pt x="789606" y="260007"/>
                    <a:pt x="787172" y="264878"/>
                    <a:pt x="787172" y="264878"/>
                  </a:cubicBezTo>
                  <a:cubicBezTo>
                    <a:pt x="786360" y="265690"/>
                    <a:pt x="784738" y="268938"/>
                    <a:pt x="782304" y="272185"/>
                  </a:cubicBezTo>
                  <a:cubicBezTo>
                    <a:pt x="756342" y="286799"/>
                    <a:pt x="715776" y="303037"/>
                    <a:pt x="692248" y="303037"/>
                  </a:cubicBezTo>
                  <a:cubicBezTo>
                    <a:pt x="686568" y="303037"/>
                    <a:pt x="681701" y="302225"/>
                    <a:pt x="680078" y="300601"/>
                  </a:cubicBezTo>
                  <a:cubicBezTo>
                    <a:pt x="678455" y="298977"/>
                    <a:pt x="678455" y="292482"/>
                    <a:pt x="680889" y="278680"/>
                  </a:cubicBezTo>
                  <a:cubicBezTo>
                    <a:pt x="682512" y="268938"/>
                    <a:pt x="681701" y="266502"/>
                    <a:pt x="680078" y="259195"/>
                  </a:cubicBezTo>
                  <a:cubicBezTo>
                    <a:pt x="677644" y="248641"/>
                    <a:pt x="671153" y="240522"/>
                    <a:pt x="663852" y="238898"/>
                  </a:cubicBezTo>
                  <a:cubicBezTo>
                    <a:pt x="661418" y="238086"/>
                    <a:pt x="658172" y="237274"/>
                    <a:pt x="657361" y="235651"/>
                  </a:cubicBezTo>
                  <a:cubicBezTo>
                    <a:pt x="656550" y="234027"/>
                    <a:pt x="653305" y="233215"/>
                    <a:pt x="646814" y="233215"/>
                  </a:cubicBezTo>
                  <a:cubicBezTo>
                    <a:pt x="622475" y="233215"/>
                    <a:pt x="586777" y="262443"/>
                    <a:pt x="568928" y="276245"/>
                  </a:cubicBezTo>
                  <a:cubicBezTo>
                    <a:pt x="564871" y="279492"/>
                    <a:pt x="564871" y="279492"/>
                    <a:pt x="567305" y="272997"/>
                  </a:cubicBezTo>
                  <a:cubicBezTo>
                    <a:pt x="570550" y="265690"/>
                    <a:pt x="574607" y="258383"/>
                    <a:pt x="577852" y="255948"/>
                  </a:cubicBezTo>
                  <a:cubicBezTo>
                    <a:pt x="580286" y="254324"/>
                    <a:pt x="582720" y="251076"/>
                    <a:pt x="583532" y="247829"/>
                  </a:cubicBezTo>
                  <a:cubicBezTo>
                    <a:pt x="584343" y="244581"/>
                    <a:pt x="587588" y="240522"/>
                    <a:pt x="588399" y="238898"/>
                  </a:cubicBezTo>
                  <a:cubicBezTo>
                    <a:pt x="593267" y="231591"/>
                    <a:pt x="597324" y="227532"/>
                    <a:pt x="597324" y="217789"/>
                  </a:cubicBezTo>
                  <a:cubicBezTo>
                    <a:pt x="597324" y="208047"/>
                    <a:pt x="585154" y="200740"/>
                    <a:pt x="576230" y="200740"/>
                  </a:cubicBezTo>
                  <a:cubicBezTo>
                    <a:pt x="574607" y="200740"/>
                    <a:pt x="572984" y="200740"/>
                    <a:pt x="572173" y="202364"/>
                  </a:cubicBezTo>
                  <a:cubicBezTo>
                    <a:pt x="571362" y="203987"/>
                    <a:pt x="569739" y="203987"/>
                    <a:pt x="568117" y="203987"/>
                  </a:cubicBezTo>
                  <a:cubicBezTo>
                    <a:pt x="564871" y="203987"/>
                    <a:pt x="561626" y="208858"/>
                    <a:pt x="551890" y="225096"/>
                  </a:cubicBezTo>
                  <a:cubicBezTo>
                    <a:pt x="547834" y="232403"/>
                    <a:pt x="543777" y="238898"/>
                    <a:pt x="542154" y="240522"/>
                  </a:cubicBezTo>
                  <a:cubicBezTo>
                    <a:pt x="540532" y="242146"/>
                    <a:pt x="539721" y="243769"/>
                    <a:pt x="539721" y="245393"/>
                  </a:cubicBezTo>
                  <a:cubicBezTo>
                    <a:pt x="539721" y="246205"/>
                    <a:pt x="538098" y="248641"/>
                    <a:pt x="536475" y="251076"/>
                  </a:cubicBezTo>
                  <a:cubicBezTo>
                    <a:pt x="533230" y="253512"/>
                    <a:pt x="530796" y="255136"/>
                    <a:pt x="529173" y="255948"/>
                  </a:cubicBezTo>
                  <a:cubicBezTo>
                    <a:pt x="525928" y="258383"/>
                    <a:pt x="521872" y="261631"/>
                    <a:pt x="519438" y="263255"/>
                  </a:cubicBezTo>
                  <a:cubicBezTo>
                    <a:pt x="517004" y="264878"/>
                    <a:pt x="505645" y="271373"/>
                    <a:pt x="495098" y="278680"/>
                  </a:cubicBezTo>
                  <a:cubicBezTo>
                    <a:pt x="465891" y="298165"/>
                    <a:pt x="432627" y="321710"/>
                    <a:pt x="396118" y="321710"/>
                  </a:cubicBezTo>
                  <a:cubicBezTo>
                    <a:pt x="384759" y="321710"/>
                    <a:pt x="375835" y="320086"/>
                    <a:pt x="373401" y="316027"/>
                  </a:cubicBezTo>
                  <a:cubicBezTo>
                    <a:pt x="371778" y="312779"/>
                    <a:pt x="372590" y="285175"/>
                    <a:pt x="375023" y="278680"/>
                  </a:cubicBezTo>
                  <a:cubicBezTo>
                    <a:pt x="377458" y="272185"/>
                    <a:pt x="383137" y="261631"/>
                    <a:pt x="387193" y="257571"/>
                  </a:cubicBezTo>
                  <a:cubicBezTo>
                    <a:pt x="399363" y="244581"/>
                    <a:pt x="401797" y="238898"/>
                    <a:pt x="400174" y="228344"/>
                  </a:cubicBezTo>
                  <a:cubicBezTo>
                    <a:pt x="399363" y="224284"/>
                    <a:pt x="398552" y="221849"/>
                    <a:pt x="395306" y="219413"/>
                  </a:cubicBezTo>
                  <a:cubicBezTo>
                    <a:pt x="388005" y="213730"/>
                    <a:pt x="384759" y="212106"/>
                    <a:pt x="378269" y="212918"/>
                  </a:cubicBezTo>
                  <a:cubicBezTo>
                    <a:pt x="371778" y="213730"/>
                    <a:pt x="371778" y="212918"/>
                    <a:pt x="366099" y="208047"/>
                  </a:cubicBezTo>
                  <a:cubicBezTo>
                    <a:pt x="362854" y="204799"/>
                    <a:pt x="359608" y="202364"/>
                    <a:pt x="357986" y="202364"/>
                  </a:cubicBezTo>
                  <a:cubicBezTo>
                    <a:pt x="357175" y="202364"/>
                    <a:pt x="353118" y="200740"/>
                    <a:pt x="349873" y="199116"/>
                  </a:cubicBezTo>
                  <a:cubicBezTo>
                    <a:pt x="345005" y="196680"/>
                    <a:pt x="334458" y="195057"/>
                    <a:pt x="325533" y="195057"/>
                  </a:cubicBezTo>
                  <a:cubicBezTo>
                    <a:pt x="319043" y="195057"/>
                    <a:pt x="313363" y="195868"/>
                    <a:pt x="310930" y="197492"/>
                  </a:cubicBezTo>
                  <a:cubicBezTo>
                    <a:pt x="302816" y="203175"/>
                    <a:pt x="289835" y="214542"/>
                    <a:pt x="281722" y="225908"/>
                  </a:cubicBezTo>
                  <a:cubicBezTo>
                    <a:pt x="278477" y="229967"/>
                    <a:pt x="274420" y="234839"/>
                    <a:pt x="272798" y="236462"/>
                  </a:cubicBezTo>
                  <a:cubicBezTo>
                    <a:pt x="264684" y="244581"/>
                    <a:pt x="254949" y="258383"/>
                    <a:pt x="247647" y="270561"/>
                  </a:cubicBezTo>
                  <a:cubicBezTo>
                    <a:pt x="244402" y="272997"/>
                    <a:pt x="241156" y="274621"/>
                    <a:pt x="239534" y="276245"/>
                  </a:cubicBezTo>
                  <a:cubicBezTo>
                    <a:pt x="229798" y="282740"/>
                    <a:pt x="217628" y="291670"/>
                    <a:pt x="211138" y="295730"/>
                  </a:cubicBezTo>
                  <a:cubicBezTo>
                    <a:pt x="206270" y="299789"/>
                    <a:pt x="187610" y="309532"/>
                    <a:pt x="185176" y="309532"/>
                  </a:cubicBezTo>
                  <a:cubicBezTo>
                    <a:pt x="184364" y="309532"/>
                    <a:pt x="182742" y="310344"/>
                    <a:pt x="182742" y="311155"/>
                  </a:cubicBezTo>
                  <a:cubicBezTo>
                    <a:pt x="182742" y="312779"/>
                    <a:pt x="166516" y="318462"/>
                    <a:pt x="158402" y="318462"/>
                  </a:cubicBezTo>
                  <a:cubicBezTo>
                    <a:pt x="154346" y="318462"/>
                    <a:pt x="150289" y="318462"/>
                    <a:pt x="148667" y="317650"/>
                  </a:cubicBezTo>
                  <a:cubicBezTo>
                    <a:pt x="146233" y="316027"/>
                    <a:pt x="146233" y="315215"/>
                    <a:pt x="146233" y="306284"/>
                  </a:cubicBezTo>
                  <a:cubicBezTo>
                    <a:pt x="146233" y="301413"/>
                    <a:pt x="147855" y="295730"/>
                    <a:pt x="148667" y="294106"/>
                  </a:cubicBezTo>
                  <a:cubicBezTo>
                    <a:pt x="149478" y="292482"/>
                    <a:pt x="151100" y="289235"/>
                    <a:pt x="151100" y="287611"/>
                  </a:cubicBezTo>
                  <a:cubicBezTo>
                    <a:pt x="151100" y="285987"/>
                    <a:pt x="153534" y="281116"/>
                    <a:pt x="155157" y="277056"/>
                  </a:cubicBezTo>
                  <a:cubicBezTo>
                    <a:pt x="156780" y="272185"/>
                    <a:pt x="158402" y="264878"/>
                    <a:pt x="159214" y="259195"/>
                  </a:cubicBezTo>
                  <a:cubicBezTo>
                    <a:pt x="160025" y="250264"/>
                    <a:pt x="160025" y="249452"/>
                    <a:pt x="156780" y="244581"/>
                  </a:cubicBezTo>
                  <a:cubicBezTo>
                    <a:pt x="154346" y="242146"/>
                    <a:pt x="151912" y="239710"/>
                    <a:pt x="150289" y="238898"/>
                  </a:cubicBezTo>
                  <a:cubicBezTo>
                    <a:pt x="148667" y="238086"/>
                    <a:pt x="147044" y="237274"/>
                    <a:pt x="145421" y="235651"/>
                  </a:cubicBezTo>
                  <a:cubicBezTo>
                    <a:pt x="141365" y="231591"/>
                    <a:pt x="132440" y="230779"/>
                    <a:pt x="125950" y="233215"/>
                  </a:cubicBezTo>
                  <a:cubicBezTo>
                    <a:pt x="112157" y="238086"/>
                    <a:pt x="90252" y="252700"/>
                    <a:pt x="69969" y="270561"/>
                  </a:cubicBezTo>
                  <a:cubicBezTo>
                    <a:pt x="56988" y="281928"/>
                    <a:pt x="56177" y="281928"/>
                    <a:pt x="56177" y="280304"/>
                  </a:cubicBezTo>
                  <a:cubicBezTo>
                    <a:pt x="56177" y="279492"/>
                    <a:pt x="58610" y="274621"/>
                    <a:pt x="61856" y="270561"/>
                  </a:cubicBezTo>
                  <a:cubicBezTo>
                    <a:pt x="65101" y="266502"/>
                    <a:pt x="66724" y="262443"/>
                    <a:pt x="66724" y="261631"/>
                  </a:cubicBezTo>
                  <a:cubicBezTo>
                    <a:pt x="66724" y="261631"/>
                    <a:pt x="66724" y="260007"/>
                    <a:pt x="67535" y="260007"/>
                  </a:cubicBezTo>
                  <a:cubicBezTo>
                    <a:pt x="69158" y="258383"/>
                    <a:pt x="82139" y="240522"/>
                    <a:pt x="82139" y="238898"/>
                  </a:cubicBezTo>
                  <a:cubicBezTo>
                    <a:pt x="82139" y="238086"/>
                    <a:pt x="83761" y="236462"/>
                    <a:pt x="85384" y="234027"/>
                  </a:cubicBezTo>
                  <a:cubicBezTo>
                    <a:pt x="88629" y="230779"/>
                    <a:pt x="95120" y="221037"/>
                    <a:pt x="93497" y="221037"/>
                  </a:cubicBezTo>
                  <a:cubicBezTo>
                    <a:pt x="93497" y="221037"/>
                    <a:pt x="94308" y="218601"/>
                    <a:pt x="97554" y="216165"/>
                  </a:cubicBezTo>
                  <a:cubicBezTo>
                    <a:pt x="100799" y="213730"/>
                    <a:pt x="102421" y="211294"/>
                    <a:pt x="102421" y="209670"/>
                  </a:cubicBezTo>
                  <a:cubicBezTo>
                    <a:pt x="102421" y="208858"/>
                    <a:pt x="104856" y="203987"/>
                    <a:pt x="108912" y="199928"/>
                  </a:cubicBezTo>
                  <a:cubicBezTo>
                    <a:pt x="112157" y="195868"/>
                    <a:pt x="115403" y="192621"/>
                    <a:pt x="115403" y="190997"/>
                  </a:cubicBezTo>
                  <a:cubicBezTo>
                    <a:pt x="115403" y="190185"/>
                    <a:pt x="117025" y="189373"/>
                    <a:pt x="117025" y="188561"/>
                  </a:cubicBezTo>
                  <a:cubicBezTo>
                    <a:pt x="117837" y="187750"/>
                    <a:pt x="119459" y="185314"/>
                    <a:pt x="121082" y="183690"/>
                  </a:cubicBezTo>
                  <a:cubicBezTo>
                    <a:pt x="122704" y="181255"/>
                    <a:pt x="125138" y="178007"/>
                    <a:pt x="126761" y="176383"/>
                  </a:cubicBezTo>
                  <a:cubicBezTo>
                    <a:pt x="128384" y="174760"/>
                    <a:pt x="129195" y="172324"/>
                    <a:pt x="129195" y="171512"/>
                  </a:cubicBezTo>
                  <a:cubicBezTo>
                    <a:pt x="129195" y="169888"/>
                    <a:pt x="131629" y="167453"/>
                    <a:pt x="134063" y="164205"/>
                  </a:cubicBezTo>
                  <a:cubicBezTo>
                    <a:pt x="136497" y="160958"/>
                    <a:pt x="140553" y="156086"/>
                    <a:pt x="142987" y="152027"/>
                  </a:cubicBezTo>
                  <a:cubicBezTo>
                    <a:pt x="147855" y="141473"/>
                    <a:pt x="164893" y="121176"/>
                    <a:pt x="172195" y="112245"/>
                  </a:cubicBezTo>
                  <a:cubicBezTo>
                    <a:pt x="173817" y="109809"/>
                    <a:pt x="176251" y="106562"/>
                    <a:pt x="177874" y="104938"/>
                  </a:cubicBezTo>
                  <a:cubicBezTo>
                    <a:pt x="178685" y="102502"/>
                    <a:pt x="182742" y="98443"/>
                    <a:pt x="185176" y="94383"/>
                  </a:cubicBezTo>
                  <a:cubicBezTo>
                    <a:pt x="187610" y="90324"/>
                    <a:pt x="191666" y="86265"/>
                    <a:pt x="193289" y="83829"/>
                  </a:cubicBezTo>
                  <a:cubicBezTo>
                    <a:pt x="194912" y="81393"/>
                    <a:pt x="197345" y="78958"/>
                    <a:pt x="198968" y="76522"/>
                  </a:cubicBezTo>
                  <a:cubicBezTo>
                    <a:pt x="202213" y="72463"/>
                    <a:pt x="205459" y="64344"/>
                    <a:pt x="205459" y="60284"/>
                  </a:cubicBezTo>
                  <a:cubicBezTo>
                    <a:pt x="205459" y="48918"/>
                    <a:pt x="186798" y="40799"/>
                    <a:pt x="177063" y="40799"/>
                  </a:cubicBezTo>
                  <a:cubicBezTo>
                    <a:pt x="172195" y="40799"/>
                    <a:pt x="168138" y="43235"/>
                    <a:pt x="165704" y="48106"/>
                  </a:cubicBezTo>
                  <a:cubicBezTo>
                    <a:pt x="164081" y="50542"/>
                    <a:pt x="162459" y="52978"/>
                    <a:pt x="161648" y="52978"/>
                  </a:cubicBezTo>
                  <a:cubicBezTo>
                    <a:pt x="160836" y="52978"/>
                    <a:pt x="156780" y="58661"/>
                    <a:pt x="152723" y="65156"/>
                  </a:cubicBezTo>
                  <a:cubicBezTo>
                    <a:pt x="142987" y="81393"/>
                    <a:pt x="135685" y="89512"/>
                    <a:pt x="134063" y="91136"/>
                  </a:cubicBezTo>
                  <a:cubicBezTo>
                    <a:pt x="133252" y="91948"/>
                    <a:pt x="132440" y="92760"/>
                    <a:pt x="132440" y="93572"/>
                  </a:cubicBezTo>
                  <a:cubicBezTo>
                    <a:pt x="132440" y="97631"/>
                    <a:pt x="130817" y="100067"/>
                    <a:pt x="129195" y="100067"/>
                  </a:cubicBezTo>
                  <a:cubicBezTo>
                    <a:pt x="128384" y="100067"/>
                    <a:pt x="127572" y="100067"/>
                    <a:pt x="127572" y="100879"/>
                  </a:cubicBezTo>
                  <a:cubicBezTo>
                    <a:pt x="127572" y="103314"/>
                    <a:pt x="125138" y="108997"/>
                    <a:pt x="122704" y="111433"/>
                  </a:cubicBezTo>
                  <a:cubicBezTo>
                    <a:pt x="121082" y="113057"/>
                    <a:pt x="120270" y="114680"/>
                    <a:pt x="120270" y="115492"/>
                  </a:cubicBezTo>
                  <a:cubicBezTo>
                    <a:pt x="120270" y="116304"/>
                    <a:pt x="119459" y="117116"/>
                    <a:pt x="118648" y="117116"/>
                  </a:cubicBezTo>
                  <a:cubicBezTo>
                    <a:pt x="117837" y="117116"/>
                    <a:pt x="117025" y="117928"/>
                    <a:pt x="117025" y="119552"/>
                  </a:cubicBezTo>
                  <a:cubicBezTo>
                    <a:pt x="117025" y="120364"/>
                    <a:pt x="116214" y="121987"/>
                    <a:pt x="114591" y="122799"/>
                  </a:cubicBezTo>
                  <a:cubicBezTo>
                    <a:pt x="112969" y="124423"/>
                    <a:pt x="112157" y="125235"/>
                    <a:pt x="112157" y="125235"/>
                  </a:cubicBezTo>
                  <a:cubicBezTo>
                    <a:pt x="112969" y="126047"/>
                    <a:pt x="111346" y="126859"/>
                    <a:pt x="109723" y="127670"/>
                  </a:cubicBezTo>
                  <a:cubicBezTo>
                    <a:pt x="108101" y="129294"/>
                    <a:pt x="107289" y="130106"/>
                    <a:pt x="107289" y="131730"/>
                  </a:cubicBezTo>
                  <a:cubicBezTo>
                    <a:pt x="107289" y="132542"/>
                    <a:pt x="107289" y="134166"/>
                    <a:pt x="105667" y="134977"/>
                  </a:cubicBezTo>
                  <a:cubicBezTo>
                    <a:pt x="104856" y="135789"/>
                    <a:pt x="103233" y="137413"/>
                    <a:pt x="103233" y="138225"/>
                  </a:cubicBezTo>
                  <a:cubicBezTo>
                    <a:pt x="103233" y="139037"/>
                    <a:pt x="100799" y="143096"/>
                    <a:pt x="97554" y="146344"/>
                  </a:cubicBezTo>
                  <a:cubicBezTo>
                    <a:pt x="93497" y="150403"/>
                    <a:pt x="91874" y="152839"/>
                    <a:pt x="91874" y="153651"/>
                  </a:cubicBezTo>
                  <a:cubicBezTo>
                    <a:pt x="92686" y="155274"/>
                    <a:pt x="88629" y="160146"/>
                    <a:pt x="86195" y="160958"/>
                  </a:cubicBezTo>
                  <a:cubicBezTo>
                    <a:pt x="84573" y="160958"/>
                    <a:pt x="83761" y="162581"/>
                    <a:pt x="83761" y="164205"/>
                  </a:cubicBezTo>
                  <a:cubicBezTo>
                    <a:pt x="83761" y="165829"/>
                    <a:pt x="83761" y="166641"/>
                    <a:pt x="82139" y="166641"/>
                  </a:cubicBezTo>
                  <a:cubicBezTo>
                    <a:pt x="81327" y="166641"/>
                    <a:pt x="80516" y="166641"/>
                    <a:pt x="81327" y="168264"/>
                  </a:cubicBezTo>
                  <a:cubicBezTo>
                    <a:pt x="82139" y="170700"/>
                    <a:pt x="74837" y="182067"/>
                    <a:pt x="72403" y="181255"/>
                  </a:cubicBezTo>
                  <a:cubicBezTo>
                    <a:pt x="72403" y="181255"/>
                    <a:pt x="71592" y="182067"/>
                    <a:pt x="71592" y="183690"/>
                  </a:cubicBezTo>
                  <a:cubicBezTo>
                    <a:pt x="71592" y="185314"/>
                    <a:pt x="68346" y="190185"/>
                    <a:pt x="65101" y="195057"/>
                  </a:cubicBezTo>
                  <a:cubicBezTo>
                    <a:pt x="61856" y="199928"/>
                    <a:pt x="58610" y="204799"/>
                    <a:pt x="58610" y="204799"/>
                  </a:cubicBezTo>
                  <a:cubicBezTo>
                    <a:pt x="58610" y="204799"/>
                    <a:pt x="56988" y="207235"/>
                    <a:pt x="54554" y="208858"/>
                  </a:cubicBezTo>
                  <a:cubicBezTo>
                    <a:pt x="52120" y="211294"/>
                    <a:pt x="51309" y="212918"/>
                    <a:pt x="51309" y="213730"/>
                  </a:cubicBezTo>
                  <a:cubicBezTo>
                    <a:pt x="51309" y="214542"/>
                    <a:pt x="51309" y="214542"/>
                    <a:pt x="49686" y="215354"/>
                  </a:cubicBezTo>
                  <a:cubicBezTo>
                    <a:pt x="48063" y="216165"/>
                    <a:pt x="48063" y="216977"/>
                    <a:pt x="48063" y="217789"/>
                  </a:cubicBezTo>
                  <a:cubicBezTo>
                    <a:pt x="48875" y="218601"/>
                    <a:pt x="47252" y="221037"/>
                    <a:pt x="44818" y="223472"/>
                  </a:cubicBezTo>
                  <a:cubicBezTo>
                    <a:pt x="42384" y="225908"/>
                    <a:pt x="40762" y="228344"/>
                    <a:pt x="40762" y="229967"/>
                  </a:cubicBezTo>
                  <a:cubicBezTo>
                    <a:pt x="40762" y="230779"/>
                    <a:pt x="39950" y="232403"/>
                    <a:pt x="39139" y="232403"/>
                  </a:cubicBezTo>
                  <a:cubicBezTo>
                    <a:pt x="38328" y="232403"/>
                    <a:pt x="37516" y="233215"/>
                    <a:pt x="38328" y="233215"/>
                  </a:cubicBezTo>
                  <a:cubicBezTo>
                    <a:pt x="39139" y="233215"/>
                    <a:pt x="38328" y="235651"/>
                    <a:pt x="36705" y="238086"/>
                  </a:cubicBezTo>
                  <a:cubicBezTo>
                    <a:pt x="35082" y="239710"/>
                    <a:pt x="35082" y="242146"/>
                    <a:pt x="35082" y="242958"/>
                  </a:cubicBezTo>
                  <a:cubicBezTo>
                    <a:pt x="35082" y="243769"/>
                    <a:pt x="35082" y="243769"/>
                    <a:pt x="34271" y="243769"/>
                  </a:cubicBezTo>
                  <a:cubicBezTo>
                    <a:pt x="33460" y="243769"/>
                    <a:pt x="31837" y="243769"/>
                    <a:pt x="31026" y="243769"/>
                  </a:cubicBezTo>
                  <a:cubicBezTo>
                    <a:pt x="29403" y="243769"/>
                    <a:pt x="29403" y="244581"/>
                    <a:pt x="31026" y="245393"/>
                  </a:cubicBezTo>
                  <a:cubicBezTo>
                    <a:pt x="33460" y="246205"/>
                    <a:pt x="33460" y="247017"/>
                    <a:pt x="29403" y="251076"/>
                  </a:cubicBezTo>
                  <a:cubicBezTo>
                    <a:pt x="26969" y="253512"/>
                    <a:pt x="25346" y="255948"/>
                    <a:pt x="26158" y="257571"/>
                  </a:cubicBezTo>
                  <a:cubicBezTo>
                    <a:pt x="26158" y="259195"/>
                    <a:pt x="26158" y="259195"/>
                    <a:pt x="26158" y="259195"/>
                  </a:cubicBezTo>
                  <a:cubicBezTo>
                    <a:pt x="23724" y="258383"/>
                    <a:pt x="13177" y="272997"/>
                    <a:pt x="13988" y="276245"/>
                  </a:cubicBezTo>
                  <a:cubicBezTo>
                    <a:pt x="13988" y="277868"/>
                    <a:pt x="13177" y="278680"/>
                    <a:pt x="12366" y="280304"/>
                  </a:cubicBezTo>
                  <a:cubicBezTo>
                    <a:pt x="9932" y="283552"/>
                    <a:pt x="5875" y="291670"/>
                    <a:pt x="6686" y="293294"/>
                  </a:cubicBezTo>
                  <a:cubicBezTo>
                    <a:pt x="7498" y="294106"/>
                    <a:pt x="6686" y="295730"/>
                    <a:pt x="5875" y="295730"/>
                  </a:cubicBezTo>
                  <a:cubicBezTo>
                    <a:pt x="3441" y="295730"/>
                    <a:pt x="1007" y="307096"/>
                    <a:pt x="196" y="316839"/>
                  </a:cubicBezTo>
                  <a:cubicBezTo>
                    <a:pt x="-615" y="333076"/>
                    <a:pt x="1007" y="338759"/>
                    <a:pt x="6686" y="344443"/>
                  </a:cubicBezTo>
                  <a:cubicBezTo>
                    <a:pt x="10743" y="348502"/>
                    <a:pt x="11554" y="349314"/>
                    <a:pt x="15611" y="348502"/>
                  </a:cubicBezTo>
                  <a:cubicBezTo>
                    <a:pt x="18045" y="347690"/>
                    <a:pt x="20479" y="347690"/>
                    <a:pt x="22101" y="347690"/>
                  </a:cubicBezTo>
                  <a:cubicBezTo>
                    <a:pt x="22913" y="347690"/>
                    <a:pt x="23724" y="346066"/>
                    <a:pt x="24535" y="344443"/>
                  </a:cubicBezTo>
                  <a:cubicBezTo>
                    <a:pt x="25346" y="342819"/>
                    <a:pt x="26158" y="341195"/>
                    <a:pt x="26969" y="341195"/>
                  </a:cubicBezTo>
                  <a:cubicBezTo>
                    <a:pt x="28592" y="341195"/>
                    <a:pt x="40762" y="331452"/>
                    <a:pt x="48063" y="323334"/>
                  </a:cubicBezTo>
                  <a:cubicBezTo>
                    <a:pt x="56988" y="313591"/>
                    <a:pt x="62667" y="307908"/>
                    <a:pt x="64290" y="307908"/>
                  </a:cubicBezTo>
                  <a:cubicBezTo>
                    <a:pt x="65912" y="307908"/>
                    <a:pt x="71592" y="303037"/>
                    <a:pt x="71592" y="300601"/>
                  </a:cubicBezTo>
                  <a:cubicBezTo>
                    <a:pt x="71592" y="299789"/>
                    <a:pt x="72403" y="298165"/>
                    <a:pt x="72403" y="297353"/>
                  </a:cubicBezTo>
                  <a:cubicBezTo>
                    <a:pt x="72403" y="295730"/>
                    <a:pt x="73214" y="295730"/>
                    <a:pt x="74025" y="297353"/>
                  </a:cubicBezTo>
                  <a:cubicBezTo>
                    <a:pt x="74837" y="298977"/>
                    <a:pt x="74837" y="298165"/>
                    <a:pt x="75648" y="295730"/>
                  </a:cubicBezTo>
                  <a:cubicBezTo>
                    <a:pt x="76459" y="294106"/>
                    <a:pt x="77271" y="293294"/>
                    <a:pt x="78082" y="294106"/>
                  </a:cubicBezTo>
                  <a:cubicBezTo>
                    <a:pt x="78893" y="294106"/>
                    <a:pt x="79705" y="294106"/>
                    <a:pt x="79705" y="292482"/>
                  </a:cubicBezTo>
                  <a:cubicBezTo>
                    <a:pt x="79705" y="290858"/>
                    <a:pt x="80516" y="290046"/>
                    <a:pt x="81327" y="290858"/>
                  </a:cubicBezTo>
                  <a:cubicBezTo>
                    <a:pt x="82139" y="292482"/>
                    <a:pt x="82950" y="291670"/>
                    <a:pt x="82139" y="290046"/>
                  </a:cubicBezTo>
                  <a:cubicBezTo>
                    <a:pt x="81327" y="287611"/>
                    <a:pt x="87006" y="282740"/>
                    <a:pt x="88629" y="285175"/>
                  </a:cubicBezTo>
                  <a:cubicBezTo>
                    <a:pt x="89441" y="285987"/>
                    <a:pt x="89441" y="285987"/>
                    <a:pt x="90252" y="284363"/>
                  </a:cubicBezTo>
                  <a:cubicBezTo>
                    <a:pt x="91063" y="282740"/>
                    <a:pt x="92686" y="281116"/>
                    <a:pt x="94308" y="280304"/>
                  </a:cubicBezTo>
                  <a:cubicBezTo>
                    <a:pt x="95931" y="279492"/>
                    <a:pt x="98365" y="277868"/>
                    <a:pt x="99176" y="276245"/>
                  </a:cubicBezTo>
                  <a:cubicBezTo>
                    <a:pt x="99988" y="273809"/>
                    <a:pt x="101610" y="272185"/>
                    <a:pt x="104044" y="271373"/>
                  </a:cubicBezTo>
                  <a:cubicBezTo>
                    <a:pt x="105667" y="270561"/>
                    <a:pt x="107289" y="268938"/>
                    <a:pt x="107289" y="268126"/>
                  </a:cubicBezTo>
                  <a:cubicBezTo>
                    <a:pt x="107289" y="267314"/>
                    <a:pt x="108101" y="267314"/>
                    <a:pt x="108912" y="268938"/>
                  </a:cubicBezTo>
                  <a:cubicBezTo>
                    <a:pt x="108912" y="271373"/>
                    <a:pt x="110535" y="270561"/>
                    <a:pt x="110535" y="268938"/>
                  </a:cubicBezTo>
                  <a:cubicBezTo>
                    <a:pt x="110535" y="265690"/>
                    <a:pt x="117025" y="261631"/>
                    <a:pt x="117837" y="264066"/>
                  </a:cubicBezTo>
                  <a:cubicBezTo>
                    <a:pt x="117837" y="264878"/>
                    <a:pt x="119459" y="264066"/>
                    <a:pt x="120270" y="262443"/>
                  </a:cubicBezTo>
                  <a:lnTo>
                    <a:pt x="121893" y="259195"/>
                  </a:lnTo>
                  <a:lnTo>
                    <a:pt x="121893" y="262443"/>
                  </a:lnTo>
                  <a:cubicBezTo>
                    <a:pt x="121893" y="264066"/>
                    <a:pt x="121082" y="268938"/>
                    <a:pt x="120270" y="272185"/>
                  </a:cubicBezTo>
                  <a:cubicBezTo>
                    <a:pt x="116214" y="289235"/>
                    <a:pt x="116214" y="307096"/>
                    <a:pt x="122704" y="311155"/>
                  </a:cubicBezTo>
                  <a:cubicBezTo>
                    <a:pt x="124327" y="311967"/>
                    <a:pt x="125138" y="313591"/>
                    <a:pt x="125138" y="314403"/>
                  </a:cubicBezTo>
                  <a:cubicBezTo>
                    <a:pt x="125138" y="316839"/>
                    <a:pt x="149478" y="342007"/>
                    <a:pt x="157591" y="341195"/>
                  </a:cubicBezTo>
                  <a:cubicBezTo>
                    <a:pt x="160025" y="341195"/>
                    <a:pt x="164893" y="342007"/>
                    <a:pt x="169761" y="343631"/>
                  </a:cubicBezTo>
                  <a:cubicBezTo>
                    <a:pt x="176251" y="344443"/>
                    <a:pt x="179496" y="346066"/>
                    <a:pt x="181930" y="346066"/>
                  </a:cubicBezTo>
                  <a:cubicBezTo>
                    <a:pt x="183553" y="346066"/>
                    <a:pt x="184364" y="345255"/>
                    <a:pt x="185987" y="344443"/>
                  </a:cubicBezTo>
                  <a:cubicBezTo>
                    <a:pt x="186798" y="343631"/>
                    <a:pt x="190044" y="341195"/>
                    <a:pt x="192477" y="341195"/>
                  </a:cubicBezTo>
                  <a:cubicBezTo>
                    <a:pt x="195723" y="340383"/>
                    <a:pt x="198968" y="337947"/>
                    <a:pt x="201402" y="335512"/>
                  </a:cubicBezTo>
                  <a:cubicBezTo>
                    <a:pt x="203836" y="333076"/>
                    <a:pt x="208704" y="329829"/>
                    <a:pt x="212760" y="327393"/>
                  </a:cubicBezTo>
                  <a:cubicBezTo>
                    <a:pt x="218440" y="324146"/>
                    <a:pt x="224930" y="318462"/>
                    <a:pt x="228987" y="314403"/>
                  </a:cubicBezTo>
                  <a:cubicBezTo>
                    <a:pt x="228987" y="317650"/>
                    <a:pt x="229798" y="320086"/>
                    <a:pt x="232232" y="324957"/>
                  </a:cubicBezTo>
                  <a:cubicBezTo>
                    <a:pt x="234666" y="329017"/>
                    <a:pt x="236288" y="332264"/>
                    <a:pt x="237100" y="331452"/>
                  </a:cubicBezTo>
                  <a:cubicBezTo>
                    <a:pt x="237911" y="331452"/>
                    <a:pt x="239534" y="333076"/>
                    <a:pt x="241156" y="336324"/>
                  </a:cubicBezTo>
                  <a:cubicBezTo>
                    <a:pt x="245213" y="343631"/>
                    <a:pt x="251704" y="350126"/>
                    <a:pt x="255760" y="350126"/>
                  </a:cubicBezTo>
                  <a:cubicBezTo>
                    <a:pt x="257383" y="350938"/>
                    <a:pt x="259817" y="350126"/>
                    <a:pt x="260628" y="350126"/>
                  </a:cubicBezTo>
                  <a:cubicBezTo>
                    <a:pt x="261439" y="350126"/>
                    <a:pt x="264684" y="348502"/>
                    <a:pt x="267119" y="347690"/>
                  </a:cubicBezTo>
                  <a:cubicBezTo>
                    <a:pt x="274420" y="345255"/>
                    <a:pt x="278477" y="342819"/>
                    <a:pt x="277666" y="340383"/>
                  </a:cubicBezTo>
                  <a:cubicBezTo>
                    <a:pt x="276854" y="338759"/>
                    <a:pt x="277666" y="339571"/>
                    <a:pt x="278477" y="339571"/>
                  </a:cubicBezTo>
                  <a:cubicBezTo>
                    <a:pt x="279288" y="339571"/>
                    <a:pt x="280911" y="339571"/>
                    <a:pt x="282534" y="337947"/>
                  </a:cubicBezTo>
                  <a:cubicBezTo>
                    <a:pt x="284156" y="336324"/>
                    <a:pt x="285779" y="335512"/>
                    <a:pt x="286590" y="335512"/>
                  </a:cubicBezTo>
                  <a:cubicBezTo>
                    <a:pt x="288213" y="335512"/>
                    <a:pt x="304439" y="319274"/>
                    <a:pt x="316609" y="304660"/>
                  </a:cubicBezTo>
                  <a:cubicBezTo>
                    <a:pt x="319854" y="300601"/>
                    <a:pt x="322288" y="298165"/>
                    <a:pt x="323099" y="298165"/>
                  </a:cubicBezTo>
                  <a:cubicBezTo>
                    <a:pt x="323099" y="298165"/>
                    <a:pt x="323911" y="298165"/>
                    <a:pt x="323911" y="297353"/>
                  </a:cubicBezTo>
                  <a:cubicBezTo>
                    <a:pt x="323911" y="296542"/>
                    <a:pt x="325533" y="294918"/>
                    <a:pt x="327156" y="292482"/>
                  </a:cubicBezTo>
                  <a:cubicBezTo>
                    <a:pt x="328779" y="290858"/>
                    <a:pt x="330401" y="288423"/>
                    <a:pt x="330401" y="286799"/>
                  </a:cubicBezTo>
                  <a:cubicBezTo>
                    <a:pt x="330401" y="285987"/>
                    <a:pt x="331212" y="284363"/>
                    <a:pt x="332835" y="284363"/>
                  </a:cubicBezTo>
                  <a:cubicBezTo>
                    <a:pt x="333646" y="284363"/>
                    <a:pt x="334458" y="282740"/>
                    <a:pt x="334458" y="281928"/>
                  </a:cubicBezTo>
                  <a:cubicBezTo>
                    <a:pt x="334458" y="279492"/>
                    <a:pt x="339326" y="271373"/>
                    <a:pt x="340948" y="271373"/>
                  </a:cubicBezTo>
                  <a:cubicBezTo>
                    <a:pt x="343382" y="271373"/>
                    <a:pt x="343382" y="272185"/>
                    <a:pt x="344194" y="282740"/>
                  </a:cubicBezTo>
                  <a:cubicBezTo>
                    <a:pt x="345005" y="294918"/>
                    <a:pt x="345816" y="300601"/>
                    <a:pt x="347439" y="303849"/>
                  </a:cubicBezTo>
                  <a:cubicBezTo>
                    <a:pt x="348250" y="305472"/>
                    <a:pt x="348250" y="307096"/>
                    <a:pt x="347439" y="307096"/>
                  </a:cubicBezTo>
                  <a:cubicBezTo>
                    <a:pt x="346627" y="307096"/>
                    <a:pt x="347439" y="307908"/>
                    <a:pt x="348250" y="307096"/>
                  </a:cubicBezTo>
                  <a:cubicBezTo>
                    <a:pt x="349061" y="306284"/>
                    <a:pt x="349873" y="307096"/>
                    <a:pt x="349873" y="307096"/>
                  </a:cubicBezTo>
                  <a:cubicBezTo>
                    <a:pt x="349873" y="314403"/>
                    <a:pt x="375835" y="336324"/>
                    <a:pt x="383948" y="341195"/>
                  </a:cubicBezTo>
                  <a:cubicBezTo>
                    <a:pt x="391250" y="345255"/>
                    <a:pt x="391250" y="346066"/>
                    <a:pt x="410721" y="345255"/>
                  </a:cubicBezTo>
                  <a:cubicBezTo>
                    <a:pt x="430193" y="345255"/>
                    <a:pt x="439117" y="343631"/>
                    <a:pt x="451287" y="337947"/>
                  </a:cubicBezTo>
                  <a:cubicBezTo>
                    <a:pt x="455344" y="336324"/>
                    <a:pt x="457778" y="333888"/>
                    <a:pt x="456966" y="333076"/>
                  </a:cubicBezTo>
                  <a:cubicBezTo>
                    <a:pt x="456155" y="332264"/>
                    <a:pt x="457778" y="330641"/>
                    <a:pt x="460212" y="330641"/>
                  </a:cubicBezTo>
                  <a:cubicBezTo>
                    <a:pt x="462646" y="329829"/>
                    <a:pt x="466702" y="329017"/>
                    <a:pt x="469136" y="327393"/>
                  </a:cubicBezTo>
                  <a:cubicBezTo>
                    <a:pt x="471570" y="325769"/>
                    <a:pt x="476438" y="323334"/>
                    <a:pt x="478872" y="321710"/>
                  </a:cubicBezTo>
                  <a:cubicBezTo>
                    <a:pt x="481306" y="320086"/>
                    <a:pt x="485362" y="317650"/>
                    <a:pt x="486174" y="316839"/>
                  </a:cubicBezTo>
                  <a:cubicBezTo>
                    <a:pt x="487796" y="316027"/>
                    <a:pt x="488608" y="315215"/>
                    <a:pt x="489419" y="315215"/>
                  </a:cubicBezTo>
                  <a:cubicBezTo>
                    <a:pt x="490230" y="315215"/>
                    <a:pt x="498343" y="308720"/>
                    <a:pt x="505645" y="301413"/>
                  </a:cubicBezTo>
                  <a:cubicBezTo>
                    <a:pt x="504834" y="303849"/>
                    <a:pt x="503211" y="307096"/>
                    <a:pt x="500777" y="312779"/>
                  </a:cubicBezTo>
                  <a:cubicBezTo>
                    <a:pt x="498343" y="317650"/>
                    <a:pt x="497532" y="320898"/>
                    <a:pt x="498343" y="324146"/>
                  </a:cubicBezTo>
                  <a:cubicBezTo>
                    <a:pt x="499155" y="330641"/>
                    <a:pt x="502400" y="337136"/>
                    <a:pt x="504834" y="337136"/>
                  </a:cubicBezTo>
                  <a:cubicBezTo>
                    <a:pt x="505645" y="337136"/>
                    <a:pt x="508890" y="339571"/>
                    <a:pt x="509702" y="342819"/>
                  </a:cubicBezTo>
                  <a:cubicBezTo>
                    <a:pt x="512136" y="349314"/>
                    <a:pt x="518626" y="352561"/>
                    <a:pt x="523494" y="350938"/>
                  </a:cubicBezTo>
                  <a:cubicBezTo>
                    <a:pt x="528362" y="349314"/>
                    <a:pt x="545400" y="334700"/>
                    <a:pt x="553513" y="324146"/>
                  </a:cubicBezTo>
                  <a:cubicBezTo>
                    <a:pt x="561626" y="313591"/>
                    <a:pt x="585154" y="293294"/>
                    <a:pt x="596513" y="285175"/>
                  </a:cubicBezTo>
                  <a:cubicBezTo>
                    <a:pt x="599758" y="282740"/>
                    <a:pt x="603814" y="278680"/>
                    <a:pt x="604626" y="277868"/>
                  </a:cubicBezTo>
                  <a:cubicBezTo>
                    <a:pt x="606248" y="276245"/>
                    <a:pt x="607871" y="276245"/>
                    <a:pt x="609493" y="275433"/>
                  </a:cubicBezTo>
                  <a:cubicBezTo>
                    <a:pt x="611116" y="274621"/>
                    <a:pt x="611928" y="273809"/>
                    <a:pt x="611928" y="272997"/>
                  </a:cubicBezTo>
                  <a:cubicBezTo>
                    <a:pt x="611928" y="272185"/>
                    <a:pt x="612739" y="271373"/>
                    <a:pt x="614361" y="271373"/>
                  </a:cubicBezTo>
                  <a:cubicBezTo>
                    <a:pt x="615173" y="271373"/>
                    <a:pt x="616796" y="270561"/>
                    <a:pt x="616796" y="269749"/>
                  </a:cubicBezTo>
                  <a:cubicBezTo>
                    <a:pt x="616796" y="268938"/>
                    <a:pt x="617607" y="268126"/>
                    <a:pt x="618418" y="268126"/>
                  </a:cubicBezTo>
                  <a:cubicBezTo>
                    <a:pt x="619229" y="268126"/>
                    <a:pt x="621663" y="266502"/>
                    <a:pt x="623286" y="264878"/>
                  </a:cubicBezTo>
                  <a:cubicBezTo>
                    <a:pt x="624909" y="263255"/>
                    <a:pt x="629776" y="260819"/>
                    <a:pt x="633022" y="260007"/>
                  </a:cubicBezTo>
                  <a:cubicBezTo>
                    <a:pt x="636267" y="259195"/>
                    <a:pt x="639512" y="257571"/>
                    <a:pt x="639512" y="257571"/>
                  </a:cubicBezTo>
                  <a:cubicBezTo>
                    <a:pt x="639512" y="256759"/>
                    <a:pt x="641135" y="256759"/>
                    <a:pt x="642757" y="256759"/>
                  </a:cubicBezTo>
                  <a:cubicBezTo>
                    <a:pt x="646003" y="256759"/>
                    <a:pt x="646003" y="257571"/>
                    <a:pt x="646814" y="268938"/>
                  </a:cubicBezTo>
                  <a:cubicBezTo>
                    <a:pt x="647625" y="275433"/>
                    <a:pt x="648437" y="281928"/>
                    <a:pt x="648437" y="283552"/>
                  </a:cubicBezTo>
                  <a:cubicBezTo>
                    <a:pt x="652493" y="294918"/>
                    <a:pt x="677644" y="321710"/>
                    <a:pt x="691436" y="322522"/>
                  </a:cubicBezTo>
                  <a:cubicBezTo>
                    <a:pt x="694682" y="322522"/>
                    <a:pt x="697927" y="323334"/>
                    <a:pt x="699550" y="324146"/>
                  </a:cubicBezTo>
                  <a:cubicBezTo>
                    <a:pt x="703606" y="326581"/>
                    <a:pt x="736059" y="322522"/>
                    <a:pt x="740115" y="318462"/>
                  </a:cubicBezTo>
                  <a:cubicBezTo>
                    <a:pt x="740927" y="317650"/>
                    <a:pt x="746606" y="314403"/>
                    <a:pt x="751474" y="311967"/>
                  </a:cubicBezTo>
                  <a:cubicBezTo>
                    <a:pt x="756342" y="309532"/>
                    <a:pt x="760398" y="307908"/>
                    <a:pt x="764455" y="306284"/>
                  </a:cubicBezTo>
                  <a:cubicBezTo>
                    <a:pt x="762021" y="312779"/>
                    <a:pt x="757964" y="321710"/>
                    <a:pt x="755530" y="329017"/>
                  </a:cubicBezTo>
                  <a:cubicBezTo>
                    <a:pt x="753096" y="335512"/>
                    <a:pt x="753096" y="341195"/>
                    <a:pt x="752285" y="348502"/>
                  </a:cubicBezTo>
                  <a:cubicBezTo>
                    <a:pt x="751474" y="363928"/>
                    <a:pt x="755530" y="372858"/>
                    <a:pt x="764455" y="375294"/>
                  </a:cubicBezTo>
                  <a:cubicBezTo>
                    <a:pt x="766889" y="376106"/>
                    <a:pt x="768511" y="377730"/>
                    <a:pt x="768511" y="378541"/>
                  </a:cubicBezTo>
                  <a:cubicBezTo>
                    <a:pt x="768511" y="379353"/>
                    <a:pt x="769323" y="379353"/>
                    <a:pt x="770945" y="378541"/>
                  </a:cubicBezTo>
                  <a:cubicBezTo>
                    <a:pt x="773379" y="377730"/>
                    <a:pt x="773379" y="376106"/>
                    <a:pt x="773379" y="372858"/>
                  </a:cubicBezTo>
                  <a:cubicBezTo>
                    <a:pt x="773379" y="369611"/>
                    <a:pt x="774191" y="367987"/>
                    <a:pt x="774191" y="367987"/>
                  </a:cubicBezTo>
                  <a:cubicBezTo>
                    <a:pt x="775002" y="367987"/>
                    <a:pt x="779870" y="360680"/>
                    <a:pt x="779870" y="358244"/>
                  </a:cubicBezTo>
                  <a:cubicBezTo>
                    <a:pt x="779870" y="357433"/>
                    <a:pt x="778247" y="358244"/>
                    <a:pt x="777436" y="359056"/>
                  </a:cubicBezTo>
                  <a:cubicBezTo>
                    <a:pt x="774191" y="362304"/>
                    <a:pt x="773379" y="359868"/>
                    <a:pt x="775002" y="353373"/>
                  </a:cubicBezTo>
                  <a:cubicBezTo>
                    <a:pt x="775813" y="350938"/>
                    <a:pt x="776624" y="346878"/>
                    <a:pt x="776624" y="344443"/>
                  </a:cubicBezTo>
                  <a:cubicBezTo>
                    <a:pt x="776624" y="342819"/>
                    <a:pt x="777436" y="341195"/>
                    <a:pt x="778247" y="342007"/>
                  </a:cubicBezTo>
                  <a:cubicBezTo>
                    <a:pt x="779059" y="342007"/>
                    <a:pt x="779059" y="342007"/>
                    <a:pt x="779059" y="341195"/>
                  </a:cubicBezTo>
                  <a:cubicBezTo>
                    <a:pt x="779059" y="340383"/>
                    <a:pt x="779870" y="340383"/>
                    <a:pt x="780681" y="340383"/>
                  </a:cubicBezTo>
                  <a:cubicBezTo>
                    <a:pt x="781492" y="341195"/>
                    <a:pt x="782304" y="339571"/>
                    <a:pt x="783115" y="337947"/>
                  </a:cubicBezTo>
                  <a:cubicBezTo>
                    <a:pt x="784738" y="335512"/>
                    <a:pt x="783926" y="333888"/>
                    <a:pt x="783115" y="333888"/>
                  </a:cubicBezTo>
                  <a:cubicBezTo>
                    <a:pt x="782304" y="333888"/>
                    <a:pt x="784738" y="327393"/>
                    <a:pt x="787983" y="322522"/>
                  </a:cubicBezTo>
                  <a:cubicBezTo>
                    <a:pt x="789606" y="320898"/>
                    <a:pt x="789606" y="319274"/>
                    <a:pt x="789606" y="318462"/>
                  </a:cubicBezTo>
                  <a:cubicBezTo>
                    <a:pt x="789606" y="317650"/>
                    <a:pt x="790417" y="315215"/>
                    <a:pt x="792039" y="313591"/>
                  </a:cubicBezTo>
                  <a:cubicBezTo>
                    <a:pt x="794474" y="311155"/>
                    <a:pt x="795285" y="308720"/>
                    <a:pt x="796096" y="307908"/>
                  </a:cubicBezTo>
                  <a:cubicBezTo>
                    <a:pt x="796096" y="306284"/>
                    <a:pt x="797719" y="303849"/>
                    <a:pt x="799341" y="301413"/>
                  </a:cubicBezTo>
                  <a:cubicBezTo>
                    <a:pt x="796907" y="321710"/>
                    <a:pt x="806643" y="333888"/>
                    <a:pt x="826926" y="333888"/>
                  </a:cubicBezTo>
                  <a:cubicBezTo>
                    <a:pt x="831794" y="333888"/>
                    <a:pt x="836662" y="333076"/>
                    <a:pt x="841530" y="332264"/>
                  </a:cubicBezTo>
                  <a:cubicBezTo>
                    <a:pt x="842341" y="331452"/>
                    <a:pt x="848831" y="331452"/>
                    <a:pt x="856134" y="331452"/>
                  </a:cubicBezTo>
                  <a:cubicBezTo>
                    <a:pt x="866681" y="331452"/>
                    <a:pt x="871548" y="330641"/>
                    <a:pt x="878850" y="328205"/>
                  </a:cubicBezTo>
                  <a:cubicBezTo>
                    <a:pt x="883718" y="326581"/>
                    <a:pt x="887775" y="324146"/>
                    <a:pt x="888586" y="323334"/>
                  </a:cubicBezTo>
                  <a:cubicBezTo>
                    <a:pt x="888586" y="323334"/>
                    <a:pt x="889397" y="322522"/>
                    <a:pt x="891831" y="322522"/>
                  </a:cubicBezTo>
                  <a:cubicBezTo>
                    <a:pt x="893454" y="322522"/>
                    <a:pt x="897510" y="322522"/>
                    <a:pt x="900756" y="320898"/>
                  </a:cubicBezTo>
                  <a:cubicBezTo>
                    <a:pt x="904001" y="319274"/>
                    <a:pt x="908869" y="319274"/>
                    <a:pt x="912926" y="318462"/>
                  </a:cubicBezTo>
                  <a:cubicBezTo>
                    <a:pt x="916982" y="317650"/>
                    <a:pt x="919416" y="316839"/>
                    <a:pt x="919416" y="316027"/>
                  </a:cubicBezTo>
                  <a:cubicBezTo>
                    <a:pt x="919416" y="315215"/>
                    <a:pt x="920227" y="315215"/>
                    <a:pt x="921039" y="315215"/>
                  </a:cubicBezTo>
                  <a:cubicBezTo>
                    <a:pt x="923473" y="315215"/>
                    <a:pt x="955925" y="302225"/>
                    <a:pt x="959982" y="299789"/>
                  </a:cubicBezTo>
                  <a:lnTo>
                    <a:pt x="963227" y="298165"/>
                  </a:lnTo>
                  <a:lnTo>
                    <a:pt x="959982" y="298977"/>
                  </a:lnTo>
                  <a:cubicBezTo>
                    <a:pt x="958359" y="298977"/>
                    <a:pt x="959982" y="298165"/>
                    <a:pt x="962416" y="296542"/>
                  </a:cubicBezTo>
                  <a:cubicBezTo>
                    <a:pt x="965661" y="295730"/>
                    <a:pt x="968906" y="294918"/>
                    <a:pt x="969718" y="295730"/>
                  </a:cubicBezTo>
                  <a:cubicBezTo>
                    <a:pt x="970529" y="296542"/>
                    <a:pt x="971340" y="296542"/>
                    <a:pt x="970529" y="295730"/>
                  </a:cubicBezTo>
                  <a:cubicBezTo>
                    <a:pt x="969718" y="294918"/>
                    <a:pt x="972963" y="292482"/>
                    <a:pt x="977831" y="290858"/>
                  </a:cubicBezTo>
                  <a:cubicBezTo>
                    <a:pt x="985132" y="287611"/>
                    <a:pt x="985944" y="285987"/>
                    <a:pt x="981887" y="286799"/>
                  </a:cubicBezTo>
                  <a:cubicBezTo>
                    <a:pt x="981076" y="286799"/>
                    <a:pt x="981887" y="285175"/>
                    <a:pt x="984321" y="284363"/>
                  </a:cubicBezTo>
                  <a:cubicBezTo>
                    <a:pt x="985944" y="282740"/>
                    <a:pt x="989189" y="281928"/>
                    <a:pt x="989189" y="281928"/>
                  </a:cubicBezTo>
                  <a:cubicBezTo>
                    <a:pt x="990001" y="281928"/>
                    <a:pt x="991623" y="281116"/>
                    <a:pt x="993245" y="280304"/>
                  </a:cubicBezTo>
                  <a:cubicBezTo>
                    <a:pt x="994057" y="279492"/>
                    <a:pt x="999736" y="276245"/>
                    <a:pt x="1004604" y="273809"/>
                  </a:cubicBezTo>
                  <a:cubicBezTo>
                    <a:pt x="1009472" y="271373"/>
                    <a:pt x="1014340" y="268938"/>
                    <a:pt x="1015151" y="268126"/>
                  </a:cubicBezTo>
                  <a:cubicBezTo>
                    <a:pt x="1019208" y="264066"/>
                    <a:pt x="1028132" y="260007"/>
                    <a:pt x="1028944" y="260007"/>
                  </a:cubicBezTo>
                  <a:cubicBezTo>
                    <a:pt x="1029755" y="260007"/>
                    <a:pt x="1031377" y="260007"/>
                    <a:pt x="1031377" y="258383"/>
                  </a:cubicBezTo>
                  <a:cubicBezTo>
                    <a:pt x="1032189" y="257571"/>
                    <a:pt x="1035434" y="254324"/>
                    <a:pt x="1038679" y="252700"/>
                  </a:cubicBezTo>
                  <a:cubicBezTo>
                    <a:pt x="1041924" y="250264"/>
                    <a:pt x="1045170" y="247829"/>
                    <a:pt x="1045170" y="247017"/>
                  </a:cubicBezTo>
                  <a:cubicBezTo>
                    <a:pt x="1047604" y="247829"/>
                    <a:pt x="1028944" y="253512"/>
                    <a:pt x="990812" y="268938"/>
                  </a:cubicBezTo>
                  <a:close/>
                  <a:moveTo>
                    <a:pt x="875605" y="119552"/>
                  </a:moveTo>
                  <a:lnTo>
                    <a:pt x="877228" y="117928"/>
                  </a:lnTo>
                  <a:cubicBezTo>
                    <a:pt x="877228" y="117928"/>
                    <a:pt x="878039" y="118740"/>
                    <a:pt x="878039" y="119552"/>
                  </a:cubicBezTo>
                  <a:cubicBezTo>
                    <a:pt x="878039" y="120364"/>
                    <a:pt x="877228" y="121176"/>
                    <a:pt x="876416" y="121176"/>
                  </a:cubicBezTo>
                  <a:cubicBezTo>
                    <a:pt x="875605" y="121176"/>
                    <a:pt x="874794" y="120364"/>
                    <a:pt x="875605" y="119552"/>
                  </a:cubicBezTo>
                  <a:close/>
                  <a:moveTo>
                    <a:pt x="873983" y="122799"/>
                  </a:moveTo>
                  <a:cubicBezTo>
                    <a:pt x="874794" y="122799"/>
                    <a:pt x="874794" y="123611"/>
                    <a:pt x="874794" y="124423"/>
                  </a:cubicBezTo>
                  <a:cubicBezTo>
                    <a:pt x="874794" y="124423"/>
                    <a:pt x="873171" y="125235"/>
                    <a:pt x="873171" y="125235"/>
                  </a:cubicBezTo>
                  <a:cubicBezTo>
                    <a:pt x="872360" y="125235"/>
                    <a:pt x="872360" y="124423"/>
                    <a:pt x="872360" y="123611"/>
                  </a:cubicBezTo>
                  <a:cubicBezTo>
                    <a:pt x="871548" y="123611"/>
                    <a:pt x="872360" y="122799"/>
                    <a:pt x="873983" y="122799"/>
                  </a:cubicBezTo>
                  <a:close/>
                  <a:moveTo>
                    <a:pt x="867492" y="131730"/>
                  </a:moveTo>
                  <a:cubicBezTo>
                    <a:pt x="865869" y="130918"/>
                    <a:pt x="865869" y="131730"/>
                    <a:pt x="866681" y="130106"/>
                  </a:cubicBezTo>
                  <a:cubicBezTo>
                    <a:pt x="869114" y="127670"/>
                    <a:pt x="869926" y="128482"/>
                    <a:pt x="869926" y="131730"/>
                  </a:cubicBezTo>
                  <a:cubicBezTo>
                    <a:pt x="869926" y="134166"/>
                    <a:pt x="868303" y="134977"/>
                    <a:pt x="865869" y="134977"/>
                  </a:cubicBezTo>
                  <a:cubicBezTo>
                    <a:pt x="862624" y="134977"/>
                    <a:pt x="863435" y="134977"/>
                    <a:pt x="866681" y="133354"/>
                  </a:cubicBezTo>
                  <a:cubicBezTo>
                    <a:pt x="869114" y="131730"/>
                    <a:pt x="869114" y="132542"/>
                    <a:pt x="867492" y="131730"/>
                  </a:cubicBezTo>
                  <a:close/>
                  <a:moveTo>
                    <a:pt x="865058" y="139849"/>
                  </a:moveTo>
                  <a:cubicBezTo>
                    <a:pt x="865869" y="138225"/>
                    <a:pt x="866681" y="137413"/>
                    <a:pt x="867492" y="137413"/>
                  </a:cubicBezTo>
                  <a:cubicBezTo>
                    <a:pt x="866681" y="138225"/>
                    <a:pt x="866681" y="139037"/>
                    <a:pt x="865058" y="139849"/>
                  </a:cubicBezTo>
                  <a:cubicBezTo>
                    <a:pt x="863435" y="142284"/>
                    <a:pt x="863435" y="143096"/>
                    <a:pt x="865058" y="139849"/>
                  </a:cubicBezTo>
                  <a:close/>
                  <a:moveTo>
                    <a:pt x="861813" y="146344"/>
                  </a:moveTo>
                  <a:cubicBezTo>
                    <a:pt x="862624" y="146344"/>
                    <a:pt x="863435" y="145532"/>
                    <a:pt x="863435" y="144720"/>
                  </a:cubicBezTo>
                  <a:cubicBezTo>
                    <a:pt x="863435" y="143908"/>
                    <a:pt x="863435" y="143096"/>
                    <a:pt x="864247" y="143908"/>
                  </a:cubicBezTo>
                  <a:cubicBezTo>
                    <a:pt x="864247" y="143908"/>
                    <a:pt x="864247" y="145532"/>
                    <a:pt x="863435" y="146344"/>
                  </a:cubicBezTo>
                  <a:cubicBezTo>
                    <a:pt x="861001" y="148779"/>
                    <a:pt x="860190" y="148779"/>
                    <a:pt x="860190" y="147156"/>
                  </a:cubicBezTo>
                  <a:cubicBezTo>
                    <a:pt x="860190" y="146344"/>
                    <a:pt x="860190" y="146344"/>
                    <a:pt x="861813" y="146344"/>
                  </a:cubicBezTo>
                  <a:close/>
                  <a:moveTo>
                    <a:pt x="853700" y="158522"/>
                  </a:moveTo>
                  <a:cubicBezTo>
                    <a:pt x="853700" y="156898"/>
                    <a:pt x="854511" y="156898"/>
                    <a:pt x="854511" y="156898"/>
                  </a:cubicBezTo>
                  <a:cubicBezTo>
                    <a:pt x="854511" y="156898"/>
                    <a:pt x="854511" y="157710"/>
                    <a:pt x="854511" y="158522"/>
                  </a:cubicBezTo>
                  <a:cubicBezTo>
                    <a:pt x="854511" y="159334"/>
                    <a:pt x="853700" y="160958"/>
                    <a:pt x="852888" y="160958"/>
                  </a:cubicBezTo>
                  <a:cubicBezTo>
                    <a:pt x="852077" y="160958"/>
                    <a:pt x="852888" y="160146"/>
                    <a:pt x="853700" y="158522"/>
                  </a:cubicBezTo>
                  <a:close/>
                  <a:moveTo>
                    <a:pt x="849643" y="161770"/>
                  </a:moveTo>
                  <a:cubicBezTo>
                    <a:pt x="850454" y="161770"/>
                    <a:pt x="851265" y="162581"/>
                    <a:pt x="851265" y="163393"/>
                  </a:cubicBezTo>
                  <a:cubicBezTo>
                    <a:pt x="851265" y="164205"/>
                    <a:pt x="851265" y="164205"/>
                    <a:pt x="850454" y="164205"/>
                  </a:cubicBezTo>
                  <a:cubicBezTo>
                    <a:pt x="849643" y="164205"/>
                    <a:pt x="849643" y="163393"/>
                    <a:pt x="848831" y="163393"/>
                  </a:cubicBezTo>
                  <a:cubicBezTo>
                    <a:pt x="848020" y="162581"/>
                    <a:pt x="848831" y="161770"/>
                    <a:pt x="849643" y="161770"/>
                  </a:cubicBezTo>
                  <a:close/>
                  <a:moveTo>
                    <a:pt x="848831" y="167453"/>
                  </a:moveTo>
                  <a:cubicBezTo>
                    <a:pt x="848831" y="166641"/>
                    <a:pt x="849643" y="165829"/>
                    <a:pt x="850454" y="165829"/>
                  </a:cubicBezTo>
                  <a:cubicBezTo>
                    <a:pt x="851265" y="165829"/>
                    <a:pt x="850454" y="166641"/>
                    <a:pt x="850454" y="167453"/>
                  </a:cubicBezTo>
                  <a:cubicBezTo>
                    <a:pt x="850454" y="168264"/>
                    <a:pt x="849643" y="169076"/>
                    <a:pt x="849643" y="169076"/>
                  </a:cubicBezTo>
                  <a:cubicBezTo>
                    <a:pt x="849643" y="169076"/>
                    <a:pt x="848020" y="167453"/>
                    <a:pt x="848831" y="167453"/>
                  </a:cubicBezTo>
                  <a:close/>
                  <a:moveTo>
                    <a:pt x="843152" y="177195"/>
                  </a:moveTo>
                  <a:cubicBezTo>
                    <a:pt x="843964" y="177195"/>
                    <a:pt x="844775" y="177195"/>
                    <a:pt x="844775" y="178819"/>
                  </a:cubicBezTo>
                  <a:cubicBezTo>
                    <a:pt x="844775" y="180443"/>
                    <a:pt x="843964" y="181255"/>
                    <a:pt x="843152" y="181255"/>
                  </a:cubicBezTo>
                  <a:cubicBezTo>
                    <a:pt x="842341" y="181255"/>
                    <a:pt x="841530" y="180443"/>
                    <a:pt x="841530" y="180443"/>
                  </a:cubicBezTo>
                  <a:cubicBezTo>
                    <a:pt x="841530" y="180443"/>
                    <a:pt x="842341" y="177195"/>
                    <a:pt x="843152" y="177195"/>
                  </a:cubicBezTo>
                  <a:close/>
                  <a:moveTo>
                    <a:pt x="837473" y="187750"/>
                  </a:moveTo>
                  <a:cubicBezTo>
                    <a:pt x="837473" y="186938"/>
                    <a:pt x="837473" y="186126"/>
                    <a:pt x="838284" y="186938"/>
                  </a:cubicBezTo>
                  <a:cubicBezTo>
                    <a:pt x="839096" y="186938"/>
                    <a:pt x="839096" y="187750"/>
                    <a:pt x="839096" y="188561"/>
                  </a:cubicBezTo>
                  <a:cubicBezTo>
                    <a:pt x="838284" y="190185"/>
                    <a:pt x="837473" y="189373"/>
                    <a:pt x="837473" y="187750"/>
                  </a:cubicBezTo>
                  <a:close/>
                  <a:moveTo>
                    <a:pt x="108101" y="161770"/>
                  </a:moveTo>
                  <a:cubicBezTo>
                    <a:pt x="108912" y="160146"/>
                    <a:pt x="108912" y="160146"/>
                    <a:pt x="109723" y="160958"/>
                  </a:cubicBezTo>
                  <a:cubicBezTo>
                    <a:pt x="110535" y="161770"/>
                    <a:pt x="109723" y="163393"/>
                    <a:pt x="108101" y="164205"/>
                  </a:cubicBezTo>
                  <a:cubicBezTo>
                    <a:pt x="106478" y="165829"/>
                    <a:pt x="106478" y="165017"/>
                    <a:pt x="108101" y="161770"/>
                  </a:cubicBezTo>
                  <a:close/>
                  <a:moveTo>
                    <a:pt x="103233" y="173136"/>
                  </a:moveTo>
                  <a:cubicBezTo>
                    <a:pt x="103233" y="173136"/>
                    <a:pt x="102421" y="174760"/>
                    <a:pt x="100799" y="177195"/>
                  </a:cubicBezTo>
                  <a:cubicBezTo>
                    <a:pt x="99988" y="180443"/>
                    <a:pt x="99176" y="180443"/>
                    <a:pt x="99176" y="177195"/>
                  </a:cubicBezTo>
                  <a:cubicBezTo>
                    <a:pt x="99176" y="173948"/>
                    <a:pt x="100799" y="173136"/>
                    <a:pt x="103233" y="173136"/>
                  </a:cubicBezTo>
                  <a:close/>
                  <a:moveTo>
                    <a:pt x="94308" y="199928"/>
                  </a:moveTo>
                  <a:cubicBezTo>
                    <a:pt x="93497" y="199928"/>
                    <a:pt x="93497" y="199116"/>
                    <a:pt x="93497" y="198304"/>
                  </a:cubicBezTo>
                  <a:cubicBezTo>
                    <a:pt x="94308" y="197492"/>
                    <a:pt x="94308" y="196680"/>
                    <a:pt x="95120" y="196680"/>
                  </a:cubicBezTo>
                  <a:cubicBezTo>
                    <a:pt x="95120" y="196680"/>
                    <a:pt x="95931" y="197492"/>
                    <a:pt x="95931" y="198304"/>
                  </a:cubicBezTo>
                  <a:cubicBezTo>
                    <a:pt x="95931" y="199116"/>
                    <a:pt x="95120" y="199928"/>
                    <a:pt x="94308" y="199928"/>
                  </a:cubicBezTo>
                  <a:close/>
                  <a:moveTo>
                    <a:pt x="93497" y="185314"/>
                  </a:moveTo>
                  <a:cubicBezTo>
                    <a:pt x="94308" y="185314"/>
                    <a:pt x="94308" y="184502"/>
                    <a:pt x="94308" y="182878"/>
                  </a:cubicBezTo>
                  <a:cubicBezTo>
                    <a:pt x="94308" y="182067"/>
                    <a:pt x="95120" y="180443"/>
                    <a:pt x="95931" y="180443"/>
                  </a:cubicBezTo>
                  <a:cubicBezTo>
                    <a:pt x="96742" y="179631"/>
                    <a:pt x="97554" y="180443"/>
                    <a:pt x="97554" y="180443"/>
                  </a:cubicBezTo>
                  <a:cubicBezTo>
                    <a:pt x="97554" y="182067"/>
                    <a:pt x="91874" y="190185"/>
                    <a:pt x="91063" y="190185"/>
                  </a:cubicBezTo>
                  <a:cubicBezTo>
                    <a:pt x="90252" y="189373"/>
                    <a:pt x="91874" y="185314"/>
                    <a:pt x="93497" y="185314"/>
                  </a:cubicBezTo>
                  <a:close/>
                  <a:moveTo>
                    <a:pt x="87818" y="212106"/>
                  </a:moveTo>
                  <a:cubicBezTo>
                    <a:pt x="87818" y="212106"/>
                    <a:pt x="87006" y="212918"/>
                    <a:pt x="85384" y="213730"/>
                  </a:cubicBezTo>
                  <a:cubicBezTo>
                    <a:pt x="83761" y="215354"/>
                    <a:pt x="83761" y="215354"/>
                    <a:pt x="83761" y="213730"/>
                  </a:cubicBezTo>
                  <a:cubicBezTo>
                    <a:pt x="83761" y="212918"/>
                    <a:pt x="84573" y="212106"/>
                    <a:pt x="85384" y="212106"/>
                  </a:cubicBezTo>
                  <a:cubicBezTo>
                    <a:pt x="87006" y="211294"/>
                    <a:pt x="87818" y="211294"/>
                    <a:pt x="87818" y="212106"/>
                  </a:cubicBezTo>
                  <a:close/>
                  <a:moveTo>
                    <a:pt x="84573" y="197492"/>
                  </a:moveTo>
                  <a:cubicBezTo>
                    <a:pt x="85384" y="197492"/>
                    <a:pt x="86195" y="197492"/>
                    <a:pt x="86195" y="198304"/>
                  </a:cubicBezTo>
                  <a:cubicBezTo>
                    <a:pt x="86195" y="199116"/>
                    <a:pt x="85384" y="199116"/>
                    <a:pt x="84573" y="199928"/>
                  </a:cubicBezTo>
                  <a:cubicBezTo>
                    <a:pt x="83761" y="200740"/>
                    <a:pt x="83761" y="199928"/>
                    <a:pt x="83761" y="199116"/>
                  </a:cubicBezTo>
                  <a:cubicBezTo>
                    <a:pt x="83761" y="198304"/>
                    <a:pt x="84573" y="197492"/>
                    <a:pt x="84573" y="197492"/>
                  </a:cubicBezTo>
                  <a:close/>
                  <a:moveTo>
                    <a:pt x="82139" y="201552"/>
                  </a:moveTo>
                  <a:cubicBezTo>
                    <a:pt x="82950" y="201552"/>
                    <a:pt x="83761" y="201552"/>
                    <a:pt x="83761" y="202364"/>
                  </a:cubicBezTo>
                  <a:cubicBezTo>
                    <a:pt x="83761" y="202364"/>
                    <a:pt x="82950" y="203175"/>
                    <a:pt x="82139" y="203175"/>
                  </a:cubicBezTo>
                  <a:cubicBezTo>
                    <a:pt x="81327" y="203987"/>
                    <a:pt x="80516" y="203175"/>
                    <a:pt x="80516" y="202364"/>
                  </a:cubicBezTo>
                  <a:cubicBezTo>
                    <a:pt x="81327" y="202364"/>
                    <a:pt x="81327" y="201552"/>
                    <a:pt x="82139" y="201552"/>
                  </a:cubicBezTo>
                  <a:close/>
                  <a:moveTo>
                    <a:pt x="65912" y="224284"/>
                  </a:moveTo>
                  <a:cubicBezTo>
                    <a:pt x="67535" y="221849"/>
                    <a:pt x="69158" y="219413"/>
                    <a:pt x="70780" y="216977"/>
                  </a:cubicBezTo>
                  <a:cubicBezTo>
                    <a:pt x="71592" y="215354"/>
                    <a:pt x="73214" y="215354"/>
                    <a:pt x="73214" y="216165"/>
                  </a:cubicBezTo>
                  <a:cubicBezTo>
                    <a:pt x="74025" y="216977"/>
                    <a:pt x="73214" y="217789"/>
                    <a:pt x="72403" y="218601"/>
                  </a:cubicBezTo>
                  <a:cubicBezTo>
                    <a:pt x="71592" y="219413"/>
                    <a:pt x="69969" y="221037"/>
                    <a:pt x="69969" y="222661"/>
                  </a:cubicBezTo>
                  <a:cubicBezTo>
                    <a:pt x="69969" y="225096"/>
                    <a:pt x="63478" y="230779"/>
                    <a:pt x="63478" y="228344"/>
                  </a:cubicBezTo>
                  <a:cubicBezTo>
                    <a:pt x="62667" y="228344"/>
                    <a:pt x="64290" y="226720"/>
                    <a:pt x="65912" y="224284"/>
                  </a:cubicBezTo>
                  <a:close/>
                  <a:moveTo>
                    <a:pt x="61856" y="231591"/>
                  </a:moveTo>
                  <a:cubicBezTo>
                    <a:pt x="62667" y="231591"/>
                    <a:pt x="63478" y="231591"/>
                    <a:pt x="63478" y="232403"/>
                  </a:cubicBezTo>
                  <a:cubicBezTo>
                    <a:pt x="63478" y="233215"/>
                    <a:pt x="62667" y="233215"/>
                    <a:pt x="61856" y="234027"/>
                  </a:cubicBezTo>
                  <a:cubicBezTo>
                    <a:pt x="61045" y="234027"/>
                    <a:pt x="60233" y="234027"/>
                    <a:pt x="60233" y="233215"/>
                  </a:cubicBezTo>
                  <a:cubicBezTo>
                    <a:pt x="60233" y="232403"/>
                    <a:pt x="61045" y="231591"/>
                    <a:pt x="61856" y="231591"/>
                  </a:cubicBezTo>
                  <a:close/>
                  <a:moveTo>
                    <a:pt x="41573" y="265690"/>
                  </a:moveTo>
                  <a:cubicBezTo>
                    <a:pt x="39950" y="264066"/>
                    <a:pt x="42384" y="259195"/>
                    <a:pt x="44007" y="258383"/>
                  </a:cubicBezTo>
                  <a:cubicBezTo>
                    <a:pt x="45629" y="257571"/>
                    <a:pt x="45629" y="257571"/>
                    <a:pt x="45629" y="258383"/>
                  </a:cubicBezTo>
                  <a:cubicBezTo>
                    <a:pt x="45629" y="260007"/>
                    <a:pt x="42384" y="265690"/>
                    <a:pt x="41573" y="265690"/>
                  </a:cubicBezTo>
                  <a:close/>
                  <a:moveTo>
                    <a:pt x="47252" y="254324"/>
                  </a:moveTo>
                  <a:cubicBezTo>
                    <a:pt x="46441" y="252700"/>
                    <a:pt x="48063" y="250264"/>
                    <a:pt x="49686" y="250264"/>
                  </a:cubicBezTo>
                  <a:cubicBezTo>
                    <a:pt x="50497" y="250264"/>
                    <a:pt x="50497" y="251076"/>
                    <a:pt x="50497" y="251076"/>
                  </a:cubicBezTo>
                  <a:cubicBezTo>
                    <a:pt x="50497" y="253512"/>
                    <a:pt x="48063" y="255948"/>
                    <a:pt x="47252" y="254324"/>
                  </a:cubicBezTo>
                  <a:close/>
                  <a:moveTo>
                    <a:pt x="52931" y="246205"/>
                  </a:moveTo>
                  <a:cubicBezTo>
                    <a:pt x="52120" y="246205"/>
                    <a:pt x="52120" y="245393"/>
                    <a:pt x="52120" y="244581"/>
                  </a:cubicBezTo>
                  <a:cubicBezTo>
                    <a:pt x="52931" y="243769"/>
                    <a:pt x="53743" y="242958"/>
                    <a:pt x="53743" y="242958"/>
                  </a:cubicBezTo>
                  <a:cubicBezTo>
                    <a:pt x="53743" y="242958"/>
                    <a:pt x="54554" y="243769"/>
                    <a:pt x="54554" y="244581"/>
                  </a:cubicBezTo>
                  <a:cubicBezTo>
                    <a:pt x="54554" y="246205"/>
                    <a:pt x="54554" y="246205"/>
                    <a:pt x="52931" y="246205"/>
                  </a:cubicBezTo>
                  <a:close/>
                  <a:moveTo>
                    <a:pt x="324722" y="267314"/>
                  </a:moveTo>
                  <a:cubicBezTo>
                    <a:pt x="306062" y="285987"/>
                    <a:pt x="288213" y="303037"/>
                    <a:pt x="284156" y="305472"/>
                  </a:cubicBezTo>
                  <a:cubicBezTo>
                    <a:pt x="276854" y="311155"/>
                    <a:pt x="267930" y="316839"/>
                    <a:pt x="267119" y="316027"/>
                  </a:cubicBezTo>
                  <a:cubicBezTo>
                    <a:pt x="265496" y="315215"/>
                    <a:pt x="274420" y="298977"/>
                    <a:pt x="278477" y="294106"/>
                  </a:cubicBezTo>
                  <a:cubicBezTo>
                    <a:pt x="280911" y="291670"/>
                    <a:pt x="283345" y="288423"/>
                    <a:pt x="283345" y="287611"/>
                  </a:cubicBezTo>
                  <a:cubicBezTo>
                    <a:pt x="283345" y="283552"/>
                    <a:pt x="330401" y="229967"/>
                    <a:pt x="339326" y="229967"/>
                  </a:cubicBezTo>
                  <a:cubicBezTo>
                    <a:pt x="340137" y="229967"/>
                    <a:pt x="340948" y="229967"/>
                    <a:pt x="340948" y="229155"/>
                  </a:cubicBezTo>
                  <a:cubicBezTo>
                    <a:pt x="340948" y="228344"/>
                    <a:pt x="343382" y="226720"/>
                    <a:pt x="347439" y="225908"/>
                  </a:cubicBezTo>
                  <a:cubicBezTo>
                    <a:pt x="352307" y="224284"/>
                    <a:pt x="353929" y="224284"/>
                    <a:pt x="355552" y="225908"/>
                  </a:cubicBezTo>
                  <a:cubicBezTo>
                    <a:pt x="359608" y="232403"/>
                    <a:pt x="358797" y="233215"/>
                    <a:pt x="324722" y="267314"/>
                  </a:cubicBezTo>
                  <a:close/>
                  <a:moveTo>
                    <a:pt x="449665" y="337136"/>
                  </a:moveTo>
                  <a:cubicBezTo>
                    <a:pt x="448853" y="337947"/>
                    <a:pt x="448042" y="338759"/>
                    <a:pt x="447230" y="337947"/>
                  </a:cubicBezTo>
                  <a:cubicBezTo>
                    <a:pt x="446419" y="337136"/>
                    <a:pt x="447230" y="336324"/>
                    <a:pt x="448853" y="335512"/>
                  </a:cubicBezTo>
                  <a:cubicBezTo>
                    <a:pt x="451287" y="334700"/>
                    <a:pt x="452098" y="334700"/>
                    <a:pt x="449665" y="337136"/>
                  </a:cubicBezTo>
                  <a:close/>
                  <a:moveTo>
                    <a:pt x="466702" y="324146"/>
                  </a:moveTo>
                  <a:cubicBezTo>
                    <a:pt x="465079" y="324146"/>
                    <a:pt x="465079" y="324146"/>
                    <a:pt x="466702" y="323334"/>
                  </a:cubicBezTo>
                  <a:cubicBezTo>
                    <a:pt x="468325" y="322522"/>
                    <a:pt x="469947" y="321710"/>
                    <a:pt x="469947" y="322522"/>
                  </a:cubicBezTo>
                  <a:cubicBezTo>
                    <a:pt x="471570" y="322522"/>
                    <a:pt x="469136" y="324146"/>
                    <a:pt x="466702" y="324146"/>
                  </a:cubicBezTo>
                  <a:close/>
                  <a:moveTo>
                    <a:pt x="493475" y="307096"/>
                  </a:moveTo>
                  <a:cubicBezTo>
                    <a:pt x="492664" y="307908"/>
                    <a:pt x="490230" y="308720"/>
                    <a:pt x="488608" y="310344"/>
                  </a:cubicBezTo>
                  <a:lnTo>
                    <a:pt x="485362" y="312779"/>
                  </a:lnTo>
                  <a:lnTo>
                    <a:pt x="488608" y="309532"/>
                  </a:lnTo>
                  <a:cubicBezTo>
                    <a:pt x="490230" y="307908"/>
                    <a:pt x="492664" y="306284"/>
                    <a:pt x="492664" y="306284"/>
                  </a:cubicBezTo>
                  <a:cubicBezTo>
                    <a:pt x="493475" y="306284"/>
                    <a:pt x="494287" y="305472"/>
                    <a:pt x="495098" y="304660"/>
                  </a:cubicBezTo>
                  <a:cubicBezTo>
                    <a:pt x="495909" y="303849"/>
                    <a:pt x="495909" y="303849"/>
                    <a:pt x="495909" y="304660"/>
                  </a:cubicBezTo>
                  <a:cubicBezTo>
                    <a:pt x="495909" y="305472"/>
                    <a:pt x="495098" y="306284"/>
                    <a:pt x="493475" y="307096"/>
                  </a:cubicBezTo>
                  <a:close/>
                  <a:moveTo>
                    <a:pt x="513758" y="294106"/>
                  </a:moveTo>
                  <a:cubicBezTo>
                    <a:pt x="513758" y="294918"/>
                    <a:pt x="512947" y="294918"/>
                    <a:pt x="512947" y="295730"/>
                  </a:cubicBezTo>
                  <a:cubicBezTo>
                    <a:pt x="511325" y="297353"/>
                    <a:pt x="508890" y="298165"/>
                    <a:pt x="508079" y="299789"/>
                  </a:cubicBezTo>
                  <a:cubicBezTo>
                    <a:pt x="505645" y="302225"/>
                    <a:pt x="502400" y="303037"/>
                    <a:pt x="499155" y="303849"/>
                  </a:cubicBezTo>
                  <a:cubicBezTo>
                    <a:pt x="495098" y="304660"/>
                    <a:pt x="508079" y="296542"/>
                    <a:pt x="515381" y="292482"/>
                  </a:cubicBezTo>
                  <a:cubicBezTo>
                    <a:pt x="515381" y="292482"/>
                    <a:pt x="516192" y="292482"/>
                    <a:pt x="516192" y="291670"/>
                  </a:cubicBezTo>
                  <a:cubicBezTo>
                    <a:pt x="514570" y="292482"/>
                    <a:pt x="513758" y="293294"/>
                    <a:pt x="513758" y="294106"/>
                  </a:cubicBezTo>
                  <a:close/>
                  <a:moveTo>
                    <a:pt x="768511" y="305472"/>
                  </a:moveTo>
                  <a:cubicBezTo>
                    <a:pt x="767700" y="306284"/>
                    <a:pt x="766889" y="306284"/>
                    <a:pt x="765266" y="307096"/>
                  </a:cubicBezTo>
                  <a:cubicBezTo>
                    <a:pt x="765266" y="307096"/>
                    <a:pt x="764455" y="307096"/>
                    <a:pt x="764455" y="306284"/>
                  </a:cubicBezTo>
                  <a:cubicBezTo>
                    <a:pt x="764455" y="305472"/>
                    <a:pt x="766889" y="304660"/>
                    <a:pt x="770134" y="303037"/>
                  </a:cubicBezTo>
                  <a:cubicBezTo>
                    <a:pt x="769323" y="303037"/>
                    <a:pt x="768511" y="303849"/>
                    <a:pt x="768511" y="305472"/>
                  </a:cubicBezTo>
                  <a:close/>
                  <a:moveTo>
                    <a:pt x="771757" y="320898"/>
                  </a:moveTo>
                  <a:cubicBezTo>
                    <a:pt x="770945" y="321710"/>
                    <a:pt x="770945" y="322522"/>
                    <a:pt x="770945" y="321710"/>
                  </a:cubicBezTo>
                  <a:cubicBezTo>
                    <a:pt x="770945" y="320898"/>
                    <a:pt x="771757" y="319274"/>
                    <a:pt x="771757" y="318462"/>
                  </a:cubicBezTo>
                  <a:cubicBezTo>
                    <a:pt x="772568" y="316839"/>
                    <a:pt x="773379" y="316839"/>
                    <a:pt x="773379" y="317650"/>
                  </a:cubicBezTo>
                  <a:cubicBezTo>
                    <a:pt x="772568" y="318462"/>
                    <a:pt x="771757" y="319274"/>
                    <a:pt x="771757" y="320898"/>
                  </a:cubicBezTo>
                  <a:close/>
                  <a:moveTo>
                    <a:pt x="779870" y="302225"/>
                  </a:moveTo>
                  <a:cubicBezTo>
                    <a:pt x="778247" y="303849"/>
                    <a:pt x="776624" y="307096"/>
                    <a:pt x="775813" y="310344"/>
                  </a:cubicBezTo>
                  <a:cubicBezTo>
                    <a:pt x="775002" y="313591"/>
                    <a:pt x="773379" y="316027"/>
                    <a:pt x="773379" y="316027"/>
                  </a:cubicBezTo>
                  <a:cubicBezTo>
                    <a:pt x="771757" y="316027"/>
                    <a:pt x="771757" y="316027"/>
                    <a:pt x="775002" y="308720"/>
                  </a:cubicBezTo>
                  <a:cubicBezTo>
                    <a:pt x="775002" y="307908"/>
                    <a:pt x="775813" y="306284"/>
                    <a:pt x="776624" y="304660"/>
                  </a:cubicBezTo>
                  <a:cubicBezTo>
                    <a:pt x="778247" y="303037"/>
                    <a:pt x="779870" y="302225"/>
                    <a:pt x="779870" y="302225"/>
                  </a:cubicBezTo>
                  <a:cubicBezTo>
                    <a:pt x="780681" y="301413"/>
                    <a:pt x="780681" y="301413"/>
                    <a:pt x="779870" y="302225"/>
                  </a:cubicBezTo>
                  <a:close/>
                  <a:moveTo>
                    <a:pt x="782304" y="295730"/>
                  </a:moveTo>
                  <a:cubicBezTo>
                    <a:pt x="782304" y="297353"/>
                    <a:pt x="781492" y="298977"/>
                    <a:pt x="781492" y="299789"/>
                  </a:cubicBezTo>
                  <a:cubicBezTo>
                    <a:pt x="780681" y="299789"/>
                    <a:pt x="779870" y="300601"/>
                    <a:pt x="779059" y="300601"/>
                  </a:cubicBezTo>
                  <a:cubicBezTo>
                    <a:pt x="778247" y="300601"/>
                    <a:pt x="778247" y="300601"/>
                    <a:pt x="777436" y="301413"/>
                  </a:cubicBezTo>
                  <a:cubicBezTo>
                    <a:pt x="778247" y="299789"/>
                    <a:pt x="779059" y="297353"/>
                    <a:pt x="779870" y="295730"/>
                  </a:cubicBezTo>
                  <a:cubicBezTo>
                    <a:pt x="780681" y="294918"/>
                    <a:pt x="781492" y="294106"/>
                    <a:pt x="783115" y="293294"/>
                  </a:cubicBezTo>
                  <a:cubicBezTo>
                    <a:pt x="783115" y="293294"/>
                    <a:pt x="782304" y="294918"/>
                    <a:pt x="782304" y="295730"/>
                  </a:cubicBezTo>
                  <a:close/>
                  <a:moveTo>
                    <a:pt x="786360" y="290046"/>
                  </a:moveTo>
                  <a:cubicBezTo>
                    <a:pt x="786360" y="290046"/>
                    <a:pt x="785549" y="289235"/>
                    <a:pt x="785549" y="289235"/>
                  </a:cubicBezTo>
                  <a:cubicBezTo>
                    <a:pt x="785549" y="289235"/>
                    <a:pt x="785549" y="288423"/>
                    <a:pt x="786360" y="288423"/>
                  </a:cubicBezTo>
                  <a:cubicBezTo>
                    <a:pt x="786360" y="288423"/>
                    <a:pt x="786360" y="289235"/>
                    <a:pt x="786360" y="290046"/>
                  </a:cubicBezTo>
                  <a:close/>
                  <a:moveTo>
                    <a:pt x="796096" y="264878"/>
                  </a:moveTo>
                  <a:cubicBezTo>
                    <a:pt x="796096" y="264878"/>
                    <a:pt x="796096" y="264066"/>
                    <a:pt x="796096" y="264066"/>
                  </a:cubicBezTo>
                  <a:cubicBezTo>
                    <a:pt x="796096" y="262443"/>
                    <a:pt x="796907" y="261631"/>
                    <a:pt x="796907" y="263255"/>
                  </a:cubicBezTo>
                  <a:cubicBezTo>
                    <a:pt x="796907" y="263255"/>
                    <a:pt x="796907" y="264066"/>
                    <a:pt x="796096" y="264878"/>
                  </a:cubicBezTo>
                  <a:cubicBezTo>
                    <a:pt x="796096" y="264066"/>
                    <a:pt x="796096" y="264878"/>
                    <a:pt x="796096" y="264878"/>
                  </a:cubicBezTo>
                  <a:close/>
                  <a:moveTo>
                    <a:pt x="802587" y="286799"/>
                  </a:moveTo>
                  <a:cubicBezTo>
                    <a:pt x="801775" y="286799"/>
                    <a:pt x="801775" y="285987"/>
                    <a:pt x="802587" y="285175"/>
                  </a:cubicBezTo>
                  <a:cubicBezTo>
                    <a:pt x="802587" y="284363"/>
                    <a:pt x="803398" y="283552"/>
                    <a:pt x="803398" y="283552"/>
                  </a:cubicBezTo>
                  <a:cubicBezTo>
                    <a:pt x="803398" y="283552"/>
                    <a:pt x="803398" y="284363"/>
                    <a:pt x="803398" y="285175"/>
                  </a:cubicBezTo>
                  <a:cubicBezTo>
                    <a:pt x="804209" y="285987"/>
                    <a:pt x="803398" y="286799"/>
                    <a:pt x="802587" y="286799"/>
                  </a:cubicBezTo>
                  <a:close/>
                  <a:moveTo>
                    <a:pt x="804209" y="253512"/>
                  </a:moveTo>
                  <a:cubicBezTo>
                    <a:pt x="804209" y="254324"/>
                    <a:pt x="802587" y="254324"/>
                    <a:pt x="801775" y="254324"/>
                  </a:cubicBezTo>
                  <a:cubicBezTo>
                    <a:pt x="800964" y="254324"/>
                    <a:pt x="800153" y="253512"/>
                    <a:pt x="800153" y="252700"/>
                  </a:cubicBezTo>
                  <a:cubicBezTo>
                    <a:pt x="800153" y="251888"/>
                    <a:pt x="801775" y="251076"/>
                    <a:pt x="802587" y="251888"/>
                  </a:cubicBezTo>
                  <a:cubicBezTo>
                    <a:pt x="803398" y="252700"/>
                    <a:pt x="804209" y="251888"/>
                    <a:pt x="804209" y="249452"/>
                  </a:cubicBezTo>
                  <a:cubicBezTo>
                    <a:pt x="804209" y="247829"/>
                    <a:pt x="804209" y="247017"/>
                    <a:pt x="805021" y="247017"/>
                  </a:cubicBezTo>
                  <a:cubicBezTo>
                    <a:pt x="805832" y="247017"/>
                    <a:pt x="805832" y="248641"/>
                    <a:pt x="805832" y="250264"/>
                  </a:cubicBezTo>
                  <a:cubicBezTo>
                    <a:pt x="804209" y="251888"/>
                    <a:pt x="804209" y="253512"/>
                    <a:pt x="804209" y="253512"/>
                  </a:cubicBezTo>
                  <a:close/>
                  <a:moveTo>
                    <a:pt x="811511" y="236462"/>
                  </a:moveTo>
                  <a:cubicBezTo>
                    <a:pt x="810700" y="236462"/>
                    <a:pt x="809888" y="237274"/>
                    <a:pt x="809077" y="238086"/>
                  </a:cubicBezTo>
                  <a:cubicBezTo>
                    <a:pt x="808266" y="238898"/>
                    <a:pt x="809077" y="238086"/>
                    <a:pt x="809077" y="237274"/>
                  </a:cubicBezTo>
                  <a:cubicBezTo>
                    <a:pt x="809077" y="235651"/>
                    <a:pt x="809888" y="234839"/>
                    <a:pt x="810700" y="234839"/>
                  </a:cubicBezTo>
                  <a:cubicBezTo>
                    <a:pt x="811511" y="234839"/>
                    <a:pt x="812322" y="234027"/>
                    <a:pt x="812322" y="233215"/>
                  </a:cubicBezTo>
                  <a:cubicBezTo>
                    <a:pt x="812322" y="231591"/>
                    <a:pt x="813134" y="231591"/>
                    <a:pt x="813134" y="231591"/>
                  </a:cubicBezTo>
                  <a:cubicBezTo>
                    <a:pt x="815568" y="233215"/>
                    <a:pt x="813134" y="236462"/>
                    <a:pt x="811511" y="236462"/>
                  </a:cubicBezTo>
                  <a:close/>
                  <a:moveTo>
                    <a:pt x="818813" y="223472"/>
                  </a:moveTo>
                  <a:cubicBezTo>
                    <a:pt x="818002" y="225096"/>
                    <a:pt x="817190" y="226720"/>
                    <a:pt x="817190" y="227532"/>
                  </a:cubicBezTo>
                  <a:cubicBezTo>
                    <a:pt x="817190" y="228344"/>
                    <a:pt x="816379" y="229155"/>
                    <a:pt x="815568" y="229155"/>
                  </a:cubicBezTo>
                  <a:cubicBezTo>
                    <a:pt x="814756" y="229155"/>
                    <a:pt x="815568" y="225908"/>
                    <a:pt x="817190" y="222661"/>
                  </a:cubicBezTo>
                  <a:cubicBezTo>
                    <a:pt x="818002" y="221037"/>
                    <a:pt x="818813" y="221037"/>
                    <a:pt x="819624" y="221037"/>
                  </a:cubicBezTo>
                  <a:cubicBezTo>
                    <a:pt x="820435" y="221037"/>
                    <a:pt x="820435" y="221849"/>
                    <a:pt x="818813" y="223472"/>
                  </a:cubicBezTo>
                  <a:close/>
                  <a:moveTo>
                    <a:pt x="822058" y="213730"/>
                  </a:moveTo>
                  <a:cubicBezTo>
                    <a:pt x="820435" y="214542"/>
                    <a:pt x="820435" y="214542"/>
                    <a:pt x="822058" y="213730"/>
                  </a:cubicBezTo>
                  <a:cubicBezTo>
                    <a:pt x="822058" y="212106"/>
                    <a:pt x="822870" y="211294"/>
                    <a:pt x="822870" y="211294"/>
                  </a:cubicBezTo>
                  <a:cubicBezTo>
                    <a:pt x="822870" y="211294"/>
                    <a:pt x="822870" y="212106"/>
                    <a:pt x="822058" y="213730"/>
                  </a:cubicBezTo>
                  <a:close/>
                  <a:moveTo>
                    <a:pt x="826115" y="209670"/>
                  </a:moveTo>
                  <a:cubicBezTo>
                    <a:pt x="823681" y="212106"/>
                    <a:pt x="823681" y="212106"/>
                    <a:pt x="824492" y="209670"/>
                  </a:cubicBezTo>
                  <a:cubicBezTo>
                    <a:pt x="824492" y="208858"/>
                    <a:pt x="825303" y="206423"/>
                    <a:pt x="825303" y="205611"/>
                  </a:cubicBezTo>
                  <a:cubicBezTo>
                    <a:pt x="825303" y="204799"/>
                    <a:pt x="825303" y="204799"/>
                    <a:pt x="826926" y="205611"/>
                  </a:cubicBezTo>
                  <a:cubicBezTo>
                    <a:pt x="827737" y="207235"/>
                    <a:pt x="827737" y="208047"/>
                    <a:pt x="826115" y="209670"/>
                  </a:cubicBezTo>
                  <a:close/>
                  <a:moveTo>
                    <a:pt x="833417" y="191809"/>
                  </a:moveTo>
                  <a:cubicBezTo>
                    <a:pt x="834228" y="190185"/>
                    <a:pt x="835039" y="189373"/>
                    <a:pt x="835039" y="189373"/>
                  </a:cubicBezTo>
                  <a:cubicBezTo>
                    <a:pt x="835039" y="189373"/>
                    <a:pt x="835039" y="190185"/>
                    <a:pt x="834228" y="191809"/>
                  </a:cubicBezTo>
                  <a:cubicBezTo>
                    <a:pt x="833417" y="193433"/>
                    <a:pt x="832605" y="194245"/>
                    <a:pt x="832605" y="194245"/>
                  </a:cubicBezTo>
                  <a:cubicBezTo>
                    <a:pt x="832605" y="195057"/>
                    <a:pt x="833417" y="193433"/>
                    <a:pt x="833417" y="19180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3" name="Freeform 21">
              <a:extLst>
                <a:ext uri="{FF2B5EF4-FFF2-40B4-BE49-F238E27FC236}">
                  <a16:creationId xmlns:a16="http://schemas.microsoft.com/office/drawing/2014/main" id="{5C0464B7-C002-8288-5DA4-58641D7FFF35}"/>
                </a:ext>
              </a:extLst>
            </p:cNvPr>
            <p:cNvSpPr/>
            <p:nvPr/>
          </p:nvSpPr>
          <p:spPr>
            <a:xfrm>
              <a:off x="6031658" y="3260415"/>
              <a:ext cx="403762" cy="576564"/>
            </a:xfrm>
            <a:custGeom>
              <a:avLst/>
              <a:gdLst>
                <a:gd name="connsiteX0" fmla="*/ 241500 w 403762"/>
                <a:gd name="connsiteY0" fmla="*/ 214336 h 576564"/>
                <a:gd name="connsiteX1" fmla="*/ 241500 w 403762"/>
                <a:gd name="connsiteY1" fmla="*/ 214336 h 576564"/>
                <a:gd name="connsiteX2" fmla="*/ 245556 w 403762"/>
                <a:gd name="connsiteY2" fmla="*/ 211901 h 576564"/>
                <a:gd name="connsiteX3" fmla="*/ 248802 w 403762"/>
                <a:gd name="connsiteY3" fmla="*/ 210277 h 576564"/>
                <a:gd name="connsiteX4" fmla="*/ 246368 w 403762"/>
                <a:gd name="connsiteY4" fmla="*/ 208653 h 576564"/>
                <a:gd name="connsiteX5" fmla="*/ 270708 w 403762"/>
                <a:gd name="connsiteY5" fmla="*/ 180238 h 576564"/>
                <a:gd name="connsiteX6" fmla="*/ 271519 w 403762"/>
                <a:gd name="connsiteY6" fmla="*/ 177802 h 576564"/>
                <a:gd name="connsiteX7" fmla="*/ 269896 w 403762"/>
                <a:gd name="connsiteY7" fmla="*/ 176990 h 576564"/>
                <a:gd name="connsiteX8" fmla="*/ 270708 w 403762"/>
                <a:gd name="connsiteY8" fmla="*/ 175366 h 576564"/>
                <a:gd name="connsiteX9" fmla="*/ 277198 w 403762"/>
                <a:gd name="connsiteY9" fmla="*/ 169683 h 576564"/>
                <a:gd name="connsiteX10" fmla="*/ 287745 w 403762"/>
                <a:gd name="connsiteY10" fmla="*/ 159941 h 576564"/>
                <a:gd name="connsiteX11" fmla="*/ 316141 w 403762"/>
                <a:gd name="connsiteY11" fmla="*/ 133960 h 576564"/>
                <a:gd name="connsiteX12" fmla="*/ 321009 w 403762"/>
                <a:gd name="connsiteY12" fmla="*/ 129901 h 576564"/>
                <a:gd name="connsiteX13" fmla="*/ 323443 w 403762"/>
                <a:gd name="connsiteY13" fmla="*/ 128277 h 576564"/>
                <a:gd name="connsiteX14" fmla="*/ 322631 w 403762"/>
                <a:gd name="connsiteY14" fmla="*/ 128277 h 576564"/>
                <a:gd name="connsiteX15" fmla="*/ 322631 w 403762"/>
                <a:gd name="connsiteY15" fmla="*/ 126653 h 576564"/>
                <a:gd name="connsiteX16" fmla="*/ 326688 w 403762"/>
                <a:gd name="connsiteY16" fmla="*/ 125030 h 576564"/>
                <a:gd name="connsiteX17" fmla="*/ 327500 w 403762"/>
                <a:gd name="connsiteY17" fmla="*/ 123406 h 576564"/>
                <a:gd name="connsiteX18" fmla="*/ 329933 w 403762"/>
                <a:gd name="connsiteY18" fmla="*/ 118535 h 576564"/>
                <a:gd name="connsiteX19" fmla="*/ 370499 w 403762"/>
                <a:gd name="connsiteY19" fmla="*/ 73881 h 576564"/>
                <a:gd name="connsiteX20" fmla="*/ 368065 w 403762"/>
                <a:gd name="connsiteY20" fmla="*/ 74693 h 576564"/>
                <a:gd name="connsiteX21" fmla="*/ 364009 w 403762"/>
                <a:gd name="connsiteY21" fmla="*/ 77129 h 576564"/>
                <a:gd name="connsiteX22" fmla="*/ 360763 w 403762"/>
                <a:gd name="connsiteY22" fmla="*/ 80376 h 576564"/>
                <a:gd name="connsiteX23" fmla="*/ 360763 w 403762"/>
                <a:gd name="connsiteY23" fmla="*/ 83624 h 576564"/>
                <a:gd name="connsiteX24" fmla="*/ 358329 w 403762"/>
                <a:gd name="connsiteY24" fmla="*/ 84435 h 576564"/>
                <a:gd name="connsiteX25" fmla="*/ 353461 w 403762"/>
                <a:gd name="connsiteY25" fmla="*/ 86871 h 576564"/>
                <a:gd name="connsiteX26" fmla="*/ 352650 w 403762"/>
                <a:gd name="connsiteY26" fmla="*/ 86059 h 576564"/>
                <a:gd name="connsiteX27" fmla="*/ 351027 w 403762"/>
                <a:gd name="connsiteY27" fmla="*/ 83624 h 576564"/>
                <a:gd name="connsiteX28" fmla="*/ 351027 w 403762"/>
                <a:gd name="connsiteY28" fmla="*/ 81188 h 576564"/>
                <a:gd name="connsiteX29" fmla="*/ 354273 w 403762"/>
                <a:gd name="connsiteY29" fmla="*/ 81188 h 576564"/>
                <a:gd name="connsiteX30" fmla="*/ 356707 w 403762"/>
                <a:gd name="connsiteY30" fmla="*/ 79564 h 576564"/>
                <a:gd name="connsiteX31" fmla="*/ 356707 w 403762"/>
                <a:gd name="connsiteY31" fmla="*/ 78752 h 576564"/>
                <a:gd name="connsiteX32" fmla="*/ 354273 w 403762"/>
                <a:gd name="connsiteY32" fmla="*/ 78752 h 576564"/>
                <a:gd name="connsiteX33" fmla="*/ 364820 w 403762"/>
                <a:gd name="connsiteY33" fmla="*/ 72257 h 576564"/>
                <a:gd name="connsiteX34" fmla="*/ 364820 w 403762"/>
                <a:gd name="connsiteY34" fmla="*/ 71445 h 576564"/>
                <a:gd name="connsiteX35" fmla="*/ 372933 w 403762"/>
                <a:gd name="connsiteY35" fmla="*/ 56832 h 576564"/>
                <a:gd name="connsiteX36" fmla="*/ 379423 w 403762"/>
                <a:gd name="connsiteY36" fmla="*/ 48713 h 576564"/>
                <a:gd name="connsiteX37" fmla="*/ 386726 w 403762"/>
                <a:gd name="connsiteY37" fmla="*/ 44653 h 576564"/>
                <a:gd name="connsiteX38" fmla="*/ 394839 w 403762"/>
                <a:gd name="connsiteY38" fmla="*/ 38158 h 576564"/>
                <a:gd name="connsiteX39" fmla="*/ 397273 w 403762"/>
                <a:gd name="connsiteY39" fmla="*/ 30040 h 576564"/>
                <a:gd name="connsiteX40" fmla="*/ 400518 w 403762"/>
                <a:gd name="connsiteY40" fmla="*/ 21109 h 576564"/>
                <a:gd name="connsiteX41" fmla="*/ 403763 w 403762"/>
                <a:gd name="connsiteY41" fmla="*/ 15426 h 576564"/>
                <a:gd name="connsiteX42" fmla="*/ 398084 w 403762"/>
                <a:gd name="connsiteY42" fmla="*/ 9743 h 576564"/>
                <a:gd name="connsiteX43" fmla="*/ 376179 w 403762"/>
                <a:gd name="connsiteY43" fmla="*/ 0 h 576564"/>
                <a:gd name="connsiteX44" fmla="*/ 334801 w 403762"/>
                <a:gd name="connsiteY44" fmla="*/ 30040 h 576564"/>
                <a:gd name="connsiteX45" fmla="*/ 312896 w 403762"/>
                <a:gd name="connsiteY45" fmla="*/ 54396 h 576564"/>
                <a:gd name="connsiteX46" fmla="*/ 308028 w 403762"/>
                <a:gd name="connsiteY46" fmla="*/ 60891 h 576564"/>
                <a:gd name="connsiteX47" fmla="*/ 283688 w 403762"/>
                <a:gd name="connsiteY47" fmla="*/ 91742 h 576564"/>
                <a:gd name="connsiteX48" fmla="*/ 243123 w 403762"/>
                <a:gd name="connsiteY48" fmla="*/ 146950 h 576564"/>
                <a:gd name="connsiteX49" fmla="*/ 239066 w 403762"/>
                <a:gd name="connsiteY49" fmla="*/ 151822 h 576564"/>
                <a:gd name="connsiteX50" fmla="*/ 235009 w 403762"/>
                <a:gd name="connsiteY50" fmla="*/ 156693 h 576564"/>
                <a:gd name="connsiteX51" fmla="*/ 224462 w 403762"/>
                <a:gd name="connsiteY51" fmla="*/ 171307 h 576564"/>
                <a:gd name="connsiteX52" fmla="*/ 214727 w 403762"/>
                <a:gd name="connsiteY52" fmla="*/ 185109 h 576564"/>
                <a:gd name="connsiteX53" fmla="*/ 192821 w 403762"/>
                <a:gd name="connsiteY53" fmla="*/ 211089 h 576564"/>
                <a:gd name="connsiteX54" fmla="*/ 186331 w 403762"/>
                <a:gd name="connsiteY54" fmla="*/ 215960 h 576564"/>
                <a:gd name="connsiteX55" fmla="*/ 176595 w 403762"/>
                <a:gd name="connsiteY55" fmla="*/ 218396 h 576564"/>
                <a:gd name="connsiteX56" fmla="*/ 164425 w 403762"/>
                <a:gd name="connsiteY56" fmla="*/ 229762 h 576564"/>
                <a:gd name="connsiteX57" fmla="*/ 164425 w 403762"/>
                <a:gd name="connsiteY57" fmla="*/ 230574 h 576564"/>
                <a:gd name="connsiteX58" fmla="*/ 52464 w 403762"/>
                <a:gd name="connsiteY58" fmla="*/ 280911 h 576564"/>
                <a:gd name="connsiteX59" fmla="*/ 33803 w 403762"/>
                <a:gd name="connsiteY59" fmla="*/ 276039 h 576564"/>
                <a:gd name="connsiteX60" fmla="*/ 29747 w 403762"/>
                <a:gd name="connsiteY60" fmla="*/ 249247 h 576564"/>
                <a:gd name="connsiteX61" fmla="*/ 46784 w 403762"/>
                <a:gd name="connsiteY61" fmla="*/ 206218 h 576564"/>
                <a:gd name="connsiteX62" fmla="*/ 106010 w 403762"/>
                <a:gd name="connsiteY62" fmla="*/ 105544 h 576564"/>
                <a:gd name="connsiteX63" fmla="*/ 107633 w 403762"/>
                <a:gd name="connsiteY63" fmla="*/ 103109 h 576564"/>
                <a:gd name="connsiteX64" fmla="*/ 111689 w 403762"/>
                <a:gd name="connsiteY64" fmla="*/ 96614 h 576564"/>
                <a:gd name="connsiteX65" fmla="*/ 122236 w 403762"/>
                <a:gd name="connsiteY65" fmla="*/ 84435 h 576564"/>
                <a:gd name="connsiteX66" fmla="*/ 149010 w 403762"/>
                <a:gd name="connsiteY66" fmla="*/ 60079 h 576564"/>
                <a:gd name="connsiteX67" fmla="*/ 161991 w 403762"/>
                <a:gd name="connsiteY67" fmla="*/ 48713 h 576564"/>
                <a:gd name="connsiteX68" fmla="*/ 172538 w 403762"/>
                <a:gd name="connsiteY68" fmla="*/ 38970 h 576564"/>
                <a:gd name="connsiteX69" fmla="*/ 178217 w 403762"/>
                <a:gd name="connsiteY69" fmla="*/ 27604 h 576564"/>
                <a:gd name="connsiteX70" fmla="*/ 172538 w 403762"/>
                <a:gd name="connsiteY70" fmla="*/ 20297 h 576564"/>
                <a:gd name="connsiteX71" fmla="*/ 149010 w 403762"/>
                <a:gd name="connsiteY71" fmla="*/ 11366 h 576564"/>
                <a:gd name="connsiteX72" fmla="*/ 136841 w 403762"/>
                <a:gd name="connsiteY72" fmla="*/ 13802 h 576564"/>
                <a:gd name="connsiteX73" fmla="*/ 80860 w 403762"/>
                <a:gd name="connsiteY73" fmla="*/ 69822 h 576564"/>
                <a:gd name="connsiteX74" fmla="*/ 71935 w 403762"/>
                <a:gd name="connsiteY74" fmla="*/ 82000 h 576564"/>
                <a:gd name="connsiteX75" fmla="*/ 45973 w 403762"/>
                <a:gd name="connsiteY75" fmla="*/ 120970 h 576564"/>
                <a:gd name="connsiteX76" fmla="*/ 41105 w 403762"/>
                <a:gd name="connsiteY76" fmla="*/ 129089 h 576564"/>
                <a:gd name="connsiteX77" fmla="*/ 39483 w 403762"/>
                <a:gd name="connsiteY77" fmla="*/ 131525 h 576564"/>
                <a:gd name="connsiteX78" fmla="*/ 15954 w 403762"/>
                <a:gd name="connsiteY78" fmla="*/ 179426 h 576564"/>
                <a:gd name="connsiteX79" fmla="*/ 16765 w 403762"/>
                <a:gd name="connsiteY79" fmla="*/ 279287 h 576564"/>
                <a:gd name="connsiteX80" fmla="*/ 55709 w 403762"/>
                <a:gd name="connsiteY80" fmla="*/ 303643 h 576564"/>
                <a:gd name="connsiteX81" fmla="*/ 71935 w 403762"/>
                <a:gd name="connsiteY81" fmla="*/ 301208 h 576564"/>
                <a:gd name="connsiteX82" fmla="*/ 85727 w 403762"/>
                <a:gd name="connsiteY82" fmla="*/ 300396 h 576564"/>
                <a:gd name="connsiteX83" fmla="*/ 98709 w 403762"/>
                <a:gd name="connsiteY83" fmla="*/ 298772 h 576564"/>
                <a:gd name="connsiteX84" fmla="*/ 104388 w 403762"/>
                <a:gd name="connsiteY84" fmla="*/ 296336 h 576564"/>
                <a:gd name="connsiteX85" fmla="*/ 106822 w 403762"/>
                <a:gd name="connsiteY85" fmla="*/ 295524 h 576564"/>
                <a:gd name="connsiteX86" fmla="*/ 106822 w 403762"/>
                <a:gd name="connsiteY86" fmla="*/ 294712 h 576564"/>
                <a:gd name="connsiteX87" fmla="*/ 104388 w 403762"/>
                <a:gd name="connsiteY87" fmla="*/ 293089 h 576564"/>
                <a:gd name="connsiteX88" fmla="*/ 106822 w 403762"/>
                <a:gd name="connsiteY88" fmla="*/ 291465 h 576564"/>
                <a:gd name="connsiteX89" fmla="*/ 109256 w 403762"/>
                <a:gd name="connsiteY89" fmla="*/ 289029 h 576564"/>
                <a:gd name="connsiteX90" fmla="*/ 111689 w 403762"/>
                <a:gd name="connsiteY90" fmla="*/ 287406 h 576564"/>
                <a:gd name="connsiteX91" fmla="*/ 117369 w 403762"/>
                <a:gd name="connsiteY91" fmla="*/ 288217 h 576564"/>
                <a:gd name="connsiteX92" fmla="*/ 136841 w 403762"/>
                <a:gd name="connsiteY92" fmla="*/ 281723 h 576564"/>
                <a:gd name="connsiteX93" fmla="*/ 134406 w 403762"/>
                <a:gd name="connsiteY93" fmla="*/ 280911 h 576564"/>
                <a:gd name="connsiteX94" fmla="*/ 131161 w 403762"/>
                <a:gd name="connsiteY94" fmla="*/ 280099 h 576564"/>
                <a:gd name="connsiteX95" fmla="*/ 132784 w 403762"/>
                <a:gd name="connsiteY95" fmla="*/ 276039 h 576564"/>
                <a:gd name="connsiteX96" fmla="*/ 139274 w 403762"/>
                <a:gd name="connsiteY96" fmla="*/ 277663 h 576564"/>
                <a:gd name="connsiteX97" fmla="*/ 143331 w 403762"/>
                <a:gd name="connsiteY97" fmla="*/ 280911 h 576564"/>
                <a:gd name="connsiteX98" fmla="*/ 153067 w 403762"/>
                <a:gd name="connsiteY98" fmla="*/ 275227 h 576564"/>
                <a:gd name="connsiteX99" fmla="*/ 155501 w 403762"/>
                <a:gd name="connsiteY99" fmla="*/ 273604 h 576564"/>
                <a:gd name="connsiteX100" fmla="*/ 148199 w 403762"/>
                <a:gd name="connsiteY100" fmla="*/ 286594 h 576564"/>
                <a:gd name="connsiteX101" fmla="*/ 126293 w 403762"/>
                <a:gd name="connsiteY101" fmla="*/ 323940 h 576564"/>
                <a:gd name="connsiteX102" fmla="*/ 122236 w 403762"/>
                <a:gd name="connsiteY102" fmla="*/ 330435 h 576564"/>
                <a:gd name="connsiteX103" fmla="*/ 112501 w 403762"/>
                <a:gd name="connsiteY103" fmla="*/ 347485 h 576564"/>
                <a:gd name="connsiteX104" fmla="*/ 108444 w 403762"/>
                <a:gd name="connsiteY104" fmla="*/ 353168 h 576564"/>
                <a:gd name="connsiteX105" fmla="*/ 107633 w 403762"/>
                <a:gd name="connsiteY105" fmla="*/ 356415 h 576564"/>
                <a:gd name="connsiteX106" fmla="*/ 106010 w 403762"/>
                <a:gd name="connsiteY106" fmla="*/ 359663 h 576564"/>
                <a:gd name="connsiteX107" fmla="*/ 104388 w 403762"/>
                <a:gd name="connsiteY107" fmla="*/ 361287 h 576564"/>
                <a:gd name="connsiteX108" fmla="*/ 102765 w 403762"/>
                <a:gd name="connsiteY108" fmla="*/ 365346 h 576564"/>
                <a:gd name="connsiteX109" fmla="*/ 96275 w 403762"/>
                <a:gd name="connsiteY109" fmla="*/ 376712 h 576564"/>
                <a:gd name="connsiteX110" fmla="*/ 90595 w 403762"/>
                <a:gd name="connsiteY110" fmla="*/ 386455 h 576564"/>
                <a:gd name="connsiteX111" fmla="*/ 88973 w 403762"/>
                <a:gd name="connsiteY111" fmla="*/ 388891 h 576564"/>
                <a:gd name="connsiteX112" fmla="*/ 86539 w 403762"/>
                <a:gd name="connsiteY112" fmla="*/ 395386 h 576564"/>
                <a:gd name="connsiteX113" fmla="*/ 69501 w 403762"/>
                <a:gd name="connsiteY113" fmla="*/ 430297 h 576564"/>
                <a:gd name="connsiteX114" fmla="*/ 51652 w 403762"/>
                <a:gd name="connsiteY114" fmla="*/ 473326 h 576564"/>
                <a:gd name="connsiteX115" fmla="*/ 41105 w 403762"/>
                <a:gd name="connsiteY115" fmla="*/ 522039 h 576564"/>
                <a:gd name="connsiteX116" fmla="*/ 75180 w 403762"/>
                <a:gd name="connsiteY116" fmla="*/ 576435 h 576564"/>
                <a:gd name="connsiteX117" fmla="*/ 81671 w 403762"/>
                <a:gd name="connsiteY117" fmla="*/ 573187 h 576564"/>
                <a:gd name="connsiteX118" fmla="*/ 76803 w 403762"/>
                <a:gd name="connsiteY118" fmla="*/ 568316 h 576564"/>
                <a:gd name="connsiteX119" fmla="*/ 75992 w 403762"/>
                <a:gd name="connsiteY119" fmla="*/ 561009 h 576564"/>
                <a:gd name="connsiteX120" fmla="*/ 73558 w 403762"/>
                <a:gd name="connsiteY120" fmla="*/ 552079 h 576564"/>
                <a:gd name="connsiteX121" fmla="*/ 71935 w 403762"/>
                <a:gd name="connsiteY121" fmla="*/ 547207 h 576564"/>
                <a:gd name="connsiteX122" fmla="*/ 71124 w 403762"/>
                <a:gd name="connsiteY122" fmla="*/ 541524 h 576564"/>
                <a:gd name="connsiteX123" fmla="*/ 72746 w 403762"/>
                <a:gd name="connsiteY123" fmla="*/ 529346 h 576564"/>
                <a:gd name="connsiteX124" fmla="*/ 71935 w 403762"/>
                <a:gd name="connsiteY124" fmla="*/ 528534 h 576564"/>
                <a:gd name="connsiteX125" fmla="*/ 74369 w 403762"/>
                <a:gd name="connsiteY125" fmla="*/ 526098 h 576564"/>
                <a:gd name="connsiteX126" fmla="*/ 75180 w 403762"/>
                <a:gd name="connsiteY126" fmla="*/ 516356 h 576564"/>
                <a:gd name="connsiteX127" fmla="*/ 74369 w 403762"/>
                <a:gd name="connsiteY127" fmla="*/ 509861 h 576564"/>
                <a:gd name="connsiteX128" fmla="*/ 77614 w 403762"/>
                <a:gd name="connsiteY128" fmla="*/ 504990 h 576564"/>
                <a:gd name="connsiteX129" fmla="*/ 79237 w 403762"/>
                <a:gd name="connsiteY129" fmla="*/ 502554 h 576564"/>
                <a:gd name="connsiteX130" fmla="*/ 79237 w 403762"/>
                <a:gd name="connsiteY130" fmla="*/ 500930 h 576564"/>
                <a:gd name="connsiteX131" fmla="*/ 81671 w 403762"/>
                <a:gd name="connsiteY131" fmla="*/ 493623 h 576564"/>
                <a:gd name="connsiteX132" fmla="*/ 80048 w 403762"/>
                <a:gd name="connsiteY132" fmla="*/ 489564 h 576564"/>
                <a:gd name="connsiteX133" fmla="*/ 82482 w 403762"/>
                <a:gd name="connsiteY133" fmla="*/ 487128 h 576564"/>
                <a:gd name="connsiteX134" fmla="*/ 85727 w 403762"/>
                <a:gd name="connsiteY134" fmla="*/ 486316 h 576564"/>
                <a:gd name="connsiteX135" fmla="*/ 85727 w 403762"/>
                <a:gd name="connsiteY135" fmla="*/ 484693 h 576564"/>
                <a:gd name="connsiteX136" fmla="*/ 80860 w 403762"/>
                <a:gd name="connsiteY136" fmla="*/ 483069 h 576564"/>
                <a:gd name="connsiteX137" fmla="*/ 81671 w 403762"/>
                <a:gd name="connsiteY137" fmla="*/ 482257 h 576564"/>
                <a:gd name="connsiteX138" fmla="*/ 84105 w 403762"/>
                <a:gd name="connsiteY138" fmla="*/ 481445 h 576564"/>
                <a:gd name="connsiteX139" fmla="*/ 86539 w 403762"/>
                <a:gd name="connsiteY139" fmla="*/ 480633 h 576564"/>
                <a:gd name="connsiteX140" fmla="*/ 93029 w 403762"/>
                <a:gd name="connsiteY140" fmla="*/ 469267 h 576564"/>
                <a:gd name="connsiteX141" fmla="*/ 90595 w 403762"/>
                <a:gd name="connsiteY141" fmla="*/ 467643 h 576564"/>
                <a:gd name="connsiteX142" fmla="*/ 85727 w 403762"/>
                <a:gd name="connsiteY142" fmla="*/ 471702 h 576564"/>
                <a:gd name="connsiteX143" fmla="*/ 84105 w 403762"/>
                <a:gd name="connsiteY143" fmla="*/ 473326 h 576564"/>
                <a:gd name="connsiteX144" fmla="*/ 81671 w 403762"/>
                <a:gd name="connsiteY144" fmla="*/ 473326 h 576564"/>
                <a:gd name="connsiteX145" fmla="*/ 80048 w 403762"/>
                <a:gd name="connsiteY145" fmla="*/ 472514 h 576564"/>
                <a:gd name="connsiteX146" fmla="*/ 77614 w 403762"/>
                <a:gd name="connsiteY146" fmla="*/ 470079 h 576564"/>
                <a:gd name="connsiteX147" fmla="*/ 81671 w 403762"/>
                <a:gd name="connsiteY147" fmla="*/ 461960 h 576564"/>
                <a:gd name="connsiteX148" fmla="*/ 82482 w 403762"/>
                <a:gd name="connsiteY148" fmla="*/ 459524 h 576564"/>
                <a:gd name="connsiteX149" fmla="*/ 81671 w 403762"/>
                <a:gd name="connsiteY149" fmla="*/ 456277 h 576564"/>
                <a:gd name="connsiteX150" fmla="*/ 82482 w 403762"/>
                <a:gd name="connsiteY150" fmla="*/ 453029 h 576564"/>
                <a:gd name="connsiteX151" fmla="*/ 84105 w 403762"/>
                <a:gd name="connsiteY151" fmla="*/ 456277 h 576564"/>
                <a:gd name="connsiteX152" fmla="*/ 82482 w 403762"/>
                <a:gd name="connsiteY152" fmla="*/ 462772 h 576564"/>
                <a:gd name="connsiteX153" fmla="*/ 82482 w 403762"/>
                <a:gd name="connsiteY153" fmla="*/ 470079 h 576564"/>
                <a:gd name="connsiteX154" fmla="*/ 84105 w 403762"/>
                <a:gd name="connsiteY154" fmla="*/ 470891 h 576564"/>
                <a:gd name="connsiteX155" fmla="*/ 87350 w 403762"/>
                <a:gd name="connsiteY155" fmla="*/ 466019 h 576564"/>
                <a:gd name="connsiteX156" fmla="*/ 91407 w 403762"/>
                <a:gd name="connsiteY156" fmla="*/ 461960 h 576564"/>
                <a:gd name="connsiteX157" fmla="*/ 91407 w 403762"/>
                <a:gd name="connsiteY157" fmla="*/ 463584 h 576564"/>
                <a:gd name="connsiteX158" fmla="*/ 89784 w 403762"/>
                <a:gd name="connsiteY158" fmla="*/ 464396 h 576564"/>
                <a:gd name="connsiteX159" fmla="*/ 92218 w 403762"/>
                <a:gd name="connsiteY159" fmla="*/ 466019 h 576564"/>
                <a:gd name="connsiteX160" fmla="*/ 102765 w 403762"/>
                <a:gd name="connsiteY160" fmla="*/ 451405 h 576564"/>
                <a:gd name="connsiteX161" fmla="*/ 104388 w 403762"/>
                <a:gd name="connsiteY161" fmla="*/ 447346 h 576564"/>
                <a:gd name="connsiteX162" fmla="*/ 111689 w 403762"/>
                <a:gd name="connsiteY162" fmla="*/ 430297 h 576564"/>
                <a:gd name="connsiteX163" fmla="*/ 110067 w 403762"/>
                <a:gd name="connsiteY163" fmla="*/ 429485 h 576564"/>
                <a:gd name="connsiteX164" fmla="*/ 105199 w 403762"/>
                <a:gd name="connsiteY164" fmla="*/ 433544 h 576564"/>
                <a:gd name="connsiteX165" fmla="*/ 102765 w 403762"/>
                <a:gd name="connsiteY165" fmla="*/ 431108 h 576564"/>
                <a:gd name="connsiteX166" fmla="*/ 99520 w 403762"/>
                <a:gd name="connsiteY166" fmla="*/ 429485 h 576564"/>
                <a:gd name="connsiteX167" fmla="*/ 99520 w 403762"/>
                <a:gd name="connsiteY167" fmla="*/ 433544 h 576564"/>
                <a:gd name="connsiteX168" fmla="*/ 98709 w 403762"/>
                <a:gd name="connsiteY168" fmla="*/ 435168 h 576564"/>
                <a:gd name="connsiteX169" fmla="*/ 97897 w 403762"/>
                <a:gd name="connsiteY169" fmla="*/ 427049 h 576564"/>
                <a:gd name="connsiteX170" fmla="*/ 99520 w 403762"/>
                <a:gd name="connsiteY170" fmla="*/ 425425 h 576564"/>
                <a:gd name="connsiteX171" fmla="*/ 101142 w 403762"/>
                <a:gd name="connsiteY171" fmla="*/ 422178 h 576564"/>
                <a:gd name="connsiteX172" fmla="*/ 102765 w 403762"/>
                <a:gd name="connsiteY172" fmla="*/ 418118 h 576564"/>
                <a:gd name="connsiteX173" fmla="*/ 105199 w 403762"/>
                <a:gd name="connsiteY173" fmla="*/ 416494 h 576564"/>
                <a:gd name="connsiteX174" fmla="*/ 107633 w 403762"/>
                <a:gd name="connsiteY174" fmla="*/ 418930 h 576564"/>
                <a:gd name="connsiteX175" fmla="*/ 106010 w 403762"/>
                <a:gd name="connsiteY175" fmla="*/ 418930 h 576564"/>
                <a:gd name="connsiteX176" fmla="*/ 104388 w 403762"/>
                <a:gd name="connsiteY176" fmla="*/ 419742 h 576564"/>
                <a:gd name="connsiteX177" fmla="*/ 101954 w 403762"/>
                <a:gd name="connsiteY177" fmla="*/ 424613 h 576564"/>
                <a:gd name="connsiteX178" fmla="*/ 106822 w 403762"/>
                <a:gd name="connsiteY178" fmla="*/ 425425 h 576564"/>
                <a:gd name="connsiteX179" fmla="*/ 109256 w 403762"/>
                <a:gd name="connsiteY179" fmla="*/ 423802 h 576564"/>
                <a:gd name="connsiteX180" fmla="*/ 110878 w 403762"/>
                <a:gd name="connsiteY180" fmla="*/ 422990 h 576564"/>
                <a:gd name="connsiteX181" fmla="*/ 114123 w 403762"/>
                <a:gd name="connsiteY181" fmla="*/ 422178 h 576564"/>
                <a:gd name="connsiteX182" fmla="*/ 115746 w 403762"/>
                <a:gd name="connsiteY182" fmla="*/ 421366 h 576564"/>
                <a:gd name="connsiteX183" fmla="*/ 117369 w 403762"/>
                <a:gd name="connsiteY183" fmla="*/ 418118 h 576564"/>
                <a:gd name="connsiteX184" fmla="*/ 119803 w 403762"/>
                <a:gd name="connsiteY184" fmla="*/ 414059 h 576564"/>
                <a:gd name="connsiteX185" fmla="*/ 114935 w 403762"/>
                <a:gd name="connsiteY185" fmla="*/ 414059 h 576564"/>
                <a:gd name="connsiteX186" fmla="*/ 113312 w 403762"/>
                <a:gd name="connsiteY186" fmla="*/ 413247 h 576564"/>
                <a:gd name="connsiteX187" fmla="*/ 114123 w 403762"/>
                <a:gd name="connsiteY187" fmla="*/ 408376 h 576564"/>
                <a:gd name="connsiteX188" fmla="*/ 115746 w 403762"/>
                <a:gd name="connsiteY188" fmla="*/ 406752 h 576564"/>
                <a:gd name="connsiteX189" fmla="*/ 118180 w 403762"/>
                <a:gd name="connsiteY189" fmla="*/ 399445 h 576564"/>
                <a:gd name="connsiteX190" fmla="*/ 118991 w 403762"/>
                <a:gd name="connsiteY190" fmla="*/ 398633 h 576564"/>
                <a:gd name="connsiteX191" fmla="*/ 122236 w 403762"/>
                <a:gd name="connsiteY191" fmla="*/ 397009 h 576564"/>
                <a:gd name="connsiteX192" fmla="*/ 123048 w 403762"/>
                <a:gd name="connsiteY192" fmla="*/ 392138 h 576564"/>
                <a:gd name="connsiteX193" fmla="*/ 124671 w 403762"/>
                <a:gd name="connsiteY193" fmla="*/ 389703 h 576564"/>
                <a:gd name="connsiteX194" fmla="*/ 125482 w 403762"/>
                <a:gd name="connsiteY194" fmla="*/ 392138 h 576564"/>
                <a:gd name="connsiteX195" fmla="*/ 126293 w 403762"/>
                <a:gd name="connsiteY195" fmla="*/ 396197 h 576564"/>
                <a:gd name="connsiteX196" fmla="*/ 125482 w 403762"/>
                <a:gd name="connsiteY196" fmla="*/ 397009 h 576564"/>
                <a:gd name="connsiteX197" fmla="*/ 123048 w 403762"/>
                <a:gd name="connsiteY197" fmla="*/ 402693 h 576564"/>
                <a:gd name="connsiteX198" fmla="*/ 127105 w 403762"/>
                <a:gd name="connsiteY198" fmla="*/ 400257 h 576564"/>
                <a:gd name="connsiteX199" fmla="*/ 130350 w 403762"/>
                <a:gd name="connsiteY199" fmla="*/ 396197 h 576564"/>
                <a:gd name="connsiteX200" fmla="*/ 136841 w 403762"/>
                <a:gd name="connsiteY200" fmla="*/ 383208 h 576564"/>
                <a:gd name="connsiteX201" fmla="*/ 136029 w 403762"/>
                <a:gd name="connsiteY201" fmla="*/ 383208 h 576564"/>
                <a:gd name="connsiteX202" fmla="*/ 134406 w 403762"/>
                <a:gd name="connsiteY202" fmla="*/ 383208 h 576564"/>
                <a:gd name="connsiteX203" fmla="*/ 137652 w 403762"/>
                <a:gd name="connsiteY203" fmla="*/ 380772 h 576564"/>
                <a:gd name="connsiteX204" fmla="*/ 143331 w 403762"/>
                <a:gd name="connsiteY204" fmla="*/ 373465 h 576564"/>
                <a:gd name="connsiteX205" fmla="*/ 147388 w 403762"/>
                <a:gd name="connsiteY205" fmla="*/ 366970 h 576564"/>
                <a:gd name="connsiteX206" fmla="*/ 147388 w 403762"/>
                <a:gd name="connsiteY206" fmla="*/ 365346 h 576564"/>
                <a:gd name="connsiteX207" fmla="*/ 148199 w 403762"/>
                <a:gd name="connsiteY207" fmla="*/ 364534 h 576564"/>
                <a:gd name="connsiteX208" fmla="*/ 152255 w 403762"/>
                <a:gd name="connsiteY208" fmla="*/ 354792 h 576564"/>
                <a:gd name="connsiteX209" fmla="*/ 156312 w 403762"/>
                <a:gd name="connsiteY209" fmla="*/ 349108 h 576564"/>
                <a:gd name="connsiteX210" fmla="*/ 160368 w 403762"/>
                <a:gd name="connsiteY210" fmla="*/ 342614 h 576564"/>
                <a:gd name="connsiteX211" fmla="*/ 161991 w 403762"/>
                <a:gd name="connsiteY211" fmla="*/ 340178 h 576564"/>
                <a:gd name="connsiteX212" fmla="*/ 162802 w 403762"/>
                <a:gd name="connsiteY212" fmla="*/ 338554 h 576564"/>
                <a:gd name="connsiteX213" fmla="*/ 165237 w 403762"/>
                <a:gd name="connsiteY213" fmla="*/ 333683 h 576564"/>
                <a:gd name="connsiteX214" fmla="*/ 177406 w 403762"/>
                <a:gd name="connsiteY214" fmla="*/ 312574 h 576564"/>
                <a:gd name="connsiteX215" fmla="*/ 181463 w 403762"/>
                <a:gd name="connsiteY215" fmla="*/ 307703 h 576564"/>
                <a:gd name="connsiteX216" fmla="*/ 191198 w 403762"/>
                <a:gd name="connsiteY216" fmla="*/ 290653 h 576564"/>
                <a:gd name="connsiteX217" fmla="*/ 198500 w 403762"/>
                <a:gd name="connsiteY217" fmla="*/ 278475 h 576564"/>
                <a:gd name="connsiteX218" fmla="*/ 215538 w 403762"/>
                <a:gd name="connsiteY218" fmla="*/ 254118 h 576564"/>
                <a:gd name="connsiteX219" fmla="*/ 241500 w 403762"/>
                <a:gd name="connsiteY219" fmla="*/ 214336 h 576564"/>
                <a:gd name="connsiteX220" fmla="*/ 360763 w 403762"/>
                <a:gd name="connsiteY220" fmla="*/ 64138 h 576564"/>
                <a:gd name="connsiteX221" fmla="*/ 362386 w 403762"/>
                <a:gd name="connsiteY221" fmla="*/ 61703 h 576564"/>
                <a:gd name="connsiteX222" fmla="*/ 363197 w 403762"/>
                <a:gd name="connsiteY222" fmla="*/ 64138 h 576564"/>
                <a:gd name="connsiteX223" fmla="*/ 361574 w 403762"/>
                <a:gd name="connsiteY223" fmla="*/ 66574 h 576564"/>
                <a:gd name="connsiteX224" fmla="*/ 360763 w 403762"/>
                <a:gd name="connsiteY224" fmla="*/ 64138 h 576564"/>
                <a:gd name="connsiteX225" fmla="*/ 350216 w 403762"/>
                <a:gd name="connsiteY225" fmla="*/ 92554 h 576564"/>
                <a:gd name="connsiteX226" fmla="*/ 347782 w 403762"/>
                <a:gd name="connsiteY226" fmla="*/ 98238 h 576564"/>
                <a:gd name="connsiteX227" fmla="*/ 346971 w 403762"/>
                <a:gd name="connsiteY227" fmla="*/ 99861 h 576564"/>
                <a:gd name="connsiteX228" fmla="*/ 341292 w 403762"/>
                <a:gd name="connsiteY228" fmla="*/ 103109 h 576564"/>
                <a:gd name="connsiteX229" fmla="*/ 336424 w 403762"/>
                <a:gd name="connsiteY229" fmla="*/ 107168 h 576564"/>
                <a:gd name="connsiteX230" fmla="*/ 339669 w 403762"/>
                <a:gd name="connsiteY230" fmla="*/ 102297 h 576564"/>
                <a:gd name="connsiteX231" fmla="*/ 341292 w 403762"/>
                <a:gd name="connsiteY231" fmla="*/ 96614 h 576564"/>
                <a:gd name="connsiteX232" fmla="*/ 342103 w 403762"/>
                <a:gd name="connsiteY232" fmla="*/ 92554 h 576564"/>
                <a:gd name="connsiteX233" fmla="*/ 343726 w 403762"/>
                <a:gd name="connsiteY233" fmla="*/ 91742 h 576564"/>
                <a:gd name="connsiteX234" fmla="*/ 346160 w 403762"/>
                <a:gd name="connsiteY234" fmla="*/ 90931 h 576564"/>
                <a:gd name="connsiteX235" fmla="*/ 347782 w 403762"/>
                <a:gd name="connsiteY235" fmla="*/ 90119 h 576564"/>
                <a:gd name="connsiteX236" fmla="*/ 347782 w 403762"/>
                <a:gd name="connsiteY236" fmla="*/ 87683 h 576564"/>
                <a:gd name="connsiteX237" fmla="*/ 350216 w 403762"/>
                <a:gd name="connsiteY237" fmla="*/ 92554 h 576564"/>
                <a:gd name="connsiteX238" fmla="*/ 351839 w 403762"/>
                <a:gd name="connsiteY238" fmla="*/ 73069 h 576564"/>
                <a:gd name="connsiteX239" fmla="*/ 351027 w 403762"/>
                <a:gd name="connsiteY239" fmla="*/ 75505 h 576564"/>
                <a:gd name="connsiteX240" fmla="*/ 349405 w 403762"/>
                <a:gd name="connsiteY240" fmla="*/ 73069 h 576564"/>
                <a:gd name="connsiteX241" fmla="*/ 351839 w 403762"/>
                <a:gd name="connsiteY241" fmla="*/ 73069 h 576564"/>
                <a:gd name="connsiteX242" fmla="*/ 348594 w 403762"/>
                <a:gd name="connsiteY242" fmla="*/ 77941 h 576564"/>
                <a:gd name="connsiteX243" fmla="*/ 349405 w 403762"/>
                <a:gd name="connsiteY243" fmla="*/ 79564 h 576564"/>
                <a:gd name="connsiteX244" fmla="*/ 346971 w 403762"/>
                <a:gd name="connsiteY244" fmla="*/ 79564 h 576564"/>
                <a:gd name="connsiteX245" fmla="*/ 348594 w 403762"/>
                <a:gd name="connsiteY245" fmla="*/ 77941 h 576564"/>
                <a:gd name="connsiteX246" fmla="*/ 338858 w 403762"/>
                <a:gd name="connsiteY246" fmla="*/ 87683 h 576564"/>
                <a:gd name="connsiteX247" fmla="*/ 343726 w 403762"/>
                <a:gd name="connsiteY247" fmla="*/ 82812 h 576564"/>
                <a:gd name="connsiteX248" fmla="*/ 346160 w 403762"/>
                <a:gd name="connsiteY248" fmla="*/ 82812 h 576564"/>
                <a:gd name="connsiteX249" fmla="*/ 343726 w 403762"/>
                <a:gd name="connsiteY249" fmla="*/ 85247 h 576564"/>
                <a:gd name="connsiteX250" fmla="*/ 338858 w 403762"/>
                <a:gd name="connsiteY250" fmla="*/ 89307 h 576564"/>
                <a:gd name="connsiteX251" fmla="*/ 338858 w 403762"/>
                <a:gd name="connsiteY251" fmla="*/ 87683 h 576564"/>
                <a:gd name="connsiteX252" fmla="*/ 333990 w 403762"/>
                <a:gd name="connsiteY252" fmla="*/ 92554 h 576564"/>
                <a:gd name="connsiteX253" fmla="*/ 335613 w 403762"/>
                <a:gd name="connsiteY253" fmla="*/ 92554 h 576564"/>
                <a:gd name="connsiteX254" fmla="*/ 333990 w 403762"/>
                <a:gd name="connsiteY254" fmla="*/ 94990 h 576564"/>
                <a:gd name="connsiteX255" fmla="*/ 332367 w 403762"/>
                <a:gd name="connsiteY255" fmla="*/ 94178 h 576564"/>
                <a:gd name="connsiteX256" fmla="*/ 333990 w 403762"/>
                <a:gd name="connsiteY256" fmla="*/ 92554 h 576564"/>
                <a:gd name="connsiteX257" fmla="*/ 332367 w 403762"/>
                <a:gd name="connsiteY257" fmla="*/ 100673 h 576564"/>
                <a:gd name="connsiteX258" fmla="*/ 334801 w 403762"/>
                <a:gd name="connsiteY258" fmla="*/ 100673 h 576564"/>
                <a:gd name="connsiteX259" fmla="*/ 333178 w 403762"/>
                <a:gd name="connsiteY259" fmla="*/ 101485 h 576564"/>
                <a:gd name="connsiteX260" fmla="*/ 332367 w 403762"/>
                <a:gd name="connsiteY260" fmla="*/ 100673 h 576564"/>
                <a:gd name="connsiteX261" fmla="*/ 226896 w 403762"/>
                <a:gd name="connsiteY261" fmla="*/ 193227 h 576564"/>
                <a:gd name="connsiteX262" fmla="*/ 225274 w 403762"/>
                <a:gd name="connsiteY262" fmla="*/ 192416 h 576564"/>
                <a:gd name="connsiteX263" fmla="*/ 226896 w 403762"/>
                <a:gd name="connsiteY263" fmla="*/ 193227 h 576564"/>
                <a:gd name="connsiteX264" fmla="*/ 230953 w 403762"/>
                <a:gd name="connsiteY264" fmla="*/ 187544 h 576564"/>
                <a:gd name="connsiteX265" fmla="*/ 237443 w 403762"/>
                <a:gd name="connsiteY265" fmla="*/ 181861 h 576564"/>
                <a:gd name="connsiteX266" fmla="*/ 230953 w 403762"/>
                <a:gd name="connsiteY266" fmla="*/ 187544 h 576564"/>
                <a:gd name="connsiteX267" fmla="*/ 243934 w 403762"/>
                <a:gd name="connsiteY267" fmla="*/ 198911 h 576564"/>
                <a:gd name="connsiteX268" fmla="*/ 242311 w 403762"/>
                <a:gd name="connsiteY268" fmla="*/ 197287 h 576564"/>
                <a:gd name="connsiteX269" fmla="*/ 243934 w 403762"/>
                <a:gd name="connsiteY269" fmla="*/ 198911 h 576564"/>
                <a:gd name="connsiteX270" fmla="*/ 245556 w 403762"/>
                <a:gd name="connsiteY270" fmla="*/ 176178 h 576564"/>
                <a:gd name="connsiteX271" fmla="*/ 243123 w 403762"/>
                <a:gd name="connsiteY271" fmla="*/ 176178 h 576564"/>
                <a:gd name="connsiteX272" fmla="*/ 245556 w 403762"/>
                <a:gd name="connsiteY272" fmla="*/ 176178 h 576564"/>
                <a:gd name="connsiteX273" fmla="*/ 290990 w 403762"/>
                <a:gd name="connsiteY273" fmla="*/ 150198 h 576564"/>
                <a:gd name="connsiteX274" fmla="*/ 295858 w 403762"/>
                <a:gd name="connsiteY274" fmla="*/ 143703 h 576564"/>
                <a:gd name="connsiteX275" fmla="*/ 300726 w 403762"/>
                <a:gd name="connsiteY275" fmla="*/ 140455 h 576564"/>
                <a:gd name="connsiteX276" fmla="*/ 290990 w 403762"/>
                <a:gd name="connsiteY276" fmla="*/ 150198 h 576564"/>
                <a:gd name="connsiteX277" fmla="*/ 310462 w 403762"/>
                <a:gd name="connsiteY277" fmla="*/ 128277 h 576564"/>
                <a:gd name="connsiteX278" fmla="*/ 308028 w 403762"/>
                <a:gd name="connsiteY278" fmla="*/ 133960 h 576564"/>
                <a:gd name="connsiteX279" fmla="*/ 309651 w 403762"/>
                <a:gd name="connsiteY279" fmla="*/ 134772 h 576564"/>
                <a:gd name="connsiteX280" fmla="*/ 305594 w 403762"/>
                <a:gd name="connsiteY280" fmla="*/ 137208 h 576564"/>
                <a:gd name="connsiteX281" fmla="*/ 302349 w 403762"/>
                <a:gd name="connsiteY281" fmla="*/ 138832 h 576564"/>
                <a:gd name="connsiteX282" fmla="*/ 303160 w 403762"/>
                <a:gd name="connsiteY282" fmla="*/ 136396 h 576564"/>
                <a:gd name="connsiteX283" fmla="*/ 305594 w 403762"/>
                <a:gd name="connsiteY283" fmla="*/ 132336 h 576564"/>
                <a:gd name="connsiteX284" fmla="*/ 308839 w 403762"/>
                <a:gd name="connsiteY284" fmla="*/ 126653 h 576564"/>
                <a:gd name="connsiteX285" fmla="*/ 311273 w 403762"/>
                <a:gd name="connsiteY285" fmla="*/ 125841 h 576564"/>
                <a:gd name="connsiteX286" fmla="*/ 313707 w 403762"/>
                <a:gd name="connsiteY286" fmla="*/ 122594 h 576564"/>
                <a:gd name="connsiteX287" fmla="*/ 310462 w 403762"/>
                <a:gd name="connsiteY287" fmla="*/ 128277 h 576564"/>
                <a:gd name="connsiteX288" fmla="*/ 317764 w 403762"/>
                <a:gd name="connsiteY288" fmla="*/ 124218 h 576564"/>
                <a:gd name="connsiteX289" fmla="*/ 316952 w 403762"/>
                <a:gd name="connsiteY289" fmla="*/ 122594 h 576564"/>
                <a:gd name="connsiteX290" fmla="*/ 318575 w 403762"/>
                <a:gd name="connsiteY290" fmla="*/ 120970 h 576564"/>
                <a:gd name="connsiteX291" fmla="*/ 319386 w 403762"/>
                <a:gd name="connsiteY291" fmla="*/ 122594 h 576564"/>
                <a:gd name="connsiteX292" fmla="*/ 317764 w 403762"/>
                <a:gd name="connsiteY292" fmla="*/ 124218 h 576564"/>
                <a:gd name="connsiteX293" fmla="*/ 328311 w 403762"/>
                <a:gd name="connsiteY293" fmla="*/ 106356 h 576564"/>
                <a:gd name="connsiteX294" fmla="*/ 326688 w 403762"/>
                <a:gd name="connsiteY294" fmla="*/ 110416 h 576564"/>
                <a:gd name="connsiteX295" fmla="*/ 325877 w 403762"/>
                <a:gd name="connsiteY295" fmla="*/ 107980 h 576564"/>
                <a:gd name="connsiteX296" fmla="*/ 328311 w 403762"/>
                <a:gd name="connsiteY296" fmla="*/ 106356 h 576564"/>
                <a:gd name="connsiteX297" fmla="*/ 321820 w 403762"/>
                <a:gd name="connsiteY297" fmla="*/ 64950 h 576564"/>
                <a:gd name="connsiteX298" fmla="*/ 326688 w 403762"/>
                <a:gd name="connsiteY298" fmla="*/ 60079 h 576564"/>
                <a:gd name="connsiteX299" fmla="*/ 325877 w 403762"/>
                <a:gd name="connsiteY299" fmla="*/ 63327 h 576564"/>
                <a:gd name="connsiteX300" fmla="*/ 325877 w 403762"/>
                <a:gd name="connsiteY300" fmla="*/ 66574 h 576564"/>
                <a:gd name="connsiteX301" fmla="*/ 323443 w 403762"/>
                <a:gd name="connsiteY301" fmla="*/ 69010 h 576564"/>
                <a:gd name="connsiteX302" fmla="*/ 321820 w 403762"/>
                <a:gd name="connsiteY302" fmla="*/ 71445 h 576564"/>
                <a:gd name="connsiteX303" fmla="*/ 321009 w 403762"/>
                <a:gd name="connsiteY303" fmla="*/ 73069 h 576564"/>
                <a:gd name="connsiteX304" fmla="*/ 321820 w 403762"/>
                <a:gd name="connsiteY304" fmla="*/ 64950 h 576564"/>
                <a:gd name="connsiteX305" fmla="*/ 318575 w 403762"/>
                <a:gd name="connsiteY305" fmla="*/ 116099 h 576564"/>
                <a:gd name="connsiteX306" fmla="*/ 323443 w 403762"/>
                <a:gd name="connsiteY306" fmla="*/ 114475 h 576564"/>
                <a:gd name="connsiteX307" fmla="*/ 324254 w 403762"/>
                <a:gd name="connsiteY307" fmla="*/ 117723 h 576564"/>
                <a:gd name="connsiteX308" fmla="*/ 321820 w 403762"/>
                <a:gd name="connsiteY308" fmla="*/ 117723 h 576564"/>
                <a:gd name="connsiteX309" fmla="*/ 319386 w 403762"/>
                <a:gd name="connsiteY309" fmla="*/ 117723 h 576564"/>
                <a:gd name="connsiteX310" fmla="*/ 318575 w 403762"/>
                <a:gd name="connsiteY310" fmla="*/ 116099 h 576564"/>
                <a:gd name="connsiteX311" fmla="*/ 302349 w 403762"/>
                <a:gd name="connsiteY311" fmla="*/ 76317 h 576564"/>
                <a:gd name="connsiteX312" fmla="*/ 303971 w 403762"/>
                <a:gd name="connsiteY312" fmla="*/ 74693 h 576564"/>
                <a:gd name="connsiteX313" fmla="*/ 304782 w 403762"/>
                <a:gd name="connsiteY313" fmla="*/ 76317 h 576564"/>
                <a:gd name="connsiteX314" fmla="*/ 303160 w 403762"/>
                <a:gd name="connsiteY314" fmla="*/ 77941 h 576564"/>
                <a:gd name="connsiteX315" fmla="*/ 302349 w 403762"/>
                <a:gd name="connsiteY315" fmla="*/ 76317 h 576564"/>
                <a:gd name="connsiteX316" fmla="*/ 309651 w 403762"/>
                <a:gd name="connsiteY316" fmla="*/ 79564 h 576564"/>
                <a:gd name="connsiteX317" fmla="*/ 314518 w 403762"/>
                <a:gd name="connsiteY317" fmla="*/ 74693 h 576564"/>
                <a:gd name="connsiteX318" fmla="*/ 314518 w 403762"/>
                <a:gd name="connsiteY318" fmla="*/ 79564 h 576564"/>
                <a:gd name="connsiteX319" fmla="*/ 312896 w 403762"/>
                <a:gd name="connsiteY319" fmla="*/ 83624 h 576564"/>
                <a:gd name="connsiteX320" fmla="*/ 310462 w 403762"/>
                <a:gd name="connsiteY320" fmla="*/ 86059 h 576564"/>
                <a:gd name="connsiteX321" fmla="*/ 308028 w 403762"/>
                <a:gd name="connsiteY321" fmla="*/ 90119 h 576564"/>
                <a:gd name="connsiteX322" fmla="*/ 305594 w 403762"/>
                <a:gd name="connsiteY322" fmla="*/ 93366 h 576564"/>
                <a:gd name="connsiteX323" fmla="*/ 303160 w 403762"/>
                <a:gd name="connsiteY323" fmla="*/ 96614 h 576564"/>
                <a:gd name="connsiteX324" fmla="*/ 299915 w 403762"/>
                <a:gd name="connsiteY324" fmla="*/ 100673 h 576564"/>
                <a:gd name="connsiteX325" fmla="*/ 299104 w 403762"/>
                <a:gd name="connsiteY325" fmla="*/ 103109 h 576564"/>
                <a:gd name="connsiteX326" fmla="*/ 293424 w 403762"/>
                <a:gd name="connsiteY326" fmla="*/ 112039 h 576564"/>
                <a:gd name="connsiteX327" fmla="*/ 286122 w 403762"/>
                <a:gd name="connsiteY327" fmla="*/ 120158 h 576564"/>
                <a:gd name="connsiteX328" fmla="*/ 282877 w 403762"/>
                <a:gd name="connsiteY328" fmla="*/ 123406 h 576564"/>
                <a:gd name="connsiteX329" fmla="*/ 281255 w 403762"/>
                <a:gd name="connsiteY329" fmla="*/ 126653 h 576564"/>
                <a:gd name="connsiteX330" fmla="*/ 280443 w 403762"/>
                <a:gd name="connsiteY330" fmla="*/ 127465 h 576564"/>
                <a:gd name="connsiteX331" fmla="*/ 278821 w 403762"/>
                <a:gd name="connsiteY331" fmla="*/ 127465 h 576564"/>
                <a:gd name="connsiteX332" fmla="*/ 276386 w 403762"/>
                <a:gd name="connsiteY332" fmla="*/ 132336 h 576564"/>
                <a:gd name="connsiteX333" fmla="*/ 273952 w 403762"/>
                <a:gd name="connsiteY333" fmla="*/ 138020 h 576564"/>
                <a:gd name="connsiteX334" fmla="*/ 272330 w 403762"/>
                <a:gd name="connsiteY334" fmla="*/ 140455 h 576564"/>
                <a:gd name="connsiteX335" fmla="*/ 262594 w 403762"/>
                <a:gd name="connsiteY335" fmla="*/ 148574 h 576564"/>
                <a:gd name="connsiteX336" fmla="*/ 253670 w 403762"/>
                <a:gd name="connsiteY336" fmla="*/ 156693 h 576564"/>
                <a:gd name="connsiteX337" fmla="*/ 249613 w 403762"/>
                <a:gd name="connsiteY337" fmla="*/ 160752 h 576564"/>
                <a:gd name="connsiteX338" fmla="*/ 245556 w 403762"/>
                <a:gd name="connsiteY338" fmla="*/ 163188 h 576564"/>
                <a:gd name="connsiteX339" fmla="*/ 250425 w 403762"/>
                <a:gd name="connsiteY339" fmla="*/ 156693 h 576564"/>
                <a:gd name="connsiteX340" fmla="*/ 255292 w 403762"/>
                <a:gd name="connsiteY340" fmla="*/ 151010 h 576564"/>
                <a:gd name="connsiteX341" fmla="*/ 272330 w 403762"/>
                <a:gd name="connsiteY341" fmla="*/ 128277 h 576564"/>
                <a:gd name="connsiteX342" fmla="*/ 274764 w 403762"/>
                <a:gd name="connsiteY342" fmla="*/ 124218 h 576564"/>
                <a:gd name="connsiteX343" fmla="*/ 282066 w 403762"/>
                <a:gd name="connsiteY343" fmla="*/ 113663 h 576564"/>
                <a:gd name="connsiteX344" fmla="*/ 288556 w 403762"/>
                <a:gd name="connsiteY344" fmla="*/ 104732 h 576564"/>
                <a:gd name="connsiteX345" fmla="*/ 300726 w 403762"/>
                <a:gd name="connsiteY345" fmla="*/ 90119 h 576564"/>
                <a:gd name="connsiteX346" fmla="*/ 309651 w 403762"/>
                <a:gd name="connsiteY346" fmla="*/ 79564 h 576564"/>
                <a:gd name="connsiteX347" fmla="*/ 295858 w 403762"/>
                <a:gd name="connsiteY347" fmla="*/ 84435 h 576564"/>
                <a:gd name="connsiteX348" fmla="*/ 298292 w 403762"/>
                <a:gd name="connsiteY348" fmla="*/ 83624 h 576564"/>
                <a:gd name="connsiteX349" fmla="*/ 295858 w 403762"/>
                <a:gd name="connsiteY349" fmla="*/ 86059 h 576564"/>
                <a:gd name="connsiteX350" fmla="*/ 295858 w 403762"/>
                <a:gd name="connsiteY350" fmla="*/ 84435 h 576564"/>
                <a:gd name="connsiteX351" fmla="*/ 239066 w 403762"/>
                <a:gd name="connsiteY351" fmla="*/ 159129 h 576564"/>
                <a:gd name="connsiteX352" fmla="*/ 243123 w 403762"/>
                <a:gd name="connsiteY352" fmla="*/ 154257 h 576564"/>
                <a:gd name="connsiteX353" fmla="*/ 252047 w 403762"/>
                <a:gd name="connsiteY353" fmla="*/ 142079 h 576564"/>
                <a:gd name="connsiteX354" fmla="*/ 260160 w 403762"/>
                <a:gd name="connsiteY354" fmla="*/ 132336 h 576564"/>
                <a:gd name="connsiteX355" fmla="*/ 263405 w 403762"/>
                <a:gd name="connsiteY355" fmla="*/ 128277 h 576564"/>
                <a:gd name="connsiteX356" fmla="*/ 277198 w 403762"/>
                <a:gd name="connsiteY356" fmla="*/ 109604 h 576564"/>
                <a:gd name="connsiteX357" fmla="*/ 287745 w 403762"/>
                <a:gd name="connsiteY357" fmla="*/ 95802 h 576564"/>
                <a:gd name="connsiteX358" fmla="*/ 291802 w 403762"/>
                <a:gd name="connsiteY358" fmla="*/ 91742 h 576564"/>
                <a:gd name="connsiteX359" fmla="*/ 289368 w 403762"/>
                <a:gd name="connsiteY359" fmla="*/ 96614 h 576564"/>
                <a:gd name="connsiteX360" fmla="*/ 281255 w 403762"/>
                <a:gd name="connsiteY360" fmla="*/ 106356 h 576564"/>
                <a:gd name="connsiteX361" fmla="*/ 274764 w 403762"/>
                <a:gd name="connsiteY361" fmla="*/ 115287 h 576564"/>
                <a:gd name="connsiteX362" fmla="*/ 270708 w 403762"/>
                <a:gd name="connsiteY362" fmla="*/ 120970 h 576564"/>
                <a:gd name="connsiteX363" fmla="*/ 265839 w 403762"/>
                <a:gd name="connsiteY363" fmla="*/ 128277 h 576564"/>
                <a:gd name="connsiteX364" fmla="*/ 249613 w 403762"/>
                <a:gd name="connsiteY364" fmla="*/ 148574 h 576564"/>
                <a:gd name="connsiteX365" fmla="*/ 244745 w 403762"/>
                <a:gd name="connsiteY365" fmla="*/ 156693 h 576564"/>
                <a:gd name="connsiteX366" fmla="*/ 242311 w 403762"/>
                <a:gd name="connsiteY366" fmla="*/ 159941 h 576564"/>
                <a:gd name="connsiteX367" fmla="*/ 242311 w 403762"/>
                <a:gd name="connsiteY367" fmla="*/ 161564 h 576564"/>
                <a:gd name="connsiteX368" fmla="*/ 243934 w 403762"/>
                <a:gd name="connsiteY368" fmla="*/ 162376 h 576564"/>
                <a:gd name="connsiteX369" fmla="*/ 239066 w 403762"/>
                <a:gd name="connsiteY369" fmla="*/ 159129 h 576564"/>
                <a:gd name="connsiteX370" fmla="*/ 230953 w 403762"/>
                <a:gd name="connsiteY370" fmla="*/ 171307 h 576564"/>
                <a:gd name="connsiteX371" fmla="*/ 238255 w 403762"/>
                <a:gd name="connsiteY371" fmla="*/ 164812 h 576564"/>
                <a:gd name="connsiteX372" fmla="*/ 225274 w 403762"/>
                <a:gd name="connsiteY372" fmla="*/ 180238 h 576564"/>
                <a:gd name="connsiteX373" fmla="*/ 230953 w 403762"/>
                <a:gd name="connsiteY373" fmla="*/ 171307 h 576564"/>
                <a:gd name="connsiteX374" fmla="*/ 56520 w 403762"/>
                <a:gd name="connsiteY374" fmla="*/ 122594 h 576564"/>
                <a:gd name="connsiteX375" fmla="*/ 58954 w 403762"/>
                <a:gd name="connsiteY375" fmla="*/ 120158 h 576564"/>
                <a:gd name="connsiteX376" fmla="*/ 54086 w 403762"/>
                <a:gd name="connsiteY376" fmla="*/ 126653 h 576564"/>
                <a:gd name="connsiteX377" fmla="*/ 56520 w 403762"/>
                <a:gd name="connsiteY377" fmla="*/ 122594 h 576564"/>
                <a:gd name="connsiteX378" fmla="*/ 54897 w 403762"/>
                <a:gd name="connsiteY378" fmla="*/ 142891 h 576564"/>
                <a:gd name="connsiteX379" fmla="*/ 55709 w 403762"/>
                <a:gd name="connsiteY379" fmla="*/ 144515 h 576564"/>
                <a:gd name="connsiteX380" fmla="*/ 54897 w 403762"/>
                <a:gd name="connsiteY380" fmla="*/ 142891 h 576564"/>
                <a:gd name="connsiteX381" fmla="*/ 54086 w 403762"/>
                <a:gd name="connsiteY381" fmla="*/ 146950 h 576564"/>
                <a:gd name="connsiteX382" fmla="*/ 50030 w 403762"/>
                <a:gd name="connsiteY382" fmla="*/ 151822 h 576564"/>
                <a:gd name="connsiteX383" fmla="*/ 54086 w 403762"/>
                <a:gd name="connsiteY383" fmla="*/ 146950 h 576564"/>
                <a:gd name="connsiteX384" fmla="*/ 47596 w 403762"/>
                <a:gd name="connsiteY384" fmla="*/ 135584 h 576564"/>
                <a:gd name="connsiteX385" fmla="*/ 50030 w 403762"/>
                <a:gd name="connsiteY385" fmla="*/ 132336 h 576564"/>
                <a:gd name="connsiteX386" fmla="*/ 45973 w 403762"/>
                <a:gd name="connsiteY386" fmla="*/ 141267 h 576564"/>
                <a:gd name="connsiteX387" fmla="*/ 47596 w 403762"/>
                <a:gd name="connsiteY387" fmla="*/ 135584 h 576564"/>
                <a:gd name="connsiteX388" fmla="*/ 46784 w 403762"/>
                <a:gd name="connsiteY388" fmla="*/ 156693 h 576564"/>
                <a:gd name="connsiteX389" fmla="*/ 45161 w 403762"/>
                <a:gd name="connsiteY389" fmla="*/ 160752 h 576564"/>
                <a:gd name="connsiteX390" fmla="*/ 43539 w 403762"/>
                <a:gd name="connsiteY390" fmla="*/ 159129 h 576564"/>
                <a:gd name="connsiteX391" fmla="*/ 46784 w 403762"/>
                <a:gd name="connsiteY391" fmla="*/ 156693 h 576564"/>
                <a:gd name="connsiteX392" fmla="*/ 42728 w 403762"/>
                <a:gd name="connsiteY392" fmla="*/ 170495 h 576564"/>
                <a:gd name="connsiteX393" fmla="*/ 42728 w 403762"/>
                <a:gd name="connsiteY393" fmla="*/ 170495 h 576564"/>
                <a:gd name="connsiteX394" fmla="*/ 41105 w 403762"/>
                <a:gd name="connsiteY394" fmla="*/ 174554 h 576564"/>
                <a:gd name="connsiteX395" fmla="*/ 38671 w 403762"/>
                <a:gd name="connsiteY395" fmla="*/ 176990 h 576564"/>
                <a:gd name="connsiteX396" fmla="*/ 40294 w 403762"/>
                <a:gd name="connsiteY396" fmla="*/ 171307 h 576564"/>
                <a:gd name="connsiteX397" fmla="*/ 42728 w 403762"/>
                <a:gd name="connsiteY397" fmla="*/ 170495 h 576564"/>
                <a:gd name="connsiteX398" fmla="*/ 41105 w 403762"/>
                <a:gd name="connsiteY398" fmla="*/ 151822 h 576564"/>
                <a:gd name="connsiteX399" fmla="*/ 38671 w 403762"/>
                <a:gd name="connsiteY399" fmla="*/ 155881 h 576564"/>
                <a:gd name="connsiteX400" fmla="*/ 41105 w 403762"/>
                <a:gd name="connsiteY400" fmla="*/ 151822 h 576564"/>
                <a:gd name="connsiteX401" fmla="*/ 9464 w 403762"/>
                <a:gd name="connsiteY401" fmla="*/ 211901 h 576564"/>
                <a:gd name="connsiteX402" fmla="*/ 8652 w 403762"/>
                <a:gd name="connsiteY402" fmla="*/ 212713 h 576564"/>
                <a:gd name="connsiteX403" fmla="*/ 9464 w 403762"/>
                <a:gd name="connsiteY403" fmla="*/ 211901 h 576564"/>
                <a:gd name="connsiteX404" fmla="*/ 13520 w 403762"/>
                <a:gd name="connsiteY404" fmla="*/ 233010 h 576564"/>
                <a:gd name="connsiteX405" fmla="*/ 13520 w 403762"/>
                <a:gd name="connsiteY405" fmla="*/ 231386 h 576564"/>
                <a:gd name="connsiteX406" fmla="*/ 13520 w 403762"/>
                <a:gd name="connsiteY406" fmla="*/ 233010 h 576564"/>
                <a:gd name="connsiteX407" fmla="*/ 24067 w 403762"/>
                <a:gd name="connsiteY407" fmla="*/ 224891 h 576564"/>
                <a:gd name="connsiteX408" fmla="*/ 22445 w 403762"/>
                <a:gd name="connsiteY408" fmla="*/ 226515 h 576564"/>
                <a:gd name="connsiteX409" fmla="*/ 24067 w 403762"/>
                <a:gd name="connsiteY409" fmla="*/ 224891 h 576564"/>
                <a:gd name="connsiteX410" fmla="*/ 19200 w 403762"/>
                <a:gd name="connsiteY410" fmla="*/ 217584 h 576564"/>
                <a:gd name="connsiteX411" fmla="*/ 23256 w 403762"/>
                <a:gd name="connsiteY411" fmla="*/ 211089 h 576564"/>
                <a:gd name="connsiteX412" fmla="*/ 26501 w 403762"/>
                <a:gd name="connsiteY412" fmla="*/ 213524 h 576564"/>
                <a:gd name="connsiteX413" fmla="*/ 19200 w 403762"/>
                <a:gd name="connsiteY413" fmla="*/ 217584 h 576564"/>
                <a:gd name="connsiteX414" fmla="*/ 27313 w 403762"/>
                <a:gd name="connsiteY414" fmla="*/ 175366 h 576564"/>
                <a:gd name="connsiteX415" fmla="*/ 27313 w 403762"/>
                <a:gd name="connsiteY415" fmla="*/ 174554 h 576564"/>
                <a:gd name="connsiteX416" fmla="*/ 27313 w 403762"/>
                <a:gd name="connsiteY416" fmla="*/ 175366 h 576564"/>
                <a:gd name="connsiteX417" fmla="*/ 32181 w 403762"/>
                <a:gd name="connsiteY417" fmla="*/ 188356 h 576564"/>
                <a:gd name="connsiteX418" fmla="*/ 34614 w 403762"/>
                <a:gd name="connsiteY418" fmla="*/ 189168 h 576564"/>
                <a:gd name="connsiteX419" fmla="*/ 30558 w 403762"/>
                <a:gd name="connsiteY419" fmla="*/ 194039 h 576564"/>
                <a:gd name="connsiteX420" fmla="*/ 32181 w 403762"/>
                <a:gd name="connsiteY420" fmla="*/ 188356 h 576564"/>
                <a:gd name="connsiteX421" fmla="*/ 85727 w 403762"/>
                <a:gd name="connsiteY421" fmla="*/ 475762 h 576564"/>
                <a:gd name="connsiteX422" fmla="*/ 87350 w 403762"/>
                <a:gd name="connsiteY422" fmla="*/ 473326 h 576564"/>
                <a:gd name="connsiteX423" fmla="*/ 86539 w 403762"/>
                <a:gd name="connsiteY423" fmla="*/ 477385 h 576564"/>
                <a:gd name="connsiteX424" fmla="*/ 85727 w 403762"/>
                <a:gd name="connsiteY424" fmla="*/ 475762 h 576564"/>
                <a:gd name="connsiteX425" fmla="*/ 154689 w 403762"/>
                <a:gd name="connsiteY425" fmla="*/ 285782 h 576564"/>
                <a:gd name="connsiteX426" fmla="*/ 165237 w 403762"/>
                <a:gd name="connsiteY426" fmla="*/ 271168 h 576564"/>
                <a:gd name="connsiteX427" fmla="*/ 157935 w 403762"/>
                <a:gd name="connsiteY427" fmla="*/ 282534 h 576564"/>
                <a:gd name="connsiteX428" fmla="*/ 154689 w 403762"/>
                <a:gd name="connsiteY428" fmla="*/ 286594 h 576564"/>
                <a:gd name="connsiteX429" fmla="*/ 154689 w 403762"/>
                <a:gd name="connsiteY429" fmla="*/ 285782 h 576564"/>
                <a:gd name="connsiteX430" fmla="*/ 122236 w 403762"/>
                <a:gd name="connsiteY430" fmla="*/ 339366 h 576564"/>
                <a:gd name="connsiteX431" fmla="*/ 128727 w 403762"/>
                <a:gd name="connsiteY431" fmla="*/ 329623 h 576564"/>
                <a:gd name="connsiteX432" fmla="*/ 131161 w 403762"/>
                <a:gd name="connsiteY432" fmla="*/ 330435 h 576564"/>
                <a:gd name="connsiteX433" fmla="*/ 128727 w 403762"/>
                <a:gd name="connsiteY433" fmla="*/ 335306 h 576564"/>
                <a:gd name="connsiteX434" fmla="*/ 126293 w 403762"/>
                <a:gd name="connsiteY434" fmla="*/ 340178 h 576564"/>
                <a:gd name="connsiteX435" fmla="*/ 123859 w 403762"/>
                <a:gd name="connsiteY435" fmla="*/ 341802 h 576564"/>
                <a:gd name="connsiteX436" fmla="*/ 122236 w 403762"/>
                <a:gd name="connsiteY436" fmla="*/ 342614 h 576564"/>
                <a:gd name="connsiteX437" fmla="*/ 121425 w 403762"/>
                <a:gd name="connsiteY437" fmla="*/ 344237 h 576564"/>
                <a:gd name="connsiteX438" fmla="*/ 122236 w 403762"/>
                <a:gd name="connsiteY438" fmla="*/ 339366 h 576564"/>
                <a:gd name="connsiteX439" fmla="*/ 108444 w 403762"/>
                <a:gd name="connsiteY439" fmla="*/ 364534 h 576564"/>
                <a:gd name="connsiteX440" fmla="*/ 113312 w 403762"/>
                <a:gd name="connsiteY440" fmla="*/ 354792 h 576564"/>
                <a:gd name="connsiteX441" fmla="*/ 118180 w 403762"/>
                <a:gd name="connsiteY441" fmla="*/ 346673 h 576564"/>
                <a:gd name="connsiteX442" fmla="*/ 118180 w 403762"/>
                <a:gd name="connsiteY442" fmla="*/ 349920 h 576564"/>
                <a:gd name="connsiteX443" fmla="*/ 116558 w 403762"/>
                <a:gd name="connsiteY443" fmla="*/ 352356 h 576564"/>
                <a:gd name="connsiteX444" fmla="*/ 115746 w 403762"/>
                <a:gd name="connsiteY444" fmla="*/ 353980 h 576564"/>
                <a:gd name="connsiteX445" fmla="*/ 114123 w 403762"/>
                <a:gd name="connsiteY445" fmla="*/ 354792 h 576564"/>
                <a:gd name="connsiteX446" fmla="*/ 99520 w 403762"/>
                <a:gd name="connsiteY446" fmla="*/ 381584 h 576564"/>
                <a:gd name="connsiteX447" fmla="*/ 108444 w 403762"/>
                <a:gd name="connsiteY447" fmla="*/ 364534 h 576564"/>
                <a:gd name="connsiteX448" fmla="*/ 95463 w 403762"/>
                <a:gd name="connsiteY448" fmla="*/ 389703 h 576564"/>
                <a:gd name="connsiteX449" fmla="*/ 99520 w 403762"/>
                <a:gd name="connsiteY449" fmla="*/ 385643 h 576564"/>
                <a:gd name="connsiteX450" fmla="*/ 101954 w 403762"/>
                <a:gd name="connsiteY450" fmla="*/ 384831 h 576564"/>
                <a:gd name="connsiteX451" fmla="*/ 97897 w 403762"/>
                <a:gd name="connsiteY451" fmla="*/ 390514 h 576564"/>
                <a:gd name="connsiteX452" fmla="*/ 95463 w 403762"/>
                <a:gd name="connsiteY452" fmla="*/ 389703 h 576564"/>
                <a:gd name="connsiteX453" fmla="*/ 93029 w 403762"/>
                <a:gd name="connsiteY453" fmla="*/ 397009 h 576564"/>
                <a:gd name="connsiteX454" fmla="*/ 93840 w 403762"/>
                <a:gd name="connsiteY454" fmla="*/ 394574 h 576564"/>
                <a:gd name="connsiteX455" fmla="*/ 94652 w 403762"/>
                <a:gd name="connsiteY455" fmla="*/ 394574 h 576564"/>
                <a:gd name="connsiteX456" fmla="*/ 95463 w 403762"/>
                <a:gd name="connsiteY456" fmla="*/ 397821 h 576564"/>
                <a:gd name="connsiteX457" fmla="*/ 88973 w 403762"/>
                <a:gd name="connsiteY457" fmla="*/ 409188 h 576564"/>
                <a:gd name="connsiteX458" fmla="*/ 84105 w 403762"/>
                <a:gd name="connsiteY458" fmla="*/ 414059 h 576564"/>
                <a:gd name="connsiteX459" fmla="*/ 93029 w 403762"/>
                <a:gd name="connsiteY459" fmla="*/ 397009 h 576564"/>
                <a:gd name="connsiteX460" fmla="*/ 75992 w 403762"/>
                <a:gd name="connsiteY460" fmla="*/ 429485 h 576564"/>
                <a:gd name="connsiteX461" fmla="*/ 78426 w 403762"/>
                <a:gd name="connsiteY461" fmla="*/ 424613 h 576564"/>
                <a:gd name="connsiteX462" fmla="*/ 80860 w 403762"/>
                <a:gd name="connsiteY462" fmla="*/ 419742 h 576564"/>
                <a:gd name="connsiteX463" fmla="*/ 84105 w 403762"/>
                <a:gd name="connsiteY463" fmla="*/ 415683 h 576564"/>
                <a:gd name="connsiteX464" fmla="*/ 84916 w 403762"/>
                <a:gd name="connsiteY464" fmla="*/ 417306 h 576564"/>
                <a:gd name="connsiteX465" fmla="*/ 84105 w 403762"/>
                <a:gd name="connsiteY465" fmla="*/ 419742 h 576564"/>
                <a:gd name="connsiteX466" fmla="*/ 77614 w 403762"/>
                <a:gd name="connsiteY466" fmla="*/ 431920 h 576564"/>
                <a:gd name="connsiteX467" fmla="*/ 75992 w 403762"/>
                <a:gd name="connsiteY467" fmla="*/ 429485 h 576564"/>
                <a:gd name="connsiteX468" fmla="*/ 73558 w 403762"/>
                <a:gd name="connsiteY468" fmla="*/ 439227 h 576564"/>
                <a:gd name="connsiteX469" fmla="*/ 75180 w 403762"/>
                <a:gd name="connsiteY469" fmla="*/ 440039 h 576564"/>
                <a:gd name="connsiteX470" fmla="*/ 73558 w 403762"/>
                <a:gd name="connsiteY470" fmla="*/ 440851 h 576564"/>
                <a:gd name="connsiteX471" fmla="*/ 71935 w 403762"/>
                <a:gd name="connsiteY471" fmla="*/ 439227 h 576564"/>
                <a:gd name="connsiteX472" fmla="*/ 73558 w 403762"/>
                <a:gd name="connsiteY472" fmla="*/ 439227 h 576564"/>
                <a:gd name="connsiteX473" fmla="*/ 67067 w 403762"/>
                <a:gd name="connsiteY473" fmla="*/ 452217 h 576564"/>
                <a:gd name="connsiteX474" fmla="*/ 69501 w 403762"/>
                <a:gd name="connsiteY474" fmla="*/ 448158 h 576564"/>
                <a:gd name="connsiteX475" fmla="*/ 71935 w 403762"/>
                <a:gd name="connsiteY475" fmla="*/ 444099 h 576564"/>
                <a:gd name="connsiteX476" fmla="*/ 74369 w 403762"/>
                <a:gd name="connsiteY476" fmla="*/ 445722 h 576564"/>
                <a:gd name="connsiteX477" fmla="*/ 67067 w 403762"/>
                <a:gd name="connsiteY477" fmla="*/ 453029 h 576564"/>
                <a:gd name="connsiteX478" fmla="*/ 67067 w 403762"/>
                <a:gd name="connsiteY478" fmla="*/ 452217 h 576564"/>
                <a:gd name="connsiteX479" fmla="*/ 54897 w 403762"/>
                <a:gd name="connsiteY479" fmla="*/ 482257 h 576564"/>
                <a:gd name="connsiteX480" fmla="*/ 56520 w 403762"/>
                <a:gd name="connsiteY480" fmla="*/ 483069 h 576564"/>
                <a:gd name="connsiteX481" fmla="*/ 54897 w 403762"/>
                <a:gd name="connsiteY481" fmla="*/ 484693 h 576564"/>
                <a:gd name="connsiteX482" fmla="*/ 53275 w 403762"/>
                <a:gd name="connsiteY482" fmla="*/ 483881 h 576564"/>
                <a:gd name="connsiteX483" fmla="*/ 54897 w 403762"/>
                <a:gd name="connsiteY483" fmla="*/ 482257 h 576564"/>
                <a:gd name="connsiteX484" fmla="*/ 51652 w 403762"/>
                <a:gd name="connsiteY484" fmla="*/ 496871 h 576564"/>
                <a:gd name="connsiteX485" fmla="*/ 50841 w 403762"/>
                <a:gd name="connsiteY485" fmla="*/ 495247 h 576564"/>
                <a:gd name="connsiteX486" fmla="*/ 52464 w 403762"/>
                <a:gd name="connsiteY486" fmla="*/ 493623 h 576564"/>
                <a:gd name="connsiteX487" fmla="*/ 53275 w 403762"/>
                <a:gd name="connsiteY487" fmla="*/ 494435 h 576564"/>
                <a:gd name="connsiteX488" fmla="*/ 51652 w 403762"/>
                <a:gd name="connsiteY488" fmla="*/ 496871 h 576564"/>
                <a:gd name="connsiteX489" fmla="*/ 54086 w 403762"/>
                <a:gd name="connsiteY489" fmla="*/ 525287 h 576564"/>
                <a:gd name="connsiteX490" fmla="*/ 53275 w 403762"/>
                <a:gd name="connsiteY490" fmla="*/ 523663 h 576564"/>
                <a:gd name="connsiteX491" fmla="*/ 54897 w 403762"/>
                <a:gd name="connsiteY491" fmla="*/ 522039 h 576564"/>
                <a:gd name="connsiteX492" fmla="*/ 55709 w 403762"/>
                <a:gd name="connsiteY492" fmla="*/ 523663 h 576564"/>
                <a:gd name="connsiteX493" fmla="*/ 54086 w 403762"/>
                <a:gd name="connsiteY493" fmla="*/ 525287 h 576564"/>
                <a:gd name="connsiteX494" fmla="*/ 54897 w 403762"/>
                <a:gd name="connsiteY494" fmla="*/ 520415 h 576564"/>
                <a:gd name="connsiteX495" fmla="*/ 53275 w 403762"/>
                <a:gd name="connsiteY495" fmla="*/ 518791 h 576564"/>
                <a:gd name="connsiteX496" fmla="*/ 54897 w 403762"/>
                <a:gd name="connsiteY496" fmla="*/ 517979 h 576564"/>
                <a:gd name="connsiteX497" fmla="*/ 56520 w 403762"/>
                <a:gd name="connsiteY497" fmla="*/ 519603 h 576564"/>
                <a:gd name="connsiteX498" fmla="*/ 54897 w 403762"/>
                <a:gd name="connsiteY498" fmla="*/ 520415 h 576564"/>
                <a:gd name="connsiteX499" fmla="*/ 58143 w 403762"/>
                <a:gd name="connsiteY499" fmla="*/ 472514 h 576564"/>
                <a:gd name="connsiteX500" fmla="*/ 60577 w 403762"/>
                <a:gd name="connsiteY500" fmla="*/ 470079 h 576564"/>
                <a:gd name="connsiteX501" fmla="*/ 58143 w 403762"/>
                <a:gd name="connsiteY501" fmla="*/ 477385 h 576564"/>
                <a:gd name="connsiteX502" fmla="*/ 58143 w 403762"/>
                <a:gd name="connsiteY502" fmla="*/ 472514 h 576564"/>
                <a:gd name="connsiteX503" fmla="*/ 64633 w 403762"/>
                <a:gd name="connsiteY503" fmla="*/ 523663 h 576564"/>
                <a:gd name="connsiteX504" fmla="*/ 64633 w 403762"/>
                <a:gd name="connsiteY504" fmla="*/ 519603 h 576564"/>
                <a:gd name="connsiteX505" fmla="*/ 67067 w 403762"/>
                <a:gd name="connsiteY505" fmla="*/ 518791 h 576564"/>
                <a:gd name="connsiteX506" fmla="*/ 64633 w 403762"/>
                <a:gd name="connsiteY506" fmla="*/ 523663 h 576564"/>
                <a:gd name="connsiteX507" fmla="*/ 67879 w 403762"/>
                <a:gd name="connsiteY507" fmla="*/ 511485 h 576564"/>
                <a:gd name="connsiteX508" fmla="*/ 68690 w 403762"/>
                <a:gd name="connsiteY508" fmla="*/ 505801 h 576564"/>
                <a:gd name="connsiteX509" fmla="*/ 70313 w 403762"/>
                <a:gd name="connsiteY509" fmla="*/ 503366 h 576564"/>
                <a:gd name="connsiteX510" fmla="*/ 67879 w 403762"/>
                <a:gd name="connsiteY510" fmla="*/ 511485 h 576564"/>
                <a:gd name="connsiteX511" fmla="*/ 71935 w 403762"/>
                <a:gd name="connsiteY511" fmla="*/ 499306 h 576564"/>
                <a:gd name="connsiteX512" fmla="*/ 71124 w 403762"/>
                <a:gd name="connsiteY512" fmla="*/ 498494 h 576564"/>
                <a:gd name="connsiteX513" fmla="*/ 71935 w 403762"/>
                <a:gd name="connsiteY513" fmla="*/ 496059 h 576564"/>
                <a:gd name="connsiteX514" fmla="*/ 71935 w 403762"/>
                <a:gd name="connsiteY514" fmla="*/ 499306 h 576564"/>
                <a:gd name="connsiteX515" fmla="*/ 71935 w 403762"/>
                <a:gd name="connsiteY515" fmla="*/ 494435 h 576564"/>
                <a:gd name="connsiteX516" fmla="*/ 70313 w 403762"/>
                <a:gd name="connsiteY516" fmla="*/ 492811 h 576564"/>
                <a:gd name="connsiteX517" fmla="*/ 72746 w 403762"/>
                <a:gd name="connsiteY517" fmla="*/ 491188 h 576564"/>
                <a:gd name="connsiteX518" fmla="*/ 74369 w 403762"/>
                <a:gd name="connsiteY518" fmla="*/ 492811 h 576564"/>
                <a:gd name="connsiteX519" fmla="*/ 71935 w 403762"/>
                <a:gd name="connsiteY519" fmla="*/ 494435 h 576564"/>
                <a:gd name="connsiteX520" fmla="*/ 74369 w 403762"/>
                <a:gd name="connsiteY520" fmla="*/ 487940 h 576564"/>
                <a:gd name="connsiteX521" fmla="*/ 71935 w 403762"/>
                <a:gd name="connsiteY521" fmla="*/ 488752 h 576564"/>
                <a:gd name="connsiteX522" fmla="*/ 75992 w 403762"/>
                <a:gd name="connsiteY522" fmla="*/ 485504 h 576564"/>
                <a:gd name="connsiteX523" fmla="*/ 74369 w 403762"/>
                <a:gd name="connsiteY523" fmla="*/ 487940 h 576564"/>
                <a:gd name="connsiteX524" fmla="*/ 75992 w 403762"/>
                <a:gd name="connsiteY524" fmla="*/ 483881 h 576564"/>
                <a:gd name="connsiteX525" fmla="*/ 73558 w 403762"/>
                <a:gd name="connsiteY525" fmla="*/ 482257 h 576564"/>
                <a:gd name="connsiteX526" fmla="*/ 75180 w 403762"/>
                <a:gd name="connsiteY526" fmla="*/ 480633 h 576564"/>
                <a:gd name="connsiteX527" fmla="*/ 77614 w 403762"/>
                <a:gd name="connsiteY527" fmla="*/ 482257 h 576564"/>
                <a:gd name="connsiteX528" fmla="*/ 75992 w 403762"/>
                <a:gd name="connsiteY528" fmla="*/ 483881 h 576564"/>
                <a:gd name="connsiteX529" fmla="*/ 78426 w 403762"/>
                <a:gd name="connsiteY529" fmla="*/ 476574 h 576564"/>
                <a:gd name="connsiteX530" fmla="*/ 75992 w 403762"/>
                <a:gd name="connsiteY530" fmla="*/ 474950 h 576564"/>
                <a:gd name="connsiteX531" fmla="*/ 78426 w 403762"/>
                <a:gd name="connsiteY531" fmla="*/ 474138 h 576564"/>
                <a:gd name="connsiteX532" fmla="*/ 80860 w 403762"/>
                <a:gd name="connsiteY532" fmla="*/ 474950 h 576564"/>
                <a:gd name="connsiteX533" fmla="*/ 78426 w 403762"/>
                <a:gd name="connsiteY533" fmla="*/ 476574 h 576564"/>
                <a:gd name="connsiteX534" fmla="*/ 83293 w 403762"/>
                <a:gd name="connsiteY534" fmla="*/ 468455 h 576564"/>
                <a:gd name="connsiteX535" fmla="*/ 82482 w 403762"/>
                <a:gd name="connsiteY535" fmla="*/ 470079 h 576564"/>
                <a:gd name="connsiteX536" fmla="*/ 75992 w 403762"/>
                <a:gd name="connsiteY536" fmla="*/ 470891 h 576564"/>
                <a:gd name="connsiteX537" fmla="*/ 83293 w 403762"/>
                <a:gd name="connsiteY537" fmla="*/ 468455 h 576564"/>
                <a:gd name="connsiteX538" fmla="*/ 98709 w 403762"/>
                <a:gd name="connsiteY538" fmla="*/ 445722 h 576564"/>
                <a:gd name="connsiteX539" fmla="*/ 102765 w 403762"/>
                <a:gd name="connsiteY539" fmla="*/ 438415 h 576564"/>
                <a:gd name="connsiteX540" fmla="*/ 102765 w 403762"/>
                <a:gd name="connsiteY540" fmla="*/ 440039 h 576564"/>
                <a:gd name="connsiteX541" fmla="*/ 103576 w 403762"/>
                <a:gd name="connsiteY541" fmla="*/ 443287 h 576564"/>
                <a:gd name="connsiteX542" fmla="*/ 99520 w 403762"/>
                <a:gd name="connsiteY542" fmla="*/ 449782 h 576564"/>
                <a:gd name="connsiteX543" fmla="*/ 97086 w 403762"/>
                <a:gd name="connsiteY543" fmla="*/ 454653 h 576564"/>
                <a:gd name="connsiteX544" fmla="*/ 95463 w 403762"/>
                <a:gd name="connsiteY544" fmla="*/ 456277 h 576564"/>
                <a:gd name="connsiteX545" fmla="*/ 94652 w 403762"/>
                <a:gd name="connsiteY545" fmla="*/ 454653 h 576564"/>
                <a:gd name="connsiteX546" fmla="*/ 91407 w 403762"/>
                <a:gd name="connsiteY546" fmla="*/ 452217 h 576564"/>
                <a:gd name="connsiteX547" fmla="*/ 88973 w 403762"/>
                <a:gd name="connsiteY547" fmla="*/ 448158 h 576564"/>
                <a:gd name="connsiteX548" fmla="*/ 91407 w 403762"/>
                <a:gd name="connsiteY548" fmla="*/ 449782 h 576564"/>
                <a:gd name="connsiteX549" fmla="*/ 93840 w 403762"/>
                <a:gd name="connsiteY549" fmla="*/ 448970 h 576564"/>
                <a:gd name="connsiteX550" fmla="*/ 95463 w 403762"/>
                <a:gd name="connsiteY550" fmla="*/ 449782 h 576564"/>
                <a:gd name="connsiteX551" fmla="*/ 98709 w 403762"/>
                <a:gd name="connsiteY551" fmla="*/ 445722 h 576564"/>
                <a:gd name="connsiteX552" fmla="*/ 92218 w 403762"/>
                <a:gd name="connsiteY552" fmla="*/ 439227 h 576564"/>
                <a:gd name="connsiteX553" fmla="*/ 94652 w 403762"/>
                <a:gd name="connsiteY553" fmla="*/ 436791 h 576564"/>
                <a:gd name="connsiteX554" fmla="*/ 95463 w 403762"/>
                <a:gd name="connsiteY554" fmla="*/ 438415 h 576564"/>
                <a:gd name="connsiteX555" fmla="*/ 93840 w 403762"/>
                <a:gd name="connsiteY555" fmla="*/ 438415 h 576564"/>
                <a:gd name="connsiteX556" fmla="*/ 92218 w 403762"/>
                <a:gd name="connsiteY556" fmla="*/ 439227 h 576564"/>
                <a:gd name="connsiteX557" fmla="*/ 92218 w 403762"/>
                <a:gd name="connsiteY557" fmla="*/ 439227 h 576564"/>
                <a:gd name="connsiteX558" fmla="*/ 110878 w 403762"/>
                <a:gd name="connsiteY558" fmla="*/ 406752 h 576564"/>
                <a:gd name="connsiteX559" fmla="*/ 107633 w 403762"/>
                <a:gd name="connsiteY559" fmla="*/ 405940 h 576564"/>
                <a:gd name="connsiteX560" fmla="*/ 108444 w 403762"/>
                <a:gd name="connsiteY560" fmla="*/ 403505 h 576564"/>
                <a:gd name="connsiteX561" fmla="*/ 110878 w 403762"/>
                <a:gd name="connsiteY561" fmla="*/ 401881 h 576564"/>
                <a:gd name="connsiteX562" fmla="*/ 112501 w 403762"/>
                <a:gd name="connsiteY562" fmla="*/ 401881 h 576564"/>
                <a:gd name="connsiteX563" fmla="*/ 110878 w 403762"/>
                <a:gd name="connsiteY563" fmla="*/ 406752 h 576564"/>
                <a:gd name="connsiteX564" fmla="*/ 120614 w 403762"/>
                <a:gd name="connsiteY564" fmla="*/ 390514 h 576564"/>
                <a:gd name="connsiteX565" fmla="*/ 119803 w 403762"/>
                <a:gd name="connsiteY565" fmla="*/ 392950 h 576564"/>
                <a:gd name="connsiteX566" fmla="*/ 115746 w 403762"/>
                <a:gd name="connsiteY566" fmla="*/ 396197 h 576564"/>
                <a:gd name="connsiteX567" fmla="*/ 117369 w 403762"/>
                <a:gd name="connsiteY567" fmla="*/ 388079 h 576564"/>
                <a:gd name="connsiteX568" fmla="*/ 120614 w 403762"/>
                <a:gd name="connsiteY568" fmla="*/ 388079 h 576564"/>
                <a:gd name="connsiteX569" fmla="*/ 120614 w 403762"/>
                <a:gd name="connsiteY569" fmla="*/ 390514 h 576564"/>
                <a:gd name="connsiteX570" fmla="*/ 119803 w 403762"/>
                <a:gd name="connsiteY570" fmla="*/ 385643 h 576564"/>
                <a:gd name="connsiteX571" fmla="*/ 118180 w 403762"/>
                <a:gd name="connsiteY571" fmla="*/ 384019 h 576564"/>
                <a:gd name="connsiteX572" fmla="*/ 119803 w 403762"/>
                <a:gd name="connsiteY572" fmla="*/ 382396 h 576564"/>
                <a:gd name="connsiteX573" fmla="*/ 121425 w 403762"/>
                <a:gd name="connsiteY573" fmla="*/ 384019 h 576564"/>
                <a:gd name="connsiteX574" fmla="*/ 119803 w 403762"/>
                <a:gd name="connsiteY574" fmla="*/ 385643 h 576564"/>
                <a:gd name="connsiteX575" fmla="*/ 125482 w 403762"/>
                <a:gd name="connsiteY575" fmla="*/ 376712 h 576564"/>
                <a:gd name="connsiteX576" fmla="*/ 127916 w 403762"/>
                <a:gd name="connsiteY576" fmla="*/ 372653 h 576564"/>
                <a:gd name="connsiteX577" fmla="*/ 131161 w 403762"/>
                <a:gd name="connsiteY577" fmla="*/ 372653 h 576564"/>
                <a:gd name="connsiteX578" fmla="*/ 125482 w 403762"/>
                <a:gd name="connsiteY578" fmla="*/ 376712 h 576564"/>
                <a:gd name="connsiteX579" fmla="*/ 131161 w 403762"/>
                <a:gd name="connsiteY579" fmla="*/ 362911 h 576564"/>
                <a:gd name="connsiteX580" fmla="*/ 132784 w 403762"/>
                <a:gd name="connsiteY580" fmla="*/ 362099 h 576564"/>
                <a:gd name="connsiteX581" fmla="*/ 133595 w 403762"/>
                <a:gd name="connsiteY581" fmla="*/ 365346 h 576564"/>
                <a:gd name="connsiteX582" fmla="*/ 131161 w 403762"/>
                <a:gd name="connsiteY582" fmla="*/ 366970 h 576564"/>
                <a:gd name="connsiteX583" fmla="*/ 131161 w 403762"/>
                <a:gd name="connsiteY583" fmla="*/ 362911 h 576564"/>
                <a:gd name="connsiteX584" fmla="*/ 134406 w 403762"/>
                <a:gd name="connsiteY584" fmla="*/ 354792 h 576564"/>
                <a:gd name="connsiteX585" fmla="*/ 136029 w 403762"/>
                <a:gd name="connsiteY585" fmla="*/ 353168 h 576564"/>
                <a:gd name="connsiteX586" fmla="*/ 137652 w 403762"/>
                <a:gd name="connsiteY586" fmla="*/ 354792 h 576564"/>
                <a:gd name="connsiteX587" fmla="*/ 136029 w 403762"/>
                <a:gd name="connsiteY587" fmla="*/ 356415 h 576564"/>
                <a:gd name="connsiteX588" fmla="*/ 134406 w 403762"/>
                <a:gd name="connsiteY588" fmla="*/ 354792 h 576564"/>
                <a:gd name="connsiteX589" fmla="*/ 132784 w 403762"/>
                <a:gd name="connsiteY589" fmla="*/ 379148 h 576564"/>
                <a:gd name="connsiteX590" fmla="*/ 132784 w 403762"/>
                <a:gd name="connsiteY590" fmla="*/ 379148 h 576564"/>
                <a:gd name="connsiteX591" fmla="*/ 134406 w 403762"/>
                <a:gd name="connsiteY591" fmla="*/ 375089 h 576564"/>
                <a:gd name="connsiteX592" fmla="*/ 132784 w 403762"/>
                <a:gd name="connsiteY592" fmla="*/ 379148 h 576564"/>
                <a:gd name="connsiteX593" fmla="*/ 143331 w 403762"/>
                <a:gd name="connsiteY593" fmla="*/ 366158 h 576564"/>
                <a:gd name="connsiteX594" fmla="*/ 141708 w 403762"/>
                <a:gd name="connsiteY594" fmla="*/ 364534 h 576564"/>
                <a:gd name="connsiteX595" fmla="*/ 137652 w 403762"/>
                <a:gd name="connsiteY595" fmla="*/ 371029 h 576564"/>
                <a:gd name="connsiteX596" fmla="*/ 139274 w 403762"/>
                <a:gd name="connsiteY596" fmla="*/ 371841 h 576564"/>
                <a:gd name="connsiteX597" fmla="*/ 140085 w 403762"/>
                <a:gd name="connsiteY597" fmla="*/ 373465 h 576564"/>
                <a:gd name="connsiteX598" fmla="*/ 138463 w 403762"/>
                <a:gd name="connsiteY598" fmla="*/ 374277 h 576564"/>
                <a:gd name="connsiteX599" fmla="*/ 136841 w 403762"/>
                <a:gd name="connsiteY599" fmla="*/ 373465 h 576564"/>
                <a:gd name="connsiteX600" fmla="*/ 136841 w 403762"/>
                <a:gd name="connsiteY600" fmla="*/ 367782 h 576564"/>
                <a:gd name="connsiteX601" fmla="*/ 138463 w 403762"/>
                <a:gd name="connsiteY601" fmla="*/ 364534 h 576564"/>
                <a:gd name="connsiteX602" fmla="*/ 140897 w 403762"/>
                <a:gd name="connsiteY602" fmla="*/ 361287 h 576564"/>
                <a:gd name="connsiteX603" fmla="*/ 143331 w 403762"/>
                <a:gd name="connsiteY603" fmla="*/ 360475 h 576564"/>
                <a:gd name="connsiteX604" fmla="*/ 144142 w 403762"/>
                <a:gd name="connsiteY604" fmla="*/ 362911 h 576564"/>
                <a:gd name="connsiteX605" fmla="*/ 143331 w 403762"/>
                <a:gd name="connsiteY605" fmla="*/ 366158 h 576564"/>
                <a:gd name="connsiteX606" fmla="*/ 145765 w 403762"/>
                <a:gd name="connsiteY606" fmla="*/ 357227 h 576564"/>
                <a:gd name="connsiteX607" fmla="*/ 144142 w 403762"/>
                <a:gd name="connsiteY607" fmla="*/ 354792 h 576564"/>
                <a:gd name="connsiteX608" fmla="*/ 147388 w 403762"/>
                <a:gd name="connsiteY608" fmla="*/ 352356 h 576564"/>
                <a:gd name="connsiteX609" fmla="*/ 145765 w 403762"/>
                <a:gd name="connsiteY609" fmla="*/ 357227 h 576564"/>
                <a:gd name="connsiteX610" fmla="*/ 157935 w 403762"/>
                <a:gd name="connsiteY610" fmla="*/ 337742 h 576564"/>
                <a:gd name="connsiteX611" fmla="*/ 156312 w 403762"/>
                <a:gd name="connsiteY611" fmla="*/ 337742 h 576564"/>
                <a:gd name="connsiteX612" fmla="*/ 153878 w 403762"/>
                <a:gd name="connsiteY612" fmla="*/ 340990 h 576564"/>
                <a:gd name="connsiteX613" fmla="*/ 149010 w 403762"/>
                <a:gd name="connsiteY613" fmla="*/ 348297 h 576564"/>
                <a:gd name="connsiteX614" fmla="*/ 147388 w 403762"/>
                <a:gd name="connsiteY614" fmla="*/ 348297 h 576564"/>
                <a:gd name="connsiteX615" fmla="*/ 148199 w 403762"/>
                <a:gd name="connsiteY615" fmla="*/ 341802 h 576564"/>
                <a:gd name="connsiteX616" fmla="*/ 147388 w 403762"/>
                <a:gd name="connsiteY616" fmla="*/ 337742 h 576564"/>
                <a:gd name="connsiteX617" fmla="*/ 149821 w 403762"/>
                <a:gd name="connsiteY617" fmla="*/ 345861 h 576564"/>
                <a:gd name="connsiteX618" fmla="*/ 151444 w 403762"/>
                <a:gd name="connsiteY618" fmla="*/ 340990 h 576564"/>
                <a:gd name="connsiteX619" fmla="*/ 156312 w 403762"/>
                <a:gd name="connsiteY619" fmla="*/ 335306 h 576564"/>
                <a:gd name="connsiteX620" fmla="*/ 157935 w 403762"/>
                <a:gd name="connsiteY620" fmla="*/ 337742 h 576564"/>
                <a:gd name="connsiteX621" fmla="*/ 153878 w 403762"/>
                <a:gd name="connsiteY621" fmla="*/ 330435 h 576564"/>
                <a:gd name="connsiteX622" fmla="*/ 150632 w 403762"/>
                <a:gd name="connsiteY622" fmla="*/ 328811 h 576564"/>
                <a:gd name="connsiteX623" fmla="*/ 153067 w 403762"/>
                <a:gd name="connsiteY623" fmla="*/ 327188 h 576564"/>
                <a:gd name="connsiteX624" fmla="*/ 153878 w 403762"/>
                <a:gd name="connsiteY624" fmla="*/ 330435 h 576564"/>
                <a:gd name="connsiteX625" fmla="*/ 154689 w 403762"/>
                <a:gd name="connsiteY625" fmla="*/ 319881 h 576564"/>
                <a:gd name="connsiteX626" fmla="*/ 155501 w 403762"/>
                <a:gd name="connsiteY626" fmla="*/ 318257 h 576564"/>
                <a:gd name="connsiteX627" fmla="*/ 157123 w 403762"/>
                <a:gd name="connsiteY627" fmla="*/ 319069 h 576564"/>
                <a:gd name="connsiteX628" fmla="*/ 155501 w 403762"/>
                <a:gd name="connsiteY628" fmla="*/ 320693 h 576564"/>
                <a:gd name="connsiteX629" fmla="*/ 154689 w 403762"/>
                <a:gd name="connsiteY629" fmla="*/ 319881 h 576564"/>
                <a:gd name="connsiteX630" fmla="*/ 159557 w 403762"/>
                <a:gd name="connsiteY630" fmla="*/ 330435 h 576564"/>
                <a:gd name="connsiteX631" fmla="*/ 158746 w 403762"/>
                <a:gd name="connsiteY631" fmla="*/ 330435 h 576564"/>
                <a:gd name="connsiteX632" fmla="*/ 161180 w 403762"/>
                <a:gd name="connsiteY632" fmla="*/ 327188 h 576564"/>
                <a:gd name="connsiteX633" fmla="*/ 159557 w 403762"/>
                <a:gd name="connsiteY633" fmla="*/ 330435 h 576564"/>
                <a:gd name="connsiteX634" fmla="*/ 173350 w 403762"/>
                <a:gd name="connsiteY634" fmla="*/ 310950 h 576564"/>
                <a:gd name="connsiteX635" fmla="*/ 168482 w 403762"/>
                <a:gd name="connsiteY635" fmla="*/ 319069 h 576564"/>
                <a:gd name="connsiteX636" fmla="*/ 166048 w 403762"/>
                <a:gd name="connsiteY636" fmla="*/ 321505 h 576564"/>
                <a:gd name="connsiteX637" fmla="*/ 167670 w 403762"/>
                <a:gd name="connsiteY637" fmla="*/ 312574 h 576564"/>
                <a:gd name="connsiteX638" fmla="*/ 172538 w 403762"/>
                <a:gd name="connsiteY638" fmla="*/ 309326 h 576564"/>
                <a:gd name="connsiteX639" fmla="*/ 173350 w 403762"/>
                <a:gd name="connsiteY639" fmla="*/ 310950 h 576564"/>
                <a:gd name="connsiteX640" fmla="*/ 176595 w 403762"/>
                <a:gd name="connsiteY640" fmla="*/ 304455 h 576564"/>
                <a:gd name="connsiteX641" fmla="*/ 170104 w 403762"/>
                <a:gd name="connsiteY641" fmla="*/ 304455 h 576564"/>
                <a:gd name="connsiteX642" fmla="*/ 172538 w 403762"/>
                <a:gd name="connsiteY642" fmla="*/ 304455 h 576564"/>
                <a:gd name="connsiteX643" fmla="*/ 176595 w 403762"/>
                <a:gd name="connsiteY643" fmla="*/ 304455 h 576564"/>
                <a:gd name="connsiteX644" fmla="*/ 185519 w 403762"/>
                <a:gd name="connsiteY644" fmla="*/ 290653 h 576564"/>
                <a:gd name="connsiteX645" fmla="*/ 181463 w 403762"/>
                <a:gd name="connsiteY645" fmla="*/ 294712 h 576564"/>
                <a:gd name="connsiteX646" fmla="*/ 179029 w 403762"/>
                <a:gd name="connsiteY646" fmla="*/ 294712 h 576564"/>
                <a:gd name="connsiteX647" fmla="*/ 182274 w 403762"/>
                <a:gd name="connsiteY647" fmla="*/ 289841 h 576564"/>
                <a:gd name="connsiteX648" fmla="*/ 187142 w 403762"/>
                <a:gd name="connsiteY648" fmla="*/ 283346 h 576564"/>
                <a:gd name="connsiteX649" fmla="*/ 185519 w 403762"/>
                <a:gd name="connsiteY649" fmla="*/ 290653 h 576564"/>
                <a:gd name="connsiteX650" fmla="*/ 179029 w 403762"/>
                <a:gd name="connsiteY650" fmla="*/ 272792 h 576564"/>
                <a:gd name="connsiteX651" fmla="*/ 161991 w 403762"/>
                <a:gd name="connsiteY651" fmla="*/ 302020 h 576564"/>
                <a:gd name="connsiteX652" fmla="*/ 147388 w 403762"/>
                <a:gd name="connsiteY652" fmla="*/ 328000 h 576564"/>
                <a:gd name="connsiteX653" fmla="*/ 144954 w 403762"/>
                <a:gd name="connsiteY653" fmla="*/ 330435 h 576564"/>
                <a:gd name="connsiteX654" fmla="*/ 140897 w 403762"/>
                <a:gd name="connsiteY654" fmla="*/ 335306 h 576564"/>
                <a:gd name="connsiteX655" fmla="*/ 139274 w 403762"/>
                <a:gd name="connsiteY655" fmla="*/ 339366 h 576564"/>
                <a:gd name="connsiteX656" fmla="*/ 137652 w 403762"/>
                <a:gd name="connsiteY656" fmla="*/ 340990 h 576564"/>
                <a:gd name="connsiteX657" fmla="*/ 135218 w 403762"/>
                <a:gd name="connsiteY657" fmla="*/ 345861 h 576564"/>
                <a:gd name="connsiteX658" fmla="*/ 133595 w 403762"/>
                <a:gd name="connsiteY658" fmla="*/ 349108 h 576564"/>
                <a:gd name="connsiteX659" fmla="*/ 131161 w 403762"/>
                <a:gd name="connsiteY659" fmla="*/ 352356 h 576564"/>
                <a:gd name="connsiteX660" fmla="*/ 128727 w 403762"/>
                <a:gd name="connsiteY660" fmla="*/ 357227 h 576564"/>
                <a:gd name="connsiteX661" fmla="*/ 127916 w 403762"/>
                <a:gd name="connsiteY661" fmla="*/ 358851 h 576564"/>
                <a:gd name="connsiteX662" fmla="*/ 126293 w 403762"/>
                <a:gd name="connsiteY662" fmla="*/ 361287 h 576564"/>
                <a:gd name="connsiteX663" fmla="*/ 124671 w 403762"/>
                <a:gd name="connsiteY663" fmla="*/ 363722 h 576564"/>
                <a:gd name="connsiteX664" fmla="*/ 122236 w 403762"/>
                <a:gd name="connsiteY664" fmla="*/ 367782 h 576564"/>
                <a:gd name="connsiteX665" fmla="*/ 120614 w 403762"/>
                <a:gd name="connsiteY665" fmla="*/ 371029 h 576564"/>
                <a:gd name="connsiteX666" fmla="*/ 118180 w 403762"/>
                <a:gd name="connsiteY666" fmla="*/ 374277 h 576564"/>
                <a:gd name="connsiteX667" fmla="*/ 116558 w 403762"/>
                <a:gd name="connsiteY667" fmla="*/ 378336 h 576564"/>
                <a:gd name="connsiteX668" fmla="*/ 114123 w 403762"/>
                <a:gd name="connsiteY668" fmla="*/ 382396 h 576564"/>
                <a:gd name="connsiteX669" fmla="*/ 111689 w 403762"/>
                <a:gd name="connsiteY669" fmla="*/ 384831 h 576564"/>
                <a:gd name="connsiteX670" fmla="*/ 110878 w 403762"/>
                <a:gd name="connsiteY670" fmla="*/ 388079 h 576564"/>
                <a:gd name="connsiteX671" fmla="*/ 109256 w 403762"/>
                <a:gd name="connsiteY671" fmla="*/ 392950 h 576564"/>
                <a:gd name="connsiteX672" fmla="*/ 107633 w 403762"/>
                <a:gd name="connsiteY672" fmla="*/ 397009 h 576564"/>
                <a:gd name="connsiteX673" fmla="*/ 105199 w 403762"/>
                <a:gd name="connsiteY673" fmla="*/ 399445 h 576564"/>
                <a:gd name="connsiteX674" fmla="*/ 103576 w 403762"/>
                <a:gd name="connsiteY674" fmla="*/ 401069 h 576564"/>
                <a:gd name="connsiteX675" fmla="*/ 102765 w 403762"/>
                <a:gd name="connsiteY675" fmla="*/ 405940 h 576564"/>
                <a:gd name="connsiteX676" fmla="*/ 101142 w 403762"/>
                <a:gd name="connsiteY676" fmla="*/ 410000 h 576564"/>
                <a:gd name="connsiteX677" fmla="*/ 95463 w 403762"/>
                <a:gd name="connsiteY677" fmla="*/ 416494 h 576564"/>
                <a:gd name="connsiteX678" fmla="*/ 93029 w 403762"/>
                <a:gd name="connsiteY678" fmla="*/ 418118 h 576564"/>
                <a:gd name="connsiteX679" fmla="*/ 93840 w 403762"/>
                <a:gd name="connsiteY679" fmla="*/ 418930 h 576564"/>
                <a:gd name="connsiteX680" fmla="*/ 95463 w 403762"/>
                <a:gd name="connsiteY680" fmla="*/ 419742 h 576564"/>
                <a:gd name="connsiteX681" fmla="*/ 93029 w 403762"/>
                <a:gd name="connsiteY681" fmla="*/ 422178 h 576564"/>
                <a:gd name="connsiteX682" fmla="*/ 91407 w 403762"/>
                <a:gd name="connsiteY682" fmla="*/ 425425 h 576564"/>
                <a:gd name="connsiteX683" fmla="*/ 88973 w 403762"/>
                <a:gd name="connsiteY683" fmla="*/ 428673 h 576564"/>
                <a:gd name="connsiteX684" fmla="*/ 87350 w 403762"/>
                <a:gd name="connsiteY684" fmla="*/ 432732 h 576564"/>
                <a:gd name="connsiteX685" fmla="*/ 86539 w 403762"/>
                <a:gd name="connsiteY685" fmla="*/ 435980 h 576564"/>
                <a:gd name="connsiteX686" fmla="*/ 82482 w 403762"/>
                <a:gd name="connsiteY686" fmla="*/ 444099 h 576564"/>
                <a:gd name="connsiteX687" fmla="*/ 81671 w 403762"/>
                <a:gd name="connsiteY687" fmla="*/ 448158 h 576564"/>
                <a:gd name="connsiteX688" fmla="*/ 80048 w 403762"/>
                <a:gd name="connsiteY688" fmla="*/ 450594 h 576564"/>
                <a:gd name="connsiteX689" fmla="*/ 78426 w 403762"/>
                <a:gd name="connsiteY689" fmla="*/ 453029 h 576564"/>
                <a:gd name="connsiteX690" fmla="*/ 77614 w 403762"/>
                <a:gd name="connsiteY690" fmla="*/ 457088 h 576564"/>
                <a:gd name="connsiteX691" fmla="*/ 75180 w 403762"/>
                <a:gd name="connsiteY691" fmla="*/ 462772 h 576564"/>
                <a:gd name="connsiteX692" fmla="*/ 72746 w 403762"/>
                <a:gd name="connsiteY692" fmla="*/ 467643 h 576564"/>
                <a:gd name="connsiteX693" fmla="*/ 71935 w 403762"/>
                <a:gd name="connsiteY693" fmla="*/ 469267 h 576564"/>
                <a:gd name="connsiteX694" fmla="*/ 65444 w 403762"/>
                <a:gd name="connsiteY694" fmla="*/ 483069 h 576564"/>
                <a:gd name="connsiteX695" fmla="*/ 63822 w 403762"/>
                <a:gd name="connsiteY695" fmla="*/ 486316 h 576564"/>
                <a:gd name="connsiteX696" fmla="*/ 59766 w 403762"/>
                <a:gd name="connsiteY696" fmla="*/ 499306 h 576564"/>
                <a:gd name="connsiteX697" fmla="*/ 55709 w 403762"/>
                <a:gd name="connsiteY697" fmla="*/ 509049 h 576564"/>
                <a:gd name="connsiteX698" fmla="*/ 57331 w 403762"/>
                <a:gd name="connsiteY698" fmla="*/ 499306 h 576564"/>
                <a:gd name="connsiteX699" fmla="*/ 55709 w 403762"/>
                <a:gd name="connsiteY699" fmla="*/ 497682 h 576564"/>
                <a:gd name="connsiteX700" fmla="*/ 55709 w 403762"/>
                <a:gd name="connsiteY700" fmla="*/ 496871 h 576564"/>
                <a:gd name="connsiteX701" fmla="*/ 56520 w 403762"/>
                <a:gd name="connsiteY701" fmla="*/ 493623 h 576564"/>
                <a:gd name="connsiteX702" fmla="*/ 58954 w 403762"/>
                <a:gd name="connsiteY702" fmla="*/ 487128 h 576564"/>
                <a:gd name="connsiteX703" fmla="*/ 58954 w 403762"/>
                <a:gd name="connsiteY703" fmla="*/ 483881 h 576564"/>
                <a:gd name="connsiteX704" fmla="*/ 58954 w 403762"/>
                <a:gd name="connsiteY704" fmla="*/ 479009 h 576564"/>
                <a:gd name="connsiteX705" fmla="*/ 61388 w 403762"/>
                <a:gd name="connsiteY705" fmla="*/ 475762 h 576564"/>
                <a:gd name="connsiteX706" fmla="*/ 63822 w 403762"/>
                <a:gd name="connsiteY706" fmla="*/ 474138 h 576564"/>
                <a:gd name="connsiteX707" fmla="*/ 63822 w 403762"/>
                <a:gd name="connsiteY707" fmla="*/ 472514 h 576564"/>
                <a:gd name="connsiteX708" fmla="*/ 61388 w 403762"/>
                <a:gd name="connsiteY708" fmla="*/ 472514 h 576564"/>
                <a:gd name="connsiteX709" fmla="*/ 61388 w 403762"/>
                <a:gd name="connsiteY709" fmla="*/ 470891 h 576564"/>
                <a:gd name="connsiteX710" fmla="*/ 63011 w 403762"/>
                <a:gd name="connsiteY710" fmla="*/ 468455 h 576564"/>
                <a:gd name="connsiteX711" fmla="*/ 64633 w 403762"/>
                <a:gd name="connsiteY711" fmla="*/ 466019 h 576564"/>
                <a:gd name="connsiteX712" fmla="*/ 66256 w 403762"/>
                <a:gd name="connsiteY712" fmla="*/ 461148 h 576564"/>
                <a:gd name="connsiteX713" fmla="*/ 69501 w 403762"/>
                <a:gd name="connsiteY713" fmla="*/ 452217 h 576564"/>
                <a:gd name="connsiteX714" fmla="*/ 71935 w 403762"/>
                <a:gd name="connsiteY714" fmla="*/ 444910 h 576564"/>
                <a:gd name="connsiteX715" fmla="*/ 75992 w 403762"/>
                <a:gd name="connsiteY715" fmla="*/ 435980 h 576564"/>
                <a:gd name="connsiteX716" fmla="*/ 79237 w 403762"/>
                <a:gd name="connsiteY716" fmla="*/ 428673 h 576564"/>
                <a:gd name="connsiteX717" fmla="*/ 83293 w 403762"/>
                <a:gd name="connsiteY717" fmla="*/ 419742 h 576564"/>
                <a:gd name="connsiteX718" fmla="*/ 87350 w 403762"/>
                <a:gd name="connsiteY718" fmla="*/ 410000 h 576564"/>
                <a:gd name="connsiteX719" fmla="*/ 93029 w 403762"/>
                <a:gd name="connsiteY719" fmla="*/ 401881 h 576564"/>
                <a:gd name="connsiteX720" fmla="*/ 95463 w 403762"/>
                <a:gd name="connsiteY720" fmla="*/ 397009 h 576564"/>
                <a:gd name="connsiteX721" fmla="*/ 97086 w 403762"/>
                <a:gd name="connsiteY721" fmla="*/ 395386 h 576564"/>
                <a:gd name="connsiteX722" fmla="*/ 99520 w 403762"/>
                <a:gd name="connsiteY722" fmla="*/ 394574 h 576564"/>
                <a:gd name="connsiteX723" fmla="*/ 98709 w 403762"/>
                <a:gd name="connsiteY723" fmla="*/ 392138 h 576564"/>
                <a:gd name="connsiteX724" fmla="*/ 99520 w 403762"/>
                <a:gd name="connsiteY724" fmla="*/ 388891 h 576564"/>
                <a:gd name="connsiteX725" fmla="*/ 101954 w 403762"/>
                <a:gd name="connsiteY725" fmla="*/ 384831 h 576564"/>
                <a:gd name="connsiteX726" fmla="*/ 109256 w 403762"/>
                <a:gd name="connsiteY726" fmla="*/ 372653 h 576564"/>
                <a:gd name="connsiteX727" fmla="*/ 110067 w 403762"/>
                <a:gd name="connsiteY727" fmla="*/ 371029 h 576564"/>
                <a:gd name="connsiteX728" fmla="*/ 110878 w 403762"/>
                <a:gd name="connsiteY728" fmla="*/ 366970 h 576564"/>
                <a:gd name="connsiteX729" fmla="*/ 114123 w 403762"/>
                <a:gd name="connsiteY729" fmla="*/ 362099 h 576564"/>
                <a:gd name="connsiteX730" fmla="*/ 114935 w 403762"/>
                <a:gd name="connsiteY730" fmla="*/ 359663 h 576564"/>
                <a:gd name="connsiteX731" fmla="*/ 115746 w 403762"/>
                <a:gd name="connsiteY731" fmla="*/ 358039 h 576564"/>
                <a:gd name="connsiteX732" fmla="*/ 129538 w 403762"/>
                <a:gd name="connsiteY732" fmla="*/ 335306 h 576564"/>
                <a:gd name="connsiteX733" fmla="*/ 131972 w 403762"/>
                <a:gd name="connsiteY733" fmla="*/ 330435 h 576564"/>
                <a:gd name="connsiteX734" fmla="*/ 139274 w 403762"/>
                <a:gd name="connsiteY734" fmla="*/ 315009 h 576564"/>
                <a:gd name="connsiteX735" fmla="*/ 142519 w 403762"/>
                <a:gd name="connsiteY735" fmla="*/ 307703 h 576564"/>
                <a:gd name="connsiteX736" fmla="*/ 132784 w 403762"/>
                <a:gd name="connsiteY736" fmla="*/ 318257 h 576564"/>
                <a:gd name="connsiteX737" fmla="*/ 131161 w 403762"/>
                <a:gd name="connsiteY737" fmla="*/ 323128 h 576564"/>
                <a:gd name="connsiteX738" fmla="*/ 146576 w 403762"/>
                <a:gd name="connsiteY738" fmla="*/ 289841 h 576564"/>
                <a:gd name="connsiteX739" fmla="*/ 148199 w 403762"/>
                <a:gd name="connsiteY739" fmla="*/ 288217 h 576564"/>
                <a:gd name="connsiteX740" fmla="*/ 145765 w 403762"/>
                <a:gd name="connsiteY740" fmla="*/ 293089 h 576564"/>
                <a:gd name="connsiteX741" fmla="*/ 140897 w 403762"/>
                <a:gd name="connsiteY741" fmla="*/ 304455 h 576564"/>
                <a:gd name="connsiteX742" fmla="*/ 150632 w 403762"/>
                <a:gd name="connsiteY742" fmla="*/ 293901 h 576564"/>
                <a:gd name="connsiteX743" fmla="*/ 156312 w 403762"/>
                <a:gd name="connsiteY743" fmla="*/ 286594 h 576564"/>
                <a:gd name="connsiteX744" fmla="*/ 174972 w 403762"/>
                <a:gd name="connsiteY744" fmla="*/ 257366 h 576564"/>
                <a:gd name="connsiteX745" fmla="*/ 187142 w 403762"/>
                <a:gd name="connsiteY745" fmla="*/ 247623 h 576564"/>
                <a:gd name="connsiteX746" fmla="*/ 183085 w 403762"/>
                <a:gd name="connsiteY746" fmla="*/ 257366 h 576564"/>
                <a:gd name="connsiteX747" fmla="*/ 179029 w 403762"/>
                <a:gd name="connsiteY747" fmla="*/ 272792 h 576564"/>
                <a:gd name="connsiteX748" fmla="*/ 192010 w 403762"/>
                <a:gd name="connsiteY748" fmla="*/ 279287 h 576564"/>
                <a:gd name="connsiteX749" fmla="*/ 192010 w 403762"/>
                <a:gd name="connsiteY749" fmla="*/ 276851 h 576564"/>
                <a:gd name="connsiteX750" fmla="*/ 192010 w 403762"/>
                <a:gd name="connsiteY750" fmla="*/ 279287 h 576564"/>
                <a:gd name="connsiteX751" fmla="*/ 197689 w 403762"/>
                <a:gd name="connsiteY751" fmla="*/ 261426 h 576564"/>
                <a:gd name="connsiteX752" fmla="*/ 196066 w 403762"/>
                <a:gd name="connsiteY752" fmla="*/ 259802 h 576564"/>
                <a:gd name="connsiteX753" fmla="*/ 197689 w 403762"/>
                <a:gd name="connsiteY753" fmla="*/ 261426 h 576564"/>
                <a:gd name="connsiteX754" fmla="*/ 204180 w 403762"/>
                <a:gd name="connsiteY754" fmla="*/ 251683 h 576564"/>
                <a:gd name="connsiteX755" fmla="*/ 204180 w 403762"/>
                <a:gd name="connsiteY755" fmla="*/ 253307 h 576564"/>
                <a:gd name="connsiteX756" fmla="*/ 204180 w 403762"/>
                <a:gd name="connsiteY756" fmla="*/ 251683 h 576564"/>
                <a:gd name="connsiteX757" fmla="*/ 204991 w 403762"/>
                <a:gd name="connsiteY757" fmla="*/ 255742 h 576564"/>
                <a:gd name="connsiteX758" fmla="*/ 206613 w 403762"/>
                <a:gd name="connsiteY758" fmla="*/ 255742 h 576564"/>
                <a:gd name="connsiteX759" fmla="*/ 204991 w 403762"/>
                <a:gd name="connsiteY759" fmla="*/ 255742 h 57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Lst>
              <a:rect l="l" t="t" r="r" b="b"/>
              <a:pathLst>
                <a:path w="403762" h="576564">
                  <a:moveTo>
                    <a:pt x="241500" y="214336"/>
                  </a:moveTo>
                  <a:lnTo>
                    <a:pt x="241500" y="214336"/>
                  </a:lnTo>
                  <a:cubicBezTo>
                    <a:pt x="242311" y="213524"/>
                    <a:pt x="243934" y="211901"/>
                    <a:pt x="245556" y="211901"/>
                  </a:cubicBezTo>
                  <a:cubicBezTo>
                    <a:pt x="246368" y="211089"/>
                    <a:pt x="247179" y="210277"/>
                    <a:pt x="248802" y="210277"/>
                  </a:cubicBezTo>
                  <a:lnTo>
                    <a:pt x="246368" y="208653"/>
                  </a:lnTo>
                  <a:cubicBezTo>
                    <a:pt x="253670" y="198911"/>
                    <a:pt x="263405" y="190792"/>
                    <a:pt x="270708" y="180238"/>
                  </a:cubicBezTo>
                  <a:cubicBezTo>
                    <a:pt x="271519" y="179426"/>
                    <a:pt x="274764" y="174554"/>
                    <a:pt x="271519" y="177802"/>
                  </a:cubicBezTo>
                  <a:cubicBezTo>
                    <a:pt x="270708" y="178614"/>
                    <a:pt x="269896" y="177802"/>
                    <a:pt x="269896" y="176990"/>
                  </a:cubicBezTo>
                  <a:cubicBezTo>
                    <a:pt x="269896" y="176178"/>
                    <a:pt x="270708" y="175366"/>
                    <a:pt x="270708" y="175366"/>
                  </a:cubicBezTo>
                  <a:cubicBezTo>
                    <a:pt x="270708" y="175366"/>
                    <a:pt x="274764" y="172930"/>
                    <a:pt x="277198" y="169683"/>
                  </a:cubicBezTo>
                  <a:cubicBezTo>
                    <a:pt x="279632" y="166435"/>
                    <a:pt x="284499" y="162376"/>
                    <a:pt x="287745" y="159941"/>
                  </a:cubicBezTo>
                  <a:cubicBezTo>
                    <a:pt x="295047" y="154257"/>
                    <a:pt x="311273" y="138020"/>
                    <a:pt x="316141" y="133960"/>
                  </a:cubicBezTo>
                  <a:cubicBezTo>
                    <a:pt x="318575" y="131525"/>
                    <a:pt x="321009" y="129901"/>
                    <a:pt x="321009" y="129901"/>
                  </a:cubicBezTo>
                  <a:cubicBezTo>
                    <a:pt x="321820" y="129901"/>
                    <a:pt x="323443" y="129089"/>
                    <a:pt x="323443" y="128277"/>
                  </a:cubicBezTo>
                  <a:cubicBezTo>
                    <a:pt x="323443" y="126653"/>
                    <a:pt x="323443" y="126653"/>
                    <a:pt x="322631" y="128277"/>
                  </a:cubicBezTo>
                  <a:cubicBezTo>
                    <a:pt x="321009" y="129089"/>
                    <a:pt x="321009" y="129089"/>
                    <a:pt x="322631" y="126653"/>
                  </a:cubicBezTo>
                  <a:cubicBezTo>
                    <a:pt x="324254" y="125030"/>
                    <a:pt x="325877" y="125030"/>
                    <a:pt x="326688" y="125030"/>
                  </a:cubicBezTo>
                  <a:cubicBezTo>
                    <a:pt x="328311" y="125030"/>
                    <a:pt x="328311" y="125030"/>
                    <a:pt x="327500" y="123406"/>
                  </a:cubicBezTo>
                  <a:cubicBezTo>
                    <a:pt x="326688" y="121782"/>
                    <a:pt x="327500" y="120158"/>
                    <a:pt x="329933" y="118535"/>
                  </a:cubicBezTo>
                  <a:cubicBezTo>
                    <a:pt x="335613" y="114475"/>
                    <a:pt x="370499" y="76317"/>
                    <a:pt x="370499" y="73881"/>
                  </a:cubicBezTo>
                  <a:cubicBezTo>
                    <a:pt x="370499" y="72257"/>
                    <a:pt x="369688" y="73069"/>
                    <a:pt x="368065" y="74693"/>
                  </a:cubicBezTo>
                  <a:cubicBezTo>
                    <a:pt x="366443" y="76317"/>
                    <a:pt x="364820" y="77129"/>
                    <a:pt x="364009" y="77129"/>
                  </a:cubicBezTo>
                  <a:cubicBezTo>
                    <a:pt x="363197" y="77129"/>
                    <a:pt x="361574" y="78752"/>
                    <a:pt x="360763" y="80376"/>
                  </a:cubicBezTo>
                  <a:cubicBezTo>
                    <a:pt x="359141" y="82812"/>
                    <a:pt x="359952" y="82812"/>
                    <a:pt x="360763" y="83624"/>
                  </a:cubicBezTo>
                  <a:cubicBezTo>
                    <a:pt x="361574" y="83624"/>
                    <a:pt x="360763" y="84435"/>
                    <a:pt x="358329" y="84435"/>
                  </a:cubicBezTo>
                  <a:cubicBezTo>
                    <a:pt x="355896" y="84435"/>
                    <a:pt x="354273" y="86059"/>
                    <a:pt x="353461" y="86871"/>
                  </a:cubicBezTo>
                  <a:cubicBezTo>
                    <a:pt x="353461" y="88495"/>
                    <a:pt x="352650" y="87683"/>
                    <a:pt x="352650" y="86059"/>
                  </a:cubicBezTo>
                  <a:cubicBezTo>
                    <a:pt x="352650" y="85247"/>
                    <a:pt x="351839" y="83624"/>
                    <a:pt x="351027" y="83624"/>
                  </a:cubicBezTo>
                  <a:cubicBezTo>
                    <a:pt x="349405" y="82812"/>
                    <a:pt x="349405" y="82000"/>
                    <a:pt x="351027" y="81188"/>
                  </a:cubicBezTo>
                  <a:cubicBezTo>
                    <a:pt x="352650" y="80376"/>
                    <a:pt x="353461" y="80376"/>
                    <a:pt x="354273" y="81188"/>
                  </a:cubicBezTo>
                  <a:cubicBezTo>
                    <a:pt x="354273" y="82000"/>
                    <a:pt x="355896" y="81188"/>
                    <a:pt x="356707" y="79564"/>
                  </a:cubicBezTo>
                  <a:cubicBezTo>
                    <a:pt x="357518" y="77129"/>
                    <a:pt x="358329" y="77941"/>
                    <a:pt x="356707" y="78752"/>
                  </a:cubicBezTo>
                  <a:cubicBezTo>
                    <a:pt x="355896" y="78752"/>
                    <a:pt x="354273" y="79564"/>
                    <a:pt x="354273" y="78752"/>
                  </a:cubicBezTo>
                  <a:cubicBezTo>
                    <a:pt x="354273" y="77129"/>
                    <a:pt x="362386" y="71445"/>
                    <a:pt x="364820" y="72257"/>
                  </a:cubicBezTo>
                  <a:cubicBezTo>
                    <a:pt x="365631" y="72257"/>
                    <a:pt x="365631" y="72257"/>
                    <a:pt x="364820" y="71445"/>
                  </a:cubicBezTo>
                  <a:cubicBezTo>
                    <a:pt x="363197" y="69822"/>
                    <a:pt x="367254" y="61703"/>
                    <a:pt x="372933" y="56832"/>
                  </a:cubicBezTo>
                  <a:cubicBezTo>
                    <a:pt x="375367" y="54396"/>
                    <a:pt x="377801" y="50337"/>
                    <a:pt x="379423" y="48713"/>
                  </a:cubicBezTo>
                  <a:cubicBezTo>
                    <a:pt x="381046" y="46277"/>
                    <a:pt x="381857" y="45465"/>
                    <a:pt x="386726" y="44653"/>
                  </a:cubicBezTo>
                  <a:cubicBezTo>
                    <a:pt x="391593" y="43841"/>
                    <a:pt x="392405" y="43841"/>
                    <a:pt x="394839" y="38158"/>
                  </a:cubicBezTo>
                  <a:cubicBezTo>
                    <a:pt x="396461" y="34911"/>
                    <a:pt x="397273" y="30851"/>
                    <a:pt x="397273" y="30040"/>
                  </a:cubicBezTo>
                  <a:cubicBezTo>
                    <a:pt x="397273" y="29228"/>
                    <a:pt x="398895" y="24356"/>
                    <a:pt x="400518" y="21109"/>
                  </a:cubicBezTo>
                  <a:lnTo>
                    <a:pt x="403763" y="15426"/>
                  </a:lnTo>
                  <a:lnTo>
                    <a:pt x="398084" y="9743"/>
                  </a:lnTo>
                  <a:cubicBezTo>
                    <a:pt x="390782" y="2436"/>
                    <a:pt x="384292" y="0"/>
                    <a:pt x="376179" y="0"/>
                  </a:cubicBezTo>
                  <a:cubicBezTo>
                    <a:pt x="364009" y="0"/>
                    <a:pt x="358329" y="4871"/>
                    <a:pt x="334801" y="30040"/>
                  </a:cubicBezTo>
                  <a:cubicBezTo>
                    <a:pt x="322631" y="43030"/>
                    <a:pt x="312896" y="54396"/>
                    <a:pt x="312896" y="54396"/>
                  </a:cubicBezTo>
                  <a:cubicBezTo>
                    <a:pt x="312896" y="55208"/>
                    <a:pt x="310462" y="58455"/>
                    <a:pt x="308028" y="60891"/>
                  </a:cubicBezTo>
                  <a:cubicBezTo>
                    <a:pt x="299915" y="69010"/>
                    <a:pt x="294235" y="77129"/>
                    <a:pt x="283688" y="91742"/>
                  </a:cubicBezTo>
                  <a:cubicBezTo>
                    <a:pt x="276386" y="101485"/>
                    <a:pt x="243123" y="143703"/>
                    <a:pt x="243123" y="146950"/>
                  </a:cubicBezTo>
                  <a:cubicBezTo>
                    <a:pt x="243123" y="147762"/>
                    <a:pt x="241500" y="150198"/>
                    <a:pt x="239066" y="151822"/>
                  </a:cubicBezTo>
                  <a:cubicBezTo>
                    <a:pt x="236632" y="154257"/>
                    <a:pt x="235009" y="155881"/>
                    <a:pt x="235009" y="156693"/>
                  </a:cubicBezTo>
                  <a:cubicBezTo>
                    <a:pt x="234198" y="160752"/>
                    <a:pt x="225274" y="166435"/>
                    <a:pt x="224462" y="171307"/>
                  </a:cubicBezTo>
                  <a:cubicBezTo>
                    <a:pt x="223651" y="175366"/>
                    <a:pt x="216349" y="181049"/>
                    <a:pt x="214727" y="185109"/>
                  </a:cubicBezTo>
                  <a:cubicBezTo>
                    <a:pt x="210670" y="196475"/>
                    <a:pt x="198500" y="201346"/>
                    <a:pt x="192821" y="211089"/>
                  </a:cubicBezTo>
                  <a:cubicBezTo>
                    <a:pt x="191198" y="211901"/>
                    <a:pt x="188764" y="213524"/>
                    <a:pt x="186331" y="215960"/>
                  </a:cubicBezTo>
                  <a:cubicBezTo>
                    <a:pt x="183085" y="215960"/>
                    <a:pt x="179029" y="214336"/>
                    <a:pt x="176595" y="218396"/>
                  </a:cubicBezTo>
                  <a:cubicBezTo>
                    <a:pt x="174161" y="222455"/>
                    <a:pt x="169293" y="225703"/>
                    <a:pt x="164425" y="229762"/>
                  </a:cubicBezTo>
                  <a:lnTo>
                    <a:pt x="164425" y="230574"/>
                  </a:lnTo>
                  <a:cubicBezTo>
                    <a:pt x="141708" y="245188"/>
                    <a:pt x="88162" y="280911"/>
                    <a:pt x="52464" y="280911"/>
                  </a:cubicBezTo>
                  <a:cubicBezTo>
                    <a:pt x="45161" y="280911"/>
                    <a:pt x="38671" y="279287"/>
                    <a:pt x="33803" y="276039"/>
                  </a:cubicBezTo>
                  <a:cubicBezTo>
                    <a:pt x="25690" y="271168"/>
                    <a:pt x="28124" y="257366"/>
                    <a:pt x="29747" y="249247"/>
                  </a:cubicBezTo>
                  <a:cubicBezTo>
                    <a:pt x="32992" y="232198"/>
                    <a:pt x="41105" y="222455"/>
                    <a:pt x="46784" y="206218"/>
                  </a:cubicBezTo>
                  <a:cubicBezTo>
                    <a:pt x="54086" y="181861"/>
                    <a:pt x="88973" y="116911"/>
                    <a:pt x="106010" y="105544"/>
                  </a:cubicBezTo>
                  <a:cubicBezTo>
                    <a:pt x="106822" y="104732"/>
                    <a:pt x="107633" y="103921"/>
                    <a:pt x="107633" y="103109"/>
                  </a:cubicBezTo>
                  <a:cubicBezTo>
                    <a:pt x="107633" y="102297"/>
                    <a:pt x="109256" y="99049"/>
                    <a:pt x="111689" y="96614"/>
                  </a:cubicBezTo>
                  <a:cubicBezTo>
                    <a:pt x="114123" y="94178"/>
                    <a:pt x="118991" y="88495"/>
                    <a:pt x="122236" y="84435"/>
                  </a:cubicBezTo>
                  <a:cubicBezTo>
                    <a:pt x="128727" y="75505"/>
                    <a:pt x="143331" y="62515"/>
                    <a:pt x="149010" y="60079"/>
                  </a:cubicBezTo>
                  <a:cubicBezTo>
                    <a:pt x="151444" y="58455"/>
                    <a:pt x="157123" y="53584"/>
                    <a:pt x="161991" y="48713"/>
                  </a:cubicBezTo>
                  <a:cubicBezTo>
                    <a:pt x="166859" y="43841"/>
                    <a:pt x="171727" y="39782"/>
                    <a:pt x="172538" y="38970"/>
                  </a:cubicBezTo>
                  <a:cubicBezTo>
                    <a:pt x="174161" y="38158"/>
                    <a:pt x="178217" y="30851"/>
                    <a:pt x="178217" y="27604"/>
                  </a:cubicBezTo>
                  <a:cubicBezTo>
                    <a:pt x="178217" y="26792"/>
                    <a:pt x="175784" y="23544"/>
                    <a:pt x="172538" y="20297"/>
                  </a:cubicBezTo>
                  <a:cubicBezTo>
                    <a:pt x="166048" y="14614"/>
                    <a:pt x="157935" y="11366"/>
                    <a:pt x="149010" y="11366"/>
                  </a:cubicBezTo>
                  <a:cubicBezTo>
                    <a:pt x="144954" y="11366"/>
                    <a:pt x="140897" y="12178"/>
                    <a:pt x="136841" y="13802"/>
                  </a:cubicBezTo>
                  <a:cubicBezTo>
                    <a:pt x="124671" y="18673"/>
                    <a:pt x="97897" y="44653"/>
                    <a:pt x="80860" y="69822"/>
                  </a:cubicBezTo>
                  <a:cubicBezTo>
                    <a:pt x="77614" y="74693"/>
                    <a:pt x="73558" y="79564"/>
                    <a:pt x="71935" y="82000"/>
                  </a:cubicBezTo>
                  <a:cubicBezTo>
                    <a:pt x="63011" y="94178"/>
                    <a:pt x="53275" y="107168"/>
                    <a:pt x="45973" y="120970"/>
                  </a:cubicBezTo>
                  <a:cubicBezTo>
                    <a:pt x="44350" y="125030"/>
                    <a:pt x="41917" y="128277"/>
                    <a:pt x="41105" y="129089"/>
                  </a:cubicBezTo>
                  <a:cubicBezTo>
                    <a:pt x="40294" y="129901"/>
                    <a:pt x="39483" y="131525"/>
                    <a:pt x="39483" y="131525"/>
                  </a:cubicBezTo>
                  <a:cubicBezTo>
                    <a:pt x="32992" y="147762"/>
                    <a:pt x="23256" y="163188"/>
                    <a:pt x="15954" y="179426"/>
                  </a:cubicBezTo>
                  <a:cubicBezTo>
                    <a:pt x="539" y="213524"/>
                    <a:pt x="-10819" y="247623"/>
                    <a:pt x="16765" y="279287"/>
                  </a:cubicBezTo>
                  <a:cubicBezTo>
                    <a:pt x="28935" y="293901"/>
                    <a:pt x="36237" y="301208"/>
                    <a:pt x="55709" y="303643"/>
                  </a:cubicBezTo>
                  <a:cubicBezTo>
                    <a:pt x="63822" y="304455"/>
                    <a:pt x="64633" y="301208"/>
                    <a:pt x="71935" y="301208"/>
                  </a:cubicBezTo>
                  <a:cubicBezTo>
                    <a:pt x="78426" y="301208"/>
                    <a:pt x="75992" y="298772"/>
                    <a:pt x="85727" y="300396"/>
                  </a:cubicBezTo>
                  <a:cubicBezTo>
                    <a:pt x="92218" y="301208"/>
                    <a:pt x="93029" y="302020"/>
                    <a:pt x="98709" y="298772"/>
                  </a:cubicBezTo>
                  <a:cubicBezTo>
                    <a:pt x="101954" y="297148"/>
                    <a:pt x="103576" y="295524"/>
                    <a:pt x="104388" y="296336"/>
                  </a:cubicBezTo>
                  <a:cubicBezTo>
                    <a:pt x="104388" y="296336"/>
                    <a:pt x="106010" y="296336"/>
                    <a:pt x="106822" y="295524"/>
                  </a:cubicBezTo>
                  <a:cubicBezTo>
                    <a:pt x="107633" y="294712"/>
                    <a:pt x="107633" y="294712"/>
                    <a:pt x="106822" y="294712"/>
                  </a:cubicBezTo>
                  <a:cubicBezTo>
                    <a:pt x="106010" y="294712"/>
                    <a:pt x="104388" y="294712"/>
                    <a:pt x="104388" y="293089"/>
                  </a:cubicBezTo>
                  <a:cubicBezTo>
                    <a:pt x="104388" y="292277"/>
                    <a:pt x="105199" y="291465"/>
                    <a:pt x="106822" y="291465"/>
                  </a:cubicBezTo>
                  <a:cubicBezTo>
                    <a:pt x="108444" y="291465"/>
                    <a:pt x="109256" y="289841"/>
                    <a:pt x="109256" y="289029"/>
                  </a:cubicBezTo>
                  <a:cubicBezTo>
                    <a:pt x="109256" y="288217"/>
                    <a:pt x="110067" y="287406"/>
                    <a:pt x="111689" y="287406"/>
                  </a:cubicBezTo>
                  <a:cubicBezTo>
                    <a:pt x="112501" y="287406"/>
                    <a:pt x="114935" y="287406"/>
                    <a:pt x="117369" y="288217"/>
                  </a:cubicBezTo>
                  <a:cubicBezTo>
                    <a:pt x="119803" y="289029"/>
                    <a:pt x="132784" y="284970"/>
                    <a:pt x="136841" y="281723"/>
                  </a:cubicBezTo>
                  <a:cubicBezTo>
                    <a:pt x="140085" y="279287"/>
                    <a:pt x="137652" y="279287"/>
                    <a:pt x="134406" y="280911"/>
                  </a:cubicBezTo>
                  <a:cubicBezTo>
                    <a:pt x="132784" y="281723"/>
                    <a:pt x="131972" y="281723"/>
                    <a:pt x="131161" y="280099"/>
                  </a:cubicBezTo>
                  <a:cubicBezTo>
                    <a:pt x="130350" y="278475"/>
                    <a:pt x="130350" y="277663"/>
                    <a:pt x="132784" y="276039"/>
                  </a:cubicBezTo>
                  <a:cubicBezTo>
                    <a:pt x="135218" y="274415"/>
                    <a:pt x="136029" y="274415"/>
                    <a:pt x="139274" y="277663"/>
                  </a:cubicBezTo>
                  <a:lnTo>
                    <a:pt x="143331" y="280911"/>
                  </a:lnTo>
                  <a:lnTo>
                    <a:pt x="153067" y="275227"/>
                  </a:lnTo>
                  <a:cubicBezTo>
                    <a:pt x="153878" y="274415"/>
                    <a:pt x="154689" y="274415"/>
                    <a:pt x="155501" y="273604"/>
                  </a:cubicBezTo>
                  <a:cubicBezTo>
                    <a:pt x="153878" y="277663"/>
                    <a:pt x="150632" y="282534"/>
                    <a:pt x="148199" y="286594"/>
                  </a:cubicBezTo>
                  <a:cubicBezTo>
                    <a:pt x="140897" y="298772"/>
                    <a:pt x="133595" y="311762"/>
                    <a:pt x="126293" y="323940"/>
                  </a:cubicBezTo>
                  <a:cubicBezTo>
                    <a:pt x="124671" y="326376"/>
                    <a:pt x="124671" y="328000"/>
                    <a:pt x="122236" y="330435"/>
                  </a:cubicBezTo>
                  <a:cubicBezTo>
                    <a:pt x="120614" y="332059"/>
                    <a:pt x="113312" y="345049"/>
                    <a:pt x="112501" y="347485"/>
                  </a:cubicBezTo>
                  <a:cubicBezTo>
                    <a:pt x="110878" y="350732"/>
                    <a:pt x="110067" y="353168"/>
                    <a:pt x="108444" y="353168"/>
                  </a:cubicBezTo>
                  <a:cubicBezTo>
                    <a:pt x="107633" y="353168"/>
                    <a:pt x="107633" y="354792"/>
                    <a:pt x="107633" y="356415"/>
                  </a:cubicBezTo>
                  <a:cubicBezTo>
                    <a:pt x="107633" y="358039"/>
                    <a:pt x="106822" y="358851"/>
                    <a:pt x="106010" y="359663"/>
                  </a:cubicBezTo>
                  <a:cubicBezTo>
                    <a:pt x="105199" y="359663"/>
                    <a:pt x="104388" y="360475"/>
                    <a:pt x="104388" y="361287"/>
                  </a:cubicBezTo>
                  <a:cubicBezTo>
                    <a:pt x="104388" y="362099"/>
                    <a:pt x="103576" y="364534"/>
                    <a:pt x="102765" y="365346"/>
                  </a:cubicBezTo>
                  <a:cubicBezTo>
                    <a:pt x="101142" y="366158"/>
                    <a:pt x="98709" y="371029"/>
                    <a:pt x="96275" y="376712"/>
                  </a:cubicBezTo>
                  <a:cubicBezTo>
                    <a:pt x="93840" y="382396"/>
                    <a:pt x="91407" y="386455"/>
                    <a:pt x="90595" y="386455"/>
                  </a:cubicBezTo>
                  <a:cubicBezTo>
                    <a:pt x="89784" y="386455"/>
                    <a:pt x="88973" y="387267"/>
                    <a:pt x="88973" y="388891"/>
                  </a:cubicBezTo>
                  <a:cubicBezTo>
                    <a:pt x="88973" y="390514"/>
                    <a:pt x="88162" y="392950"/>
                    <a:pt x="86539" y="395386"/>
                  </a:cubicBezTo>
                  <a:cubicBezTo>
                    <a:pt x="81671" y="403505"/>
                    <a:pt x="80860" y="402693"/>
                    <a:pt x="69501" y="430297"/>
                  </a:cubicBezTo>
                  <a:cubicBezTo>
                    <a:pt x="64633" y="442475"/>
                    <a:pt x="56520" y="461148"/>
                    <a:pt x="51652" y="473326"/>
                  </a:cubicBezTo>
                  <a:cubicBezTo>
                    <a:pt x="45161" y="488752"/>
                    <a:pt x="41105" y="509049"/>
                    <a:pt x="41105" y="522039"/>
                  </a:cubicBezTo>
                  <a:cubicBezTo>
                    <a:pt x="41105" y="542336"/>
                    <a:pt x="52464" y="574811"/>
                    <a:pt x="75180" y="576435"/>
                  </a:cubicBezTo>
                  <a:cubicBezTo>
                    <a:pt x="82482" y="577247"/>
                    <a:pt x="87350" y="573999"/>
                    <a:pt x="81671" y="573187"/>
                  </a:cubicBezTo>
                  <a:cubicBezTo>
                    <a:pt x="76803" y="571564"/>
                    <a:pt x="75180" y="569940"/>
                    <a:pt x="76803" y="568316"/>
                  </a:cubicBezTo>
                  <a:cubicBezTo>
                    <a:pt x="77614" y="566692"/>
                    <a:pt x="77614" y="565069"/>
                    <a:pt x="75992" y="561009"/>
                  </a:cubicBezTo>
                  <a:cubicBezTo>
                    <a:pt x="74369" y="558573"/>
                    <a:pt x="73558" y="553702"/>
                    <a:pt x="73558" y="552079"/>
                  </a:cubicBezTo>
                  <a:cubicBezTo>
                    <a:pt x="73558" y="549643"/>
                    <a:pt x="72746" y="547207"/>
                    <a:pt x="71935" y="547207"/>
                  </a:cubicBezTo>
                  <a:cubicBezTo>
                    <a:pt x="71124" y="547207"/>
                    <a:pt x="71124" y="544772"/>
                    <a:pt x="71124" y="541524"/>
                  </a:cubicBezTo>
                  <a:cubicBezTo>
                    <a:pt x="73558" y="530970"/>
                    <a:pt x="73558" y="528534"/>
                    <a:pt x="72746" y="529346"/>
                  </a:cubicBezTo>
                  <a:cubicBezTo>
                    <a:pt x="71935" y="530158"/>
                    <a:pt x="71124" y="529346"/>
                    <a:pt x="71935" y="528534"/>
                  </a:cubicBezTo>
                  <a:cubicBezTo>
                    <a:pt x="72746" y="526910"/>
                    <a:pt x="73558" y="526098"/>
                    <a:pt x="74369" y="526098"/>
                  </a:cubicBezTo>
                  <a:cubicBezTo>
                    <a:pt x="75992" y="526098"/>
                    <a:pt x="75992" y="518791"/>
                    <a:pt x="75180" y="516356"/>
                  </a:cubicBezTo>
                  <a:cubicBezTo>
                    <a:pt x="75180" y="515544"/>
                    <a:pt x="73558" y="513108"/>
                    <a:pt x="74369" y="509861"/>
                  </a:cubicBezTo>
                  <a:cubicBezTo>
                    <a:pt x="75180" y="506613"/>
                    <a:pt x="75992" y="505801"/>
                    <a:pt x="77614" y="504990"/>
                  </a:cubicBezTo>
                  <a:cubicBezTo>
                    <a:pt x="80048" y="504178"/>
                    <a:pt x="80048" y="504178"/>
                    <a:pt x="79237" y="502554"/>
                  </a:cubicBezTo>
                  <a:cubicBezTo>
                    <a:pt x="78426" y="500930"/>
                    <a:pt x="78426" y="500118"/>
                    <a:pt x="79237" y="500930"/>
                  </a:cubicBezTo>
                  <a:cubicBezTo>
                    <a:pt x="80860" y="502554"/>
                    <a:pt x="83293" y="494435"/>
                    <a:pt x="81671" y="493623"/>
                  </a:cubicBezTo>
                  <a:cubicBezTo>
                    <a:pt x="80860" y="492811"/>
                    <a:pt x="80048" y="491188"/>
                    <a:pt x="80048" y="489564"/>
                  </a:cubicBezTo>
                  <a:cubicBezTo>
                    <a:pt x="80048" y="487128"/>
                    <a:pt x="80860" y="486316"/>
                    <a:pt x="82482" y="487128"/>
                  </a:cubicBezTo>
                  <a:cubicBezTo>
                    <a:pt x="84105" y="487128"/>
                    <a:pt x="85727" y="487128"/>
                    <a:pt x="85727" y="486316"/>
                  </a:cubicBezTo>
                  <a:cubicBezTo>
                    <a:pt x="85727" y="485504"/>
                    <a:pt x="85727" y="484693"/>
                    <a:pt x="85727" y="484693"/>
                  </a:cubicBezTo>
                  <a:cubicBezTo>
                    <a:pt x="83293" y="484693"/>
                    <a:pt x="80860" y="484693"/>
                    <a:pt x="80860" y="483069"/>
                  </a:cubicBezTo>
                  <a:cubicBezTo>
                    <a:pt x="80860" y="482257"/>
                    <a:pt x="80860" y="482257"/>
                    <a:pt x="81671" y="482257"/>
                  </a:cubicBezTo>
                  <a:cubicBezTo>
                    <a:pt x="82482" y="482257"/>
                    <a:pt x="84105" y="482257"/>
                    <a:pt x="84105" y="481445"/>
                  </a:cubicBezTo>
                  <a:cubicBezTo>
                    <a:pt x="84105" y="480633"/>
                    <a:pt x="85727" y="480633"/>
                    <a:pt x="86539" y="480633"/>
                  </a:cubicBezTo>
                  <a:cubicBezTo>
                    <a:pt x="88973" y="481445"/>
                    <a:pt x="93029" y="474138"/>
                    <a:pt x="93029" y="469267"/>
                  </a:cubicBezTo>
                  <a:cubicBezTo>
                    <a:pt x="93029" y="468455"/>
                    <a:pt x="92218" y="467643"/>
                    <a:pt x="90595" y="467643"/>
                  </a:cubicBezTo>
                  <a:cubicBezTo>
                    <a:pt x="88973" y="467643"/>
                    <a:pt x="86539" y="469267"/>
                    <a:pt x="85727" y="471702"/>
                  </a:cubicBezTo>
                  <a:cubicBezTo>
                    <a:pt x="84916" y="473326"/>
                    <a:pt x="84916" y="474138"/>
                    <a:pt x="84105" y="473326"/>
                  </a:cubicBezTo>
                  <a:cubicBezTo>
                    <a:pt x="83293" y="472514"/>
                    <a:pt x="84105" y="471702"/>
                    <a:pt x="81671" y="473326"/>
                  </a:cubicBezTo>
                  <a:cubicBezTo>
                    <a:pt x="80048" y="474950"/>
                    <a:pt x="80048" y="474950"/>
                    <a:pt x="80048" y="472514"/>
                  </a:cubicBezTo>
                  <a:cubicBezTo>
                    <a:pt x="80048" y="470891"/>
                    <a:pt x="79237" y="470079"/>
                    <a:pt x="77614" y="470079"/>
                  </a:cubicBezTo>
                  <a:cubicBezTo>
                    <a:pt x="73558" y="470891"/>
                    <a:pt x="75180" y="469267"/>
                    <a:pt x="81671" y="461960"/>
                  </a:cubicBezTo>
                  <a:cubicBezTo>
                    <a:pt x="83293" y="460336"/>
                    <a:pt x="83293" y="459524"/>
                    <a:pt x="82482" y="459524"/>
                  </a:cubicBezTo>
                  <a:cubicBezTo>
                    <a:pt x="81671" y="459524"/>
                    <a:pt x="81671" y="457900"/>
                    <a:pt x="81671" y="456277"/>
                  </a:cubicBezTo>
                  <a:lnTo>
                    <a:pt x="82482" y="453029"/>
                  </a:lnTo>
                  <a:lnTo>
                    <a:pt x="84105" y="456277"/>
                  </a:lnTo>
                  <a:cubicBezTo>
                    <a:pt x="84916" y="458712"/>
                    <a:pt x="84916" y="460336"/>
                    <a:pt x="82482" y="462772"/>
                  </a:cubicBezTo>
                  <a:cubicBezTo>
                    <a:pt x="79237" y="466019"/>
                    <a:pt x="80048" y="472514"/>
                    <a:pt x="82482" y="470079"/>
                  </a:cubicBezTo>
                  <a:cubicBezTo>
                    <a:pt x="83293" y="469267"/>
                    <a:pt x="84105" y="470079"/>
                    <a:pt x="84105" y="470891"/>
                  </a:cubicBezTo>
                  <a:cubicBezTo>
                    <a:pt x="84105" y="471702"/>
                    <a:pt x="85727" y="470079"/>
                    <a:pt x="87350" y="466019"/>
                  </a:cubicBezTo>
                  <a:cubicBezTo>
                    <a:pt x="89784" y="461148"/>
                    <a:pt x="90595" y="460336"/>
                    <a:pt x="91407" y="461960"/>
                  </a:cubicBezTo>
                  <a:cubicBezTo>
                    <a:pt x="92218" y="463584"/>
                    <a:pt x="92218" y="464396"/>
                    <a:pt x="91407" y="463584"/>
                  </a:cubicBezTo>
                  <a:cubicBezTo>
                    <a:pt x="90595" y="462772"/>
                    <a:pt x="89784" y="463584"/>
                    <a:pt x="89784" y="464396"/>
                  </a:cubicBezTo>
                  <a:cubicBezTo>
                    <a:pt x="89784" y="465207"/>
                    <a:pt x="90595" y="466019"/>
                    <a:pt x="92218" y="466019"/>
                  </a:cubicBezTo>
                  <a:cubicBezTo>
                    <a:pt x="94652" y="466019"/>
                    <a:pt x="102765" y="453841"/>
                    <a:pt x="102765" y="451405"/>
                  </a:cubicBezTo>
                  <a:cubicBezTo>
                    <a:pt x="102765" y="449782"/>
                    <a:pt x="103576" y="448158"/>
                    <a:pt x="104388" y="447346"/>
                  </a:cubicBezTo>
                  <a:cubicBezTo>
                    <a:pt x="106822" y="445722"/>
                    <a:pt x="110878" y="435980"/>
                    <a:pt x="111689" y="430297"/>
                  </a:cubicBezTo>
                  <a:cubicBezTo>
                    <a:pt x="112501" y="425425"/>
                    <a:pt x="112501" y="425425"/>
                    <a:pt x="110067" y="429485"/>
                  </a:cubicBezTo>
                  <a:cubicBezTo>
                    <a:pt x="108444" y="431920"/>
                    <a:pt x="106822" y="433544"/>
                    <a:pt x="105199" y="433544"/>
                  </a:cubicBezTo>
                  <a:cubicBezTo>
                    <a:pt x="103576" y="433544"/>
                    <a:pt x="102765" y="432732"/>
                    <a:pt x="102765" y="431108"/>
                  </a:cubicBezTo>
                  <a:cubicBezTo>
                    <a:pt x="101954" y="428673"/>
                    <a:pt x="101142" y="428673"/>
                    <a:pt x="99520" y="429485"/>
                  </a:cubicBezTo>
                  <a:cubicBezTo>
                    <a:pt x="97897" y="430297"/>
                    <a:pt x="97897" y="431920"/>
                    <a:pt x="99520" y="433544"/>
                  </a:cubicBezTo>
                  <a:cubicBezTo>
                    <a:pt x="100331" y="434356"/>
                    <a:pt x="100331" y="435168"/>
                    <a:pt x="98709" y="435168"/>
                  </a:cubicBezTo>
                  <a:cubicBezTo>
                    <a:pt x="95463" y="435168"/>
                    <a:pt x="94652" y="428673"/>
                    <a:pt x="97897" y="427049"/>
                  </a:cubicBezTo>
                  <a:cubicBezTo>
                    <a:pt x="99520" y="426237"/>
                    <a:pt x="99520" y="425425"/>
                    <a:pt x="99520" y="425425"/>
                  </a:cubicBezTo>
                  <a:cubicBezTo>
                    <a:pt x="99520" y="425425"/>
                    <a:pt x="99520" y="423802"/>
                    <a:pt x="101142" y="422178"/>
                  </a:cubicBezTo>
                  <a:cubicBezTo>
                    <a:pt x="102765" y="420554"/>
                    <a:pt x="103576" y="418930"/>
                    <a:pt x="102765" y="418118"/>
                  </a:cubicBezTo>
                  <a:cubicBezTo>
                    <a:pt x="102765" y="417306"/>
                    <a:pt x="103576" y="416494"/>
                    <a:pt x="105199" y="416494"/>
                  </a:cubicBezTo>
                  <a:cubicBezTo>
                    <a:pt x="107633" y="417306"/>
                    <a:pt x="108444" y="417306"/>
                    <a:pt x="107633" y="418930"/>
                  </a:cubicBezTo>
                  <a:cubicBezTo>
                    <a:pt x="106010" y="422178"/>
                    <a:pt x="105199" y="422178"/>
                    <a:pt x="106010" y="418930"/>
                  </a:cubicBezTo>
                  <a:cubicBezTo>
                    <a:pt x="106822" y="416494"/>
                    <a:pt x="106822" y="417306"/>
                    <a:pt x="104388" y="419742"/>
                  </a:cubicBezTo>
                  <a:cubicBezTo>
                    <a:pt x="102765" y="421366"/>
                    <a:pt x="101954" y="423802"/>
                    <a:pt x="101954" y="424613"/>
                  </a:cubicBezTo>
                  <a:cubicBezTo>
                    <a:pt x="101954" y="427049"/>
                    <a:pt x="106822" y="427861"/>
                    <a:pt x="106822" y="425425"/>
                  </a:cubicBezTo>
                  <a:cubicBezTo>
                    <a:pt x="107633" y="424613"/>
                    <a:pt x="108444" y="422990"/>
                    <a:pt x="109256" y="423802"/>
                  </a:cubicBezTo>
                  <a:cubicBezTo>
                    <a:pt x="110067" y="424613"/>
                    <a:pt x="110878" y="423802"/>
                    <a:pt x="110878" y="422990"/>
                  </a:cubicBezTo>
                  <a:cubicBezTo>
                    <a:pt x="111689" y="422178"/>
                    <a:pt x="113312" y="422178"/>
                    <a:pt x="114123" y="422178"/>
                  </a:cubicBezTo>
                  <a:cubicBezTo>
                    <a:pt x="115746" y="422990"/>
                    <a:pt x="116558" y="422178"/>
                    <a:pt x="115746" y="421366"/>
                  </a:cubicBezTo>
                  <a:cubicBezTo>
                    <a:pt x="114935" y="420554"/>
                    <a:pt x="115746" y="418930"/>
                    <a:pt x="117369" y="418118"/>
                  </a:cubicBezTo>
                  <a:cubicBezTo>
                    <a:pt x="118991" y="417306"/>
                    <a:pt x="119803" y="415683"/>
                    <a:pt x="119803" y="414059"/>
                  </a:cubicBezTo>
                  <a:cubicBezTo>
                    <a:pt x="118991" y="411623"/>
                    <a:pt x="118991" y="411623"/>
                    <a:pt x="114935" y="414059"/>
                  </a:cubicBezTo>
                  <a:cubicBezTo>
                    <a:pt x="110878" y="416494"/>
                    <a:pt x="111689" y="416494"/>
                    <a:pt x="113312" y="413247"/>
                  </a:cubicBezTo>
                  <a:cubicBezTo>
                    <a:pt x="114123" y="411623"/>
                    <a:pt x="114935" y="409188"/>
                    <a:pt x="114123" y="408376"/>
                  </a:cubicBezTo>
                  <a:cubicBezTo>
                    <a:pt x="113312" y="407564"/>
                    <a:pt x="114123" y="406752"/>
                    <a:pt x="115746" y="406752"/>
                  </a:cubicBezTo>
                  <a:cubicBezTo>
                    <a:pt x="118180" y="406752"/>
                    <a:pt x="119803" y="402693"/>
                    <a:pt x="118180" y="399445"/>
                  </a:cubicBezTo>
                  <a:cubicBezTo>
                    <a:pt x="117369" y="397821"/>
                    <a:pt x="118180" y="397009"/>
                    <a:pt x="118991" y="398633"/>
                  </a:cubicBezTo>
                  <a:cubicBezTo>
                    <a:pt x="119803" y="399445"/>
                    <a:pt x="120614" y="399445"/>
                    <a:pt x="122236" y="397009"/>
                  </a:cubicBezTo>
                  <a:cubicBezTo>
                    <a:pt x="123048" y="394574"/>
                    <a:pt x="123859" y="392950"/>
                    <a:pt x="123048" y="392138"/>
                  </a:cubicBezTo>
                  <a:cubicBezTo>
                    <a:pt x="122236" y="391326"/>
                    <a:pt x="123048" y="390514"/>
                    <a:pt x="124671" y="389703"/>
                  </a:cubicBezTo>
                  <a:cubicBezTo>
                    <a:pt x="127105" y="388891"/>
                    <a:pt x="127105" y="389703"/>
                    <a:pt x="125482" y="392138"/>
                  </a:cubicBezTo>
                  <a:cubicBezTo>
                    <a:pt x="124671" y="393762"/>
                    <a:pt x="124671" y="395386"/>
                    <a:pt x="126293" y="396197"/>
                  </a:cubicBezTo>
                  <a:cubicBezTo>
                    <a:pt x="127916" y="397009"/>
                    <a:pt x="127916" y="397009"/>
                    <a:pt x="125482" y="397009"/>
                  </a:cubicBezTo>
                  <a:cubicBezTo>
                    <a:pt x="122236" y="396197"/>
                    <a:pt x="121425" y="399445"/>
                    <a:pt x="123048" y="402693"/>
                  </a:cubicBezTo>
                  <a:cubicBezTo>
                    <a:pt x="124671" y="405128"/>
                    <a:pt x="124671" y="404316"/>
                    <a:pt x="127105" y="400257"/>
                  </a:cubicBezTo>
                  <a:cubicBezTo>
                    <a:pt x="128727" y="397821"/>
                    <a:pt x="129538" y="396197"/>
                    <a:pt x="130350" y="396197"/>
                  </a:cubicBezTo>
                  <a:cubicBezTo>
                    <a:pt x="130350" y="397821"/>
                    <a:pt x="136841" y="385643"/>
                    <a:pt x="136841" y="383208"/>
                  </a:cubicBezTo>
                  <a:cubicBezTo>
                    <a:pt x="136841" y="382396"/>
                    <a:pt x="136029" y="382396"/>
                    <a:pt x="136029" y="383208"/>
                  </a:cubicBezTo>
                  <a:cubicBezTo>
                    <a:pt x="135218" y="384019"/>
                    <a:pt x="134406" y="384019"/>
                    <a:pt x="134406" y="383208"/>
                  </a:cubicBezTo>
                  <a:cubicBezTo>
                    <a:pt x="134406" y="382396"/>
                    <a:pt x="135218" y="381584"/>
                    <a:pt x="137652" y="380772"/>
                  </a:cubicBezTo>
                  <a:cubicBezTo>
                    <a:pt x="139274" y="379960"/>
                    <a:pt x="141708" y="376712"/>
                    <a:pt x="143331" y="373465"/>
                  </a:cubicBezTo>
                  <a:cubicBezTo>
                    <a:pt x="144954" y="370217"/>
                    <a:pt x="146576" y="366970"/>
                    <a:pt x="147388" y="366970"/>
                  </a:cubicBezTo>
                  <a:cubicBezTo>
                    <a:pt x="148199" y="366970"/>
                    <a:pt x="148199" y="365346"/>
                    <a:pt x="147388" y="365346"/>
                  </a:cubicBezTo>
                  <a:cubicBezTo>
                    <a:pt x="146576" y="365346"/>
                    <a:pt x="147388" y="364534"/>
                    <a:pt x="148199" y="364534"/>
                  </a:cubicBezTo>
                  <a:cubicBezTo>
                    <a:pt x="149821" y="364534"/>
                    <a:pt x="153067" y="357227"/>
                    <a:pt x="152255" y="354792"/>
                  </a:cubicBezTo>
                  <a:cubicBezTo>
                    <a:pt x="152255" y="353980"/>
                    <a:pt x="153878" y="351544"/>
                    <a:pt x="156312" y="349108"/>
                  </a:cubicBezTo>
                  <a:cubicBezTo>
                    <a:pt x="158746" y="346673"/>
                    <a:pt x="160368" y="344237"/>
                    <a:pt x="160368" y="342614"/>
                  </a:cubicBezTo>
                  <a:cubicBezTo>
                    <a:pt x="160368" y="340990"/>
                    <a:pt x="161180" y="340178"/>
                    <a:pt x="161991" y="340178"/>
                  </a:cubicBezTo>
                  <a:cubicBezTo>
                    <a:pt x="162802" y="340178"/>
                    <a:pt x="163614" y="339366"/>
                    <a:pt x="162802" y="338554"/>
                  </a:cubicBezTo>
                  <a:cubicBezTo>
                    <a:pt x="161991" y="337742"/>
                    <a:pt x="163614" y="335306"/>
                    <a:pt x="165237" y="333683"/>
                  </a:cubicBezTo>
                  <a:cubicBezTo>
                    <a:pt x="168482" y="330435"/>
                    <a:pt x="177406" y="314198"/>
                    <a:pt x="177406" y="312574"/>
                  </a:cubicBezTo>
                  <a:cubicBezTo>
                    <a:pt x="177406" y="311762"/>
                    <a:pt x="179029" y="310138"/>
                    <a:pt x="181463" y="307703"/>
                  </a:cubicBezTo>
                  <a:cubicBezTo>
                    <a:pt x="188764" y="300396"/>
                    <a:pt x="183897" y="300396"/>
                    <a:pt x="191198" y="290653"/>
                  </a:cubicBezTo>
                  <a:cubicBezTo>
                    <a:pt x="196066" y="284158"/>
                    <a:pt x="195255" y="284970"/>
                    <a:pt x="198500" y="278475"/>
                  </a:cubicBezTo>
                  <a:cubicBezTo>
                    <a:pt x="201746" y="271980"/>
                    <a:pt x="210670" y="261426"/>
                    <a:pt x="215538" y="254118"/>
                  </a:cubicBezTo>
                  <a:cubicBezTo>
                    <a:pt x="223651" y="239505"/>
                    <a:pt x="232576" y="227326"/>
                    <a:pt x="241500" y="214336"/>
                  </a:cubicBezTo>
                  <a:close/>
                  <a:moveTo>
                    <a:pt x="360763" y="64138"/>
                  </a:moveTo>
                  <a:cubicBezTo>
                    <a:pt x="361574" y="62515"/>
                    <a:pt x="361574" y="61703"/>
                    <a:pt x="362386" y="61703"/>
                  </a:cubicBezTo>
                  <a:cubicBezTo>
                    <a:pt x="362386" y="61703"/>
                    <a:pt x="363197" y="62515"/>
                    <a:pt x="363197" y="64138"/>
                  </a:cubicBezTo>
                  <a:cubicBezTo>
                    <a:pt x="363197" y="64950"/>
                    <a:pt x="362386" y="66574"/>
                    <a:pt x="361574" y="66574"/>
                  </a:cubicBezTo>
                  <a:cubicBezTo>
                    <a:pt x="360763" y="66574"/>
                    <a:pt x="360763" y="64950"/>
                    <a:pt x="360763" y="64138"/>
                  </a:cubicBezTo>
                  <a:close/>
                  <a:moveTo>
                    <a:pt x="350216" y="92554"/>
                  </a:moveTo>
                  <a:cubicBezTo>
                    <a:pt x="348594" y="94178"/>
                    <a:pt x="347782" y="97426"/>
                    <a:pt x="347782" y="98238"/>
                  </a:cubicBezTo>
                  <a:cubicBezTo>
                    <a:pt x="347782" y="99861"/>
                    <a:pt x="346971" y="99861"/>
                    <a:pt x="346971" y="99861"/>
                  </a:cubicBezTo>
                  <a:cubicBezTo>
                    <a:pt x="346971" y="99861"/>
                    <a:pt x="343726" y="100673"/>
                    <a:pt x="341292" y="103109"/>
                  </a:cubicBezTo>
                  <a:cubicBezTo>
                    <a:pt x="338047" y="105544"/>
                    <a:pt x="336424" y="107168"/>
                    <a:pt x="336424" y="107168"/>
                  </a:cubicBezTo>
                  <a:cubicBezTo>
                    <a:pt x="336424" y="107168"/>
                    <a:pt x="337235" y="105544"/>
                    <a:pt x="339669" y="102297"/>
                  </a:cubicBezTo>
                  <a:cubicBezTo>
                    <a:pt x="343726" y="98238"/>
                    <a:pt x="343726" y="97426"/>
                    <a:pt x="341292" y="96614"/>
                  </a:cubicBezTo>
                  <a:cubicBezTo>
                    <a:pt x="338047" y="95802"/>
                    <a:pt x="338858" y="92554"/>
                    <a:pt x="342103" y="92554"/>
                  </a:cubicBezTo>
                  <a:cubicBezTo>
                    <a:pt x="343726" y="92554"/>
                    <a:pt x="343726" y="91742"/>
                    <a:pt x="343726" y="91742"/>
                  </a:cubicBezTo>
                  <a:cubicBezTo>
                    <a:pt x="342914" y="90931"/>
                    <a:pt x="343726" y="90119"/>
                    <a:pt x="346160" y="90931"/>
                  </a:cubicBezTo>
                  <a:cubicBezTo>
                    <a:pt x="348594" y="91742"/>
                    <a:pt x="349405" y="90931"/>
                    <a:pt x="347782" y="90119"/>
                  </a:cubicBezTo>
                  <a:cubicBezTo>
                    <a:pt x="345348" y="89307"/>
                    <a:pt x="346160" y="88495"/>
                    <a:pt x="347782" y="87683"/>
                  </a:cubicBezTo>
                  <a:cubicBezTo>
                    <a:pt x="351839" y="86059"/>
                    <a:pt x="353461" y="88495"/>
                    <a:pt x="350216" y="92554"/>
                  </a:cubicBezTo>
                  <a:close/>
                  <a:moveTo>
                    <a:pt x="351839" y="73069"/>
                  </a:moveTo>
                  <a:cubicBezTo>
                    <a:pt x="354273" y="73881"/>
                    <a:pt x="353461" y="77129"/>
                    <a:pt x="351027" y="75505"/>
                  </a:cubicBezTo>
                  <a:cubicBezTo>
                    <a:pt x="349405" y="74693"/>
                    <a:pt x="349405" y="73881"/>
                    <a:pt x="349405" y="73069"/>
                  </a:cubicBezTo>
                  <a:cubicBezTo>
                    <a:pt x="351027" y="73069"/>
                    <a:pt x="351027" y="72257"/>
                    <a:pt x="351839" y="73069"/>
                  </a:cubicBezTo>
                  <a:close/>
                  <a:moveTo>
                    <a:pt x="348594" y="77941"/>
                  </a:moveTo>
                  <a:cubicBezTo>
                    <a:pt x="351027" y="77129"/>
                    <a:pt x="351839" y="77941"/>
                    <a:pt x="349405" y="79564"/>
                  </a:cubicBezTo>
                  <a:cubicBezTo>
                    <a:pt x="348594" y="80376"/>
                    <a:pt x="347782" y="80376"/>
                    <a:pt x="346971" y="79564"/>
                  </a:cubicBezTo>
                  <a:cubicBezTo>
                    <a:pt x="346971" y="78752"/>
                    <a:pt x="346971" y="77941"/>
                    <a:pt x="348594" y="77941"/>
                  </a:cubicBezTo>
                  <a:close/>
                  <a:moveTo>
                    <a:pt x="338858" y="87683"/>
                  </a:moveTo>
                  <a:cubicBezTo>
                    <a:pt x="340480" y="86059"/>
                    <a:pt x="342914" y="83624"/>
                    <a:pt x="343726" y="82812"/>
                  </a:cubicBezTo>
                  <a:cubicBezTo>
                    <a:pt x="345348" y="82000"/>
                    <a:pt x="346160" y="82000"/>
                    <a:pt x="346160" y="82812"/>
                  </a:cubicBezTo>
                  <a:cubicBezTo>
                    <a:pt x="346160" y="83624"/>
                    <a:pt x="344537" y="84435"/>
                    <a:pt x="343726" y="85247"/>
                  </a:cubicBezTo>
                  <a:cubicBezTo>
                    <a:pt x="342103" y="86059"/>
                    <a:pt x="340480" y="87683"/>
                    <a:pt x="338858" y="89307"/>
                  </a:cubicBezTo>
                  <a:cubicBezTo>
                    <a:pt x="336424" y="90931"/>
                    <a:pt x="336424" y="90931"/>
                    <a:pt x="338858" y="87683"/>
                  </a:cubicBezTo>
                  <a:close/>
                  <a:moveTo>
                    <a:pt x="333990" y="92554"/>
                  </a:moveTo>
                  <a:cubicBezTo>
                    <a:pt x="334801" y="91742"/>
                    <a:pt x="335613" y="92554"/>
                    <a:pt x="335613" y="92554"/>
                  </a:cubicBezTo>
                  <a:cubicBezTo>
                    <a:pt x="335613" y="93366"/>
                    <a:pt x="334801" y="94178"/>
                    <a:pt x="333990" y="94990"/>
                  </a:cubicBezTo>
                  <a:cubicBezTo>
                    <a:pt x="333178" y="95802"/>
                    <a:pt x="332367" y="94990"/>
                    <a:pt x="332367" y="94178"/>
                  </a:cubicBezTo>
                  <a:cubicBezTo>
                    <a:pt x="332367" y="94178"/>
                    <a:pt x="333990" y="93366"/>
                    <a:pt x="333990" y="92554"/>
                  </a:cubicBezTo>
                  <a:close/>
                  <a:moveTo>
                    <a:pt x="332367" y="100673"/>
                  </a:moveTo>
                  <a:cubicBezTo>
                    <a:pt x="333990" y="99861"/>
                    <a:pt x="334801" y="100673"/>
                    <a:pt x="334801" y="100673"/>
                  </a:cubicBezTo>
                  <a:cubicBezTo>
                    <a:pt x="335613" y="101485"/>
                    <a:pt x="334801" y="101485"/>
                    <a:pt x="333178" y="101485"/>
                  </a:cubicBezTo>
                  <a:cubicBezTo>
                    <a:pt x="331556" y="101485"/>
                    <a:pt x="331556" y="101485"/>
                    <a:pt x="332367" y="100673"/>
                  </a:cubicBezTo>
                  <a:close/>
                  <a:moveTo>
                    <a:pt x="226896" y="193227"/>
                  </a:moveTo>
                  <a:lnTo>
                    <a:pt x="225274" y="192416"/>
                  </a:lnTo>
                  <a:cubicBezTo>
                    <a:pt x="229330" y="188356"/>
                    <a:pt x="228519" y="190792"/>
                    <a:pt x="226896" y="193227"/>
                  </a:cubicBezTo>
                  <a:close/>
                  <a:moveTo>
                    <a:pt x="230953" y="187544"/>
                  </a:moveTo>
                  <a:cubicBezTo>
                    <a:pt x="230142" y="185109"/>
                    <a:pt x="235821" y="180238"/>
                    <a:pt x="237443" y="181861"/>
                  </a:cubicBezTo>
                  <a:cubicBezTo>
                    <a:pt x="241500" y="184297"/>
                    <a:pt x="231764" y="188356"/>
                    <a:pt x="230953" y="187544"/>
                  </a:cubicBezTo>
                  <a:close/>
                  <a:moveTo>
                    <a:pt x="243934" y="198911"/>
                  </a:moveTo>
                  <a:cubicBezTo>
                    <a:pt x="243934" y="198911"/>
                    <a:pt x="242311" y="198099"/>
                    <a:pt x="242311" y="197287"/>
                  </a:cubicBezTo>
                  <a:cubicBezTo>
                    <a:pt x="243934" y="194039"/>
                    <a:pt x="247179" y="200535"/>
                    <a:pt x="243934" y="198911"/>
                  </a:cubicBezTo>
                  <a:close/>
                  <a:moveTo>
                    <a:pt x="245556" y="176178"/>
                  </a:moveTo>
                  <a:cubicBezTo>
                    <a:pt x="245556" y="176178"/>
                    <a:pt x="243934" y="176178"/>
                    <a:pt x="243123" y="176178"/>
                  </a:cubicBezTo>
                  <a:cubicBezTo>
                    <a:pt x="239066" y="176178"/>
                    <a:pt x="247179" y="174554"/>
                    <a:pt x="245556" y="176178"/>
                  </a:cubicBezTo>
                  <a:close/>
                  <a:moveTo>
                    <a:pt x="290990" y="150198"/>
                  </a:moveTo>
                  <a:cubicBezTo>
                    <a:pt x="290990" y="150198"/>
                    <a:pt x="292613" y="146950"/>
                    <a:pt x="295858" y="143703"/>
                  </a:cubicBezTo>
                  <a:cubicBezTo>
                    <a:pt x="299915" y="139643"/>
                    <a:pt x="300726" y="138832"/>
                    <a:pt x="300726" y="140455"/>
                  </a:cubicBezTo>
                  <a:cubicBezTo>
                    <a:pt x="300726" y="143703"/>
                    <a:pt x="292613" y="151822"/>
                    <a:pt x="290990" y="150198"/>
                  </a:cubicBezTo>
                  <a:close/>
                  <a:moveTo>
                    <a:pt x="310462" y="128277"/>
                  </a:moveTo>
                  <a:cubicBezTo>
                    <a:pt x="305594" y="132336"/>
                    <a:pt x="305594" y="133148"/>
                    <a:pt x="308028" y="133960"/>
                  </a:cubicBezTo>
                  <a:cubicBezTo>
                    <a:pt x="309651" y="134772"/>
                    <a:pt x="310462" y="134772"/>
                    <a:pt x="309651" y="134772"/>
                  </a:cubicBezTo>
                  <a:cubicBezTo>
                    <a:pt x="308028" y="134772"/>
                    <a:pt x="307217" y="136396"/>
                    <a:pt x="305594" y="137208"/>
                  </a:cubicBezTo>
                  <a:cubicBezTo>
                    <a:pt x="303971" y="138020"/>
                    <a:pt x="303160" y="139643"/>
                    <a:pt x="302349" y="138832"/>
                  </a:cubicBezTo>
                  <a:cubicBezTo>
                    <a:pt x="301537" y="138020"/>
                    <a:pt x="302349" y="138020"/>
                    <a:pt x="303160" y="136396"/>
                  </a:cubicBezTo>
                  <a:cubicBezTo>
                    <a:pt x="303971" y="135584"/>
                    <a:pt x="304782" y="133960"/>
                    <a:pt x="305594" y="132336"/>
                  </a:cubicBezTo>
                  <a:cubicBezTo>
                    <a:pt x="307217" y="128277"/>
                    <a:pt x="307217" y="125841"/>
                    <a:pt x="308839" y="126653"/>
                  </a:cubicBezTo>
                  <a:cubicBezTo>
                    <a:pt x="309651" y="126653"/>
                    <a:pt x="310462" y="126653"/>
                    <a:pt x="311273" y="125841"/>
                  </a:cubicBezTo>
                  <a:cubicBezTo>
                    <a:pt x="312084" y="124218"/>
                    <a:pt x="312896" y="123406"/>
                    <a:pt x="313707" y="122594"/>
                  </a:cubicBezTo>
                  <a:cubicBezTo>
                    <a:pt x="316141" y="120158"/>
                    <a:pt x="315330" y="123406"/>
                    <a:pt x="310462" y="128277"/>
                  </a:cubicBezTo>
                  <a:close/>
                  <a:moveTo>
                    <a:pt x="317764" y="124218"/>
                  </a:moveTo>
                  <a:cubicBezTo>
                    <a:pt x="316952" y="124218"/>
                    <a:pt x="316952" y="123406"/>
                    <a:pt x="316952" y="122594"/>
                  </a:cubicBezTo>
                  <a:cubicBezTo>
                    <a:pt x="317764" y="120970"/>
                    <a:pt x="317764" y="120970"/>
                    <a:pt x="318575" y="120970"/>
                  </a:cubicBezTo>
                  <a:cubicBezTo>
                    <a:pt x="318575" y="120970"/>
                    <a:pt x="319386" y="121782"/>
                    <a:pt x="319386" y="122594"/>
                  </a:cubicBezTo>
                  <a:cubicBezTo>
                    <a:pt x="319386" y="123406"/>
                    <a:pt x="319386" y="124218"/>
                    <a:pt x="317764" y="124218"/>
                  </a:cubicBezTo>
                  <a:close/>
                  <a:moveTo>
                    <a:pt x="328311" y="106356"/>
                  </a:moveTo>
                  <a:cubicBezTo>
                    <a:pt x="328311" y="107168"/>
                    <a:pt x="328311" y="108792"/>
                    <a:pt x="326688" y="110416"/>
                  </a:cubicBezTo>
                  <a:cubicBezTo>
                    <a:pt x="324254" y="112851"/>
                    <a:pt x="324254" y="112039"/>
                    <a:pt x="325877" y="107980"/>
                  </a:cubicBezTo>
                  <a:cubicBezTo>
                    <a:pt x="326688" y="106356"/>
                    <a:pt x="327500" y="106356"/>
                    <a:pt x="328311" y="106356"/>
                  </a:cubicBezTo>
                  <a:close/>
                  <a:moveTo>
                    <a:pt x="321820" y="64950"/>
                  </a:moveTo>
                  <a:cubicBezTo>
                    <a:pt x="324254" y="62515"/>
                    <a:pt x="326688" y="60891"/>
                    <a:pt x="326688" y="60079"/>
                  </a:cubicBezTo>
                  <a:cubicBezTo>
                    <a:pt x="327500" y="60079"/>
                    <a:pt x="326688" y="60891"/>
                    <a:pt x="325877" y="63327"/>
                  </a:cubicBezTo>
                  <a:cubicBezTo>
                    <a:pt x="325065" y="64138"/>
                    <a:pt x="325065" y="65762"/>
                    <a:pt x="325877" y="66574"/>
                  </a:cubicBezTo>
                  <a:cubicBezTo>
                    <a:pt x="325877" y="67386"/>
                    <a:pt x="325065" y="68198"/>
                    <a:pt x="323443" y="69010"/>
                  </a:cubicBezTo>
                  <a:cubicBezTo>
                    <a:pt x="321820" y="69822"/>
                    <a:pt x="321009" y="70634"/>
                    <a:pt x="321820" y="71445"/>
                  </a:cubicBezTo>
                  <a:cubicBezTo>
                    <a:pt x="321820" y="72257"/>
                    <a:pt x="321820" y="73069"/>
                    <a:pt x="321009" y="73069"/>
                  </a:cubicBezTo>
                  <a:cubicBezTo>
                    <a:pt x="316952" y="72257"/>
                    <a:pt x="317764" y="69010"/>
                    <a:pt x="321820" y="64950"/>
                  </a:cubicBezTo>
                  <a:close/>
                  <a:moveTo>
                    <a:pt x="318575" y="116099"/>
                  </a:moveTo>
                  <a:cubicBezTo>
                    <a:pt x="320198" y="114475"/>
                    <a:pt x="321820" y="113663"/>
                    <a:pt x="323443" y="114475"/>
                  </a:cubicBezTo>
                  <a:cubicBezTo>
                    <a:pt x="325877" y="116099"/>
                    <a:pt x="325877" y="116099"/>
                    <a:pt x="324254" y="117723"/>
                  </a:cubicBezTo>
                  <a:cubicBezTo>
                    <a:pt x="322631" y="118535"/>
                    <a:pt x="321820" y="118535"/>
                    <a:pt x="321820" y="117723"/>
                  </a:cubicBezTo>
                  <a:cubicBezTo>
                    <a:pt x="321820" y="116099"/>
                    <a:pt x="321009" y="116099"/>
                    <a:pt x="319386" y="117723"/>
                  </a:cubicBezTo>
                  <a:cubicBezTo>
                    <a:pt x="316952" y="120970"/>
                    <a:pt x="315330" y="118535"/>
                    <a:pt x="318575" y="116099"/>
                  </a:cubicBezTo>
                  <a:close/>
                  <a:moveTo>
                    <a:pt x="302349" y="76317"/>
                  </a:moveTo>
                  <a:cubicBezTo>
                    <a:pt x="302349" y="75505"/>
                    <a:pt x="303160" y="74693"/>
                    <a:pt x="303971" y="74693"/>
                  </a:cubicBezTo>
                  <a:cubicBezTo>
                    <a:pt x="303971" y="74693"/>
                    <a:pt x="304782" y="75505"/>
                    <a:pt x="304782" y="76317"/>
                  </a:cubicBezTo>
                  <a:cubicBezTo>
                    <a:pt x="304782" y="77129"/>
                    <a:pt x="303971" y="77941"/>
                    <a:pt x="303160" y="77941"/>
                  </a:cubicBezTo>
                  <a:cubicBezTo>
                    <a:pt x="302349" y="77129"/>
                    <a:pt x="302349" y="77129"/>
                    <a:pt x="302349" y="76317"/>
                  </a:cubicBezTo>
                  <a:close/>
                  <a:moveTo>
                    <a:pt x="309651" y="79564"/>
                  </a:moveTo>
                  <a:cubicBezTo>
                    <a:pt x="311273" y="76317"/>
                    <a:pt x="312896" y="74693"/>
                    <a:pt x="314518" y="74693"/>
                  </a:cubicBezTo>
                  <a:cubicBezTo>
                    <a:pt x="316952" y="76317"/>
                    <a:pt x="316952" y="77129"/>
                    <a:pt x="314518" y="79564"/>
                  </a:cubicBezTo>
                  <a:cubicBezTo>
                    <a:pt x="313707" y="80376"/>
                    <a:pt x="312896" y="82000"/>
                    <a:pt x="312896" y="83624"/>
                  </a:cubicBezTo>
                  <a:cubicBezTo>
                    <a:pt x="312896" y="84435"/>
                    <a:pt x="312084" y="86059"/>
                    <a:pt x="310462" y="86059"/>
                  </a:cubicBezTo>
                  <a:cubicBezTo>
                    <a:pt x="308839" y="86059"/>
                    <a:pt x="308028" y="87683"/>
                    <a:pt x="308028" y="90119"/>
                  </a:cubicBezTo>
                  <a:cubicBezTo>
                    <a:pt x="308028" y="92554"/>
                    <a:pt x="306405" y="94178"/>
                    <a:pt x="305594" y="93366"/>
                  </a:cubicBezTo>
                  <a:cubicBezTo>
                    <a:pt x="304782" y="92554"/>
                    <a:pt x="303971" y="94178"/>
                    <a:pt x="303160" y="96614"/>
                  </a:cubicBezTo>
                  <a:cubicBezTo>
                    <a:pt x="302349" y="99049"/>
                    <a:pt x="300726" y="100673"/>
                    <a:pt x="299915" y="100673"/>
                  </a:cubicBezTo>
                  <a:cubicBezTo>
                    <a:pt x="299104" y="100673"/>
                    <a:pt x="299104" y="101485"/>
                    <a:pt x="299104" y="103109"/>
                  </a:cubicBezTo>
                  <a:cubicBezTo>
                    <a:pt x="299104" y="103921"/>
                    <a:pt x="297481" y="107980"/>
                    <a:pt x="293424" y="112039"/>
                  </a:cubicBezTo>
                  <a:cubicBezTo>
                    <a:pt x="289368" y="115287"/>
                    <a:pt x="286934" y="119346"/>
                    <a:pt x="286122" y="120158"/>
                  </a:cubicBezTo>
                  <a:cubicBezTo>
                    <a:pt x="286122" y="120970"/>
                    <a:pt x="284499" y="121782"/>
                    <a:pt x="282877" y="123406"/>
                  </a:cubicBezTo>
                  <a:cubicBezTo>
                    <a:pt x="282066" y="124218"/>
                    <a:pt x="280443" y="126653"/>
                    <a:pt x="281255" y="126653"/>
                  </a:cubicBezTo>
                  <a:cubicBezTo>
                    <a:pt x="282066" y="127465"/>
                    <a:pt x="281255" y="127465"/>
                    <a:pt x="280443" y="127465"/>
                  </a:cubicBezTo>
                  <a:cubicBezTo>
                    <a:pt x="279632" y="127465"/>
                    <a:pt x="278821" y="127465"/>
                    <a:pt x="278821" y="127465"/>
                  </a:cubicBezTo>
                  <a:cubicBezTo>
                    <a:pt x="278821" y="127465"/>
                    <a:pt x="277198" y="129901"/>
                    <a:pt x="276386" y="132336"/>
                  </a:cubicBezTo>
                  <a:cubicBezTo>
                    <a:pt x="274764" y="134772"/>
                    <a:pt x="273952" y="137208"/>
                    <a:pt x="273952" y="138020"/>
                  </a:cubicBezTo>
                  <a:cubicBezTo>
                    <a:pt x="273952" y="139643"/>
                    <a:pt x="273141" y="139643"/>
                    <a:pt x="272330" y="140455"/>
                  </a:cubicBezTo>
                  <a:cubicBezTo>
                    <a:pt x="271519" y="140455"/>
                    <a:pt x="267462" y="144515"/>
                    <a:pt x="262594" y="148574"/>
                  </a:cubicBezTo>
                  <a:cubicBezTo>
                    <a:pt x="257726" y="153445"/>
                    <a:pt x="253670" y="156693"/>
                    <a:pt x="253670" y="156693"/>
                  </a:cubicBezTo>
                  <a:cubicBezTo>
                    <a:pt x="253670" y="156693"/>
                    <a:pt x="251236" y="158317"/>
                    <a:pt x="249613" y="160752"/>
                  </a:cubicBezTo>
                  <a:cubicBezTo>
                    <a:pt x="247990" y="163188"/>
                    <a:pt x="246368" y="164812"/>
                    <a:pt x="245556" y="163188"/>
                  </a:cubicBezTo>
                  <a:cubicBezTo>
                    <a:pt x="245556" y="162376"/>
                    <a:pt x="247990" y="159129"/>
                    <a:pt x="250425" y="156693"/>
                  </a:cubicBezTo>
                  <a:cubicBezTo>
                    <a:pt x="252858" y="154257"/>
                    <a:pt x="255292" y="151822"/>
                    <a:pt x="255292" y="151010"/>
                  </a:cubicBezTo>
                  <a:cubicBezTo>
                    <a:pt x="255292" y="147762"/>
                    <a:pt x="271519" y="128277"/>
                    <a:pt x="272330" y="128277"/>
                  </a:cubicBezTo>
                  <a:cubicBezTo>
                    <a:pt x="273141" y="128277"/>
                    <a:pt x="273952" y="126653"/>
                    <a:pt x="274764" y="124218"/>
                  </a:cubicBezTo>
                  <a:cubicBezTo>
                    <a:pt x="275575" y="121782"/>
                    <a:pt x="278821" y="117723"/>
                    <a:pt x="282066" y="113663"/>
                  </a:cubicBezTo>
                  <a:cubicBezTo>
                    <a:pt x="286122" y="109604"/>
                    <a:pt x="288556" y="105544"/>
                    <a:pt x="288556" y="104732"/>
                  </a:cubicBezTo>
                  <a:cubicBezTo>
                    <a:pt x="288556" y="102297"/>
                    <a:pt x="295047" y="95802"/>
                    <a:pt x="300726" y="90119"/>
                  </a:cubicBezTo>
                  <a:cubicBezTo>
                    <a:pt x="304782" y="86871"/>
                    <a:pt x="308028" y="82812"/>
                    <a:pt x="309651" y="79564"/>
                  </a:cubicBezTo>
                  <a:close/>
                  <a:moveTo>
                    <a:pt x="295858" y="84435"/>
                  </a:moveTo>
                  <a:cubicBezTo>
                    <a:pt x="296669" y="83624"/>
                    <a:pt x="297481" y="82812"/>
                    <a:pt x="298292" y="83624"/>
                  </a:cubicBezTo>
                  <a:cubicBezTo>
                    <a:pt x="299104" y="84435"/>
                    <a:pt x="297481" y="86059"/>
                    <a:pt x="295858" y="86059"/>
                  </a:cubicBezTo>
                  <a:cubicBezTo>
                    <a:pt x="295047" y="86059"/>
                    <a:pt x="295047" y="86059"/>
                    <a:pt x="295858" y="84435"/>
                  </a:cubicBezTo>
                  <a:close/>
                  <a:moveTo>
                    <a:pt x="239066" y="159129"/>
                  </a:moveTo>
                  <a:cubicBezTo>
                    <a:pt x="239877" y="157505"/>
                    <a:pt x="241500" y="155881"/>
                    <a:pt x="243123" y="154257"/>
                  </a:cubicBezTo>
                  <a:cubicBezTo>
                    <a:pt x="246368" y="151010"/>
                    <a:pt x="249613" y="146138"/>
                    <a:pt x="252047" y="142079"/>
                  </a:cubicBezTo>
                  <a:cubicBezTo>
                    <a:pt x="254481" y="138832"/>
                    <a:pt x="257726" y="133960"/>
                    <a:pt x="260160" y="132336"/>
                  </a:cubicBezTo>
                  <a:cubicBezTo>
                    <a:pt x="262594" y="130713"/>
                    <a:pt x="264217" y="128277"/>
                    <a:pt x="263405" y="128277"/>
                  </a:cubicBezTo>
                  <a:cubicBezTo>
                    <a:pt x="262594" y="128277"/>
                    <a:pt x="265839" y="123406"/>
                    <a:pt x="277198" y="109604"/>
                  </a:cubicBezTo>
                  <a:cubicBezTo>
                    <a:pt x="281255" y="104732"/>
                    <a:pt x="286122" y="99049"/>
                    <a:pt x="287745" y="95802"/>
                  </a:cubicBezTo>
                  <a:cubicBezTo>
                    <a:pt x="289368" y="93366"/>
                    <a:pt x="291802" y="91742"/>
                    <a:pt x="291802" y="91742"/>
                  </a:cubicBezTo>
                  <a:cubicBezTo>
                    <a:pt x="291802" y="91742"/>
                    <a:pt x="290990" y="94178"/>
                    <a:pt x="289368" y="96614"/>
                  </a:cubicBezTo>
                  <a:cubicBezTo>
                    <a:pt x="287745" y="99049"/>
                    <a:pt x="283688" y="103109"/>
                    <a:pt x="281255" y="106356"/>
                  </a:cubicBezTo>
                  <a:cubicBezTo>
                    <a:pt x="278821" y="109604"/>
                    <a:pt x="276386" y="113663"/>
                    <a:pt x="274764" y="115287"/>
                  </a:cubicBezTo>
                  <a:cubicBezTo>
                    <a:pt x="273141" y="116911"/>
                    <a:pt x="271519" y="119346"/>
                    <a:pt x="270708" y="120970"/>
                  </a:cubicBezTo>
                  <a:cubicBezTo>
                    <a:pt x="269085" y="122594"/>
                    <a:pt x="267462" y="125841"/>
                    <a:pt x="265839" y="128277"/>
                  </a:cubicBezTo>
                  <a:cubicBezTo>
                    <a:pt x="261783" y="133148"/>
                    <a:pt x="257726" y="139643"/>
                    <a:pt x="249613" y="148574"/>
                  </a:cubicBezTo>
                  <a:cubicBezTo>
                    <a:pt x="247179" y="151822"/>
                    <a:pt x="244745" y="155069"/>
                    <a:pt x="244745" y="156693"/>
                  </a:cubicBezTo>
                  <a:cubicBezTo>
                    <a:pt x="244745" y="157505"/>
                    <a:pt x="243123" y="159129"/>
                    <a:pt x="242311" y="159941"/>
                  </a:cubicBezTo>
                  <a:cubicBezTo>
                    <a:pt x="239877" y="161564"/>
                    <a:pt x="239877" y="161564"/>
                    <a:pt x="242311" y="161564"/>
                  </a:cubicBezTo>
                  <a:cubicBezTo>
                    <a:pt x="243934" y="161564"/>
                    <a:pt x="244745" y="162376"/>
                    <a:pt x="243934" y="162376"/>
                  </a:cubicBezTo>
                  <a:cubicBezTo>
                    <a:pt x="243934" y="163188"/>
                    <a:pt x="235821" y="164000"/>
                    <a:pt x="239066" y="159129"/>
                  </a:cubicBezTo>
                  <a:close/>
                  <a:moveTo>
                    <a:pt x="230953" y="171307"/>
                  </a:moveTo>
                  <a:cubicBezTo>
                    <a:pt x="231764" y="169683"/>
                    <a:pt x="237443" y="161564"/>
                    <a:pt x="238255" y="164812"/>
                  </a:cubicBezTo>
                  <a:cubicBezTo>
                    <a:pt x="239066" y="167247"/>
                    <a:pt x="226085" y="180238"/>
                    <a:pt x="225274" y="180238"/>
                  </a:cubicBezTo>
                  <a:cubicBezTo>
                    <a:pt x="224462" y="180238"/>
                    <a:pt x="226085" y="177802"/>
                    <a:pt x="230953" y="171307"/>
                  </a:cubicBezTo>
                  <a:close/>
                  <a:moveTo>
                    <a:pt x="56520" y="122594"/>
                  </a:moveTo>
                  <a:cubicBezTo>
                    <a:pt x="58143" y="120970"/>
                    <a:pt x="58954" y="119346"/>
                    <a:pt x="58954" y="120158"/>
                  </a:cubicBezTo>
                  <a:cubicBezTo>
                    <a:pt x="58954" y="121782"/>
                    <a:pt x="54897" y="127465"/>
                    <a:pt x="54086" y="126653"/>
                  </a:cubicBezTo>
                  <a:cubicBezTo>
                    <a:pt x="54086" y="125841"/>
                    <a:pt x="54897" y="124218"/>
                    <a:pt x="56520" y="122594"/>
                  </a:cubicBezTo>
                  <a:close/>
                  <a:moveTo>
                    <a:pt x="54897" y="142891"/>
                  </a:moveTo>
                  <a:cubicBezTo>
                    <a:pt x="55709" y="141267"/>
                    <a:pt x="58954" y="144515"/>
                    <a:pt x="55709" y="144515"/>
                  </a:cubicBezTo>
                  <a:cubicBezTo>
                    <a:pt x="54086" y="144515"/>
                    <a:pt x="54086" y="143703"/>
                    <a:pt x="54897" y="142891"/>
                  </a:cubicBezTo>
                  <a:close/>
                  <a:moveTo>
                    <a:pt x="54086" y="146950"/>
                  </a:moveTo>
                  <a:cubicBezTo>
                    <a:pt x="54086" y="147762"/>
                    <a:pt x="50841" y="151010"/>
                    <a:pt x="50030" y="151822"/>
                  </a:cubicBezTo>
                  <a:cubicBezTo>
                    <a:pt x="45973" y="156693"/>
                    <a:pt x="52464" y="146950"/>
                    <a:pt x="54086" y="146950"/>
                  </a:cubicBezTo>
                  <a:close/>
                  <a:moveTo>
                    <a:pt x="47596" y="135584"/>
                  </a:moveTo>
                  <a:cubicBezTo>
                    <a:pt x="48407" y="133148"/>
                    <a:pt x="49218" y="132336"/>
                    <a:pt x="50030" y="132336"/>
                  </a:cubicBezTo>
                  <a:cubicBezTo>
                    <a:pt x="50841" y="132336"/>
                    <a:pt x="50030" y="137208"/>
                    <a:pt x="45973" y="141267"/>
                  </a:cubicBezTo>
                  <a:cubicBezTo>
                    <a:pt x="45973" y="139643"/>
                    <a:pt x="47596" y="137208"/>
                    <a:pt x="47596" y="135584"/>
                  </a:cubicBezTo>
                  <a:close/>
                  <a:moveTo>
                    <a:pt x="46784" y="156693"/>
                  </a:moveTo>
                  <a:cubicBezTo>
                    <a:pt x="49218" y="156693"/>
                    <a:pt x="46784" y="160752"/>
                    <a:pt x="45161" y="160752"/>
                  </a:cubicBezTo>
                  <a:cubicBezTo>
                    <a:pt x="44350" y="160752"/>
                    <a:pt x="44350" y="160752"/>
                    <a:pt x="43539" y="159129"/>
                  </a:cubicBezTo>
                  <a:cubicBezTo>
                    <a:pt x="43539" y="157505"/>
                    <a:pt x="45161" y="156693"/>
                    <a:pt x="46784" y="156693"/>
                  </a:cubicBezTo>
                  <a:close/>
                  <a:moveTo>
                    <a:pt x="42728" y="170495"/>
                  </a:moveTo>
                  <a:lnTo>
                    <a:pt x="42728" y="170495"/>
                  </a:lnTo>
                  <a:cubicBezTo>
                    <a:pt x="40294" y="173742"/>
                    <a:pt x="42728" y="170495"/>
                    <a:pt x="41105" y="174554"/>
                  </a:cubicBezTo>
                  <a:cubicBezTo>
                    <a:pt x="41105" y="175366"/>
                    <a:pt x="39483" y="176990"/>
                    <a:pt x="38671" y="176990"/>
                  </a:cubicBezTo>
                  <a:cubicBezTo>
                    <a:pt x="37860" y="176990"/>
                    <a:pt x="37048" y="175366"/>
                    <a:pt x="40294" y="171307"/>
                  </a:cubicBezTo>
                  <a:cubicBezTo>
                    <a:pt x="41105" y="170495"/>
                    <a:pt x="41917" y="169683"/>
                    <a:pt x="42728" y="170495"/>
                  </a:cubicBezTo>
                  <a:close/>
                  <a:moveTo>
                    <a:pt x="41105" y="151822"/>
                  </a:moveTo>
                  <a:cubicBezTo>
                    <a:pt x="41917" y="153445"/>
                    <a:pt x="40294" y="155881"/>
                    <a:pt x="38671" y="155881"/>
                  </a:cubicBezTo>
                  <a:cubicBezTo>
                    <a:pt x="35426" y="158317"/>
                    <a:pt x="39483" y="148574"/>
                    <a:pt x="41105" y="151822"/>
                  </a:cubicBezTo>
                  <a:close/>
                  <a:moveTo>
                    <a:pt x="9464" y="211901"/>
                  </a:moveTo>
                  <a:lnTo>
                    <a:pt x="8652" y="212713"/>
                  </a:lnTo>
                  <a:cubicBezTo>
                    <a:pt x="7841" y="209465"/>
                    <a:pt x="10275" y="208653"/>
                    <a:pt x="9464" y="211901"/>
                  </a:cubicBezTo>
                  <a:close/>
                  <a:moveTo>
                    <a:pt x="13520" y="233010"/>
                  </a:moveTo>
                  <a:cubicBezTo>
                    <a:pt x="11898" y="235445"/>
                    <a:pt x="11898" y="230574"/>
                    <a:pt x="13520" y="231386"/>
                  </a:cubicBezTo>
                  <a:cubicBezTo>
                    <a:pt x="14332" y="232198"/>
                    <a:pt x="13520" y="233010"/>
                    <a:pt x="13520" y="233010"/>
                  </a:cubicBezTo>
                  <a:close/>
                  <a:moveTo>
                    <a:pt x="24067" y="224891"/>
                  </a:moveTo>
                  <a:cubicBezTo>
                    <a:pt x="24067" y="224891"/>
                    <a:pt x="23256" y="226515"/>
                    <a:pt x="22445" y="226515"/>
                  </a:cubicBezTo>
                  <a:cubicBezTo>
                    <a:pt x="21634" y="224891"/>
                    <a:pt x="25690" y="220020"/>
                    <a:pt x="24067" y="224891"/>
                  </a:cubicBezTo>
                  <a:close/>
                  <a:moveTo>
                    <a:pt x="19200" y="217584"/>
                  </a:moveTo>
                  <a:cubicBezTo>
                    <a:pt x="15954" y="216772"/>
                    <a:pt x="19200" y="211089"/>
                    <a:pt x="23256" y="211089"/>
                  </a:cubicBezTo>
                  <a:cubicBezTo>
                    <a:pt x="24067" y="211089"/>
                    <a:pt x="25690" y="211901"/>
                    <a:pt x="26501" y="213524"/>
                  </a:cubicBezTo>
                  <a:cubicBezTo>
                    <a:pt x="28124" y="214336"/>
                    <a:pt x="20822" y="216772"/>
                    <a:pt x="19200" y="217584"/>
                  </a:cubicBezTo>
                  <a:close/>
                  <a:moveTo>
                    <a:pt x="27313" y="175366"/>
                  </a:moveTo>
                  <a:cubicBezTo>
                    <a:pt x="27313" y="175366"/>
                    <a:pt x="27313" y="175366"/>
                    <a:pt x="27313" y="174554"/>
                  </a:cubicBezTo>
                  <a:cubicBezTo>
                    <a:pt x="28124" y="171307"/>
                    <a:pt x="30558" y="174554"/>
                    <a:pt x="27313" y="175366"/>
                  </a:cubicBezTo>
                  <a:close/>
                  <a:moveTo>
                    <a:pt x="32181" y="188356"/>
                  </a:moveTo>
                  <a:cubicBezTo>
                    <a:pt x="34614" y="185921"/>
                    <a:pt x="35426" y="186732"/>
                    <a:pt x="34614" y="189168"/>
                  </a:cubicBezTo>
                  <a:cubicBezTo>
                    <a:pt x="34614" y="192416"/>
                    <a:pt x="31370" y="194039"/>
                    <a:pt x="30558" y="194039"/>
                  </a:cubicBezTo>
                  <a:cubicBezTo>
                    <a:pt x="28935" y="194039"/>
                    <a:pt x="28124" y="192416"/>
                    <a:pt x="32181" y="188356"/>
                  </a:cubicBezTo>
                  <a:close/>
                  <a:moveTo>
                    <a:pt x="85727" y="475762"/>
                  </a:moveTo>
                  <a:cubicBezTo>
                    <a:pt x="85727" y="474138"/>
                    <a:pt x="86539" y="473326"/>
                    <a:pt x="87350" y="473326"/>
                  </a:cubicBezTo>
                  <a:cubicBezTo>
                    <a:pt x="88973" y="473326"/>
                    <a:pt x="88162" y="475762"/>
                    <a:pt x="86539" y="477385"/>
                  </a:cubicBezTo>
                  <a:cubicBezTo>
                    <a:pt x="85727" y="477385"/>
                    <a:pt x="85727" y="477385"/>
                    <a:pt x="85727" y="475762"/>
                  </a:cubicBezTo>
                  <a:close/>
                  <a:moveTo>
                    <a:pt x="154689" y="285782"/>
                  </a:moveTo>
                  <a:cubicBezTo>
                    <a:pt x="155501" y="284158"/>
                    <a:pt x="165237" y="265485"/>
                    <a:pt x="165237" y="271168"/>
                  </a:cubicBezTo>
                  <a:cubicBezTo>
                    <a:pt x="165237" y="271980"/>
                    <a:pt x="158746" y="281723"/>
                    <a:pt x="157935" y="282534"/>
                  </a:cubicBezTo>
                  <a:cubicBezTo>
                    <a:pt x="155501" y="284158"/>
                    <a:pt x="155501" y="289029"/>
                    <a:pt x="154689" y="286594"/>
                  </a:cubicBezTo>
                  <a:lnTo>
                    <a:pt x="154689" y="285782"/>
                  </a:lnTo>
                  <a:close/>
                  <a:moveTo>
                    <a:pt x="122236" y="339366"/>
                  </a:moveTo>
                  <a:cubicBezTo>
                    <a:pt x="125482" y="334495"/>
                    <a:pt x="126293" y="334495"/>
                    <a:pt x="128727" y="329623"/>
                  </a:cubicBezTo>
                  <a:cubicBezTo>
                    <a:pt x="131161" y="323940"/>
                    <a:pt x="135218" y="328000"/>
                    <a:pt x="131161" y="330435"/>
                  </a:cubicBezTo>
                  <a:cubicBezTo>
                    <a:pt x="128727" y="332059"/>
                    <a:pt x="132784" y="332059"/>
                    <a:pt x="128727" y="335306"/>
                  </a:cubicBezTo>
                  <a:cubicBezTo>
                    <a:pt x="127105" y="336930"/>
                    <a:pt x="126293" y="338554"/>
                    <a:pt x="126293" y="340178"/>
                  </a:cubicBezTo>
                  <a:cubicBezTo>
                    <a:pt x="126293" y="341802"/>
                    <a:pt x="125482" y="342614"/>
                    <a:pt x="123859" y="341802"/>
                  </a:cubicBezTo>
                  <a:cubicBezTo>
                    <a:pt x="122236" y="341802"/>
                    <a:pt x="121425" y="340990"/>
                    <a:pt x="122236" y="342614"/>
                  </a:cubicBezTo>
                  <a:cubicBezTo>
                    <a:pt x="123048" y="344237"/>
                    <a:pt x="122236" y="344237"/>
                    <a:pt x="121425" y="344237"/>
                  </a:cubicBezTo>
                  <a:cubicBezTo>
                    <a:pt x="119803" y="344237"/>
                    <a:pt x="119803" y="343425"/>
                    <a:pt x="122236" y="339366"/>
                  </a:cubicBezTo>
                  <a:close/>
                  <a:moveTo>
                    <a:pt x="108444" y="364534"/>
                  </a:moveTo>
                  <a:cubicBezTo>
                    <a:pt x="109256" y="364534"/>
                    <a:pt x="110878" y="359663"/>
                    <a:pt x="113312" y="354792"/>
                  </a:cubicBezTo>
                  <a:cubicBezTo>
                    <a:pt x="115746" y="349920"/>
                    <a:pt x="118180" y="346673"/>
                    <a:pt x="118180" y="346673"/>
                  </a:cubicBezTo>
                  <a:cubicBezTo>
                    <a:pt x="120614" y="346673"/>
                    <a:pt x="120614" y="349108"/>
                    <a:pt x="118180" y="349920"/>
                  </a:cubicBezTo>
                  <a:cubicBezTo>
                    <a:pt x="116558" y="350732"/>
                    <a:pt x="116558" y="351544"/>
                    <a:pt x="116558" y="352356"/>
                  </a:cubicBezTo>
                  <a:cubicBezTo>
                    <a:pt x="116558" y="353980"/>
                    <a:pt x="116558" y="353980"/>
                    <a:pt x="115746" y="353980"/>
                  </a:cubicBezTo>
                  <a:cubicBezTo>
                    <a:pt x="114123" y="353980"/>
                    <a:pt x="114123" y="353980"/>
                    <a:pt x="114123" y="354792"/>
                  </a:cubicBezTo>
                  <a:cubicBezTo>
                    <a:pt x="115746" y="358039"/>
                    <a:pt x="103576" y="381584"/>
                    <a:pt x="99520" y="381584"/>
                  </a:cubicBezTo>
                  <a:cubicBezTo>
                    <a:pt x="99520" y="382396"/>
                    <a:pt x="107633" y="366158"/>
                    <a:pt x="108444" y="364534"/>
                  </a:cubicBezTo>
                  <a:close/>
                  <a:moveTo>
                    <a:pt x="95463" y="389703"/>
                  </a:moveTo>
                  <a:cubicBezTo>
                    <a:pt x="96275" y="388079"/>
                    <a:pt x="97897" y="386455"/>
                    <a:pt x="99520" y="385643"/>
                  </a:cubicBezTo>
                  <a:cubicBezTo>
                    <a:pt x="101142" y="384831"/>
                    <a:pt x="101954" y="384831"/>
                    <a:pt x="101954" y="384831"/>
                  </a:cubicBezTo>
                  <a:cubicBezTo>
                    <a:pt x="101142" y="388079"/>
                    <a:pt x="100331" y="388891"/>
                    <a:pt x="97897" y="390514"/>
                  </a:cubicBezTo>
                  <a:cubicBezTo>
                    <a:pt x="95463" y="392138"/>
                    <a:pt x="93840" y="392950"/>
                    <a:pt x="95463" y="389703"/>
                  </a:cubicBezTo>
                  <a:close/>
                  <a:moveTo>
                    <a:pt x="93029" y="397009"/>
                  </a:moveTo>
                  <a:cubicBezTo>
                    <a:pt x="93840" y="397009"/>
                    <a:pt x="94652" y="396197"/>
                    <a:pt x="93840" y="394574"/>
                  </a:cubicBezTo>
                  <a:cubicBezTo>
                    <a:pt x="93029" y="393762"/>
                    <a:pt x="93840" y="393762"/>
                    <a:pt x="94652" y="394574"/>
                  </a:cubicBezTo>
                  <a:cubicBezTo>
                    <a:pt x="97897" y="397009"/>
                    <a:pt x="97897" y="397821"/>
                    <a:pt x="95463" y="397821"/>
                  </a:cubicBezTo>
                  <a:cubicBezTo>
                    <a:pt x="93840" y="397821"/>
                    <a:pt x="88973" y="405940"/>
                    <a:pt x="88973" y="409188"/>
                  </a:cubicBezTo>
                  <a:cubicBezTo>
                    <a:pt x="88973" y="410811"/>
                    <a:pt x="84916" y="414871"/>
                    <a:pt x="84105" y="414059"/>
                  </a:cubicBezTo>
                  <a:cubicBezTo>
                    <a:pt x="83293" y="413247"/>
                    <a:pt x="91407" y="397009"/>
                    <a:pt x="93029" y="397009"/>
                  </a:cubicBezTo>
                  <a:close/>
                  <a:moveTo>
                    <a:pt x="75992" y="429485"/>
                  </a:moveTo>
                  <a:cubicBezTo>
                    <a:pt x="76803" y="427049"/>
                    <a:pt x="77614" y="425425"/>
                    <a:pt x="78426" y="424613"/>
                  </a:cubicBezTo>
                  <a:cubicBezTo>
                    <a:pt x="78426" y="424613"/>
                    <a:pt x="79237" y="422178"/>
                    <a:pt x="80860" y="419742"/>
                  </a:cubicBezTo>
                  <a:cubicBezTo>
                    <a:pt x="81671" y="417306"/>
                    <a:pt x="83293" y="415683"/>
                    <a:pt x="84105" y="415683"/>
                  </a:cubicBezTo>
                  <a:cubicBezTo>
                    <a:pt x="85727" y="415683"/>
                    <a:pt x="85727" y="416494"/>
                    <a:pt x="84916" y="417306"/>
                  </a:cubicBezTo>
                  <a:cubicBezTo>
                    <a:pt x="84916" y="417306"/>
                    <a:pt x="84105" y="418930"/>
                    <a:pt x="84105" y="419742"/>
                  </a:cubicBezTo>
                  <a:cubicBezTo>
                    <a:pt x="84105" y="423802"/>
                    <a:pt x="79237" y="431108"/>
                    <a:pt x="77614" y="431920"/>
                  </a:cubicBezTo>
                  <a:cubicBezTo>
                    <a:pt x="75180" y="433544"/>
                    <a:pt x="75180" y="432732"/>
                    <a:pt x="75992" y="429485"/>
                  </a:cubicBezTo>
                  <a:close/>
                  <a:moveTo>
                    <a:pt x="73558" y="439227"/>
                  </a:moveTo>
                  <a:cubicBezTo>
                    <a:pt x="74369" y="439227"/>
                    <a:pt x="74369" y="440039"/>
                    <a:pt x="75180" y="440039"/>
                  </a:cubicBezTo>
                  <a:cubicBezTo>
                    <a:pt x="75180" y="440851"/>
                    <a:pt x="74369" y="440851"/>
                    <a:pt x="73558" y="440851"/>
                  </a:cubicBezTo>
                  <a:cubicBezTo>
                    <a:pt x="72746" y="440851"/>
                    <a:pt x="71935" y="440039"/>
                    <a:pt x="71935" y="439227"/>
                  </a:cubicBezTo>
                  <a:cubicBezTo>
                    <a:pt x="71935" y="438415"/>
                    <a:pt x="72746" y="438415"/>
                    <a:pt x="73558" y="439227"/>
                  </a:cubicBezTo>
                  <a:close/>
                  <a:moveTo>
                    <a:pt x="67067" y="452217"/>
                  </a:moveTo>
                  <a:cubicBezTo>
                    <a:pt x="68690" y="451405"/>
                    <a:pt x="69501" y="449782"/>
                    <a:pt x="69501" y="448158"/>
                  </a:cubicBezTo>
                  <a:cubicBezTo>
                    <a:pt x="69501" y="444099"/>
                    <a:pt x="70313" y="443287"/>
                    <a:pt x="71935" y="444099"/>
                  </a:cubicBezTo>
                  <a:cubicBezTo>
                    <a:pt x="73558" y="444910"/>
                    <a:pt x="74369" y="445722"/>
                    <a:pt x="74369" y="445722"/>
                  </a:cubicBezTo>
                  <a:cubicBezTo>
                    <a:pt x="74369" y="447346"/>
                    <a:pt x="68690" y="453029"/>
                    <a:pt x="67067" y="453029"/>
                  </a:cubicBezTo>
                  <a:cubicBezTo>
                    <a:pt x="65444" y="453841"/>
                    <a:pt x="65444" y="453841"/>
                    <a:pt x="67067" y="452217"/>
                  </a:cubicBezTo>
                  <a:close/>
                  <a:moveTo>
                    <a:pt x="54897" y="482257"/>
                  </a:moveTo>
                  <a:cubicBezTo>
                    <a:pt x="55709" y="482257"/>
                    <a:pt x="56520" y="482257"/>
                    <a:pt x="56520" y="483069"/>
                  </a:cubicBezTo>
                  <a:cubicBezTo>
                    <a:pt x="56520" y="483069"/>
                    <a:pt x="56520" y="484693"/>
                    <a:pt x="54897" y="484693"/>
                  </a:cubicBezTo>
                  <a:cubicBezTo>
                    <a:pt x="54086" y="484693"/>
                    <a:pt x="53275" y="484693"/>
                    <a:pt x="53275" y="483881"/>
                  </a:cubicBezTo>
                  <a:cubicBezTo>
                    <a:pt x="54086" y="483069"/>
                    <a:pt x="54086" y="482257"/>
                    <a:pt x="54897" y="482257"/>
                  </a:cubicBezTo>
                  <a:close/>
                  <a:moveTo>
                    <a:pt x="51652" y="496871"/>
                  </a:moveTo>
                  <a:cubicBezTo>
                    <a:pt x="50841" y="496871"/>
                    <a:pt x="50841" y="496059"/>
                    <a:pt x="50841" y="495247"/>
                  </a:cubicBezTo>
                  <a:cubicBezTo>
                    <a:pt x="51652" y="494435"/>
                    <a:pt x="52464" y="493623"/>
                    <a:pt x="52464" y="493623"/>
                  </a:cubicBezTo>
                  <a:cubicBezTo>
                    <a:pt x="52464" y="493623"/>
                    <a:pt x="53275" y="494435"/>
                    <a:pt x="53275" y="494435"/>
                  </a:cubicBezTo>
                  <a:cubicBezTo>
                    <a:pt x="52464" y="496059"/>
                    <a:pt x="52464" y="496871"/>
                    <a:pt x="51652" y="496871"/>
                  </a:cubicBezTo>
                  <a:close/>
                  <a:moveTo>
                    <a:pt x="54086" y="525287"/>
                  </a:moveTo>
                  <a:cubicBezTo>
                    <a:pt x="53275" y="525287"/>
                    <a:pt x="52464" y="524475"/>
                    <a:pt x="53275" y="523663"/>
                  </a:cubicBezTo>
                  <a:cubicBezTo>
                    <a:pt x="53275" y="522039"/>
                    <a:pt x="54086" y="522039"/>
                    <a:pt x="54897" y="522039"/>
                  </a:cubicBezTo>
                  <a:cubicBezTo>
                    <a:pt x="54897" y="522039"/>
                    <a:pt x="55709" y="522851"/>
                    <a:pt x="55709" y="523663"/>
                  </a:cubicBezTo>
                  <a:cubicBezTo>
                    <a:pt x="55709" y="524475"/>
                    <a:pt x="54897" y="525287"/>
                    <a:pt x="54086" y="525287"/>
                  </a:cubicBezTo>
                  <a:close/>
                  <a:moveTo>
                    <a:pt x="54897" y="520415"/>
                  </a:moveTo>
                  <a:cubicBezTo>
                    <a:pt x="54086" y="519603"/>
                    <a:pt x="53275" y="519603"/>
                    <a:pt x="53275" y="518791"/>
                  </a:cubicBezTo>
                  <a:cubicBezTo>
                    <a:pt x="53275" y="518791"/>
                    <a:pt x="54086" y="517979"/>
                    <a:pt x="54897" y="517979"/>
                  </a:cubicBezTo>
                  <a:cubicBezTo>
                    <a:pt x="55709" y="517979"/>
                    <a:pt x="56520" y="518791"/>
                    <a:pt x="56520" y="519603"/>
                  </a:cubicBezTo>
                  <a:cubicBezTo>
                    <a:pt x="56520" y="520415"/>
                    <a:pt x="56520" y="521227"/>
                    <a:pt x="54897" y="520415"/>
                  </a:cubicBezTo>
                  <a:close/>
                  <a:moveTo>
                    <a:pt x="58143" y="472514"/>
                  </a:moveTo>
                  <a:cubicBezTo>
                    <a:pt x="58954" y="470891"/>
                    <a:pt x="60577" y="470079"/>
                    <a:pt x="60577" y="470079"/>
                  </a:cubicBezTo>
                  <a:cubicBezTo>
                    <a:pt x="61388" y="470891"/>
                    <a:pt x="60577" y="474950"/>
                    <a:pt x="58143" y="477385"/>
                  </a:cubicBezTo>
                  <a:cubicBezTo>
                    <a:pt x="55709" y="480633"/>
                    <a:pt x="55709" y="476574"/>
                    <a:pt x="58143" y="472514"/>
                  </a:cubicBezTo>
                  <a:close/>
                  <a:moveTo>
                    <a:pt x="64633" y="523663"/>
                  </a:moveTo>
                  <a:cubicBezTo>
                    <a:pt x="62199" y="526098"/>
                    <a:pt x="62199" y="523663"/>
                    <a:pt x="64633" y="519603"/>
                  </a:cubicBezTo>
                  <a:cubicBezTo>
                    <a:pt x="66256" y="517168"/>
                    <a:pt x="67067" y="517168"/>
                    <a:pt x="67067" y="518791"/>
                  </a:cubicBezTo>
                  <a:cubicBezTo>
                    <a:pt x="67067" y="520415"/>
                    <a:pt x="66256" y="522039"/>
                    <a:pt x="64633" y="523663"/>
                  </a:cubicBezTo>
                  <a:close/>
                  <a:moveTo>
                    <a:pt x="67879" y="511485"/>
                  </a:moveTo>
                  <a:cubicBezTo>
                    <a:pt x="66256" y="512296"/>
                    <a:pt x="66256" y="509861"/>
                    <a:pt x="68690" y="505801"/>
                  </a:cubicBezTo>
                  <a:cubicBezTo>
                    <a:pt x="70313" y="503366"/>
                    <a:pt x="70313" y="502554"/>
                    <a:pt x="70313" y="503366"/>
                  </a:cubicBezTo>
                  <a:cubicBezTo>
                    <a:pt x="69501" y="508237"/>
                    <a:pt x="68690" y="511485"/>
                    <a:pt x="67879" y="511485"/>
                  </a:cubicBezTo>
                  <a:close/>
                  <a:moveTo>
                    <a:pt x="71935" y="499306"/>
                  </a:moveTo>
                  <a:cubicBezTo>
                    <a:pt x="71124" y="500118"/>
                    <a:pt x="71124" y="499306"/>
                    <a:pt x="71124" y="498494"/>
                  </a:cubicBezTo>
                  <a:cubicBezTo>
                    <a:pt x="71124" y="496871"/>
                    <a:pt x="71935" y="496059"/>
                    <a:pt x="71935" y="496059"/>
                  </a:cubicBezTo>
                  <a:cubicBezTo>
                    <a:pt x="73558" y="495247"/>
                    <a:pt x="73558" y="498494"/>
                    <a:pt x="71935" y="499306"/>
                  </a:cubicBezTo>
                  <a:close/>
                  <a:moveTo>
                    <a:pt x="71935" y="494435"/>
                  </a:moveTo>
                  <a:cubicBezTo>
                    <a:pt x="70313" y="494435"/>
                    <a:pt x="70313" y="493623"/>
                    <a:pt x="70313" y="492811"/>
                  </a:cubicBezTo>
                  <a:cubicBezTo>
                    <a:pt x="70313" y="491999"/>
                    <a:pt x="71935" y="491188"/>
                    <a:pt x="72746" y="491188"/>
                  </a:cubicBezTo>
                  <a:cubicBezTo>
                    <a:pt x="73558" y="491188"/>
                    <a:pt x="74369" y="491999"/>
                    <a:pt x="74369" y="492811"/>
                  </a:cubicBezTo>
                  <a:cubicBezTo>
                    <a:pt x="74369" y="493623"/>
                    <a:pt x="73558" y="494435"/>
                    <a:pt x="71935" y="494435"/>
                  </a:cubicBezTo>
                  <a:close/>
                  <a:moveTo>
                    <a:pt x="74369" y="487940"/>
                  </a:moveTo>
                  <a:cubicBezTo>
                    <a:pt x="73558" y="489564"/>
                    <a:pt x="71935" y="488752"/>
                    <a:pt x="71935" y="488752"/>
                  </a:cubicBezTo>
                  <a:cubicBezTo>
                    <a:pt x="71935" y="487128"/>
                    <a:pt x="74369" y="485504"/>
                    <a:pt x="75992" y="485504"/>
                  </a:cubicBezTo>
                  <a:cubicBezTo>
                    <a:pt x="76803" y="486316"/>
                    <a:pt x="75992" y="487128"/>
                    <a:pt x="74369" y="487940"/>
                  </a:cubicBezTo>
                  <a:close/>
                  <a:moveTo>
                    <a:pt x="75992" y="483881"/>
                  </a:moveTo>
                  <a:cubicBezTo>
                    <a:pt x="75180" y="483881"/>
                    <a:pt x="73558" y="483069"/>
                    <a:pt x="73558" y="482257"/>
                  </a:cubicBezTo>
                  <a:cubicBezTo>
                    <a:pt x="73558" y="481445"/>
                    <a:pt x="74369" y="480633"/>
                    <a:pt x="75180" y="480633"/>
                  </a:cubicBezTo>
                  <a:cubicBezTo>
                    <a:pt x="75992" y="480633"/>
                    <a:pt x="76803" y="481445"/>
                    <a:pt x="77614" y="482257"/>
                  </a:cubicBezTo>
                  <a:cubicBezTo>
                    <a:pt x="78426" y="483069"/>
                    <a:pt x="77614" y="483881"/>
                    <a:pt x="75992" y="483881"/>
                  </a:cubicBezTo>
                  <a:close/>
                  <a:moveTo>
                    <a:pt x="78426" y="476574"/>
                  </a:moveTo>
                  <a:cubicBezTo>
                    <a:pt x="76803" y="476574"/>
                    <a:pt x="75992" y="475762"/>
                    <a:pt x="75992" y="474950"/>
                  </a:cubicBezTo>
                  <a:cubicBezTo>
                    <a:pt x="75992" y="474138"/>
                    <a:pt x="76803" y="474138"/>
                    <a:pt x="78426" y="474138"/>
                  </a:cubicBezTo>
                  <a:cubicBezTo>
                    <a:pt x="79237" y="474138"/>
                    <a:pt x="80860" y="474950"/>
                    <a:pt x="80860" y="474950"/>
                  </a:cubicBezTo>
                  <a:cubicBezTo>
                    <a:pt x="80860" y="476574"/>
                    <a:pt x="80048" y="476574"/>
                    <a:pt x="78426" y="476574"/>
                  </a:cubicBezTo>
                  <a:close/>
                  <a:moveTo>
                    <a:pt x="83293" y="468455"/>
                  </a:moveTo>
                  <a:cubicBezTo>
                    <a:pt x="83293" y="468455"/>
                    <a:pt x="82482" y="469267"/>
                    <a:pt x="82482" y="470079"/>
                  </a:cubicBezTo>
                  <a:cubicBezTo>
                    <a:pt x="82482" y="472514"/>
                    <a:pt x="75992" y="472514"/>
                    <a:pt x="75992" y="470891"/>
                  </a:cubicBezTo>
                  <a:cubicBezTo>
                    <a:pt x="75992" y="469267"/>
                    <a:pt x="81671" y="468455"/>
                    <a:pt x="83293" y="468455"/>
                  </a:cubicBezTo>
                  <a:close/>
                  <a:moveTo>
                    <a:pt x="98709" y="445722"/>
                  </a:moveTo>
                  <a:cubicBezTo>
                    <a:pt x="100331" y="441663"/>
                    <a:pt x="101954" y="438415"/>
                    <a:pt x="102765" y="438415"/>
                  </a:cubicBezTo>
                  <a:cubicBezTo>
                    <a:pt x="102765" y="438415"/>
                    <a:pt x="102765" y="439227"/>
                    <a:pt x="102765" y="440039"/>
                  </a:cubicBezTo>
                  <a:cubicBezTo>
                    <a:pt x="102765" y="440851"/>
                    <a:pt x="102765" y="442475"/>
                    <a:pt x="103576" y="443287"/>
                  </a:cubicBezTo>
                  <a:cubicBezTo>
                    <a:pt x="106010" y="445722"/>
                    <a:pt x="101954" y="450594"/>
                    <a:pt x="99520" y="449782"/>
                  </a:cubicBezTo>
                  <a:cubicBezTo>
                    <a:pt x="97897" y="448970"/>
                    <a:pt x="95463" y="453029"/>
                    <a:pt x="97086" y="454653"/>
                  </a:cubicBezTo>
                  <a:cubicBezTo>
                    <a:pt x="97897" y="455465"/>
                    <a:pt x="97086" y="456277"/>
                    <a:pt x="95463" y="456277"/>
                  </a:cubicBezTo>
                  <a:cubicBezTo>
                    <a:pt x="94652" y="456277"/>
                    <a:pt x="94652" y="455465"/>
                    <a:pt x="94652" y="454653"/>
                  </a:cubicBezTo>
                  <a:cubicBezTo>
                    <a:pt x="94652" y="453841"/>
                    <a:pt x="93840" y="452217"/>
                    <a:pt x="91407" y="452217"/>
                  </a:cubicBezTo>
                  <a:cubicBezTo>
                    <a:pt x="87350" y="450594"/>
                    <a:pt x="86539" y="449782"/>
                    <a:pt x="88973" y="448158"/>
                  </a:cubicBezTo>
                  <a:cubicBezTo>
                    <a:pt x="89784" y="447346"/>
                    <a:pt x="90595" y="448158"/>
                    <a:pt x="91407" y="449782"/>
                  </a:cubicBezTo>
                  <a:cubicBezTo>
                    <a:pt x="92218" y="452217"/>
                    <a:pt x="92218" y="451405"/>
                    <a:pt x="93840" y="448970"/>
                  </a:cubicBezTo>
                  <a:cubicBezTo>
                    <a:pt x="95463" y="445722"/>
                    <a:pt x="95463" y="444910"/>
                    <a:pt x="95463" y="449782"/>
                  </a:cubicBezTo>
                  <a:cubicBezTo>
                    <a:pt x="95463" y="451405"/>
                    <a:pt x="96275" y="451405"/>
                    <a:pt x="98709" y="445722"/>
                  </a:cubicBezTo>
                  <a:close/>
                  <a:moveTo>
                    <a:pt x="92218" y="439227"/>
                  </a:moveTo>
                  <a:cubicBezTo>
                    <a:pt x="92218" y="437603"/>
                    <a:pt x="93840" y="436791"/>
                    <a:pt x="94652" y="436791"/>
                  </a:cubicBezTo>
                  <a:cubicBezTo>
                    <a:pt x="97086" y="436791"/>
                    <a:pt x="97897" y="436791"/>
                    <a:pt x="95463" y="438415"/>
                  </a:cubicBezTo>
                  <a:cubicBezTo>
                    <a:pt x="94652" y="439227"/>
                    <a:pt x="93840" y="439227"/>
                    <a:pt x="93840" y="438415"/>
                  </a:cubicBezTo>
                  <a:cubicBezTo>
                    <a:pt x="93840" y="437603"/>
                    <a:pt x="93029" y="438415"/>
                    <a:pt x="92218" y="439227"/>
                  </a:cubicBezTo>
                  <a:cubicBezTo>
                    <a:pt x="92218" y="440851"/>
                    <a:pt x="92218" y="440851"/>
                    <a:pt x="92218" y="439227"/>
                  </a:cubicBezTo>
                  <a:close/>
                  <a:moveTo>
                    <a:pt x="110878" y="406752"/>
                  </a:moveTo>
                  <a:cubicBezTo>
                    <a:pt x="108444" y="409188"/>
                    <a:pt x="108444" y="409188"/>
                    <a:pt x="107633" y="405940"/>
                  </a:cubicBezTo>
                  <a:cubicBezTo>
                    <a:pt x="107633" y="404316"/>
                    <a:pt x="107633" y="402693"/>
                    <a:pt x="108444" y="403505"/>
                  </a:cubicBezTo>
                  <a:cubicBezTo>
                    <a:pt x="109256" y="404316"/>
                    <a:pt x="110067" y="403505"/>
                    <a:pt x="110878" y="401881"/>
                  </a:cubicBezTo>
                  <a:cubicBezTo>
                    <a:pt x="112501" y="399445"/>
                    <a:pt x="112501" y="399445"/>
                    <a:pt x="112501" y="401881"/>
                  </a:cubicBezTo>
                  <a:cubicBezTo>
                    <a:pt x="113312" y="403505"/>
                    <a:pt x="112501" y="405128"/>
                    <a:pt x="110878" y="406752"/>
                  </a:cubicBezTo>
                  <a:close/>
                  <a:moveTo>
                    <a:pt x="120614" y="390514"/>
                  </a:moveTo>
                  <a:cubicBezTo>
                    <a:pt x="119803" y="390514"/>
                    <a:pt x="119803" y="392138"/>
                    <a:pt x="119803" y="392950"/>
                  </a:cubicBezTo>
                  <a:cubicBezTo>
                    <a:pt x="120614" y="393762"/>
                    <a:pt x="117369" y="396197"/>
                    <a:pt x="115746" y="396197"/>
                  </a:cubicBezTo>
                  <a:cubicBezTo>
                    <a:pt x="114935" y="396197"/>
                    <a:pt x="115746" y="389703"/>
                    <a:pt x="117369" y="388079"/>
                  </a:cubicBezTo>
                  <a:cubicBezTo>
                    <a:pt x="118991" y="386455"/>
                    <a:pt x="119803" y="387267"/>
                    <a:pt x="120614" y="388079"/>
                  </a:cubicBezTo>
                  <a:cubicBezTo>
                    <a:pt x="121425" y="389703"/>
                    <a:pt x="121425" y="389703"/>
                    <a:pt x="120614" y="390514"/>
                  </a:cubicBezTo>
                  <a:close/>
                  <a:moveTo>
                    <a:pt x="119803" y="385643"/>
                  </a:moveTo>
                  <a:cubicBezTo>
                    <a:pt x="118991" y="385643"/>
                    <a:pt x="118180" y="384831"/>
                    <a:pt x="118180" y="384019"/>
                  </a:cubicBezTo>
                  <a:cubicBezTo>
                    <a:pt x="118180" y="383208"/>
                    <a:pt x="118991" y="382396"/>
                    <a:pt x="119803" y="382396"/>
                  </a:cubicBezTo>
                  <a:cubicBezTo>
                    <a:pt x="120614" y="382396"/>
                    <a:pt x="121425" y="383208"/>
                    <a:pt x="121425" y="384019"/>
                  </a:cubicBezTo>
                  <a:cubicBezTo>
                    <a:pt x="121425" y="384831"/>
                    <a:pt x="120614" y="385643"/>
                    <a:pt x="119803" y="385643"/>
                  </a:cubicBezTo>
                  <a:close/>
                  <a:moveTo>
                    <a:pt x="125482" y="376712"/>
                  </a:moveTo>
                  <a:cubicBezTo>
                    <a:pt x="122236" y="376712"/>
                    <a:pt x="124671" y="374277"/>
                    <a:pt x="127916" y="372653"/>
                  </a:cubicBezTo>
                  <a:cubicBezTo>
                    <a:pt x="129538" y="371841"/>
                    <a:pt x="131161" y="371841"/>
                    <a:pt x="131161" y="372653"/>
                  </a:cubicBezTo>
                  <a:cubicBezTo>
                    <a:pt x="131161" y="373465"/>
                    <a:pt x="127916" y="375900"/>
                    <a:pt x="125482" y="376712"/>
                  </a:cubicBezTo>
                  <a:close/>
                  <a:moveTo>
                    <a:pt x="131161" y="362911"/>
                  </a:moveTo>
                  <a:cubicBezTo>
                    <a:pt x="132784" y="360475"/>
                    <a:pt x="133595" y="360475"/>
                    <a:pt x="132784" y="362099"/>
                  </a:cubicBezTo>
                  <a:cubicBezTo>
                    <a:pt x="132784" y="362911"/>
                    <a:pt x="132784" y="364534"/>
                    <a:pt x="133595" y="365346"/>
                  </a:cubicBezTo>
                  <a:cubicBezTo>
                    <a:pt x="135218" y="366158"/>
                    <a:pt x="135218" y="366158"/>
                    <a:pt x="131161" y="366970"/>
                  </a:cubicBezTo>
                  <a:cubicBezTo>
                    <a:pt x="128727" y="367782"/>
                    <a:pt x="128727" y="366970"/>
                    <a:pt x="131161" y="362911"/>
                  </a:cubicBezTo>
                  <a:close/>
                  <a:moveTo>
                    <a:pt x="134406" y="354792"/>
                  </a:moveTo>
                  <a:cubicBezTo>
                    <a:pt x="134406" y="353980"/>
                    <a:pt x="135218" y="353168"/>
                    <a:pt x="136029" y="353168"/>
                  </a:cubicBezTo>
                  <a:cubicBezTo>
                    <a:pt x="136841" y="353168"/>
                    <a:pt x="137652" y="353980"/>
                    <a:pt x="137652" y="354792"/>
                  </a:cubicBezTo>
                  <a:cubicBezTo>
                    <a:pt x="137652" y="355603"/>
                    <a:pt x="137652" y="356415"/>
                    <a:pt x="136029" y="356415"/>
                  </a:cubicBezTo>
                  <a:cubicBezTo>
                    <a:pt x="135218" y="356415"/>
                    <a:pt x="134406" y="355603"/>
                    <a:pt x="134406" y="354792"/>
                  </a:cubicBezTo>
                  <a:close/>
                  <a:moveTo>
                    <a:pt x="132784" y="379148"/>
                  </a:moveTo>
                  <a:cubicBezTo>
                    <a:pt x="131161" y="381584"/>
                    <a:pt x="131161" y="381584"/>
                    <a:pt x="132784" y="379148"/>
                  </a:cubicBezTo>
                  <a:cubicBezTo>
                    <a:pt x="132784" y="376712"/>
                    <a:pt x="134406" y="375089"/>
                    <a:pt x="134406" y="375089"/>
                  </a:cubicBezTo>
                  <a:cubicBezTo>
                    <a:pt x="135218" y="375089"/>
                    <a:pt x="135218" y="375900"/>
                    <a:pt x="132784" y="379148"/>
                  </a:cubicBezTo>
                  <a:close/>
                  <a:moveTo>
                    <a:pt x="143331" y="366158"/>
                  </a:moveTo>
                  <a:cubicBezTo>
                    <a:pt x="142519" y="366158"/>
                    <a:pt x="141708" y="365346"/>
                    <a:pt x="141708" y="364534"/>
                  </a:cubicBezTo>
                  <a:cubicBezTo>
                    <a:pt x="141708" y="362099"/>
                    <a:pt x="137652" y="368594"/>
                    <a:pt x="137652" y="371029"/>
                  </a:cubicBezTo>
                  <a:cubicBezTo>
                    <a:pt x="137652" y="371841"/>
                    <a:pt x="138463" y="372653"/>
                    <a:pt x="139274" y="371841"/>
                  </a:cubicBezTo>
                  <a:cubicBezTo>
                    <a:pt x="140085" y="371029"/>
                    <a:pt x="140085" y="371841"/>
                    <a:pt x="140085" y="373465"/>
                  </a:cubicBezTo>
                  <a:cubicBezTo>
                    <a:pt x="140085" y="375089"/>
                    <a:pt x="139274" y="375089"/>
                    <a:pt x="138463" y="374277"/>
                  </a:cubicBezTo>
                  <a:cubicBezTo>
                    <a:pt x="138463" y="373465"/>
                    <a:pt x="137652" y="372653"/>
                    <a:pt x="136841" y="373465"/>
                  </a:cubicBezTo>
                  <a:cubicBezTo>
                    <a:pt x="134406" y="374277"/>
                    <a:pt x="135218" y="370217"/>
                    <a:pt x="136841" y="367782"/>
                  </a:cubicBezTo>
                  <a:cubicBezTo>
                    <a:pt x="137652" y="366970"/>
                    <a:pt x="138463" y="365346"/>
                    <a:pt x="138463" y="364534"/>
                  </a:cubicBezTo>
                  <a:cubicBezTo>
                    <a:pt x="138463" y="363722"/>
                    <a:pt x="139274" y="362099"/>
                    <a:pt x="140897" y="361287"/>
                  </a:cubicBezTo>
                  <a:cubicBezTo>
                    <a:pt x="142519" y="360475"/>
                    <a:pt x="143331" y="359663"/>
                    <a:pt x="143331" y="360475"/>
                  </a:cubicBezTo>
                  <a:cubicBezTo>
                    <a:pt x="143331" y="361287"/>
                    <a:pt x="143331" y="362099"/>
                    <a:pt x="144142" y="362911"/>
                  </a:cubicBezTo>
                  <a:cubicBezTo>
                    <a:pt x="144954" y="363722"/>
                    <a:pt x="144954" y="366158"/>
                    <a:pt x="143331" y="366158"/>
                  </a:cubicBezTo>
                  <a:close/>
                  <a:moveTo>
                    <a:pt x="145765" y="357227"/>
                  </a:moveTo>
                  <a:cubicBezTo>
                    <a:pt x="143331" y="357227"/>
                    <a:pt x="143331" y="357227"/>
                    <a:pt x="144142" y="354792"/>
                  </a:cubicBezTo>
                  <a:cubicBezTo>
                    <a:pt x="144954" y="353168"/>
                    <a:pt x="146576" y="351544"/>
                    <a:pt x="147388" y="352356"/>
                  </a:cubicBezTo>
                  <a:cubicBezTo>
                    <a:pt x="151444" y="353980"/>
                    <a:pt x="149821" y="357227"/>
                    <a:pt x="145765" y="357227"/>
                  </a:cubicBezTo>
                  <a:close/>
                  <a:moveTo>
                    <a:pt x="157935" y="337742"/>
                  </a:moveTo>
                  <a:cubicBezTo>
                    <a:pt x="157123" y="339366"/>
                    <a:pt x="156312" y="339366"/>
                    <a:pt x="156312" y="337742"/>
                  </a:cubicBezTo>
                  <a:cubicBezTo>
                    <a:pt x="156312" y="336930"/>
                    <a:pt x="154689" y="338554"/>
                    <a:pt x="153878" y="340990"/>
                  </a:cubicBezTo>
                  <a:cubicBezTo>
                    <a:pt x="152255" y="343425"/>
                    <a:pt x="150632" y="347485"/>
                    <a:pt x="149010" y="348297"/>
                  </a:cubicBezTo>
                  <a:cubicBezTo>
                    <a:pt x="146576" y="350732"/>
                    <a:pt x="146576" y="349920"/>
                    <a:pt x="147388" y="348297"/>
                  </a:cubicBezTo>
                  <a:cubicBezTo>
                    <a:pt x="148199" y="347485"/>
                    <a:pt x="149010" y="344237"/>
                    <a:pt x="148199" y="341802"/>
                  </a:cubicBezTo>
                  <a:lnTo>
                    <a:pt x="147388" y="337742"/>
                  </a:lnTo>
                  <a:lnTo>
                    <a:pt x="149821" y="345861"/>
                  </a:lnTo>
                  <a:lnTo>
                    <a:pt x="151444" y="340990"/>
                  </a:lnTo>
                  <a:cubicBezTo>
                    <a:pt x="153067" y="337742"/>
                    <a:pt x="153878" y="335306"/>
                    <a:pt x="156312" y="335306"/>
                  </a:cubicBezTo>
                  <a:cubicBezTo>
                    <a:pt x="159557" y="335306"/>
                    <a:pt x="159557" y="335306"/>
                    <a:pt x="157935" y="337742"/>
                  </a:cubicBezTo>
                  <a:close/>
                  <a:moveTo>
                    <a:pt x="153878" y="330435"/>
                  </a:moveTo>
                  <a:cubicBezTo>
                    <a:pt x="152255" y="330435"/>
                    <a:pt x="150632" y="330435"/>
                    <a:pt x="150632" y="328811"/>
                  </a:cubicBezTo>
                  <a:cubicBezTo>
                    <a:pt x="150632" y="328000"/>
                    <a:pt x="151444" y="327188"/>
                    <a:pt x="153067" y="327188"/>
                  </a:cubicBezTo>
                  <a:cubicBezTo>
                    <a:pt x="156312" y="327188"/>
                    <a:pt x="156312" y="329623"/>
                    <a:pt x="153878" y="330435"/>
                  </a:cubicBezTo>
                  <a:close/>
                  <a:moveTo>
                    <a:pt x="154689" y="319881"/>
                  </a:moveTo>
                  <a:cubicBezTo>
                    <a:pt x="154689" y="319069"/>
                    <a:pt x="154689" y="319069"/>
                    <a:pt x="155501" y="318257"/>
                  </a:cubicBezTo>
                  <a:cubicBezTo>
                    <a:pt x="156312" y="318257"/>
                    <a:pt x="157123" y="318257"/>
                    <a:pt x="157123" y="319069"/>
                  </a:cubicBezTo>
                  <a:cubicBezTo>
                    <a:pt x="157123" y="319069"/>
                    <a:pt x="156312" y="320693"/>
                    <a:pt x="155501" y="320693"/>
                  </a:cubicBezTo>
                  <a:cubicBezTo>
                    <a:pt x="154689" y="320693"/>
                    <a:pt x="154689" y="320693"/>
                    <a:pt x="154689" y="319881"/>
                  </a:cubicBezTo>
                  <a:close/>
                  <a:moveTo>
                    <a:pt x="159557" y="330435"/>
                  </a:moveTo>
                  <a:cubicBezTo>
                    <a:pt x="157123" y="332871"/>
                    <a:pt x="157123" y="332871"/>
                    <a:pt x="158746" y="330435"/>
                  </a:cubicBezTo>
                  <a:cubicBezTo>
                    <a:pt x="159557" y="328000"/>
                    <a:pt x="160368" y="327188"/>
                    <a:pt x="161180" y="327188"/>
                  </a:cubicBezTo>
                  <a:cubicBezTo>
                    <a:pt x="161991" y="326376"/>
                    <a:pt x="161991" y="327188"/>
                    <a:pt x="159557" y="330435"/>
                  </a:cubicBezTo>
                  <a:close/>
                  <a:moveTo>
                    <a:pt x="173350" y="310950"/>
                  </a:moveTo>
                  <a:cubicBezTo>
                    <a:pt x="171727" y="310138"/>
                    <a:pt x="168482" y="315821"/>
                    <a:pt x="168482" y="319069"/>
                  </a:cubicBezTo>
                  <a:cubicBezTo>
                    <a:pt x="168482" y="319881"/>
                    <a:pt x="167670" y="321505"/>
                    <a:pt x="166048" y="321505"/>
                  </a:cubicBezTo>
                  <a:cubicBezTo>
                    <a:pt x="162802" y="322317"/>
                    <a:pt x="163614" y="318257"/>
                    <a:pt x="167670" y="312574"/>
                  </a:cubicBezTo>
                  <a:cubicBezTo>
                    <a:pt x="170104" y="309326"/>
                    <a:pt x="171727" y="307703"/>
                    <a:pt x="172538" y="309326"/>
                  </a:cubicBezTo>
                  <a:cubicBezTo>
                    <a:pt x="174161" y="311762"/>
                    <a:pt x="174161" y="311762"/>
                    <a:pt x="173350" y="310950"/>
                  </a:cubicBezTo>
                  <a:close/>
                  <a:moveTo>
                    <a:pt x="176595" y="304455"/>
                  </a:moveTo>
                  <a:cubicBezTo>
                    <a:pt x="174972" y="308514"/>
                    <a:pt x="172538" y="307703"/>
                    <a:pt x="170104" y="304455"/>
                  </a:cubicBezTo>
                  <a:cubicBezTo>
                    <a:pt x="170104" y="300396"/>
                    <a:pt x="172538" y="304455"/>
                    <a:pt x="172538" y="304455"/>
                  </a:cubicBezTo>
                  <a:cubicBezTo>
                    <a:pt x="173350" y="303643"/>
                    <a:pt x="177406" y="300396"/>
                    <a:pt x="176595" y="304455"/>
                  </a:cubicBezTo>
                  <a:close/>
                  <a:moveTo>
                    <a:pt x="185519" y="290653"/>
                  </a:moveTo>
                  <a:cubicBezTo>
                    <a:pt x="184708" y="290653"/>
                    <a:pt x="183085" y="291465"/>
                    <a:pt x="181463" y="294712"/>
                  </a:cubicBezTo>
                  <a:cubicBezTo>
                    <a:pt x="179029" y="301208"/>
                    <a:pt x="176595" y="296336"/>
                    <a:pt x="179029" y="294712"/>
                  </a:cubicBezTo>
                  <a:cubicBezTo>
                    <a:pt x="180651" y="293089"/>
                    <a:pt x="181463" y="293089"/>
                    <a:pt x="182274" y="289841"/>
                  </a:cubicBezTo>
                  <a:cubicBezTo>
                    <a:pt x="183897" y="287406"/>
                    <a:pt x="185519" y="284970"/>
                    <a:pt x="187142" y="283346"/>
                  </a:cubicBezTo>
                  <a:cubicBezTo>
                    <a:pt x="187953" y="292277"/>
                    <a:pt x="187142" y="290653"/>
                    <a:pt x="185519" y="290653"/>
                  </a:cubicBezTo>
                  <a:close/>
                  <a:moveTo>
                    <a:pt x="179029" y="272792"/>
                  </a:moveTo>
                  <a:cubicBezTo>
                    <a:pt x="172538" y="283346"/>
                    <a:pt x="166859" y="290653"/>
                    <a:pt x="161991" y="302020"/>
                  </a:cubicBezTo>
                  <a:cubicBezTo>
                    <a:pt x="157935" y="311762"/>
                    <a:pt x="149821" y="316633"/>
                    <a:pt x="147388" y="328000"/>
                  </a:cubicBezTo>
                  <a:cubicBezTo>
                    <a:pt x="147388" y="328811"/>
                    <a:pt x="146576" y="330435"/>
                    <a:pt x="144954" y="330435"/>
                  </a:cubicBezTo>
                  <a:cubicBezTo>
                    <a:pt x="142519" y="330435"/>
                    <a:pt x="140897" y="332871"/>
                    <a:pt x="140897" y="335306"/>
                  </a:cubicBezTo>
                  <a:cubicBezTo>
                    <a:pt x="140897" y="337742"/>
                    <a:pt x="139274" y="339366"/>
                    <a:pt x="139274" y="339366"/>
                  </a:cubicBezTo>
                  <a:cubicBezTo>
                    <a:pt x="138463" y="339366"/>
                    <a:pt x="137652" y="340178"/>
                    <a:pt x="137652" y="340990"/>
                  </a:cubicBezTo>
                  <a:cubicBezTo>
                    <a:pt x="137652" y="341802"/>
                    <a:pt x="136029" y="344237"/>
                    <a:pt x="135218" y="345861"/>
                  </a:cubicBezTo>
                  <a:cubicBezTo>
                    <a:pt x="133595" y="347485"/>
                    <a:pt x="132784" y="349108"/>
                    <a:pt x="133595" y="349108"/>
                  </a:cubicBezTo>
                  <a:cubicBezTo>
                    <a:pt x="133595" y="349108"/>
                    <a:pt x="132784" y="349920"/>
                    <a:pt x="131161" y="352356"/>
                  </a:cubicBezTo>
                  <a:cubicBezTo>
                    <a:pt x="129538" y="353980"/>
                    <a:pt x="128727" y="356415"/>
                    <a:pt x="128727" y="357227"/>
                  </a:cubicBezTo>
                  <a:cubicBezTo>
                    <a:pt x="129538" y="358039"/>
                    <a:pt x="128727" y="358851"/>
                    <a:pt x="127916" y="358851"/>
                  </a:cubicBezTo>
                  <a:cubicBezTo>
                    <a:pt x="127105" y="358851"/>
                    <a:pt x="126293" y="359663"/>
                    <a:pt x="126293" y="361287"/>
                  </a:cubicBezTo>
                  <a:cubicBezTo>
                    <a:pt x="126293" y="362911"/>
                    <a:pt x="126293" y="363722"/>
                    <a:pt x="124671" y="363722"/>
                  </a:cubicBezTo>
                  <a:cubicBezTo>
                    <a:pt x="123048" y="363722"/>
                    <a:pt x="122236" y="365346"/>
                    <a:pt x="122236" y="367782"/>
                  </a:cubicBezTo>
                  <a:cubicBezTo>
                    <a:pt x="122236" y="369405"/>
                    <a:pt x="121425" y="371029"/>
                    <a:pt x="120614" y="371029"/>
                  </a:cubicBezTo>
                  <a:cubicBezTo>
                    <a:pt x="119803" y="371029"/>
                    <a:pt x="118991" y="372653"/>
                    <a:pt x="118180" y="374277"/>
                  </a:cubicBezTo>
                  <a:cubicBezTo>
                    <a:pt x="117369" y="375900"/>
                    <a:pt x="116558" y="377524"/>
                    <a:pt x="116558" y="378336"/>
                  </a:cubicBezTo>
                  <a:cubicBezTo>
                    <a:pt x="116558" y="379148"/>
                    <a:pt x="114935" y="380772"/>
                    <a:pt x="114123" y="382396"/>
                  </a:cubicBezTo>
                  <a:cubicBezTo>
                    <a:pt x="113312" y="384019"/>
                    <a:pt x="111689" y="385643"/>
                    <a:pt x="111689" y="384831"/>
                  </a:cubicBezTo>
                  <a:cubicBezTo>
                    <a:pt x="110878" y="384831"/>
                    <a:pt x="110067" y="386455"/>
                    <a:pt x="110878" y="388079"/>
                  </a:cubicBezTo>
                  <a:cubicBezTo>
                    <a:pt x="110878" y="389703"/>
                    <a:pt x="110067" y="392138"/>
                    <a:pt x="109256" y="392950"/>
                  </a:cubicBezTo>
                  <a:cubicBezTo>
                    <a:pt x="108444" y="394574"/>
                    <a:pt x="107633" y="395386"/>
                    <a:pt x="107633" y="397009"/>
                  </a:cubicBezTo>
                  <a:cubicBezTo>
                    <a:pt x="107633" y="397821"/>
                    <a:pt x="106010" y="398633"/>
                    <a:pt x="105199" y="399445"/>
                  </a:cubicBezTo>
                  <a:cubicBezTo>
                    <a:pt x="103576" y="400257"/>
                    <a:pt x="103576" y="401069"/>
                    <a:pt x="103576" y="401069"/>
                  </a:cubicBezTo>
                  <a:cubicBezTo>
                    <a:pt x="104388" y="401881"/>
                    <a:pt x="103576" y="403505"/>
                    <a:pt x="102765" y="405940"/>
                  </a:cubicBezTo>
                  <a:cubicBezTo>
                    <a:pt x="101142" y="407564"/>
                    <a:pt x="101142" y="410000"/>
                    <a:pt x="101142" y="410000"/>
                  </a:cubicBezTo>
                  <a:cubicBezTo>
                    <a:pt x="101954" y="410811"/>
                    <a:pt x="97897" y="416494"/>
                    <a:pt x="95463" y="416494"/>
                  </a:cubicBezTo>
                  <a:cubicBezTo>
                    <a:pt x="94652" y="416494"/>
                    <a:pt x="93029" y="417306"/>
                    <a:pt x="93029" y="418118"/>
                  </a:cubicBezTo>
                  <a:cubicBezTo>
                    <a:pt x="93029" y="418930"/>
                    <a:pt x="93029" y="419742"/>
                    <a:pt x="93840" y="418930"/>
                  </a:cubicBezTo>
                  <a:cubicBezTo>
                    <a:pt x="94652" y="418118"/>
                    <a:pt x="95463" y="418930"/>
                    <a:pt x="95463" y="419742"/>
                  </a:cubicBezTo>
                  <a:cubicBezTo>
                    <a:pt x="95463" y="420554"/>
                    <a:pt x="94652" y="422178"/>
                    <a:pt x="93029" y="422178"/>
                  </a:cubicBezTo>
                  <a:cubicBezTo>
                    <a:pt x="91407" y="422178"/>
                    <a:pt x="91407" y="422990"/>
                    <a:pt x="91407" y="425425"/>
                  </a:cubicBezTo>
                  <a:cubicBezTo>
                    <a:pt x="91407" y="427049"/>
                    <a:pt x="91407" y="427861"/>
                    <a:pt x="88973" y="428673"/>
                  </a:cubicBezTo>
                  <a:cubicBezTo>
                    <a:pt x="86539" y="429485"/>
                    <a:pt x="86539" y="430297"/>
                    <a:pt x="87350" y="432732"/>
                  </a:cubicBezTo>
                  <a:cubicBezTo>
                    <a:pt x="88162" y="435168"/>
                    <a:pt x="87350" y="435168"/>
                    <a:pt x="86539" y="435980"/>
                  </a:cubicBezTo>
                  <a:cubicBezTo>
                    <a:pt x="83293" y="435980"/>
                    <a:pt x="81671" y="440851"/>
                    <a:pt x="82482" y="444099"/>
                  </a:cubicBezTo>
                  <a:cubicBezTo>
                    <a:pt x="83293" y="446534"/>
                    <a:pt x="82482" y="447346"/>
                    <a:pt x="81671" y="448158"/>
                  </a:cubicBezTo>
                  <a:cubicBezTo>
                    <a:pt x="80860" y="448158"/>
                    <a:pt x="80048" y="449782"/>
                    <a:pt x="80048" y="450594"/>
                  </a:cubicBezTo>
                  <a:cubicBezTo>
                    <a:pt x="80048" y="451405"/>
                    <a:pt x="80048" y="453029"/>
                    <a:pt x="78426" y="453029"/>
                  </a:cubicBezTo>
                  <a:cubicBezTo>
                    <a:pt x="77614" y="453841"/>
                    <a:pt x="76803" y="455465"/>
                    <a:pt x="77614" y="457088"/>
                  </a:cubicBezTo>
                  <a:cubicBezTo>
                    <a:pt x="78426" y="458712"/>
                    <a:pt x="77614" y="461148"/>
                    <a:pt x="75180" y="462772"/>
                  </a:cubicBezTo>
                  <a:cubicBezTo>
                    <a:pt x="73558" y="464396"/>
                    <a:pt x="71935" y="466831"/>
                    <a:pt x="72746" y="467643"/>
                  </a:cubicBezTo>
                  <a:cubicBezTo>
                    <a:pt x="72746" y="469267"/>
                    <a:pt x="72746" y="469267"/>
                    <a:pt x="71935" y="469267"/>
                  </a:cubicBezTo>
                  <a:cubicBezTo>
                    <a:pt x="71124" y="469267"/>
                    <a:pt x="65444" y="479821"/>
                    <a:pt x="65444" y="483069"/>
                  </a:cubicBezTo>
                  <a:cubicBezTo>
                    <a:pt x="65444" y="483069"/>
                    <a:pt x="65444" y="485504"/>
                    <a:pt x="63822" y="486316"/>
                  </a:cubicBezTo>
                  <a:cubicBezTo>
                    <a:pt x="62199" y="487940"/>
                    <a:pt x="61388" y="493623"/>
                    <a:pt x="59766" y="499306"/>
                  </a:cubicBezTo>
                  <a:cubicBezTo>
                    <a:pt x="58143" y="504178"/>
                    <a:pt x="56520" y="509049"/>
                    <a:pt x="55709" y="509049"/>
                  </a:cubicBezTo>
                  <a:cubicBezTo>
                    <a:pt x="54897" y="509049"/>
                    <a:pt x="55709" y="504178"/>
                    <a:pt x="57331" y="499306"/>
                  </a:cubicBezTo>
                  <a:cubicBezTo>
                    <a:pt x="58143" y="497682"/>
                    <a:pt x="57331" y="496871"/>
                    <a:pt x="55709" y="497682"/>
                  </a:cubicBezTo>
                  <a:cubicBezTo>
                    <a:pt x="54897" y="498494"/>
                    <a:pt x="54086" y="497682"/>
                    <a:pt x="55709" y="496871"/>
                  </a:cubicBezTo>
                  <a:cubicBezTo>
                    <a:pt x="58143" y="494435"/>
                    <a:pt x="58954" y="491999"/>
                    <a:pt x="56520" y="493623"/>
                  </a:cubicBezTo>
                  <a:cubicBezTo>
                    <a:pt x="54086" y="495247"/>
                    <a:pt x="56520" y="489564"/>
                    <a:pt x="58954" y="487128"/>
                  </a:cubicBezTo>
                  <a:cubicBezTo>
                    <a:pt x="60577" y="485504"/>
                    <a:pt x="60577" y="484693"/>
                    <a:pt x="58954" y="483881"/>
                  </a:cubicBezTo>
                  <a:cubicBezTo>
                    <a:pt x="57331" y="483069"/>
                    <a:pt x="57331" y="481445"/>
                    <a:pt x="58954" y="479009"/>
                  </a:cubicBezTo>
                  <a:cubicBezTo>
                    <a:pt x="59766" y="476574"/>
                    <a:pt x="60577" y="474950"/>
                    <a:pt x="61388" y="475762"/>
                  </a:cubicBezTo>
                  <a:cubicBezTo>
                    <a:pt x="61388" y="475762"/>
                    <a:pt x="62199" y="474950"/>
                    <a:pt x="63822" y="474138"/>
                  </a:cubicBezTo>
                  <a:cubicBezTo>
                    <a:pt x="65444" y="472514"/>
                    <a:pt x="65444" y="472514"/>
                    <a:pt x="63822" y="472514"/>
                  </a:cubicBezTo>
                  <a:cubicBezTo>
                    <a:pt x="62199" y="472514"/>
                    <a:pt x="62199" y="472514"/>
                    <a:pt x="61388" y="472514"/>
                  </a:cubicBezTo>
                  <a:cubicBezTo>
                    <a:pt x="60577" y="472514"/>
                    <a:pt x="61388" y="470891"/>
                    <a:pt x="61388" y="470891"/>
                  </a:cubicBezTo>
                  <a:cubicBezTo>
                    <a:pt x="62199" y="470891"/>
                    <a:pt x="63011" y="470079"/>
                    <a:pt x="63011" y="468455"/>
                  </a:cubicBezTo>
                  <a:cubicBezTo>
                    <a:pt x="63011" y="467643"/>
                    <a:pt x="63822" y="466019"/>
                    <a:pt x="64633" y="466019"/>
                  </a:cubicBezTo>
                  <a:cubicBezTo>
                    <a:pt x="65444" y="466019"/>
                    <a:pt x="66256" y="463584"/>
                    <a:pt x="66256" y="461148"/>
                  </a:cubicBezTo>
                  <a:cubicBezTo>
                    <a:pt x="66256" y="458712"/>
                    <a:pt x="67879" y="454653"/>
                    <a:pt x="69501" y="452217"/>
                  </a:cubicBezTo>
                  <a:cubicBezTo>
                    <a:pt x="71124" y="448970"/>
                    <a:pt x="71935" y="445722"/>
                    <a:pt x="71935" y="444910"/>
                  </a:cubicBezTo>
                  <a:cubicBezTo>
                    <a:pt x="71935" y="444099"/>
                    <a:pt x="73558" y="440039"/>
                    <a:pt x="75992" y="435980"/>
                  </a:cubicBezTo>
                  <a:cubicBezTo>
                    <a:pt x="78426" y="431920"/>
                    <a:pt x="80048" y="428673"/>
                    <a:pt x="79237" y="428673"/>
                  </a:cubicBezTo>
                  <a:cubicBezTo>
                    <a:pt x="79237" y="428673"/>
                    <a:pt x="80860" y="424613"/>
                    <a:pt x="83293" y="419742"/>
                  </a:cubicBezTo>
                  <a:cubicBezTo>
                    <a:pt x="85727" y="414871"/>
                    <a:pt x="87350" y="410000"/>
                    <a:pt x="87350" y="410000"/>
                  </a:cubicBezTo>
                  <a:cubicBezTo>
                    <a:pt x="86539" y="409188"/>
                    <a:pt x="89784" y="405940"/>
                    <a:pt x="93029" y="401881"/>
                  </a:cubicBezTo>
                  <a:cubicBezTo>
                    <a:pt x="93840" y="400257"/>
                    <a:pt x="94652" y="398633"/>
                    <a:pt x="95463" y="397009"/>
                  </a:cubicBezTo>
                  <a:cubicBezTo>
                    <a:pt x="95463" y="394574"/>
                    <a:pt x="96275" y="394574"/>
                    <a:pt x="97086" y="395386"/>
                  </a:cubicBezTo>
                  <a:cubicBezTo>
                    <a:pt x="98709" y="397009"/>
                    <a:pt x="98709" y="397009"/>
                    <a:pt x="99520" y="394574"/>
                  </a:cubicBezTo>
                  <a:cubicBezTo>
                    <a:pt x="99520" y="393762"/>
                    <a:pt x="99520" y="392138"/>
                    <a:pt x="98709" y="392138"/>
                  </a:cubicBezTo>
                  <a:cubicBezTo>
                    <a:pt x="97897" y="392138"/>
                    <a:pt x="97897" y="390514"/>
                    <a:pt x="99520" y="388891"/>
                  </a:cubicBezTo>
                  <a:cubicBezTo>
                    <a:pt x="100331" y="387267"/>
                    <a:pt x="101954" y="385643"/>
                    <a:pt x="101954" y="384831"/>
                  </a:cubicBezTo>
                  <a:cubicBezTo>
                    <a:pt x="101954" y="382396"/>
                    <a:pt x="108444" y="372653"/>
                    <a:pt x="109256" y="372653"/>
                  </a:cubicBezTo>
                  <a:cubicBezTo>
                    <a:pt x="111689" y="373465"/>
                    <a:pt x="111689" y="372653"/>
                    <a:pt x="110067" y="371029"/>
                  </a:cubicBezTo>
                  <a:cubicBezTo>
                    <a:pt x="108444" y="369405"/>
                    <a:pt x="108444" y="369405"/>
                    <a:pt x="110878" y="366970"/>
                  </a:cubicBezTo>
                  <a:cubicBezTo>
                    <a:pt x="112501" y="365346"/>
                    <a:pt x="114123" y="362911"/>
                    <a:pt x="114123" y="362099"/>
                  </a:cubicBezTo>
                  <a:cubicBezTo>
                    <a:pt x="114123" y="361287"/>
                    <a:pt x="114123" y="359663"/>
                    <a:pt x="114935" y="359663"/>
                  </a:cubicBezTo>
                  <a:cubicBezTo>
                    <a:pt x="115746" y="359663"/>
                    <a:pt x="116558" y="358851"/>
                    <a:pt x="115746" y="358039"/>
                  </a:cubicBezTo>
                  <a:cubicBezTo>
                    <a:pt x="114935" y="355603"/>
                    <a:pt x="126293" y="336930"/>
                    <a:pt x="129538" y="335306"/>
                  </a:cubicBezTo>
                  <a:cubicBezTo>
                    <a:pt x="131161" y="334495"/>
                    <a:pt x="131972" y="332059"/>
                    <a:pt x="131972" y="330435"/>
                  </a:cubicBezTo>
                  <a:cubicBezTo>
                    <a:pt x="131972" y="323128"/>
                    <a:pt x="136029" y="321505"/>
                    <a:pt x="139274" y="315009"/>
                  </a:cubicBezTo>
                  <a:cubicBezTo>
                    <a:pt x="143331" y="308514"/>
                    <a:pt x="149821" y="308514"/>
                    <a:pt x="142519" y="307703"/>
                  </a:cubicBezTo>
                  <a:cubicBezTo>
                    <a:pt x="135218" y="306891"/>
                    <a:pt x="136029" y="312574"/>
                    <a:pt x="132784" y="318257"/>
                  </a:cubicBezTo>
                  <a:cubicBezTo>
                    <a:pt x="130350" y="322317"/>
                    <a:pt x="137652" y="319069"/>
                    <a:pt x="131161" y="323128"/>
                  </a:cubicBezTo>
                  <a:cubicBezTo>
                    <a:pt x="119803" y="329623"/>
                    <a:pt x="144954" y="292277"/>
                    <a:pt x="146576" y="289841"/>
                  </a:cubicBezTo>
                  <a:cubicBezTo>
                    <a:pt x="148199" y="288217"/>
                    <a:pt x="148199" y="288217"/>
                    <a:pt x="148199" y="288217"/>
                  </a:cubicBezTo>
                  <a:cubicBezTo>
                    <a:pt x="148199" y="288217"/>
                    <a:pt x="146576" y="291465"/>
                    <a:pt x="145765" y="293089"/>
                  </a:cubicBezTo>
                  <a:cubicBezTo>
                    <a:pt x="144954" y="298772"/>
                    <a:pt x="138463" y="302831"/>
                    <a:pt x="140897" y="304455"/>
                  </a:cubicBezTo>
                  <a:cubicBezTo>
                    <a:pt x="144954" y="307703"/>
                    <a:pt x="148199" y="296336"/>
                    <a:pt x="150632" y="293901"/>
                  </a:cubicBezTo>
                  <a:cubicBezTo>
                    <a:pt x="153067" y="291465"/>
                    <a:pt x="153067" y="289841"/>
                    <a:pt x="156312" y="286594"/>
                  </a:cubicBezTo>
                  <a:cubicBezTo>
                    <a:pt x="162802" y="279287"/>
                    <a:pt x="166048" y="267109"/>
                    <a:pt x="174972" y="257366"/>
                  </a:cubicBezTo>
                  <a:cubicBezTo>
                    <a:pt x="179029" y="253307"/>
                    <a:pt x="182274" y="250059"/>
                    <a:pt x="187142" y="247623"/>
                  </a:cubicBezTo>
                  <a:cubicBezTo>
                    <a:pt x="187953" y="247623"/>
                    <a:pt x="187142" y="250059"/>
                    <a:pt x="183085" y="257366"/>
                  </a:cubicBezTo>
                  <a:cubicBezTo>
                    <a:pt x="184708" y="263861"/>
                    <a:pt x="183085" y="267109"/>
                    <a:pt x="179029" y="272792"/>
                  </a:cubicBezTo>
                  <a:close/>
                  <a:moveTo>
                    <a:pt x="192010" y="279287"/>
                  </a:moveTo>
                  <a:cubicBezTo>
                    <a:pt x="189576" y="282534"/>
                    <a:pt x="187142" y="278475"/>
                    <a:pt x="192010" y="276851"/>
                  </a:cubicBezTo>
                  <a:cubicBezTo>
                    <a:pt x="193633" y="276851"/>
                    <a:pt x="192821" y="278475"/>
                    <a:pt x="192010" y="279287"/>
                  </a:cubicBezTo>
                  <a:close/>
                  <a:moveTo>
                    <a:pt x="197689" y="261426"/>
                  </a:moveTo>
                  <a:cubicBezTo>
                    <a:pt x="196066" y="262237"/>
                    <a:pt x="196066" y="260614"/>
                    <a:pt x="196066" y="259802"/>
                  </a:cubicBezTo>
                  <a:cubicBezTo>
                    <a:pt x="197689" y="257366"/>
                    <a:pt x="202557" y="260614"/>
                    <a:pt x="197689" y="261426"/>
                  </a:cubicBezTo>
                  <a:close/>
                  <a:moveTo>
                    <a:pt x="204180" y="251683"/>
                  </a:moveTo>
                  <a:cubicBezTo>
                    <a:pt x="204991" y="251683"/>
                    <a:pt x="204991" y="252495"/>
                    <a:pt x="204180" y="253307"/>
                  </a:cubicBezTo>
                  <a:cubicBezTo>
                    <a:pt x="203368" y="255742"/>
                    <a:pt x="200934" y="251683"/>
                    <a:pt x="204180" y="251683"/>
                  </a:cubicBezTo>
                  <a:close/>
                  <a:moveTo>
                    <a:pt x="204991" y="255742"/>
                  </a:moveTo>
                  <a:cubicBezTo>
                    <a:pt x="205802" y="255742"/>
                    <a:pt x="205802" y="255742"/>
                    <a:pt x="206613" y="255742"/>
                  </a:cubicBezTo>
                  <a:cubicBezTo>
                    <a:pt x="205802" y="258990"/>
                    <a:pt x="201746" y="257366"/>
                    <a:pt x="204991" y="255742"/>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4" name="Freeform 22">
              <a:extLst>
                <a:ext uri="{FF2B5EF4-FFF2-40B4-BE49-F238E27FC236}">
                  <a16:creationId xmlns:a16="http://schemas.microsoft.com/office/drawing/2014/main" id="{1CD31D12-44D6-39FA-4629-50F39DF894A7}"/>
                </a:ext>
              </a:extLst>
            </p:cNvPr>
            <p:cNvSpPr/>
            <p:nvPr/>
          </p:nvSpPr>
          <p:spPr>
            <a:xfrm>
              <a:off x="6153010" y="3663107"/>
              <a:ext cx="2506" cy="5087"/>
            </a:xfrm>
            <a:custGeom>
              <a:avLst/>
              <a:gdLst>
                <a:gd name="connsiteX0" fmla="*/ 884 w 2506"/>
                <a:gd name="connsiteY0" fmla="*/ 0 h 5087"/>
                <a:gd name="connsiteX1" fmla="*/ 1696 w 2506"/>
                <a:gd name="connsiteY1" fmla="*/ 4871 h 5087"/>
                <a:gd name="connsiteX2" fmla="*/ 2507 w 2506"/>
                <a:gd name="connsiteY2" fmla="*/ 2436 h 5087"/>
                <a:gd name="connsiteX3" fmla="*/ 884 w 2506"/>
                <a:gd name="connsiteY3" fmla="*/ 0 h 5087"/>
              </a:gdLst>
              <a:ahLst/>
              <a:cxnLst>
                <a:cxn ang="0">
                  <a:pos x="connsiteX0" y="connsiteY0"/>
                </a:cxn>
                <a:cxn ang="0">
                  <a:pos x="connsiteX1" y="connsiteY1"/>
                </a:cxn>
                <a:cxn ang="0">
                  <a:pos x="connsiteX2" y="connsiteY2"/>
                </a:cxn>
                <a:cxn ang="0">
                  <a:pos x="connsiteX3" y="connsiteY3"/>
                </a:cxn>
              </a:cxnLst>
              <a:rect l="l" t="t" r="r" b="b"/>
              <a:pathLst>
                <a:path w="2506" h="5087">
                  <a:moveTo>
                    <a:pt x="884" y="0"/>
                  </a:moveTo>
                  <a:cubicBezTo>
                    <a:pt x="-738" y="0"/>
                    <a:pt x="73" y="4059"/>
                    <a:pt x="1696" y="4871"/>
                  </a:cubicBezTo>
                  <a:cubicBezTo>
                    <a:pt x="2507" y="5683"/>
                    <a:pt x="2507" y="4059"/>
                    <a:pt x="2507" y="2436"/>
                  </a:cubicBezTo>
                  <a:cubicBezTo>
                    <a:pt x="2507" y="1624"/>
                    <a:pt x="1696" y="0"/>
                    <a:pt x="884" y="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5" name="Freeform 23">
              <a:extLst>
                <a:ext uri="{FF2B5EF4-FFF2-40B4-BE49-F238E27FC236}">
                  <a16:creationId xmlns:a16="http://schemas.microsoft.com/office/drawing/2014/main" id="{582BE32C-692E-BCD9-4C02-C851E403C326}"/>
                </a:ext>
              </a:extLst>
            </p:cNvPr>
            <p:cNvSpPr/>
            <p:nvPr/>
          </p:nvSpPr>
          <p:spPr>
            <a:xfrm>
              <a:off x="6140102" y="3684183"/>
              <a:ext cx="2839" cy="3813"/>
            </a:xfrm>
            <a:custGeom>
              <a:avLst/>
              <a:gdLst>
                <a:gd name="connsiteX0" fmla="*/ 1622 w 2839"/>
                <a:gd name="connsiteY0" fmla="*/ 845 h 3813"/>
                <a:gd name="connsiteX1" fmla="*/ 0 w 2839"/>
                <a:gd name="connsiteY1" fmla="*/ 3280 h 3813"/>
                <a:gd name="connsiteX2" fmla="*/ 1622 w 2839"/>
                <a:gd name="connsiteY2" fmla="*/ 2469 h 3813"/>
                <a:gd name="connsiteX3" fmla="*/ 1622 w 2839"/>
                <a:gd name="connsiteY3" fmla="*/ 845 h 3813"/>
              </a:gdLst>
              <a:ahLst/>
              <a:cxnLst>
                <a:cxn ang="0">
                  <a:pos x="connsiteX0" y="connsiteY0"/>
                </a:cxn>
                <a:cxn ang="0">
                  <a:pos x="connsiteX1" y="connsiteY1"/>
                </a:cxn>
                <a:cxn ang="0">
                  <a:pos x="connsiteX2" y="connsiteY2"/>
                </a:cxn>
                <a:cxn ang="0">
                  <a:pos x="connsiteX3" y="connsiteY3"/>
                </a:cxn>
              </a:cxnLst>
              <a:rect l="l" t="t" r="r" b="b"/>
              <a:pathLst>
                <a:path w="2839" h="3813">
                  <a:moveTo>
                    <a:pt x="1622" y="845"/>
                  </a:moveTo>
                  <a:cubicBezTo>
                    <a:pt x="811" y="1657"/>
                    <a:pt x="0" y="2469"/>
                    <a:pt x="0" y="3280"/>
                  </a:cubicBezTo>
                  <a:cubicBezTo>
                    <a:pt x="0" y="4092"/>
                    <a:pt x="811" y="4092"/>
                    <a:pt x="1622" y="2469"/>
                  </a:cubicBezTo>
                  <a:cubicBezTo>
                    <a:pt x="3245" y="33"/>
                    <a:pt x="3245" y="-779"/>
                    <a:pt x="1622" y="845"/>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6" name="Freeform 24">
              <a:extLst>
                <a:ext uri="{FF2B5EF4-FFF2-40B4-BE49-F238E27FC236}">
                  <a16:creationId xmlns:a16="http://schemas.microsoft.com/office/drawing/2014/main" id="{3ED1C7B0-553F-6658-035F-F2658FAE5E7E}"/>
                </a:ext>
              </a:extLst>
            </p:cNvPr>
            <p:cNvSpPr/>
            <p:nvPr/>
          </p:nvSpPr>
          <p:spPr>
            <a:xfrm>
              <a:off x="6131989" y="3704209"/>
              <a:ext cx="2028" cy="3677"/>
            </a:xfrm>
            <a:custGeom>
              <a:avLst/>
              <a:gdLst>
                <a:gd name="connsiteX0" fmla="*/ 811 w 2028"/>
                <a:gd name="connsiteY0" fmla="*/ 2740 h 3677"/>
                <a:gd name="connsiteX1" fmla="*/ 811 w 2028"/>
                <a:gd name="connsiteY1" fmla="*/ 304 h 3677"/>
                <a:gd name="connsiteX2" fmla="*/ 0 w 2028"/>
                <a:gd name="connsiteY2" fmla="*/ 2740 h 3677"/>
                <a:gd name="connsiteX3" fmla="*/ 811 w 2028"/>
                <a:gd name="connsiteY3" fmla="*/ 2740 h 3677"/>
              </a:gdLst>
              <a:ahLst/>
              <a:cxnLst>
                <a:cxn ang="0">
                  <a:pos x="connsiteX0" y="connsiteY0"/>
                </a:cxn>
                <a:cxn ang="0">
                  <a:pos x="connsiteX1" y="connsiteY1"/>
                </a:cxn>
                <a:cxn ang="0">
                  <a:pos x="connsiteX2" y="connsiteY2"/>
                </a:cxn>
                <a:cxn ang="0">
                  <a:pos x="connsiteX3" y="connsiteY3"/>
                </a:cxn>
              </a:cxnLst>
              <a:rect l="l" t="t" r="r" b="b"/>
              <a:pathLst>
                <a:path w="2028" h="3677">
                  <a:moveTo>
                    <a:pt x="811" y="2740"/>
                  </a:moveTo>
                  <a:cubicBezTo>
                    <a:pt x="2434" y="304"/>
                    <a:pt x="2434" y="-507"/>
                    <a:pt x="811" y="304"/>
                  </a:cubicBezTo>
                  <a:cubicBezTo>
                    <a:pt x="0" y="1116"/>
                    <a:pt x="0" y="1928"/>
                    <a:pt x="0" y="2740"/>
                  </a:cubicBezTo>
                  <a:cubicBezTo>
                    <a:pt x="0" y="3552"/>
                    <a:pt x="0" y="4364"/>
                    <a:pt x="811" y="2740"/>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sp>
          <p:nvSpPr>
            <p:cNvPr id="47" name="Freeform 25">
              <a:extLst>
                <a:ext uri="{FF2B5EF4-FFF2-40B4-BE49-F238E27FC236}">
                  <a16:creationId xmlns:a16="http://schemas.microsoft.com/office/drawing/2014/main" id="{42EE819C-7EAB-CD12-22FC-6D3E5C14FC61}"/>
                </a:ext>
              </a:extLst>
            </p:cNvPr>
            <p:cNvSpPr/>
            <p:nvPr/>
          </p:nvSpPr>
          <p:spPr>
            <a:xfrm>
              <a:off x="6245298" y="3497938"/>
              <a:ext cx="480245" cy="159486"/>
            </a:xfrm>
            <a:custGeom>
              <a:avLst/>
              <a:gdLst>
                <a:gd name="connsiteX0" fmla="*/ 478952 w 480245"/>
                <a:gd name="connsiteY0" fmla="*/ 40952 h 159486"/>
                <a:gd name="connsiteX1" fmla="*/ 471650 w 480245"/>
                <a:gd name="connsiteY1" fmla="*/ 43388 h 159486"/>
                <a:gd name="connsiteX2" fmla="*/ 448933 w 480245"/>
                <a:gd name="connsiteY2" fmla="*/ 55566 h 159486"/>
                <a:gd name="connsiteX3" fmla="*/ 439197 w 480245"/>
                <a:gd name="connsiteY3" fmla="*/ 61249 h 159486"/>
                <a:gd name="connsiteX4" fmla="*/ 392952 w 480245"/>
                <a:gd name="connsiteY4" fmla="*/ 84794 h 159486"/>
                <a:gd name="connsiteX5" fmla="*/ 384839 w 480245"/>
                <a:gd name="connsiteY5" fmla="*/ 88041 h 159486"/>
                <a:gd name="connsiteX6" fmla="*/ 353198 w 480245"/>
                <a:gd name="connsiteY6" fmla="*/ 99407 h 159486"/>
                <a:gd name="connsiteX7" fmla="*/ 335349 w 480245"/>
                <a:gd name="connsiteY7" fmla="*/ 101843 h 159486"/>
                <a:gd name="connsiteX8" fmla="*/ 323179 w 480245"/>
                <a:gd name="connsiteY8" fmla="*/ 99407 h 159486"/>
                <a:gd name="connsiteX9" fmla="*/ 321556 w 480245"/>
                <a:gd name="connsiteY9" fmla="*/ 75051 h 159486"/>
                <a:gd name="connsiteX10" fmla="*/ 337783 w 480245"/>
                <a:gd name="connsiteY10" fmla="*/ 31210 h 159486"/>
                <a:gd name="connsiteX11" fmla="*/ 328858 w 480245"/>
                <a:gd name="connsiteY11" fmla="*/ 9289 h 159486"/>
                <a:gd name="connsiteX12" fmla="*/ 328047 w 480245"/>
                <a:gd name="connsiteY12" fmla="*/ 8477 h 159486"/>
                <a:gd name="connsiteX13" fmla="*/ 323179 w 480245"/>
                <a:gd name="connsiteY13" fmla="*/ 6041 h 159486"/>
                <a:gd name="connsiteX14" fmla="*/ 317500 w 480245"/>
                <a:gd name="connsiteY14" fmla="*/ 8477 h 159486"/>
                <a:gd name="connsiteX15" fmla="*/ 311009 w 480245"/>
                <a:gd name="connsiteY15" fmla="*/ 11725 h 159486"/>
                <a:gd name="connsiteX16" fmla="*/ 310198 w 480245"/>
                <a:gd name="connsiteY16" fmla="*/ 12536 h 159486"/>
                <a:gd name="connsiteX17" fmla="*/ 303707 w 480245"/>
                <a:gd name="connsiteY17" fmla="*/ 20655 h 159486"/>
                <a:gd name="connsiteX18" fmla="*/ 280991 w 480245"/>
                <a:gd name="connsiteY18" fmla="*/ 47447 h 159486"/>
                <a:gd name="connsiteX19" fmla="*/ 238802 w 480245"/>
                <a:gd name="connsiteY19" fmla="*/ 100219 h 159486"/>
                <a:gd name="connsiteX20" fmla="*/ 224199 w 480245"/>
                <a:gd name="connsiteY20" fmla="*/ 112398 h 159486"/>
                <a:gd name="connsiteX21" fmla="*/ 223387 w 480245"/>
                <a:gd name="connsiteY21" fmla="*/ 113210 h 159486"/>
                <a:gd name="connsiteX22" fmla="*/ 220953 w 480245"/>
                <a:gd name="connsiteY22" fmla="*/ 115645 h 159486"/>
                <a:gd name="connsiteX23" fmla="*/ 216896 w 480245"/>
                <a:gd name="connsiteY23" fmla="*/ 118081 h 159486"/>
                <a:gd name="connsiteX24" fmla="*/ 207972 w 480245"/>
                <a:gd name="connsiteY24" fmla="*/ 123764 h 159486"/>
                <a:gd name="connsiteX25" fmla="*/ 205538 w 480245"/>
                <a:gd name="connsiteY25" fmla="*/ 121328 h 159486"/>
                <a:gd name="connsiteX26" fmla="*/ 237179 w 480245"/>
                <a:gd name="connsiteY26" fmla="*/ 66120 h 159486"/>
                <a:gd name="connsiteX27" fmla="*/ 246915 w 480245"/>
                <a:gd name="connsiteY27" fmla="*/ 51507 h 159486"/>
                <a:gd name="connsiteX28" fmla="*/ 258274 w 480245"/>
                <a:gd name="connsiteY28" fmla="*/ 37705 h 159486"/>
                <a:gd name="connsiteX29" fmla="*/ 271255 w 480245"/>
                <a:gd name="connsiteY29" fmla="*/ 12536 h 159486"/>
                <a:gd name="connsiteX30" fmla="*/ 257462 w 480245"/>
                <a:gd name="connsiteY30" fmla="*/ 358 h 159486"/>
                <a:gd name="connsiteX31" fmla="*/ 229066 w 480245"/>
                <a:gd name="connsiteY31" fmla="*/ 9289 h 159486"/>
                <a:gd name="connsiteX32" fmla="*/ 222576 w 480245"/>
                <a:gd name="connsiteY32" fmla="*/ 16596 h 159486"/>
                <a:gd name="connsiteX33" fmla="*/ 218519 w 480245"/>
                <a:gd name="connsiteY33" fmla="*/ 22279 h 159486"/>
                <a:gd name="connsiteX34" fmla="*/ 216896 w 480245"/>
                <a:gd name="connsiteY34" fmla="*/ 24714 h 159486"/>
                <a:gd name="connsiteX35" fmla="*/ 202293 w 480245"/>
                <a:gd name="connsiteY35" fmla="*/ 45011 h 159486"/>
                <a:gd name="connsiteX36" fmla="*/ 195802 w 480245"/>
                <a:gd name="connsiteY36" fmla="*/ 55566 h 159486"/>
                <a:gd name="connsiteX37" fmla="*/ 191746 w 480245"/>
                <a:gd name="connsiteY37" fmla="*/ 62061 h 159486"/>
                <a:gd name="connsiteX38" fmla="*/ 172274 w 480245"/>
                <a:gd name="connsiteY38" fmla="*/ 63685 h 159486"/>
                <a:gd name="connsiteX39" fmla="*/ 145501 w 480245"/>
                <a:gd name="connsiteY39" fmla="*/ 58813 h 159486"/>
                <a:gd name="connsiteX40" fmla="*/ 147124 w 480245"/>
                <a:gd name="connsiteY40" fmla="*/ 49071 h 159486"/>
                <a:gd name="connsiteX41" fmla="*/ 143878 w 480245"/>
                <a:gd name="connsiteY41" fmla="*/ 58002 h 159486"/>
                <a:gd name="connsiteX42" fmla="*/ 143067 w 480245"/>
                <a:gd name="connsiteY42" fmla="*/ 49883 h 159486"/>
                <a:gd name="connsiteX43" fmla="*/ 144690 w 480245"/>
                <a:gd name="connsiteY43" fmla="*/ 45011 h 159486"/>
                <a:gd name="connsiteX44" fmla="*/ 142256 w 480245"/>
                <a:gd name="connsiteY44" fmla="*/ 44200 h 159486"/>
                <a:gd name="connsiteX45" fmla="*/ 130897 w 480245"/>
                <a:gd name="connsiteY45" fmla="*/ 13348 h 159486"/>
                <a:gd name="connsiteX46" fmla="*/ 111426 w 480245"/>
                <a:gd name="connsiteY46" fmla="*/ 6041 h 159486"/>
                <a:gd name="connsiteX47" fmla="*/ 105747 w 480245"/>
                <a:gd name="connsiteY47" fmla="*/ 7665 h 159486"/>
                <a:gd name="connsiteX48" fmla="*/ 107369 w 480245"/>
                <a:gd name="connsiteY48" fmla="*/ 33645 h 159486"/>
                <a:gd name="connsiteX49" fmla="*/ 113860 w 480245"/>
                <a:gd name="connsiteY49" fmla="*/ 58002 h 159486"/>
                <a:gd name="connsiteX50" fmla="*/ 74916 w 480245"/>
                <a:gd name="connsiteY50" fmla="*/ 109962 h 159486"/>
                <a:gd name="connsiteX51" fmla="*/ 31106 w 480245"/>
                <a:gd name="connsiteY51" fmla="*/ 137566 h 159486"/>
                <a:gd name="connsiteX52" fmla="*/ 31917 w 480245"/>
                <a:gd name="connsiteY52" fmla="*/ 122952 h 159486"/>
                <a:gd name="connsiteX53" fmla="*/ 60313 w 480245"/>
                <a:gd name="connsiteY53" fmla="*/ 80734 h 159486"/>
                <a:gd name="connsiteX54" fmla="*/ 61124 w 480245"/>
                <a:gd name="connsiteY54" fmla="*/ 79922 h 159486"/>
                <a:gd name="connsiteX55" fmla="*/ 92765 w 480245"/>
                <a:gd name="connsiteY55" fmla="*/ 53130 h 159486"/>
                <a:gd name="connsiteX56" fmla="*/ 78162 w 480245"/>
                <a:gd name="connsiteY56" fmla="*/ 26338 h 159486"/>
                <a:gd name="connsiteX57" fmla="*/ 36785 w 480245"/>
                <a:gd name="connsiteY57" fmla="*/ 47447 h 159486"/>
                <a:gd name="connsiteX58" fmla="*/ 10823 w 480245"/>
                <a:gd name="connsiteY58" fmla="*/ 84794 h 159486"/>
                <a:gd name="connsiteX59" fmla="*/ 9200 w 480245"/>
                <a:gd name="connsiteY59" fmla="*/ 88853 h 159486"/>
                <a:gd name="connsiteX60" fmla="*/ 5143 w 480245"/>
                <a:gd name="connsiteY60" fmla="*/ 99407 h 159486"/>
                <a:gd name="connsiteX61" fmla="*/ 1898 w 480245"/>
                <a:gd name="connsiteY61" fmla="*/ 130259 h 159486"/>
                <a:gd name="connsiteX62" fmla="*/ 9200 w 480245"/>
                <a:gd name="connsiteY62" fmla="*/ 142437 h 159486"/>
                <a:gd name="connsiteX63" fmla="*/ 12445 w 480245"/>
                <a:gd name="connsiteY63" fmla="*/ 146496 h 159486"/>
                <a:gd name="connsiteX64" fmla="*/ 42464 w 480245"/>
                <a:gd name="connsiteY64" fmla="*/ 159487 h 159486"/>
                <a:gd name="connsiteX65" fmla="*/ 61124 w 480245"/>
                <a:gd name="connsiteY65" fmla="*/ 153804 h 159486"/>
                <a:gd name="connsiteX66" fmla="*/ 69238 w 480245"/>
                <a:gd name="connsiteY66" fmla="*/ 149744 h 159486"/>
                <a:gd name="connsiteX67" fmla="*/ 117105 w 480245"/>
                <a:gd name="connsiteY67" fmla="*/ 108338 h 159486"/>
                <a:gd name="connsiteX68" fmla="*/ 119539 w 480245"/>
                <a:gd name="connsiteY68" fmla="*/ 104279 h 159486"/>
                <a:gd name="connsiteX69" fmla="*/ 129275 w 480245"/>
                <a:gd name="connsiteY69" fmla="*/ 89665 h 159486"/>
                <a:gd name="connsiteX70" fmla="*/ 133331 w 480245"/>
                <a:gd name="connsiteY70" fmla="*/ 83170 h 159486"/>
                <a:gd name="connsiteX71" fmla="*/ 155237 w 480245"/>
                <a:gd name="connsiteY71" fmla="*/ 87229 h 159486"/>
                <a:gd name="connsiteX72" fmla="*/ 182010 w 480245"/>
                <a:gd name="connsiteY72" fmla="*/ 83170 h 159486"/>
                <a:gd name="connsiteX73" fmla="*/ 177953 w 480245"/>
                <a:gd name="connsiteY73" fmla="*/ 110774 h 159486"/>
                <a:gd name="connsiteX74" fmla="*/ 186067 w 480245"/>
                <a:gd name="connsiteY74" fmla="*/ 127011 h 159486"/>
                <a:gd name="connsiteX75" fmla="*/ 190123 w 480245"/>
                <a:gd name="connsiteY75" fmla="*/ 131071 h 159486"/>
                <a:gd name="connsiteX76" fmla="*/ 213652 w 480245"/>
                <a:gd name="connsiteY76" fmla="*/ 147308 h 159486"/>
                <a:gd name="connsiteX77" fmla="*/ 229878 w 480245"/>
                <a:gd name="connsiteY77" fmla="*/ 137566 h 159486"/>
                <a:gd name="connsiteX78" fmla="*/ 292349 w 480245"/>
                <a:gd name="connsiteY78" fmla="*/ 71804 h 159486"/>
                <a:gd name="connsiteX79" fmla="*/ 291538 w 480245"/>
                <a:gd name="connsiteY79" fmla="*/ 88853 h 159486"/>
                <a:gd name="connsiteX80" fmla="*/ 314254 w 480245"/>
                <a:gd name="connsiteY80" fmla="*/ 118081 h 159486"/>
                <a:gd name="connsiteX81" fmla="*/ 337783 w 480245"/>
                <a:gd name="connsiteY81" fmla="*/ 123764 h 159486"/>
                <a:gd name="connsiteX82" fmla="*/ 345896 w 480245"/>
                <a:gd name="connsiteY82" fmla="*/ 126199 h 159486"/>
                <a:gd name="connsiteX83" fmla="*/ 386462 w 480245"/>
                <a:gd name="connsiteY83" fmla="*/ 120516 h 159486"/>
                <a:gd name="connsiteX84" fmla="*/ 397820 w 480245"/>
                <a:gd name="connsiteY84" fmla="*/ 114021 h 159486"/>
                <a:gd name="connsiteX85" fmla="*/ 424594 w 480245"/>
                <a:gd name="connsiteY85" fmla="*/ 100219 h 159486"/>
                <a:gd name="connsiteX86" fmla="*/ 422160 w 480245"/>
                <a:gd name="connsiteY86" fmla="*/ 99407 h 159486"/>
                <a:gd name="connsiteX87" fmla="*/ 408367 w 480245"/>
                <a:gd name="connsiteY87" fmla="*/ 105091 h 159486"/>
                <a:gd name="connsiteX88" fmla="*/ 406744 w 480245"/>
                <a:gd name="connsiteY88" fmla="*/ 104279 h 159486"/>
                <a:gd name="connsiteX89" fmla="*/ 414047 w 480245"/>
                <a:gd name="connsiteY89" fmla="*/ 100219 h 159486"/>
                <a:gd name="connsiteX90" fmla="*/ 421348 w 480245"/>
                <a:gd name="connsiteY90" fmla="*/ 95348 h 159486"/>
                <a:gd name="connsiteX91" fmla="*/ 426216 w 480245"/>
                <a:gd name="connsiteY91" fmla="*/ 91289 h 159486"/>
                <a:gd name="connsiteX92" fmla="*/ 429461 w 480245"/>
                <a:gd name="connsiteY92" fmla="*/ 88853 h 159486"/>
                <a:gd name="connsiteX93" fmla="*/ 427838 w 480245"/>
                <a:gd name="connsiteY93" fmla="*/ 88041 h 159486"/>
                <a:gd name="connsiteX94" fmla="*/ 429461 w 480245"/>
                <a:gd name="connsiteY94" fmla="*/ 86417 h 159486"/>
                <a:gd name="connsiteX95" fmla="*/ 436763 w 480245"/>
                <a:gd name="connsiteY95" fmla="*/ 80734 h 159486"/>
                <a:gd name="connsiteX96" fmla="*/ 444065 w 480245"/>
                <a:gd name="connsiteY96" fmla="*/ 75051 h 159486"/>
                <a:gd name="connsiteX97" fmla="*/ 466782 w 480245"/>
                <a:gd name="connsiteY97" fmla="*/ 51507 h 159486"/>
                <a:gd name="connsiteX98" fmla="*/ 467593 w 480245"/>
                <a:gd name="connsiteY98" fmla="*/ 49883 h 159486"/>
                <a:gd name="connsiteX99" fmla="*/ 474895 w 480245"/>
                <a:gd name="connsiteY99" fmla="*/ 45823 h 159486"/>
                <a:gd name="connsiteX100" fmla="*/ 478952 w 480245"/>
                <a:gd name="connsiteY100" fmla="*/ 40952 h 159486"/>
                <a:gd name="connsiteX101" fmla="*/ 203916 w 480245"/>
                <a:gd name="connsiteY101" fmla="*/ 52319 h 159486"/>
                <a:gd name="connsiteX102" fmla="*/ 202293 w 480245"/>
                <a:gd name="connsiteY102" fmla="*/ 53942 h 159486"/>
                <a:gd name="connsiteX103" fmla="*/ 203105 w 480245"/>
                <a:gd name="connsiteY103" fmla="*/ 57190 h 159486"/>
                <a:gd name="connsiteX104" fmla="*/ 203916 w 480245"/>
                <a:gd name="connsiteY104" fmla="*/ 58813 h 159486"/>
                <a:gd name="connsiteX105" fmla="*/ 203105 w 480245"/>
                <a:gd name="connsiteY105" fmla="*/ 59625 h 159486"/>
                <a:gd name="connsiteX106" fmla="*/ 202293 w 480245"/>
                <a:gd name="connsiteY106" fmla="*/ 59625 h 159486"/>
                <a:gd name="connsiteX107" fmla="*/ 201482 w 480245"/>
                <a:gd name="connsiteY107" fmla="*/ 59625 h 159486"/>
                <a:gd name="connsiteX108" fmla="*/ 199048 w 480245"/>
                <a:gd name="connsiteY108" fmla="*/ 60437 h 159486"/>
                <a:gd name="connsiteX109" fmla="*/ 196614 w 480245"/>
                <a:gd name="connsiteY109" fmla="*/ 61249 h 159486"/>
                <a:gd name="connsiteX110" fmla="*/ 196614 w 480245"/>
                <a:gd name="connsiteY110" fmla="*/ 60437 h 159486"/>
                <a:gd name="connsiteX111" fmla="*/ 205538 w 480245"/>
                <a:gd name="connsiteY111" fmla="*/ 46635 h 159486"/>
                <a:gd name="connsiteX112" fmla="*/ 208783 w 480245"/>
                <a:gd name="connsiteY112" fmla="*/ 42576 h 159486"/>
                <a:gd name="connsiteX113" fmla="*/ 212840 w 480245"/>
                <a:gd name="connsiteY113" fmla="*/ 38516 h 159486"/>
                <a:gd name="connsiteX114" fmla="*/ 214463 w 480245"/>
                <a:gd name="connsiteY114" fmla="*/ 37705 h 159486"/>
                <a:gd name="connsiteX115" fmla="*/ 220953 w 480245"/>
                <a:gd name="connsiteY115" fmla="*/ 25526 h 159486"/>
                <a:gd name="connsiteX116" fmla="*/ 220953 w 480245"/>
                <a:gd name="connsiteY116" fmla="*/ 27150 h 159486"/>
                <a:gd name="connsiteX117" fmla="*/ 222576 w 480245"/>
                <a:gd name="connsiteY117" fmla="*/ 27962 h 159486"/>
                <a:gd name="connsiteX118" fmla="*/ 223387 w 480245"/>
                <a:gd name="connsiteY118" fmla="*/ 24714 h 159486"/>
                <a:gd name="connsiteX119" fmla="*/ 224199 w 480245"/>
                <a:gd name="connsiteY119" fmla="*/ 19843 h 159486"/>
                <a:gd name="connsiteX120" fmla="*/ 226632 w 480245"/>
                <a:gd name="connsiteY120" fmla="*/ 20655 h 159486"/>
                <a:gd name="connsiteX121" fmla="*/ 225010 w 480245"/>
                <a:gd name="connsiteY121" fmla="*/ 23091 h 159486"/>
                <a:gd name="connsiteX122" fmla="*/ 225010 w 480245"/>
                <a:gd name="connsiteY122" fmla="*/ 23903 h 159486"/>
                <a:gd name="connsiteX123" fmla="*/ 227444 w 480245"/>
                <a:gd name="connsiteY123" fmla="*/ 19031 h 159486"/>
                <a:gd name="connsiteX124" fmla="*/ 231501 w 480245"/>
                <a:gd name="connsiteY124" fmla="*/ 11725 h 159486"/>
                <a:gd name="connsiteX125" fmla="*/ 237991 w 480245"/>
                <a:gd name="connsiteY125" fmla="*/ 8477 h 159486"/>
                <a:gd name="connsiteX126" fmla="*/ 237179 w 480245"/>
                <a:gd name="connsiteY126" fmla="*/ 13348 h 159486"/>
                <a:gd name="connsiteX127" fmla="*/ 233934 w 480245"/>
                <a:gd name="connsiteY127" fmla="*/ 16596 h 159486"/>
                <a:gd name="connsiteX128" fmla="*/ 231501 w 480245"/>
                <a:gd name="connsiteY128" fmla="*/ 19843 h 159486"/>
                <a:gd name="connsiteX129" fmla="*/ 230689 w 480245"/>
                <a:gd name="connsiteY129" fmla="*/ 21467 h 159486"/>
                <a:gd name="connsiteX130" fmla="*/ 228255 w 480245"/>
                <a:gd name="connsiteY130" fmla="*/ 24714 h 159486"/>
                <a:gd name="connsiteX131" fmla="*/ 225821 w 480245"/>
                <a:gd name="connsiteY131" fmla="*/ 29586 h 159486"/>
                <a:gd name="connsiteX132" fmla="*/ 220953 w 480245"/>
                <a:gd name="connsiteY132" fmla="*/ 32022 h 159486"/>
                <a:gd name="connsiteX133" fmla="*/ 216896 w 480245"/>
                <a:gd name="connsiteY133" fmla="*/ 32833 h 159486"/>
                <a:gd name="connsiteX134" fmla="*/ 218519 w 480245"/>
                <a:gd name="connsiteY134" fmla="*/ 34457 h 159486"/>
                <a:gd name="connsiteX135" fmla="*/ 220953 w 480245"/>
                <a:gd name="connsiteY135" fmla="*/ 36081 h 159486"/>
                <a:gd name="connsiteX136" fmla="*/ 218519 w 480245"/>
                <a:gd name="connsiteY136" fmla="*/ 36893 h 159486"/>
                <a:gd name="connsiteX137" fmla="*/ 216896 w 480245"/>
                <a:gd name="connsiteY137" fmla="*/ 36893 h 159486"/>
                <a:gd name="connsiteX138" fmla="*/ 216085 w 480245"/>
                <a:gd name="connsiteY138" fmla="*/ 43388 h 159486"/>
                <a:gd name="connsiteX139" fmla="*/ 212029 w 480245"/>
                <a:gd name="connsiteY139" fmla="*/ 42576 h 159486"/>
                <a:gd name="connsiteX140" fmla="*/ 212029 w 480245"/>
                <a:gd name="connsiteY140" fmla="*/ 44200 h 159486"/>
                <a:gd name="connsiteX141" fmla="*/ 212029 w 480245"/>
                <a:gd name="connsiteY141" fmla="*/ 49883 h 159486"/>
                <a:gd name="connsiteX142" fmla="*/ 211218 w 480245"/>
                <a:gd name="connsiteY142" fmla="*/ 52319 h 159486"/>
                <a:gd name="connsiteX143" fmla="*/ 208783 w 480245"/>
                <a:gd name="connsiteY143" fmla="*/ 54754 h 159486"/>
                <a:gd name="connsiteX144" fmla="*/ 203916 w 480245"/>
                <a:gd name="connsiteY144" fmla="*/ 52319 h 1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480245" h="159486">
                  <a:moveTo>
                    <a:pt x="478952" y="40952"/>
                  </a:moveTo>
                  <a:cubicBezTo>
                    <a:pt x="477329" y="40952"/>
                    <a:pt x="474084" y="41764"/>
                    <a:pt x="471650" y="43388"/>
                  </a:cubicBezTo>
                  <a:cubicBezTo>
                    <a:pt x="466782" y="46635"/>
                    <a:pt x="462725" y="48259"/>
                    <a:pt x="448933" y="55566"/>
                  </a:cubicBezTo>
                  <a:cubicBezTo>
                    <a:pt x="444876" y="58002"/>
                    <a:pt x="440820" y="60437"/>
                    <a:pt x="439197" y="61249"/>
                  </a:cubicBezTo>
                  <a:cubicBezTo>
                    <a:pt x="435141" y="63685"/>
                    <a:pt x="398631" y="83170"/>
                    <a:pt x="392952" y="84794"/>
                  </a:cubicBezTo>
                  <a:cubicBezTo>
                    <a:pt x="390518" y="85605"/>
                    <a:pt x="386462" y="87229"/>
                    <a:pt x="384839" y="88041"/>
                  </a:cubicBezTo>
                  <a:cubicBezTo>
                    <a:pt x="379160" y="90477"/>
                    <a:pt x="362933" y="96972"/>
                    <a:pt x="353198" y="99407"/>
                  </a:cubicBezTo>
                  <a:cubicBezTo>
                    <a:pt x="348330" y="101031"/>
                    <a:pt x="341839" y="101843"/>
                    <a:pt x="335349" y="101843"/>
                  </a:cubicBezTo>
                  <a:cubicBezTo>
                    <a:pt x="329670" y="101843"/>
                    <a:pt x="324802" y="101031"/>
                    <a:pt x="323179" y="99407"/>
                  </a:cubicBezTo>
                  <a:cubicBezTo>
                    <a:pt x="321556" y="97784"/>
                    <a:pt x="319934" y="88853"/>
                    <a:pt x="321556" y="75051"/>
                  </a:cubicBezTo>
                  <a:cubicBezTo>
                    <a:pt x="322367" y="68556"/>
                    <a:pt x="331292" y="46635"/>
                    <a:pt x="337783" y="31210"/>
                  </a:cubicBezTo>
                  <a:cubicBezTo>
                    <a:pt x="341839" y="20655"/>
                    <a:pt x="336972" y="13348"/>
                    <a:pt x="328858" y="9289"/>
                  </a:cubicBezTo>
                  <a:cubicBezTo>
                    <a:pt x="328858" y="9289"/>
                    <a:pt x="328858" y="8477"/>
                    <a:pt x="328047" y="8477"/>
                  </a:cubicBezTo>
                  <a:cubicBezTo>
                    <a:pt x="326424" y="6853"/>
                    <a:pt x="324802" y="6041"/>
                    <a:pt x="323179" y="6041"/>
                  </a:cubicBezTo>
                  <a:cubicBezTo>
                    <a:pt x="321556" y="6041"/>
                    <a:pt x="319123" y="6853"/>
                    <a:pt x="317500" y="8477"/>
                  </a:cubicBezTo>
                  <a:cubicBezTo>
                    <a:pt x="315066" y="10913"/>
                    <a:pt x="311820" y="12536"/>
                    <a:pt x="311009" y="11725"/>
                  </a:cubicBezTo>
                  <a:cubicBezTo>
                    <a:pt x="310198" y="11725"/>
                    <a:pt x="309387" y="11725"/>
                    <a:pt x="310198" y="12536"/>
                  </a:cubicBezTo>
                  <a:cubicBezTo>
                    <a:pt x="310198" y="13348"/>
                    <a:pt x="307764" y="16596"/>
                    <a:pt x="303707" y="20655"/>
                  </a:cubicBezTo>
                  <a:cubicBezTo>
                    <a:pt x="299651" y="24714"/>
                    <a:pt x="289104" y="36081"/>
                    <a:pt x="280991" y="47447"/>
                  </a:cubicBezTo>
                  <a:cubicBezTo>
                    <a:pt x="261519" y="71804"/>
                    <a:pt x="255028" y="83982"/>
                    <a:pt x="238802" y="100219"/>
                  </a:cubicBezTo>
                  <a:cubicBezTo>
                    <a:pt x="231501" y="107526"/>
                    <a:pt x="225010" y="113210"/>
                    <a:pt x="224199" y="112398"/>
                  </a:cubicBezTo>
                  <a:cubicBezTo>
                    <a:pt x="223387" y="112398"/>
                    <a:pt x="223387" y="112398"/>
                    <a:pt x="223387" y="113210"/>
                  </a:cubicBezTo>
                  <a:cubicBezTo>
                    <a:pt x="223387" y="114021"/>
                    <a:pt x="222576" y="115645"/>
                    <a:pt x="220953" y="115645"/>
                  </a:cubicBezTo>
                  <a:cubicBezTo>
                    <a:pt x="219331" y="115645"/>
                    <a:pt x="217708" y="117269"/>
                    <a:pt x="216896" y="118081"/>
                  </a:cubicBezTo>
                  <a:cubicBezTo>
                    <a:pt x="212840" y="122140"/>
                    <a:pt x="209595" y="123764"/>
                    <a:pt x="207972" y="123764"/>
                  </a:cubicBezTo>
                  <a:cubicBezTo>
                    <a:pt x="206349" y="123764"/>
                    <a:pt x="205538" y="122952"/>
                    <a:pt x="205538" y="121328"/>
                  </a:cubicBezTo>
                  <a:cubicBezTo>
                    <a:pt x="204727" y="114021"/>
                    <a:pt x="213652" y="97784"/>
                    <a:pt x="237179" y="66120"/>
                  </a:cubicBezTo>
                  <a:cubicBezTo>
                    <a:pt x="242048" y="59625"/>
                    <a:pt x="246915" y="53130"/>
                    <a:pt x="246915" y="51507"/>
                  </a:cubicBezTo>
                  <a:cubicBezTo>
                    <a:pt x="246915" y="50695"/>
                    <a:pt x="251783" y="44200"/>
                    <a:pt x="258274" y="37705"/>
                  </a:cubicBezTo>
                  <a:cubicBezTo>
                    <a:pt x="269632" y="25526"/>
                    <a:pt x="272066" y="20655"/>
                    <a:pt x="271255" y="12536"/>
                  </a:cubicBezTo>
                  <a:cubicBezTo>
                    <a:pt x="271255" y="10101"/>
                    <a:pt x="260708" y="358"/>
                    <a:pt x="257462" y="358"/>
                  </a:cubicBezTo>
                  <a:cubicBezTo>
                    <a:pt x="246915" y="-1266"/>
                    <a:pt x="233934" y="2794"/>
                    <a:pt x="229066" y="9289"/>
                  </a:cubicBezTo>
                  <a:cubicBezTo>
                    <a:pt x="227444" y="10913"/>
                    <a:pt x="225010" y="14160"/>
                    <a:pt x="222576" y="16596"/>
                  </a:cubicBezTo>
                  <a:cubicBezTo>
                    <a:pt x="220142" y="19031"/>
                    <a:pt x="218519" y="21467"/>
                    <a:pt x="218519" y="22279"/>
                  </a:cubicBezTo>
                  <a:cubicBezTo>
                    <a:pt x="218519" y="23091"/>
                    <a:pt x="217708" y="23903"/>
                    <a:pt x="216896" y="24714"/>
                  </a:cubicBezTo>
                  <a:cubicBezTo>
                    <a:pt x="215274" y="26338"/>
                    <a:pt x="207161" y="37705"/>
                    <a:pt x="202293" y="45011"/>
                  </a:cubicBezTo>
                  <a:cubicBezTo>
                    <a:pt x="200670" y="48259"/>
                    <a:pt x="197425" y="53130"/>
                    <a:pt x="195802" y="55566"/>
                  </a:cubicBezTo>
                  <a:cubicBezTo>
                    <a:pt x="194180" y="58002"/>
                    <a:pt x="193369" y="59625"/>
                    <a:pt x="191746" y="62061"/>
                  </a:cubicBezTo>
                  <a:cubicBezTo>
                    <a:pt x="185256" y="62873"/>
                    <a:pt x="178765" y="63685"/>
                    <a:pt x="172274" y="63685"/>
                  </a:cubicBezTo>
                  <a:cubicBezTo>
                    <a:pt x="163350" y="63685"/>
                    <a:pt x="153614" y="62061"/>
                    <a:pt x="145501" y="58813"/>
                  </a:cubicBezTo>
                  <a:cubicBezTo>
                    <a:pt x="146312" y="55566"/>
                    <a:pt x="147124" y="52319"/>
                    <a:pt x="147124" y="49071"/>
                  </a:cubicBezTo>
                  <a:cubicBezTo>
                    <a:pt x="147935" y="32022"/>
                    <a:pt x="144690" y="58002"/>
                    <a:pt x="143878" y="58002"/>
                  </a:cubicBezTo>
                  <a:cubicBezTo>
                    <a:pt x="140633" y="59625"/>
                    <a:pt x="145501" y="49883"/>
                    <a:pt x="143067" y="49883"/>
                  </a:cubicBezTo>
                  <a:cubicBezTo>
                    <a:pt x="138199" y="50695"/>
                    <a:pt x="144690" y="47447"/>
                    <a:pt x="144690" y="45011"/>
                  </a:cubicBezTo>
                  <a:cubicBezTo>
                    <a:pt x="145501" y="40952"/>
                    <a:pt x="142256" y="44200"/>
                    <a:pt x="142256" y="44200"/>
                  </a:cubicBezTo>
                  <a:cubicBezTo>
                    <a:pt x="139010" y="45011"/>
                    <a:pt x="145501" y="24714"/>
                    <a:pt x="130897" y="13348"/>
                  </a:cubicBezTo>
                  <a:cubicBezTo>
                    <a:pt x="126841" y="10101"/>
                    <a:pt x="117916" y="6041"/>
                    <a:pt x="111426" y="6041"/>
                  </a:cubicBezTo>
                  <a:cubicBezTo>
                    <a:pt x="108992" y="6041"/>
                    <a:pt x="107369" y="6041"/>
                    <a:pt x="105747" y="7665"/>
                  </a:cubicBezTo>
                  <a:cubicBezTo>
                    <a:pt x="101690" y="10913"/>
                    <a:pt x="106558" y="29586"/>
                    <a:pt x="107369" y="33645"/>
                  </a:cubicBezTo>
                  <a:cubicBezTo>
                    <a:pt x="108992" y="41764"/>
                    <a:pt x="112237" y="51507"/>
                    <a:pt x="113860" y="58002"/>
                  </a:cubicBezTo>
                  <a:cubicBezTo>
                    <a:pt x="115482" y="65308"/>
                    <a:pt x="80596" y="102655"/>
                    <a:pt x="74916" y="109962"/>
                  </a:cubicBezTo>
                  <a:cubicBezTo>
                    <a:pt x="65992" y="119704"/>
                    <a:pt x="43275" y="135942"/>
                    <a:pt x="31106" y="137566"/>
                  </a:cubicBezTo>
                  <a:cubicBezTo>
                    <a:pt x="28672" y="137566"/>
                    <a:pt x="28672" y="132695"/>
                    <a:pt x="31917" y="122952"/>
                  </a:cubicBezTo>
                  <a:cubicBezTo>
                    <a:pt x="36785" y="109150"/>
                    <a:pt x="48143" y="89665"/>
                    <a:pt x="60313" y="80734"/>
                  </a:cubicBezTo>
                  <a:lnTo>
                    <a:pt x="61124" y="79922"/>
                  </a:lnTo>
                  <a:cubicBezTo>
                    <a:pt x="72482" y="68556"/>
                    <a:pt x="82218" y="63685"/>
                    <a:pt x="92765" y="53130"/>
                  </a:cubicBezTo>
                  <a:cubicBezTo>
                    <a:pt x="109803" y="36893"/>
                    <a:pt x="97634" y="26338"/>
                    <a:pt x="78162" y="26338"/>
                  </a:cubicBezTo>
                  <a:cubicBezTo>
                    <a:pt x="57879" y="26338"/>
                    <a:pt x="49766" y="32833"/>
                    <a:pt x="36785" y="47447"/>
                  </a:cubicBezTo>
                  <a:cubicBezTo>
                    <a:pt x="27049" y="58813"/>
                    <a:pt x="18936" y="71804"/>
                    <a:pt x="10823" y="84794"/>
                  </a:cubicBezTo>
                  <a:cubicBezTo>
                    <a:pt x="10011" y="86417"/>
                    <a:pt x="8389" y="88041"/>
                    <a:pt x="9200" y="88853"/>
                  </a:cubicBezTo>
                  <a:cubicBezTo>
                    <a:pt x="9200" y="89665"/>
                    <a:pt x="7577" y="93724"/>
                    <a:pt x="5143" y="99407"/>
                  </a:cubicBezTo>
                  <a:cubicBezTo>
                    <a:pt x="-536" y="113210"/>
                    <a:pt x="-1347" y="119704"/>
                    <a:pt x="1898" y="130259"/>
                  </a:cubicBezTo>
                  <a:cubicBezTo>
                    <a:pt x="4332" y="138378"/>
                    <a:pt x="8389" y="144873"/>
                    <a:pt x="9200" y="142437"/>
                  </a:cubicBezTo>
                  <a:cubicBezTo>
                    <a:pt x="9200" y="141625"/>
                    <a:pt x="10823" y="144061"/>
                    <a:pt x="12445" y="146496"/>
                  </a:cubicBezTo>
                  <a:cubicBezTo>
                    <a:pt x="21370" y="153804"/>
                    <a:pt x="31917" y="159487"/>
                    <a:pt x="42464" y="159487"/>
                  </a:cubicBezTo>
                  <a:cubicBezTo>
                    <a:pt x="48955" y="159487"/>
                    <a:pt x="54633" y="157863"/>
                    <a:pt x="61124" y="153804"/>
                  </a:cubicBezTo>
                  <a:cubicBezTo>
                    <a:pt x="63558" y="152180"/>
                    <a:pt x="67615" y="150556"/>
                    <a:pt x="69238" y="149744"/>
                  </a:cubicBezTo>
                  <a:cubicBezTo>
                    <a:pt x="76539" y="147308"/>
                    <a:pt x="117105" y="115645"/>
                    <a:pt x="117105" y="108338"/>
                  </a:cubicBezTo>
                  <a:cubicBezTo>
                    <a:pt x="117105" y="107526"/>
                    <a:pt x="117916" y="105902"/>
                    <a:pt x="119539" y="104279"/>
                  </a:cubicBezTo>
                  <a:cubicBezTo>
                    <a:pt x="121973" y="101031"/>
                    <a:pt x="123595" y="99407"/>
                    <a:pt x="129275" y="89665"/>
                  </a:cubicBezTo>
                  <a:cubicBezTo>
                    <a:pt x="130897" y="87229"/>
                    <a:pt x="132520" y="84794"/>
                    <a:pt x="133331" y="83170"/>
                  </a:cubicBezTo>
                  <a:cubicBezTo>
                    <a:pt x="139822" y="86417"/>
                    <a:pt x="147935" y="87229"/>
                    <a:pt x="155237" y="87229"/>
                  </a:cubicBezTo>
                  <a:cubicBezTo>
                    <a:pt x="163350" y="87229"/>
                    <a:pt x="173086" y="85605"/>
                    <a:pt x="182010" y="83170"/>
                  </a:cubicBezTo>
                  <a:cubicBezTo>
                    <a:pt x="177953" y="93724"/>
                    <a:pt x="177142" y="102655"/>
                    <a:pt x="177953" y="110774"/>
                  </a:cubicBezTo>
                  <a:cubicBezTo>
                    <a:pt x="178765" y="118893"/>
                    <a:pt x="183633" y="128635"/>
                    <a:pt x="186067" y="127011"/>
                  </a:cubicBezTo>
                  <a:cubicBezTo>
                    <a:pt x="186067" y="127011"/>
                    <a:pt x="188500" y="128635"/>
                    <a:pt x="190123" y="131071"/>
                  </a:cubicBezTo>
                  <a:cubicBezTo>
                    <a:pt x="196614" y="140001"/>
                    <a:pt x="205538" y="147308"/>
                    <a:pt x="213652" y="147308"/>
                  </a:cubicBezTo>
                  <a:cubicBezTo>
                    <a:pt x="220142" y="147308"/>
                    <a:pt x="223387" y="143249"/>
                    <a:pt x="229878" y="137566"/>
                  </a:cubicBezTo>
                  <a:cubicBezTo>
                    <a:pt x="248538" y="123764"/>
                    <a:pt x="273689" y="91289"/>
                    <a:pt x="292349" y="71804"/>
                  </a:cubicBezTo>
                  <a:cubicBezTo>
                    <a:pt x="290726" y="79110"/>
                    <a:pt x="290726" y="84794"/>
                    <a:pt x="291538" y="88853"/>
                  </a:cubicBezTo>
                  <a:cubicBezTo>
                    <a:pt x="295594" y="101843"/>
                    <a:pt x="304519" y="109962"/>
                    <a:pt x="314254" y="118081"/>
                  </a:cubicBezTo>
                  <a:cubicBezTo>
                    <a:pt x="322367" y="125388"/>
                    <a:pt x="330481" y="122952"/>
                    <a:pt x="337783" y="123764"/>
                  </a:cubicBezTo>
                  <a:cubicBezTo>
                    <a:pt x="341028" y="123764"/>
                    <a:pt x="344273" y="125388"/>
                    <a:pt x="345896" y="126199"/>
                  </a:cubicBezTo>
                  <a:cubicBezTo>
                    <a:pt x="350764" y="127823"/>
                    <a:pt x="382405" y="124576"/>
                    <a:pt x="386462" y="120516"/>
                  </a:cubicBezTo>
                  <a:cubicBezTo>
                    <a:pt x="387273" y="118893"/>
                    <a:pt x="392952" y="116457"/>
                    <a:pt x="397820" y="114021"/>
                  </a:cubicBezTo>
                  <a:cubicBezTo>
                    <a:pt x="414047" y="106714"/>
                    <a:pt x="421348" y="102655"/>
                    <a:pt x="424594" y="100219"/>
                  </a:cubicBezTo>
                  <a:cubicBezTo>
                    <a:pt x="427838" y="97784"/>
                    <a:pt x="427838" y="97784"/>
                    <a:pt x="422160" y="99407"/>
                  </a:cubicBezTo>
                  <a:cubicBezTo>
                    <a:pt x="417291" y="101843"/>
                    <a:pt x="413235" y="102655"/>
                    <a:pt x="408367" y="105091"/>
                  </a:cubicBezTo>
                  <a:cubicBezTo>
                    <a:pt x="407556" y="105091"/>
                    <a:pt x="406744" y="105091"/>
                    <a:pt x="406744" y="104279"/>
                  </a:cubicBezTo>
                  <a:cubicBezTo>
                    <a:pt x="406744" y="103467"/>
                    <a:pt x="410801" y="101843"/>
                    <a:pt x="414047" y="100219"/>
                  </a:cubicBezTo>
                  <a:cubicBezTo>
                    <a:pt x="418103" y="97784"/>
                    <a:pt x="421348" y="96160"/>
                    <a:pt x="421348" y="95348"/>
                  </a:cubicBezTo>
                  <a:cubicBezTo>
                    <a:pt x="421348" y="94536"/>
                    <a:pt x="423782" y="92913"/>
                    <a:pt x="426216" y="91289"/>
                  </a:cubicBezTo>
                  <a:cubicBezTo>
                    <a:pt x="428650" y="89665"/>
                    <a:pt x="430273" y="88853"/>
                    <a:pt x="429461" y="88853"/>
                  </a:cubicBezTo>
                  <a:cubicBezTo>
                    <a:pt x="428650" y="88853"/>
                    <a:pt x="427838" y="88041"/>
                    <a:pt x="427838" y="88041"/>
                  </a:cubicBezTo>
                  <a:cubicBezTo>
                    <a:pt x="427838" y="87229"/>
                    <a:pt x="428650" y="86417"/>
                    <a:pt x="429461" y="86417"/>
                  </a:cubicBezTo>
                  <a:cubicBezTo>
                    <a:pt x="430273" y="86417"/>
                    <a:pt x="434329" y="83982"/>
                    <a:pt x="436763" y="80734"/>
                  </a:cubicBezTo>
                  <a:cubicBezTo>
                    <a:pt x="440008" y="77487"/>
                    <a:pt x="443254" y="75051"/>
                    <a:pt x="444065" y="75051"/>
                  </a:cubicBezTo>
                  <a:cubicBezTo>
                    <a:pt x="446499" y="75051"/>
                    <a:pt x="467593" y="53130"/>
                    <a:pt x="466782" y="51507"/>
                  </a:cubicBezTo>
                  <a:cubicBezTo>
                    <a:pt x="466782" y="50695"/>
                    <a:pt x="466782" y="49883"/>
                    <a:pt x="467593" y="49883"/>
                  </a:cubicBezTo>
                  <a:cubicBezTo>
                    <a:pt x="468404" y="49883"/>
                    <a:pt x="471650" y="48259"/>
                    <a:pt x="474895" y="45823"/>
                  </a:cubicBezTo>
                  <a:cubicBezTo>
                    <a:pt x="480574" y="42576"/>
                    <a:pt x="481386" y="40952"/>
                    <a:pt x="478952" y="40952"/>
                  </a:cubicBezTo>
                  <a:close/>
                  <a:moveTo>
                    <a:pt x="203916" y="52319"/>
                  </a:moveTo>
                  <a:cubicBezTo>
                    <a:pt x="202293" y="49883"/>
                    <a:pt x="202293" y="49883"/>
                    <a:pt x="202293" y="53942"/>
                  </a:cubicBezTo>
                  <a:cubicBezTo>
                    <a:pt x="202293" y="56378"/>
                    <a:pt x="202293" y="57190"/>
                    <a:pt x="203105" y="57190"/>
                  </a:cubicBezTo>
                  <a:cubicBezTo>
                    <a:pt x="203916" y="57190"/>
                    <a:pt x="204727" y="57190"/>
                    <a:pt x="203916" y="58813"/>
                  </a:cubicBezTo>
                  <a:cubicBezTo>
                    <a:pt x="203916" y="59625"/>
                    <a:pt x="203105" y="59625"/>
                    <a:pt x="203105" y="59625"/>
                  </a:cubicBezTo>
                  <a:cubicBezTo>
                    <a:pt x="203105" y="59625"/>
                    <a:pt x="203105" y="59625"/>
                    <a:pt x="202293" y="59625"/>
                  </a:cubicBezTo>
                  <a:cubicBezTo>
                    <a:pt x="202293" y="59625"/>
                    <a:pt x="201482" y="59625"/>
                    <a:pt x="201482" y="59625"/>
                  </a:cubicBezTo>
                  <a:cubicBezTo>
                    <a:pt x="201482" y="59625"/>
                    <a:pt x="199859" y="59625"/>
                    <a:pt x="199048" y="60437"/>
                  </a:cubicBezTo>
                  <a:cubicBezTo>
                    <a:pt x="198236" y="60437"/>
                    <a:pt x="197425" y="60437"/>
                    <a:pt x="196614" y="61249"/>
                  </a:cubicBezTo>
                  <a:cubicBezTo>
                    <a:pt x="196614" y="61249"/>
                    <a:pt x="196614" y="60437"/>
                    <a:pt x="196614" y="60437"/>
                  </a:cubicBezTo>
                  <a:cubicBezTo>
                    <a:pt x="195802" y="58813"/>
                    <a:pt x="201482" y="50695"/>
                    <a:pt x="205538" y="46635"/>
                  </a:cubicBezTo>
                  <a:cubicBezTo>
                    <a:pt x="207161" y="45011"/>
                    <a:pt x="208783" y="44200"/>
                    <a:pt x="208783" y="42576"/>
                  </a:cubicBezTo>
                  <a:cubicBezTo>
                    <a:pt x="208783" y="39328"/>
                    <a:pt x="211218" y="36893"/>
                    <a:pt x="212840" y="38516"/>
                  </a:cubicBezTo>
                  <a:cubicBezTo>
                    <a:pt x="213652" y="39328"/>
                    <a:pt x="214463" y="38516"/>
                    <a:pt x="214463" y="37705"/>
                  </a:cubicBezTo>
                  <a:cubicBezTo>
                    <a:pt x="213652" y="35269"/>
                    <a:pt x="219331" y="25526"/>
                    <a:pt x="220953" y="25526"/>
                  </a:cubicBezTo>
                  <a:cubicBezTo>
                    <a:pt x="221765" y="25526"/>
                    <a:pt x="221765" y="26338"/>
                    <a:pt x="220953" y="27150"/>
                  </a:cubicBezTo>
                  <a:cubicBezTo>
                    <a:pt x="220142" y="27962"/>
                    <a:pt x="220953" y="27962"/>
                    <a:pt x="222576" y="27962"/>
                  </a:cubicBezTo>
                  <a:cubicBezTo>
                    <a:pt x="225010" y="27150"/>
                    <a:pt x="225821" y="24714"/>
                    <a:pt x="223387" y="24714"/>
                  </a:cubicBezTo>
                  <a:cubicBezTo>
                    <a:pt x="220953" y="24714"/>
                    <a:pt x="221765" y="21467"/>
                    <a:pt x="224199" y="19843"/>
                  </a:cubicBezTo>
                  <a:cubicBezTo>
                    <a:pt x="225821" y="19031"/>
                    <a:pt x="226632" y="19031"/>
                    <a:pt x="226632" y="20655"/>
                  </a:cubicBezTo>
                  <a:cubicBezTo>
                    <a:pt x="226632" y="22279"/>
                    <a:pt x="225821" y="23091"/>
                    <a:pt x="225010" y="23091"/>
                  </a:cubicBezTo>
                  <a:cubicBezTo>
                    <a:pt x="222576" y="23903"/>
                    <a:pt x="222576" y="23903"/>
                    <a:pt x="225010" y="23903"/>
                  </a:cubicBezTo>
                  <a:cubicBezTo>
                    <a:pt x="228255" y="24714"/>
                    <a:pt x="229066" y="22279"/>
                    <a:pt x="227444" y="19031"/>
                  </a:cubicBezTo>
                  <a:cubicBezTo>
                    <a:pt x="226632" y="16596"/>
                    <a:pt x="226632" y="14972"/>
                    <a:pt x="231501" y="11725"/>
                  </a:cubicBezTo>
                  <a:cubicBezTo>
                    <a:pt x="234746" y="9289"/>
                    <a:pt x="237179" y="7665"/>
                    <a:pt x="237991" y="8477"/>
                  </a:cubicBezTo>
                  <a:cubicBezTo>
                    <a:pt x="240425" y="10101"/>
                    <a:pt x="239614" y="13348"/>
                    <a:pt x="237179" y="13348"/>
                  </a:cubicBezTo>
                  <a:cubicBezTo>
                    <a:pt x="236368" y="13348"/>
                    <a:pt x="234746" y="14972"/>
                    <a:pt x="233934" y="16596"/>
                  </a:cubicBezTo>
                  <a:cubicBezTo>
                    <a:pt x="233934" y="18219"/>
                    <a:pt x="232312" y="19843"/>
                    <a:pt x="231501" y="19843"/>
                  </a:cubicBezTo>
                  <a:cubicBezTo>
                    <a:pt x="230689" y="19843"/>
                    <a:pt x="230689" y="20655"/>
                    <a:pt x="230689" y="21467"/>
                  </a:cubicBezTo>
                  <a:cubicBezTo>
                    <a:pt x="230689" y="22279"/>
                    <a:pt x="229066" y="23903"/>
                    <a:pt x="228255" y="24714"/>
                  </a:cubicBezTo>
                  <a:cubicBezTo>
                    <a:pt x="226632" y="26338"/>
                    <a:pt x="225821" y="27962"/>
                    <a:pt x="225821" y="29586"/>
                  </a:cubicBezTo>
                  <a:cubicBezTo>
                    <a:pt x="225010" y="31210"/>
                    <a:pt x="224199" y="32022"/>
                    <a:pt x="220953" y="32022"/>
                  </a:cubicBezTo>
                  <a:cubicBezTo>
                    <a:pt x="219331" y="32022"/>
                    <a:pt x="216896" y="32022"/>
                    <a:pt x="216896" y="32833"/>
                  </a:cubicBezTo>
                  <a:cubicBezTo>
                    <a:pt x="216896" y="33645"/>
                    <a:pt x="217708" y="34457"/>
                    <a:pt x="218519" y="34457"/>
                  </a:cubicBezTo>
                  <a:cubicBezTo>
                    <a:pt x="219331" y="34457"/>
                    <a:pt x="220142" y="35269"/>
                    <a:pt x="220953" y="36081"/>
                  </a:cubicBezTo>
                  <a:cubicBezTo>
                    <a:pt x="221765" y="36893"/>
                    <a:pt x="220953" y="37705"/>
                    <a:pt x="218519" y="36893"/>
                  </a:cubicBezTo>
                  <a:cubicBezTo>
                    <a:pt x="216896" y="36081"/>
                    <a:pt x="216085" y="36081"/>
                    <a:pt x="216896" y="36893"/>
                  </a:cubicBezTo>
                  <a:cubicBezTo>
                    <a:pt x="218519" y="37705"/>
                    <a:pt x="219331" y="41764"/>
                    <a:pt x="216085" y="43388"/>
                  </a:cubicBezTo>
                  <a:cubicBezTo>
                    <a:pt x="214463" y="44200"/>
                    <a:pt x="213652" y="44200"/>
                    <a:pt x="212029" y="42576"/>
                  </a:cubicBezTo>
                  <a:cubicBezTo>
                    <a:pt x="211218" y="40952"/>
                    <a:pt x="210406" y="41764"/>
                    <a:pt x="212029" y="44200"/>
                  </a:cubicBezTo>
                  <a:cubicBezTo>
                    <a:pt x="213652" y="46635"/>
                    <a:pt x="213652" y="48259"/>
                    <a:pt x="212029" y="49883"/>
                  </a:cubicBezTo>
                  <a:cubicBezTo>
                    <a:pt x="211218" y="51507"/>
                    <a:pt x="211218" y="52319"/>
                    <a:pt x="211218" y="52319"/>
                  </a:cubicBezTo>
                  <a:cubicBezTo>
                    <a:pt x="212029" y="52319"/>
                    <a:pt x="210406" y="53942"/>
                    <a:pt x="208783" y="54754"/>
                  </a:cubicBezTo>
                  <a:cubicBezTo>
                    <a:pt x="205538" y="54754"/>
                    <a:pt x="205538" y="54754"/>
                    <a:pt x="203916" y="52319"/>
                  </a:cubicBezTo>
                  <a:close/>
                </a:path>
              </a:pathLst>
            </a:custGeom>
            <a:solidFill>
              <a:srgbClr val="295937"/>
            </a:solidFill>
            <a:ln w="8113" cap="flat">
              <a:solidFill>
                <a:schemeClr val="bg1"/>
              </a:solidFill>
              <a:prstDash val="solid"/>
              <a:miter/>
            </a:ln>
          </p:spPr>
          <p:txBody>
            <a:bodyPr rtlCol="0" anchor="ctr"/>
            <a:lstStyle/>
            <a:p>
              <a:endParaRPr lang="en-US" b="1" i="0" dirty="0">
                <a:latin typeface="Montserrat" pitchFamily="2" charset="77"/>
              </a:endParaRPr>
            </a:p>
          </p:txBody>
        </p:sp>
      </p:grpSp>
    </p:spTree>
    <p:extLst>
      <p:ext uri="{BB962C8B-B14F-4D97-AF65-F5344CB8AC3E}">
        <p14:creationId xmlns:p14="http://schemas.microsoft.com/office/powerpoint/2010/main" val="1614229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750"/>
                            </p:stCondLst>
                            <p:childTnLst>
                              <p:par>
                                <p:cTn id="9" presetID="22" presetClass="entr" presetSubtype="8" fill="hold" grpId="0" nodeType="afterEffect">
                                  <p:stCondLst>
                                    <p:cond delay="25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cSld name="7_Title Slide">
    <p:spTree>
      <p:nvGrpSpPr>
        <p:cNvPr id="1" name=""/>
        <p:cNvGrpSpPr/>
        <p:nvPr/>
      </p:nvGrpSpPr>
      <p:grpSpPr>
        <a:xfrm>
          <a:off x="0" y="0"/>
          <a:ext cx="0" cy="0"/>
          <a:chOff x="0" y="0"/>
          <a:chExt cx="0" cy="0"/>
        </a:xfrm>
      </p:grpSpPr>
      <p:sp>
        <p:nvSpPr>
          <p:cNvPr id="4" name="Slide Number Placeholder 4">
            <a:extLst>
              <a:ext uri="{FF2B5EF4-FFF2-40B4-BE49-F238E27FC236}">
                <a16:creationId xmlns:a16="http://schemas.microsoft.com/office/drawing/2014/main" id="{33179B30-B619-042A-F2C2-99E664CF7EE5}"/>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171029318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cSld name="11_Title Only">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2157130B-4FFB-BD34-12EC-39F202B4A5E7}"/>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373825248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cSld name="13_Title Only">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1AAA2449-7EA2-33D0-D1E2-202465DF0DF2}"/>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338317251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cSld name="12_Blank">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6D5E5B50-DAEE-8E65-D7F0-7B0A39E60A6B}"/>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240692678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cSld name="13_Blank">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4FB92223-FC88-4CE8-1B93-C99B0063E426}"/>
              </a:ext>
            </a:extLst>
          </p:cNvPr>
          <p:cNvSpPr>
            <a:spLocks noGrp="1"/>
          </p:cNvSpPr>
          <p:nvPr>
            <p:ph type="sldNum" sz="quarter" idx="21"/>
          </p:nvPr>
        </p:nvSpPr>
        <p:spPr>
          <a:xfrm>
            <a:off x="8610600" y="6356350"/>
            <a:ext cx="2743200" cy="365125"/>
          </a:xfrm>
        </p:spPr>
        <p:txBody>
          <a:bodyPr/>
          <a:lstStyle>
            <a:lvl1pPr>
              <a:defRPr sz="1000" b="0" i="0">
                <a:solidFill>
                  <a:schemeClr val="accent6"/>
                </a:solidFill>
                <a:latin typeface="Montserrat" pitchFamily="2" charset="77"/>
              </a:defRPr>
            </a:lvl1pPr>
          </a:lstStyle>
          <a:p>
            <a:fld id="{092B7F3C-4313-C24D-846D-3F8791666B11}" type="slidenum">
              <a:rPr lang="en-US" smtClean="0"/>
              <a:pPr/>
              <a:t>‹#›</a:t>
            </a:fld>
            <a:endParaRPr lang="en-US" dirty="0"/>
          </a:p>
        </p:txBody>
      </p:sp>
    </p:spTree>
    <p:extLst>
      <p:ext uri="{BB962C8B-B14F-4D97-AF65-F5344CB8AC3E}">
        <p14:creationId xmlns:p14="http://schemas.microsoft.com/office/powerpoint/2010/main" val="35544262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BE58225-E064-4368-4D60-F3A2416F05C3}"/>
              </a:ext>
            </a:extLst>
          </p:cNvPr>
          <p:cNvPicPr>
            <a:picLocks noChangeAspect="1"/>
          </p:cNvPicPr>
          <p:nvPr/>
        </p:nvPicPr>
        <p:blipFill rotWithShape="1">
          <a:blip r:embed="rId31" cstate="email">
            <a:extLst>
              <a:ext uri="{28A0092B-C50C-407E-A947-70E740481C1C}">
                <a14:useLocalDpi xmlns:a14="http://schemas.microsoft.com/office/drawing/2010/main"/>
              </a:ext>
            </a:extLst>
          </a:blip>
          <a:srcRect/>
          <a:stretch/>
        </p:blipFill>
        <p:spPr>
          <a:xfrm>
            <a:off x="0" y="-47182"/>
            <a:ext cx="12192000" cy="6858000"/>
          </a:xfrm>
          <a:prstGeom prst="rect">
            <a:avLst/>
          </a:prstGeom>
        </p:spPr>
      </p:pic>
      <p:sp>
        <p:nvSpPr>
          <p:cNvPr id="2" name="Title Placeholder 1">
            <a:extLst>
              <a:ext uri="{FF2B5EF4-FFF2-40B4-BE49-F238E27FC236}">
                <a16:creationId xmlns:a16="http://schemas.microsoft.com/office/drawing/2014/main" id="{C689FC81-C70B-3F8A-0781-081B21809291}"/>
              </a:ext>
            </a:extLst>
          </p:cNvPr>
          <p:cNvSpPr>
            <a:spLocks noGrp="1"/>
          </p:cNvSpPr>
          <p:nvPr>
            <p:ph type="title"/>
          </p:nvPr>
        </p:nvSpPr>
        <p:spPr>
          <a:xfrm>
            <a:off x="838200" y="714903"/>
            <a:ext cx="10515600" cy="887677"/>
          </a:xfrm>
          <a:prstGeom prst="rect">
            <a:avLst/>
          </a:prstGeom>
        </p:spPr>
        <p:txBody>
          <a:bodyPr vert="horz" lIns="91440" tIns="45720" rIns="91440" bIns="45720" rtlCol="0" anchor="ctr">
            <a:normAutofit/>
          </a:bodyPr>
          <a:lstStyle/>
          <a:p>
            <a:r>
              <a:rPr lang="en-US" dirty="0"/>
              <a:t>Headline Goes Here</a:t>
            </a:r>
          </a:p>
        </p:txBody>
      </p:sp>
      <p:sp>
        <p:nvSpPr>
          <p:cNvPr id="3" name="Text Placeholder 2">
            <a:extLst>
              <a:ext uri="{FF2B5EF4-FFF2-40B4-BE49-F238E27FC236}">
                <a16:creationId xmlns:a16="http://schemas.microsoft.com/office/drawing/2014/main" id="{529F7169-F5F9-A5AF-FAA0-4018A0AD2EBB}"/>
              </a:ext>
            </a:extLst>
          </p:cNvPr>
          <p:cNvSpPr>
            <a:spLocks noGrp="1"/>
          </p:cNvSpPr>
          <p:nvPr>
            <p:ph type="body" idx="1"/>
          </p:nvPr>
        </p:nvSpPr>
        <p:spPr>
          <a:xfrm>
            <a:off x="838200" y="1602580"/>
            <a:ext cx="10515600" cy="602722"/>
          </a:xfrm>
          <a:prstGeom prst="rect">
            <a:avLst/>
          </a:prstGeom>
        </p:spPr>
        <p:txBody>
          <a:bodyPr vert="horz" lIns="91440" tIns="45720" rIns="91440" bIns="45720" rtlCol="0">
            <a:normAutofit/>
          </a:bodyPr>
          <a:lstStyle/>
          <a:p>
            <a:pPr lvl="0"/>
            <a:r>
              <a:rPr lang="en-US" dirty="0"/>
              <a:t>Click to edit Master text styles</a:t>
            </a:r>
          </a:p>
        </p:txBody>
      </p:sp>
      <p:sp>
        <p:nvSpPr>
          <p:cNvPr id="5" name="Slide Number Placeholder 4">
            <a:extLst>
              <a:ext uri="{FF2B5EF4-FFF2-40B4-BE49-F238E27FC236}">
                <a16:creationId xmlns:a16="http://schemas.microsoft.com/office/drawing/2014/main" id="{1FB2F98C-EAE6-3D61-3087-756D35FFFCB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0" i="0">
                <a:solidFill>
                  <a:schemeClr val="accent6"/>
                </a:solidFill>
                <a:latin typeface="Montserrat" pitchFamily="2" charset="77"/>
              </a:defRPr>
            </a:lvl1pPr>
          </a:lstStyle>
          <a:p>
            <a:fld id="{092B7F3C-4313-C24D-846D-3F8791666B11}" type="slidenum">
              <a:rPr lang="en-US" smtClean="0"/>
              <a:pPr/>
              <a:t>‹#›</a:t>
            </a:fld>
            <a:endParaRPr lang="en-US" dirty="0"/>
          </a:p>
        </p:txBody>
      </p:sp>
      <p:sp>
        <p:nvSpPr>
          <p:cNvPr id="8" name="Rectangle 7">
            <a:extLst>
              <a:ext uri="{FF2B5EF4-FFF2-40B4-BE49-F238E27FC236}">
                <a16:creationId xmlns:a16="http://schemas.microsoft.com/office/drawing/2014/main" id="{79B5662D-768C-9DAE-0FB7-BD50274BA480}"/>
              </a:ext>
            </a:extLst>
          </p:cNvPr>
          <p:cNvSpPr/>
          <p:nvPr userDrawn="1"/>
        </p:nvSpPr>
        <p:spPr>
          <a:xfrm>
            <a:off x="0" y="6742556"/>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Montserrat" pitchFamily="2" charset="77"/>
            </a:endParaRPr>
          </a:p>
        </p:txBody>
      </p:sp>
    </p:spTree>
    <p:extLst>
      <p:ext uri="{BB962C8B-B14F-4D97-AF65-F5344CB8AC3E}">
        <p14:creationId xmlns:p14="http://schemas.microsoft.com/office/powerpoint/2010/main" val="3644168480"/>
      </p:ext>
    </p:extLst>
  </p:cSld>
  <p:clrMap bg1="lt1" tx1="dk1" bg2="lt2" tx2="dk2" accent1="accent1" accent2="accent2" accent3="accent3" accent4="accent4" accent5="accent5" accent6="accent6" hlink="hlink" folHlink="folHlink"/>
  <p:sldLayoutIdLst>
    <p:sldLayoutId id="2147483706" r:id="rId1"/>
    <p:sldLayoutId id="2147483707" r:id="rId2"/>
    <p:sldLayoutId id="2147483708" r:id="rId3"/>
    <p:sldLayoutId id="2147483709" r:id="rId4"/>
    <p:sldLayoutId id="2147483711" r:id="rId5"/>
    <p:sldLayoutId id="2147483743" r:id="rId6"/>
    <p:sldLayoutId id="2147483744" r:id="rId7"/>
    <p:sldLayoutId id="2147483713" r:id="rId8"/>
    <p:sldLayoutId id="2147483715" r:id="rId9"/>
    <p:sldLayoutId id="2147483718" r:id="rId10"/>
    <p:sldLayoutId id="2147483672" r:id="rId11"/>
    <p:sldLayoutId id="2147483720" r:id="rId12"/>
    <p:sldLayoutId id="2147483722" r:id="rId13"/>
    <p:sldLayoutId id="2147483723" r:id="rId14"/>
    <p:sldLayoutId id="2147483724" r:id="rId15"/>
    <p:sldLayoutId id="2147483725" r:id="rId16"/>
    <p:sldLayoutId id="2147483729" r:id="rId17"/>
    <p:sldLayoutId id="2147483730" r:id="rId18"/>
    <p:sldLayoutId id="2147483732" r:id="rId19"/>
    <p:sldLayoutId id="2147483745" r:id="rId20"/>
    <p:sldLayoutId id="2147483746" r:id="rId21"/>
    <p:sldLayoutId id="2147483747" r:id="rId22"/>
    <p:sldLayoutId id="2147483736" r:id="rId23"/>
    <p:sldLayoutId id="2147483737" r:id="rId24"/>
    <p:sldLayoutId id="2147483738" r:id="rId25"/>
    <p:sldLayoutId id="2147483739" r:id="rId26"/>
    <p:sldLayoutId id="2147483740" r:id="rId27"/>
    <p:sldLayoutId id="2147483741" r:id="rId28"/>
    <p:sldLayoutId id="2147483742" r:id="rId29"/>
  </p:sldLayoutIdLst>
  <p:hf hdr="0" ftr="0" dt="0"/>
  <p:txStyles>
    <p:titleStyle>
      <a:lvl1pPr algn="l" defTabSz="914400" rtl="0" eaLnBrk="1" latinLnBrk="0" hangingPunct="1">
        <a:lnSpc>
          <a:spcPct val="90000"/>
        </a:lnSpc>
        <a:spcBef>
          <a:spcPct val="0"/>
        </a:spcBef>
        <a:buNone/>
        <a:defRPr sz="3600" b="1" i="0" kern="1200">
          <a:solidFill>
            <a:schemeClr val="bg1"/>
          </a:solidFill>
          <a:latin typeface="Montserrat ExtraBold" pitchFamily="2" charset="77"/>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1800" b="1" i="0" kern="1200">
          <a:solidFill>
            <a:schemeClr val="tx1"/>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4.jpeg"/><Relationship Id="rId1" Type="http://schemas.openxmlformats.org/officeDocument/2006/relationships/slideLayout" Target="../slideLayouts/slideLayout26.xml"/><Relationship Id="rId4" Type="http://schemas.openxmlformats.org/officeDocument/2006/relationships/image" Target="../media/image11.emf"/></Relationships>
</file>

<file path=ppt/slides/_rels/slide6.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16.png"/><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image" Target="../media/image17.png"/><Relationship Id="rId1" Type="http://schemas.openxmlformats.org/officeDocument/2006/relationships/slideLayout" Target="../slideLayouts/slideLayout28.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10.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Layout" Target="../slideLayouts/slideLayout18.xml"/><Relationship Id="rId4" Type="http://schemas.openxmlformats.org/officeDocument/2006/relationships/image" Target="../media/image24.png"/></Relationships>
</file>

<file path=ppt/slides/_rels/slide11.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9.xml"/></Relationships>
</file>

<file path=ppt/slides/_rels/slide12.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image" Target="../media/image25.png"/><Relationship Id="rId1" Type="http://schemas.openxmlformats.org/officeDocument/2006/relationships/slideLayout" Target="../slideLayouts/slideLayout29.xml"/><Relationship Id="rId6" Type="http://schemas.openxmlformats.org/officeDocument/2006/relationships/image" Target="../media/image29.emf"/><Relationship Id="rId5" Type="http://schemas.openxmlformats.org/officeDocument/2006/relationships/image" Target="../media/image28.emf"/><Relationship Id="rId10" Type="http://schemas.openxmlformats.org/officeDocument/2006/relationships/image" Target="../media/image3.emf"/><Relationship Id="rId4" Type="http://schemas.openxmlformats.org/officeDocument/2006/relationships/image" Target="../media/image27.png"/><Relationship Id="rId9" Type="http://schemas.openxmlformats.org/officeDocument/2006/relationships/image" Target="../media/image32.png"/></Relationships>
</file>

<file path=ppt/slides/_rels/slide1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3.jpeg"/><Relationship Id="rId1" Type="http://schemas.openxmlformats.org/officeDocument/2006/relationships/slideLayout" Target="../slideLayouts/slideLayout27.xml"/><Relationship Id="rId5" Type="http://schemas.openxmlformats.org/officeDocument/2006/relationships/image" Target="../media/image3.emf"/><Relationship Id="rId4" Type="http://schemas.openxmlformats.org/officeDocument/2006/relationships/image" Target="../media/image35.jpeg"/></Relationships>
</file>

<file path=ppt/slides/_rels/slide14.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36.jpeg"/><Relationship Id="rId1" Type="http://schemas.openxmlformats.org/officeDocument/2006/relationships/slideLayout" Target="../slideLayouts/slideLayout27.xml"/></Relationships>
</file>

<file path=ppt/slides/_rels/slide15.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image" Target="../media/image38.jpeg"/><Relationship Id="rId7" Type="http://schemas.openxmlformats.org/officeDocument/2006/relationships/image" Target="../media/image42.jpeg"/><Relationship Id="rId2" Type="http://schemas.openxmlformats.org/officeDocument/2006/relationships/image" Target="../media/image37.jpeg"/><Relationship Id="rId1" Type="http://schemas.openxmlformats.org/officeDocument/2006/relationships/slideLayout" Target="../slideLayouts/slideLayout27.xml"/><Relationship Id="rId6" Type="http://schemas.openxmlformats.org/officeDocument/2006/relationships/image" Target="../media/image41.jpeg"/><Relationship Id="rId5" Type="http://schemas.openxmlformats.org/officeDocument/2006/relationships/image" Target="../media/image40.jpeg"/><Relationship Id="rId4" Type="http://schemas.openxmlformats.org/officeDocument/2006/relationships/image" Target="../media/image39.jpe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7.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43.jpg"/><Relationship Id="rId1" Type="http://schemas.openxmlformats.org/officeDocument/2006/relationships/slideLayout" Target="../slideLayouts/slideLayout17.xml"/></Relationships>
</file>

<file path=ppt/slides/_rels/slide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44.jpeg"/><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3" Type="http://schemas.openxmlformats.org/officeDocument/2006/relationships/image" Target="../media/image46.png"/><Relationship Id="rId7" Type="http://schemas.openxmlformats.org/officeDocument/2006/relationships/image" Target="../media/image50.jpeg"/><Relationship Id="rId2" Type="http://schemas.openxmlformats.org/officeDocument/2006/relationships/image" Target="../media/image45.jpeg"/><Relationship Id="rId1" Type="http://schemas.openxmlformats.org/officeDocument/2006/relationships/slideLayout" Target="../slideLayouts/slideLayout9.xml"/><Relationship Id="rId6" Type="http://schemas.openxmlformats.org/officeDocument/2006/relationships/image" Target="../media/image49.png"/><Relationship Id="rId5" Type="http://schemas.openxmlformats.org/officeDocument/2006/relationships/image" Target="../media/image48.jpeg"/><Relationship Id="rId4" Type="http://schemas.openxmlformats.org/officeDocument/2006/relationships/image" Target="../media/image47.jpeg"/></Relationships>
</file>

<file path=ppt/slides/_rels/slide20.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jpeg"/><Relationship Id="rId1" Type="http://schemas.openxmlformats.org/officeDocument/2006/relationships/slideLayout" Target="../slideLayouts/slideLayout28.xml"/><Relationship Id="rId6" Type="http://schemas.openxmlformats.org/officeDocument/2006/relationships/image" Target="../media/image55.jpeg"/><Relationship Id="rId5" Type="http://schemas.openxmlformats.org/officeDocument/2006/relationships/image" Target="../media/image54.jpeg"/><Relationship Id="rId4" Type="http://schemas.openxmlformats.org/officeDocument/2006/relationships/image" Target="../media/image53.jpeg"/></Relationships>
</file>

<file path=ppt/slides/_rels/slide21.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xml"/><Relationship Id="rId1" Type="http://schemas.openxmlformats.org/officeDocument/2006/relationships/slideLayout" Target="../slideLayouts/slideLayout19.xml"/><Relationship Id="rId4" Type="http://schemas.openxmlformats.org/officeDocument/2006/relationships/image" Target="../media/image57.png"/></Relationships>
</file>

<file path=ppt/slides/_rels/slide22.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2.xml"/><Relationship Id="rId1" Type="http://schemas.openxmlformats.org/officeDocument/2006/relationships/slideLayout" Target="../slideLayouts/slideLayout19.xml"/><Relationship Id="rId4" Type="http://schemas.openxmlformats.org/officeDocument/2006/relationships/image" Target="../media/image57.png"/></Relationships>
</file>

<file path=ppt/slides/_rels/slide2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3.xml"/><Relationship Id="rId1" Type="http://schemas.openxmlformats.org/officeDocument/2006/relationships/slideLayout" Target="../slideLayouts/slideLayout17.xml"/><Relationship Id="rId4" Type="http://schemas.openxmlformats.org/officeDocument/2006/relationships/image" Target="../media/image59.jpeg"/></Relationships>
</file>

<file path=ppt/slides/_rels/slide2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4.xml"/><Relationship Id="rId1" Type="http://schemas.openxmlformats.org/officeDocument/2006/relationships/slideLayout" Target="../slideLayouts/slideLayout25.xml"/><Relationship Id="rId5" Type="http://schemas.openxmlformats.org/officeDocument/2006/relationships/image" Target="../media/image60.png"/><Relationship Id="rId4" Type="http://schemas.openxmlformats.org/officeDocument/2006/relationships/image" Target="../media/image3.emf"/></Relationships>
</file>

<file path=ppt/slides/_rels/slide2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5.xml"/><Relationship Id="rId1" Type="http://schemas.openxmlformats.org/officeDocument/2006/relationships/slideLayout" Target="../slideLayouts/slideLayout28.xml"/><Relationship Id="rId5" Type="http://schemas.openxmlformats.org/officeDocument/2006/relationships/image" Target="../media/image62.png"/><Relationship Id="rId4" Type="http://schemas.openxmlformats.org/officeDocument/2006/relationships/image" Target="../media/image61.png"/></Relationships>
</file>

<file path=ppt/slides/_rels/slide2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6.xml"/><Relationship Id="rId1" Type="http://schemas.openxmlformats.org/officeDocument/2006/relationships/slideLayout" Target="../slideLayouts/slideLayout28.xml"/><Relationship Id="rId4" Type="http://schemas.openxmlformats.org/officeDocument/2006/relationships/image" Target="../media/image63.png"/></Relationships>
</file>

<file path=ppt/slides/_rels/slide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7.xml"/><Relationship Id="rId1" Type="http://schemas.openxmlformats.org/officeDocument/2006/relationships/slideLayout" Target="../slideLayouts/slideLayout28.xml"/><Relationship Id="rId4" Type="http://schemas.openxmlformats.org/officeDocument/2006/relationships/image" Target="../media/image64.jpeg"/></Relationships>
</file>

<file path=ppt/slides/_rels/slide2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8.xml"/><Relationship Id="rId1" Type="http://schemas.openxmlformats.org/officeDocument/2006/relationships/slideLayout" Target="../slideLayouts/slideLayout10.xml"/><Relationship Id="rId4" Type="http://schemas.openxmlformats.org/officeDocument/2006/relationships/image" Target="../media/image57.png"/></Relationships>
</file>

<file path=ppt/slides/_rels/slide2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9.xml"/><Relationship Id="rId1" Type="http://schemas.openxmlformats.org/officeDocument/2006/relationships/slideLayout" Target="../slideLayouts/slideLayout10.xml"/><Relationship Id="rId4" Type="http://schemas.openxmlformats.org/officeDocument/2006/relationships/image" Target="../media/image57.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D1FDE07-B4BA-CE31-AB8E-676B8BC503A0}"/>
              </a:ext>
            </a:extLst>
          </p:cNvPr>
          <p:cNvSpPr>
            <a:spLocks noGrp="1"/>
          </p:cNvSpPr>
          <p:nvPr>
            <p:ph type="body" sz="quarter" idx="19"/>
          </p:nvPr>
        </p:nvSpPr>
        <p:spPr/>
        <p:txBody>
          <a:bodyPr>
            <a:noAutofit/>
          </a:bodyPr>
          <a:lstStyle/>
          <a:p>
            <a:r>
              <a:rPr lang="en-US" sz="4800" dirty="0"/>
              <a:t>Capabilities</a:t>
            </a:r>
          </a:p>
        </p:txBody>
      </p:sp>
      <p:sp>
        <p:nvSpPr>
          <p:cNvPr id="4" name="Text Placeholder 3">
            <a:extLst>
              <a:ext uri="{FF2B5EF4-FFF2-40B4-BE49-F238E27FC236}">
                <a16:creationId xmlns:a16="http://schemas.microsoft.com/office/drawing/2014/main" id="{DE7F1EDE-1B5F-BD39-FA06-A7A94DF99B39}"/>
              </a:ext>
            </a:extLst>
          </p:cNvPr>
          <p:cNvSpPr>
            <a:spLocks noGrp="1"/>
          </p:cNvSpPr>
          <p:nvPr>
            <p:ph type="body" sz="quarter" idx="20"/>
          </p:nvPr>
        </p:nvSpPr>
        <p:spPr/>
        <p:txBody>
          <a:bodyPr>
            <a:normAutofit/>
          </a:bodyPr>
          <a:lstStyle/>
          <a:p>
            <a:r>
              <a:rPr lang="en-US" sz="1800" dirty="0"/>
              <a:t>00.00.00</a:t>
            </a:r>
          </a:p>
        </p:txBody>
      </p:sp>
      <p:sp>
        <p:nvSpPr>
          <p:cNvPr id="27" name="Picture Placeholder 26">
            <a:extLst>
              <a:ext uri="{FF2B5EF4-FFF2-40B4-BE49-F238E27FC236}">
                <a16:creationId xmlns:a16="http://schemas.microsoft.com/office/drawing/2014/main" id="{0DA75BD5-D0A5-34B8-2193-8E70B50E9832}"/>
              </a:ext>
            </a:extLst>
          </p:cNvPr>
          <p:cNvSpPr>
            <a:spLocks noGrp="1"/>
          </p:cNvSpPr>
          <p:nvPr>
            <p:ph type="pic" sz="quarter" idx="21"/>
          </p:nvPr>
        </p:nvSpPr>
        <p:spPr/>
      </p:sp>
    </p:spTree>
    <p:extLst>
      <p:ext uri="{BB962C8B-B14F-4D97-AF65-F5344CB8AC3E}">
        <p14:creationId xmlns:p14="http://schemas.microsoft.com/office/powerpoint/2010/main" val="304260095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D1FDE07-B4BA-CE31-AB8E-676B8BC503A0}"/>
              </a:ext>
            </a:extLst>
          </p:cNvPr>
          <p:cNvSpPr>
            <a:spLocks noGrp="1"/>
          </p:cNvSpPr>
          <p:nvPr>
            <p:ph type="body" sz="quarter" idx="19"/>
          </p:nvPr>
        </p:nvSpPr>
        <p:spPr>
          <a:xfrm>
            <a:off x="8286752" y="3000128"/>
            <a:ext cx="3770570" cy="742775"/>
          </a:xfrm>
        </p:spPr>
        <p:txBody>
          <a:bodyPr>
            <a:noAutofit/>
          </a:bodyPr>
          <a:lstStyle/>
          <a:p>
            <a:r>
              <a:rPr lang="en-US" sz="2800" dirty="0"/>
              <a:t>Capabilities</a:t>
            </a:r>
          </a:p>
        </p:txBody>
      </p:sp>
      <p:sp>
        <p:nvSpPr>
          <p:cNvPr id="4" name="Picture Placeholder 3">
            <a:extLst>
              <a:ext uri="{FF2B5EF4-FFF2-40B4-BE49-F238E27FC236}">
                <a16:creationId xmlns:a16="http://schemas.microsoft.com/office/drawing/2014/main" id="{D351A6DC-D16A-EC08-0869-F1AF4B7A6B1D}"/>
              </a:ext>
            </a:extLst>
          </p:cNvPr>
          <p:cNvSpPr>
            <a:spLocks noGrp="1"/>
          </p:cNvSpPr>
          <p:nvPr>
            <p:ph type="pic" sz="quarter" idx="21"/>
          </p:nvPr>
        </p:nvSpPr>
        <p:spPr/>
      </p:sp>
      <p:pic>
        <p:nvPicPr>
          <p:cNvPr id="2" name="Picture 1">
            <a:extLst>
              <a:ext uri="{FF2B5EF4-FFF2-40B4-BE49-F238E27FC236}">
                <a16:creationId xmlns:a16="http://schemas.microsoft.com/office/drawing/2014/main" id="{4C0BA8E0-FF22-D4D0-431F-45D3EF4BAC7F}"/>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96721" y="2929113"/>
            <a:ext cx="2449144" cy="742774"/>
          </a:xfrm>
          <a:prstGeom prst="rect">
            <a:avLst/>
          </a:prstGeom>
        </p:spPr>
      </p:pic>
    </p:spTree>
    <p:extLst>
      <p:ext uri="{BB962C8B-B14F-4D97-AF65-F5344CB8AC3E}">
        <p14:creationId xmlns:p14="http://schemas.microsoft.com/office/powerpoint/2010/main" val="287706374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50000">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14:bounceEnd="50000">
                                          <p:cBhvr additive="base">
                                            <p:cTn id="7" dur="500" fill="hold"/>
                                            <p:tgtEl>
                                              <p:spTgt spid="2"/>
                                            </p:tgtEl>
                                            <p:attrNameLst>
                                              <p:attrName>ppt_x</p:attrName>
                                            </p:attrNameLst>
                                          </p:cBhvr>
                                          <p:tavLst>
                                            <p:tav tm="0">
                                              <p:val>
                                                <p:strVal val="0-#ppt_w/2"/>
                                              </p:val>
                                            </p:tav>
                                            <p:tav tm="100000">
                                              <p:val>
                                                <p:strVal val="#ppt_x"/>
                                              </p:val>
                                            </p:tav>
                                          </p:tavLst>
                                        </p:anim>
                                        <p:anim calcmode="lin" valueType="num" p14:bounceEnd="50000">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14:presetBounceEnd="50000">
                                      <p:stCondLst>
                                        <p:cond delay="500"/>
                                      </p:stCondLst>
                                      <p:childTnLst>
                                        <p:set>
                                          <p:cBhvr>
                                            <p:cTn id="10" dur="1" fill="hold">
                                              <p:stCondLst>
                                                <p:cond delay="0"/>
                                              </p:stCondLst>
                                            </p:cTn>
                                            <p:tgtEl>
                                              <p:spTgt spid="3">
                                                <p:txEl>
                                                  <p:pRg st="0" end="0"/>
                                                </p:txEl>
                                              </p:spTgt>
                                            </p:tgtEl>
                                            <p:attrNameLst>
                                              <p:attrName>style.visibility</p:attrName>
                                            </p:attrNameLst>
                                          </p:cBhvr>
                                          <p:to>
                                            <p:strVal val="visible"/>
                                          </p:to>
                                        </p:set>
                                        <p:anim calcmode="lin" valueType="num" p14:bounceEnd="50000">
                                          <p:cBhvr additive="base">
                                            <p:cTn id="11" dur="500" fill="hold"/>
                                            <p:tgtEl>
                                              <p:spTgt spid="3">
                                                <p:txEl>
                                                  <p:pRg st="0" end="0"/>
                                                </p:txEl>
                                              </p:spTgt>
                                            </p:tgtEl>
                                            <p:attrNameLst>
                                              <p:attrName>ppt_x</p:attrName>
                                            </p:attrNameLst>
                                          </p:cBhvr>
                                          <p:tavLst>
                                            <p:tav tm="0">
                                              <p:val>
                                                <p:strVal val="1+#ppt_w/2"/>
                                              </p:val>
                                            </p:tav>
                                            <p:tav tm="100000">
                                              <p:val>
                                                <p:strVal val="#ppt_x"/>
                                              </p:val>
                                            </p:tav>
                                          </p:tavLst>
                                        </p:anim>
                                        <p:anim calcmode="lin" valueType="num" p14:bounceEnd="50000">
                                          <p:cBhvr additive="base">
                                            <p:cTn id="12"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500"/>
                                      </p:stCondLst>
                                      <p:childTnLst>
                                        <p:set>
                                          <p:cBhvr>
                                            <p:cTn id="10" dur="1" fill="hold">
                                              <p:stCondLst>
                                                <p:cond delay="0"/>
                                              </p:stCondLst>
                                            </p:cTn>
                                            <p:tgtEl>
                                              <p:spTgt spid="3">
                                                <p:txEl>
                                                  <p:pRg st="0" end="0"/>
                                                </p:txEl>
                                              </p:spTgt>
                                            </p:tgtEl>
                                            <p:attrNameLst>
                                              <p:attrName>style.visibility</p:attrName>
                                            </p:attrNameLst>
                                          </p:cBhvr>
                                          <p:to>
                                            <p:strVal val="visible"/>
                                          </p:to>
                                        </p:set>
                                        <p:anim calcmode="lin" valueType="num">
                                          <p:cBhvr additive="base">
                                            <p:cTn id="11" dur="500" fill="hold"/>
                                            <p:tgtEl>
                                              <p:spTgt spid="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D1FDE07-B4BA-CE31-AB8E-676B8BC503A0}"/>
              </a:ext>
            </a:extLst>
          </p:cNvPr>
          <p:cNvSpPr>
            <a:spLocks noGrp="1"/>
          </p:cNvSpPr>
          <p:nvPr>
            <p:ph type="body" sz="quarter" idx="16"/>
          </p:nvPr>
        </p:nvSpPr>
        <p:spPr/>
        <p:txBody>
          <a:bodyPr>
            <a:noAutofit/>
          </a:bodyPr>
          <a:lstStyle/>
          <a:p>
            <a:r>
              <a:rPr lang="en-US" sz="4800" dirty="0"/>
              <a:t>Capabilities</a:t>
            </a:r>
          </a:p>
        </p:txBody>
      </p:sp>
      <p:sp>
        <p:nvSpPr>
          <p:cNvPr id="4" name="Text Placeholder 3">
            <a:extLst>
              <a:ext uri="{FF2B5EF4-FFF2-40B4-BE49-F238E27FC236}">
                <a16:creationId xmlns:a16="http://schemas.microsoft.com/office/drawing/2014/main" id="{DE7F1EDE-1B5F-BD39-FA06-A7A94DF99B39}"/>
              </a:ext>
            </a:extLst>
          </p:cNvPr>
          <p:cNvSpPr>
            <a:spLocks noGrp="1"/>
          </p:cNvSpPr>
          <p:nvPr>
            <p:ph type="body" sz="quarter" idx="17"/>
          </p:nvPr>
        </p:nvSpPr>
        <p:spPr/>
        <p:txBody>
          <a:bodyPr>
            <a:normAutofit/>
          </a:bodyPr>
          <a:lstStyle/>
          <a:p>
            <a:pPr algn="ctr"/>
            <a:r>
              <a:rPr lang="en-US" sz="1800" dirty="0"/>
              <a:t>00.00.00</a:t>
            </a:r>
          </a:p>
        </p:txBody>
      </p:sp>
      <p:grpSp>
        <p:nvGrpSpPr>
          <p:cNvPr id="2" name="Graphic 4119">
            <a:extLst>
              <a:ext uri="{FF2B5EF4-FFF2-40B4-BE49-F238E27FC236}">
                <a16:creationId xmlns:a16="http://schemas.microsoft.com/office/drawing/2014/main" id="{58036170-BD2F-EA48-43A0-EAB68123220A}"/>
              </a:ext>
            </a:extLst>
          </p:cNvPr>
          <p:cNvGrpSpPr/>
          <p:nvPr/>
        </p:nvGrpSpPr>
        <p:grpSpPr>
          <a:xfrm>
            <a:off x="5064606" y="1876475"/>
            <a:ext cx="2062786" cy="551545"/>
            <a:chOff x="2178742" y="-1107180"/>
            <a:chExt cx="2171851" cy="580707"/>
          </a:xfrm>
          <a:solidFill>
            <a:schemeClr val="tx1"/>
          </a:solidFill>
        </p:grpSpPr>
        <p:sp>
          <p:nvSpPr>
            <p:cNvPr id="5" name="Freeform 4">
              <a:extLst>
                <a:ext uri="{FF2B5EF4-FFF2-40B4-BE49-F238E27FC236}">
                  <a16:creationId xmlns:a16="http://schemas.microsoft.com/office/drawing/2014/main" id="{15C6231E-B87A-7AC7-ABA8-4900CF985F6B}"/>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E106F1C9-AFA0-AE2F-A854-D4C7B7BFF813}"/>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18C19170-0470-3CD0-DE2E-FEE538987B8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A0CE6982-E329-F4BE-D98A-EA22F842DA28}"/>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A98BAD1E-31A3-1E7F-F1B3-18AAD705AE79}"/>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BBE754C0-A59E-7770-95C3-747F1AE58199}"/>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24B6B5B0-30B7-576D-2D45-A71BE9C51F95}"/>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FDC7F8AF-3E98-63A0-11B9-764CAF5AC520}"/>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DD056B03-58D8-5D3B-548C-CB07B7F02543}"/>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BFB7D690-1962-9FAB-8F3C-E909F59CF03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03BE8913-701E-972C-6B6F-1016BB573ABD}"/>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248A33C2-FB32-A931-7FBE-77CFD748D39D}"/>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2E7377F2-9862-F3DF-268E-6C5436949E5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E0BA73B7-0CAB-7426-9418-62E6070CE574}"/>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B96052E2-6933-A9F5-6CEE-B2D20C23A4BE}"/>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B7EFCE65-F641-60C5-5467-540F8F3B100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0AF593E8-5E16-433C-9A89-0D6074DE9E11}"/>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AE70C9EE-4659-16FF-F24D-B994A9EE0CE9}"/>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60D3EB00-1BF8-00B7-1872-89448EADC7AB}"/>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5EB38732-4F96-A1EB-36E9-4A827EC1D85A}"/>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Tree>
    <p:extLst>
      <p:ext uri="{BB962C8B-B14F-4D97-AF65-F5344CB8AC3E}">
        <p14:creationId xmlns:p14="http://schemas.microsoft.com/office/powerpoint/2010/main" val="149989082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a:extLst>
              <a:ext uri="{FF2B5EF4-FFF2-40B4-BE49-F238E27FC236}">
                <a16:creationId xmlns:a16="http://schemas.microsoft.com/office/drawing/2014/main" id="{165EC78C-5A8F-B2C1-1F70-E600E7F6561C}"/>
              </a:ext>
            </a:extLst>
          </p:cNvPr>
          <p:cNvPicPr>
            <a:picLocks noGrp="1" noChangeAspect="1"/>
          </p:cNvPicPr>
          <p:nvPr>
            <p:ph type="pic" sz="quarter" idx="23"/>
          </p:nvPr>
        </p:nvPicPr>
        <p:blipFill rotWithShape="1">
          <a:blip r:embed="rId2" cstate="email">
            <a:extLst>
              <a:ext uri="{28A0092B-C50C-407E-A947-70E740481C1C}">
                <a14:useLocalDpi xmlns:a14="http://schemas.microsoft.com/office/drawing/2010/main"/>
              </a:ext>
            </a:extLst>
          </a:blip>
          <a:srcRect r="-5533"/>
          <a:stretch/>
        </p:blipFill>
        <p:spPr>
          <a:xfrm>
            <a:off x="361738" y="1587407"/>
            <a:ext cx="6899674" cy="5160962"/>
          </a:xfrm>
          <a:prstGeom prst="rect">
            <a:avLst/>
          </a:prstGeom>
        </p:spPr>
      </p:pic>
      <p:sp>
        <p:nvSpPr>
          <p:cNvPr id="6" name="Slide Number Placeholder 5">
            <a:extLst>
              <a:ext uri="{FF2B5EF4-FFF2-40B4-BE49-F238E27FC236}">
                <a16:creationId xmlns:a16="http://schemas.microsoft.com/office/drawing/2014/main" id="{3AEE0F93-C0A6-FDAE-3BE0-407CDA0BA88C}"/>
              </a:ext>
            </a:extLst>
          </p:cNvPr>
          <p:cNvSpPr>
            <a:spLocks noGrp="1"/>
          </p:cNvSpPr>
          <p:nvPr>
            <p:ph type="sldNum" sz="quarter" idx="21"/>
          </p:nvPr>
        </p:nvSpPr>
        <p:spPr>
          <a:prstGeom prst="rect">
            <a:avLst/>
          </a:prstGeom>
        </p:spPr>
        <p:txBody>
          <a:bodyPr/>
          <a:lstStyle/>
          <a:p>
            <a:fld id="{8929AD07-5DAF-5C46-853B-6972F006CBE9}" type="slidenum">
              <a:rPr lang="en-US" sz="1000" smtClean="0">
                <a:latin typeface="Proxima Nova Rg" panose="02000506030000020004" pitchFamily="2" charset="77"/>
              </a:rPr>
              <a:t>6</a:t>
            </a:fld>
            <a:endParaRPr lang="en-US" sz="1000" dirty="0">
              <a:latin typeface="Proxima Nova Rg" panose="02000506030000020004" pitchFamily="2" charset="77"/>
            </a:endParaRPr>
          </a:p>
        </p:txBody>
      </p:sp>
      <p:sp>
        <p:nvSpPr>
          <p:cNvPr id="2" name="Text Placeholder 1">
            <a:extLst>
              <a:ext uri="{FF2B5EF4-FFF2-40B4-BE49-F238E27FC236}">
                <a16:creationId xmlns:a16="http://schemas.microsoft.com/office/drawing/2014/main" id="{3D093518-4936-7E39-F895-B44321E43272}"/>
              </a:ext>
            </a:extLst>
          </p:cNvPr>
          <p:cNvSpPr>
            <a:spLocks noGrp="1"/>
          </p:cNvSpPr>
          <p:nvPr>
            <p:ph type="body" sz="quarter" idx="22"/>
          </p:nvPr>
        </p:nvSpPr>
        <p:spPr/>
        <p:txBody>
          <a:bodyPr/>
          <a:lstStyle/>
          <a:p>
            <a:r>
              <a:rPr lang="en-US" dirty="0"/>
              <a:t>Agenda subhead goes here</a:t>
            </a:r>
          </a:p>
        </p:txBody>
      </p:sp>
      <p:sp>
        <p:nvSpPr>
          <p:cNvPr id="13" name="Text Placeholder 12">
            <a:extLst>
              <a:ext uri="{FF2B5EF4-FFF2-40B4-BE49-F238E27FC236}">
                <a16:creationId xmlns:a16="http://schemas.microsoft.com/office/drawing/2014/main" id="{073BF171-2A70-0630-0358-FBC329059F48}"/>
              </a:ext>
            </a:extLst>
          </p:cNvPr>
          <p:cNvSpPr>
            <a:spLocks noGrp="1"/>
          </p:cNvSpPr>
          <p:nvPr>
            <p:ph type="body" sz="quarter" idx="24"/>
          </p:nvPr>
        </p:nvSpPr>
        <p:spPr/>
        <p:txBody>
          <a:bodyPr/>
          <a:lstStyle/>
          <a:p>
            <a:pPr marL="285750" indent="-285750">
              <a:buFont typeface="Arial" panose="020B0604020202020204" pitchFamily="34" charset="0"/>
              <a:buChar char="•"/>
            </a:pPr>
            <a:endParaRPr lang="en-US" dirty="0"/>
          </a:p>
        </p:txBody>
      </p:sp>
    </p:spTree>
    <p:extLst>
      <p:ext uri="{BB962C8B-B14F-4D97-AF65-F5344CB8AC3E}">
        <p14:creationId xmlns:p14="http://schemas.microsoft.com/office/powerpoint/2010/main" val="403529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p:tgtEl>
                                          <p:spTgt spid="11"/>
                                        </p:tgtEl>
                                        <p:attrNameLst>
                                          <p:attrName>ppt_y</p:attrName>
                                        </p:attrNameLst>
                                      </p:cBhvr>
                                      <p:tavLst>
                                        <p:tav tm="0">
                                          <p:val>
                                            <p:strVal val="#ppt_y+#ppt_h*1.125000"/>
                                          </p:val>
                                        </p:tav>
                                        <p:tav tm="100000">
                                          <p:val>
                                            <p:strVal val="#ppt_y"/>
                                          </p:val>
                                        </p:tav>
                                      </p:tavLst>
                                    </p:anim>
                                    <p:animEffect transition="in" filter="wipe(up)">
                                      <p:cBhvr>
                                        <p:cTn id="8"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ext Placeholder 11">
            <a:extLst>
              <a:ext uri="{FF2B5EF4-FFF2-40B4-BE49-F238E27FC236}">
                <a16:creationId xmlns:a16="http://schemas.microsoft.com/office/drawing/2014/main" id="{B255721B-9CF8-E072-8E4F-B91FB170652F}"/>
              </a:ext>
            </a:extLst>
          </p:cNvPr>
          <p:cNvSpPr txBox="1">
            <a:spLocks/>
          </p:cNvSpPr>
          <p:nvPr/>
        </p:nvSpPr>
        <p:spPr>
          <a:xfrm>
            <a:off x="4914706" y="5658369"/>
            <a:ext cx="2430705" cy="638175"/>
          </a:xfrm>
          <a:prstGeom prst="rect">
            <a:avLst/>
          </a:prstGeom>
        </p:spPr>
        <p:txBody>
          <a:bodyPr anchor="ctr">
            <a:normAutofit fontScale="92500"/>
          </a:bodyPr>
          <a:lstStyle>
            <a:lvl1pPr marL="0" indent="0" algn="ctr" defTabSz="914400" rtl="0" eaLnBrk="1" latinLnBrk="0" hangingPunct="1">
              <a:lnSpc>
                <a:spcPct val="100000"/>
              </a:lnSpc>
              <a:spcBef>
                <a:spcPts val="1000"/>
              </a:spcBef>
              <a:buFont typeface="Arial" panose="020B0604020202020204" pitchFamily="34" charset="0"/>
              <a:buNone/>
              <a:defRPr sz="1800" b="1" i="0" kern="1200">
                <a:solidFill>
                  <a:schemeClr val="bg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Montserrat" pitchFamily="2" charset="77"/>
              </a:rPr>
              <a:t>Our past &amp; present:</a:t>
            </a:r>
            <a:br>
              <a:rPr lang="en-US" dirty="0">
                <a:latin typeface="Montserrat" pitchFamily="2" charset="77"/>
              </a:rPr>
            </a:br>
            <a:r>
              <a:rPr lang="en-US" dirty="0">
                <a:latin typeface="Montserrat" pitchFamily="2" charset="77"/>
              </a:rPr>
              <a:t>The Better Way</a:t>
            </a:r>
          </a:p>
        </p:txBody>
      </p:sp>
      <p:sp>
        <p:nvSpPr>
          <p:cNvPr id="47" name="Text Placeholder 11">
            <a:extLst>
              <a:ext uri="{FF2B5EF4-FFF2-40B4-BE49-F238E27FC236}">
                <a16:creationId xmlns:a16="http://schemas.microsoft.com/office/drawing/2014/main" id="{BF054283-43F6-5563-4CA7-41DE870F1C4A}"/>
              </a:ext>
            </a:extLst>
          </p:cNvPr>
          <p:cNvSpPr txBox="1">
            <a:spLocks/>
          </p:cNvSpPr>
          <p:nvPr/>
        </p:nvSpPr>
        <p:spPr>
          <a:xfrm>
            <a:off x="8394230" y="5658369"/>
            <a:ext cx="2430705" cy="638175"/>
          </a:xfrm>
          <a:prstGeom prst="rect">
            <a:avLst/>
          </a:prstGeom>
        </p:spPr>
        <p:txBody>
          <a:bodyPr anchor="ctr">
            <a:normAutofit lnSpcReduction="10000"/>
          </a:bodyPr>
          <a:lstStyle>
            <a:lvl1pPr marL="0" indent="0" algn="ctr" defTabSz="914400" rtl="0" eaLnBrk="1" latinLnBrk="0" hangingPunct="1">
              <a:lnSpc>
                <a:spcPct val="100000"/>
              </a:lnSpc>
              <a:spcBef>
                <a:spcPts val="1000"/>
              </a:spcBef>
              <a:buFont typeface="Arial" panose="020B0604020202020204" pitchFamily="34" charset="0"/>
              <a:buNone/>
              <a:defRPr sz="1800" b="1" i="0" kern="1200">
                <a:solidFill>
                  <a:schemeClr val="bg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Montserrat" pitchFamily="2" charset="77"/>
              </a:rPr>
              <a:t>Striving to serve you better</a:t>
            </a:r>
          </a:p>
        </p:txBody>
      </p:sp>
      <p:pic>
        <p:nvPicPr>
          <p:cNvPr id="65" name="Picture 64">
            <a:extLst>
              <a:ext uri="{FF2B5EF4-FFF2-40B4-BE49-F238E27FC236}">
                <a16:creationId xmlns:a16="http://schemas.microsoft.com/office/drawing/2014/main" id="{19CEA297-1ABA-C928-423D-904D111D0AB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234452" y="260648"/>
            <a:ext cx="11723096" cy="2788621"/>
          </a:xfrm>
          <a:prstGeom prst="rect">
            <a:avLst/>
          </a:prstGeom>
        </p:spPr>
      </p:pic>
      <p:pic>
        <p:nvPicPr>
          <p:cNvPr id="66" name="Picture 65">
            <a:extLst>
              <a:ext uri="{FF2B5EF4-FFF2-40B4-BE49-F238E27FC236}">
                <a16:creationId xmlns:a16="http://schemas.microsoft.com/office/drawing/2014/main" id="{CDF876B1-F692-51E4-E89A-AEF89BA843A4}"/>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593504" y="4576546"/>
            <a:ext cx="1026784" cy="1026784"/>
          </a:xfrm>
          <a:prstGeom prst="rect">
            <a:avLst/>
          </a:prstGeom>
        </p:spPr>
      </p:pic>
      <p:sp>
        <p:nvSpPr>
          <p:cNvPr id="45" name="Text Placeholder 11">
            <a:extLst>
              <a:ext uri="{FF2B5EF4-FFF2-40B4-BE49-F238E27FC236}">
                <a16:creationId xmlns:a16="http://schemas.microsoft.com/office/drawing/2014/main" id="{64855A05-5598-9B6C-ED7E-EE14EFABF6A1}"/>
              </a:ext>
            </a:extLst>
          </p:cNvPr>
          <p:cNvSpPr txBox="1">
            <a:spLocks/>
          </p:cNvSpPr>
          <p:nvPr/>
        </p:nvSpPr>
        <p:spPr>
          <a:xfrm>
            <a:off x="1435182" y="5658369"/>
            <a:ext cx="2430705" cy="638175"/>
          </a:xfrm>
          <a:prstGeom prst="rect">
            <a:avLst/>
          </a:prstGeom>
        </p:spPr>
        <p:txBody>
          <a:bodyPr anchor="ctr">
            <a:normAutofit lnSpcReduction="10000"/>
          </a:bodyPr>
          <a:lstStyle>
            <a:lvl1pPr marL="0" indent="0" algn="ctr" defTabSz="914400" rtl="0" eaLnBrk="1" latinLnBrk="0" hangingPunct="1">
              <a:lnSpc>
                <a:spcPct val="100000"/>
              </a:lnSpc>
              <a:spcBef>
                <a:spcPts val="1000"/>
              </a:spcBef>
              <a:buFont typeface="Arial" panose="020B0604020202020204" pitchFamily="34" charset="0"/>
              <a:buNone/>
              <a:defRPr sz="1800" b="1" i="0" kern="1200">
                <a:solidFill>
                  <a:schemeClr val="bg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Montserrat" pitchFamily="2" charset="77"/>
              </a:rPr>
              <a:t>Company Vision:</a:t>
            </a:r>
            <a:br>
              <a:rPr lang="en-US" dirty="0">
                <a:latin typeface="Montserrat" pitchFamily="2" charset="77"/>
              </a:rPr>
            </a:br>
            <a:r>
              <a:rPr lang="en-US" dirty="0">
                <a:latin typeface="Montserrat" pitchFamily="2" charset="77"/>
              </a:rPr>
              <a:t>ESG, Philanthropy</a:t>
            </a:r>
          </a:p>
        </p:txBody>
      </p:sp>
      <p:pic>
        <p:nvPicPr>
          <p:cNvPr id="67" name="Picture 66">
            <a:extLst>
              <a:ext uri="{FF2B5EF4-FFF2-40B4-BE49-F238E27FC236}">
                <a16:creationId xmlns:a16="http://schemas.microsoft.com/office/drawing/2014/main" id="{6BA663E9-74D2-6CCE-AF11-C370052E6EC5}"/>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2108169" y="4576546"/>
            <a:ext cx="1026783" cy="1026783"/>
          </a:xfrm>
          <a:prstGeom prst="rect">
            <a:avLst/>
          </a:prstGeom>
        </p:spPr>
      </p:pic>
      <p:sp>
        <p:nvSpPr>
          <p:cNvPr id="3" name="Freeform 2">
            <a:extLst>
              <a:ext uri="{FF2B5EF4-FFF2-40B4-BE49-F238E27FC236}">
                <a16:creationId xmlns:a16="http://schemas.microsoft.com/office/drawing/2014/main" id="{8E66A505-22D3-F45F-C1D0-2921423C12BB}"/>
              </a:ext>
            </a:extLst>
          </p:cNvPr>
          <p:cNvSpPr/>
          <p:nvPr/>
        </p:nvSpPr>
        <p:spPr>
          <a:xfrm>
            <a:off x="3521182" y="3987454"/>
            <a:ext cx="2231228" cy="27130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12" name="Text Placeholder 9">
            <a:extLst>
              <a:ext uri="{FF2B5EF4-FFF2-40B4-BE49-F238E27FC236}">
                <a16:creationId xmlns:a16="http://schemas.microsoft.com/office/drawing/2014/main" id="{5333E8C4-033D-2531-21A5-3F56B44C6103}"/>
              </a:ext>
            </a:extLst>
          </p:cNvPr>
          <p:cNvSpPr txBox="1">
            <a:spLocks/>
          </p:cNvSpPr>
          <p:nvPr/>
        </p:nvSpPr>
        <p:spPr>
          <a:xfrm>
            <a:off x="923846" y="3563258"/>
            <a:ext cx="6205824" cy="512368"/>
          </a:xfrm>
          <a:prstGeom prst="rect">
            <a:avLst/>
          </a:prstGeom>
        </p:spPr>
        <p:txBody>
          <a:bodyPr anchor="ctr">
            <a:noAutofit/>
          </a:bodyPr>
          <a:lstStyle>
            <a:lvl1pPr marL="0" indent="0" algn="l" defTabSz="914400" rtl="0" eaLnBrk="1" latinLnBrk="0" hangingPunct="1">
              <a:lnSpc>
                <a:spcPct val="100000"/>
              </a:lnSpc>
              <a:spcBef>
                <a:spcPts val="1000"/>
              </a:spcBef>
              <a:buFont typeface="Arial" panose="020B0604020202020204" pitchFamily="34" charset="0"/>
              <a:buNone/>
              <a:defRPr sz="36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Montserrat ExtraBold" pitchFamily="2" charset="77"/>
              </a:rPr>
              <a:t>Company Overview</a:t>
            </a:r>
          </a:p>
        </p:txBody>
      </p:sp>
      <p:grpSp>
        <p:nvGrpSpPr>
          <p:cNvPr id="2" name="Graphic 4119">
            <a:extLst>
              <a:ext uri="{FF2B5EF4-FFF2-40B4-BE49-F238E27FC236}">
                <a16:creationId xmlns:a16="http://schemas.microsoft.com/office/drawing/2014/main" id="{5BC713DF-730A-A6AD-8FF7-1D5B8661A985}"/>
              </a:ext>
            </a:extLst>
          </p:cNvPr>
          <p:cNvGrpSpPr/>
          <p:nvPr/>
        </p:nvGrpSpPr>
        <p:grpSpPr>
          <a:xfrm>
            <a:off x="1389001" y="3248054"/>
            <a:ext cx="1529011" cy="408825"/>
            <a:chOff x="2178742" y="-1107180"/>
            <a:chExt cx="2171851" cy="580707"/>
          </a:xfrm>
          <a:solidFill>
            <a:schemeClr val="tx1"/>
          </a:solidFill>
        </p:grpSpPr>
        <p:sp>
          <p:nvSpPr>
            <p:cNvPr id="4" name="Freeform 3">
              <a:extLst>
                <a:ext uri="{FF2B5EF4-FFF2-40B4-BE49-F238E27FC236}">
                  <a16:creationId xmlns:a16="http://schemas.microsoft.com/office/drawing/2014/main" id="{D3B2A7FA-2973-63B6-1A6A-7D8174BACEBC}"/>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285A5D85-098F-FAE1-EB0D-2C474A890ACF}"/>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805AAC1F-5C05-76A4-2072-3D6A2E4DEA9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DB7EC94F-DBB2-E937-57E2-312CB5FF1A3B}"/>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A168481E-E86C-128A-3203-DC8A96219310}"/>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F3A37749-1F04-06F2-622B-F6F8DC54468D}"/>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A036AD4D-432B-9E1C-DE80-E868742166DD}"/>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6DC23783-D193-AAC2-58EB-9ACEC25BA6EE}"/>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92590E77-5AD4-37DB-4BD5-F653F40F94D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E4457899-9F9D-A0C8-06D3-C343A6E7D7AF}"/>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D6BB0492-61A0-BDE2-6D47-840A2D2FB48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899036A4-32A3-4229-67EB-DDC62CCEA6B8}"/>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EBD261F6-C2C7-2900-86F3-A63FDAB9F39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A65F3DB2-FAAA-9E4D-1411-E1954901FBA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7EA1B333-469E-7591-5CA4-26D62E9A7837}"/>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68A43A72-5FA2-C4B3-B09E-27BC80097396}"/>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F0325CE9-D619-20D3-1BF3-E376CD3872A8}"/>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BC51C7A0-9FC4-0049-36EF-AE026BDABDD8}"/>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F8DB8531-457D-1D89-64BB-9B6AC204A6FF}"/>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726201B0-F08A-2179-46AA-A8D79BD123A3}"/>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grpSp>
        <p:nvGrpSpPr>
          <p:cNvPr id="9" name="Group 8">
            <a:extLst>
              <a:ext uri="{FF2B5EF4-FFF2-40B4-BE49-F238E27FC236}">
                <a16:creationId xmlns:a16="http://schemas.microsoft.com/office/drawing/2014/main" id="{DF7A27E3-CD13-83E2-1127-3164736AA49F}"/>
              </a:ext>
            </a:extLst>
          </p:cNvPr>
          <p:cNvGrpSpPr/>
          <p:nvPr/>
        </p:nvGrpSpPr>
        <p:grpSpPr>
          <a:xfrm>
            <a:off x="9086804" y="4554215"/>
            <a:ext cx="1045556" cy="1044998"/>
            <a:chOff x="4758049" y="1030989"/>
            <a:chExt cx="607504" cy="607180"/>
          </a:xfrm>
        </p:grpSpPr>
        <p:sp>
          <p:nvSpPr>
            <p:cNvPr id="20" name="Freeform 772">
              <a:extLst>
                <a:ext uri="{FF2B5EF4-FFF2-40B4-BE49-F238E27FC236}">
                  <a16:creationId xmlns:a16="http://schemas.microsoft.com/office/drawing/2014/main" id="{44216FBE-78F0-EA7D-7B3F-A1353C8AACD7}"/>
                </a:ext>
              </a:extLst>
            </p:cNvPr>
            <p:cNvSpPr/>
            <p:nvPr/>
          </p:nvSpPr>
          <p:spPr>
            <a:xfrm>
              <a:off x="4758049" y="1030989"/>
              <a:ext cx="607504" cy="607180"/>
            </a:xfrm>
            <a:custGeom>
              <a:avLst/>
              <a:gdLst>
                <a:gd name="connsiteX0" fmla="*/ 303752 w 607504"/>
                <a:gd name="connsiteY0" fmla="*/ 607181 h 607180"/>
                <a:gd name="connsiteX1" fmla="*/ 607504 w 607504"/>
                <a:gd name="connsiteY1" fmla="*/ 303590 h 607180"/>
                <a:gd name="connsiteX2" fmla="*/ 303752 w 607504"/>
                <a:gd name="connsiteY2" fmla="*/ 0 h 607180"/>
                <a:gd name="connsiteX3" fmla="*/ 0 w 607504"/>
                <a:gd name="connsiteY3" fmla="*/ 303590 h 607180"/>
                <a:gd name="connsiteX4" fmla="*/ 303752 w 607504"/>
                <a:gd name="connsiteY4" fmla="*/ 607181 h 607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504" h="607180">
                  <a:moveTo>
                    <a:pt x="303752" y="607181"/>
                  </a:moveTo>
                  <a:cubicBezTo>
                    <a:pt x="471205" y="607181"/>
                    <a:pt x="607504" y="470954"/>
                    <a:pt x="607504" y="303590"/>
                  </a:cubicBezTo>
                  <a:cubicBezTo>
                    <a:pt x="607504" y="136226"/>
                    <a:pt x="471205" y="0"/>
                    <a:pt x="303752" y="0"/>
                  </a:cubicBezTo>
                  <a:cubicBezTo>
                    <a:pt x="136299" y="0"/>
                    <a:pt x="0" y="136226"/>
                    <a:pt x="0" y="303590"/>
                  </a:cubicBezTo>
                  <a:cubicBezTo>
                    <a:pt x="0" y="470954"/>
                    <a:pt x="136299" y="607181"/>
                    <a:pt x="303752" y="607181"/>
                  </a:cubicBezTo>
                </a:path>
              </a:pathLst>
            </a:custGeom>
            <a:solidFill>
              <a:srgbClr val="B14538"/>
            </a:solidFill>
            <a:ln w="9735" cap="flat">
              <a:noFill/>
              <a:prstDash val="solid"/>
              <a:miter/>
            </a:ln>
          </p:spPr>
          <p:txBody>
            <a:bodyPr rtlCol="0" anchor="ctr"/>
            <a:lstStyle/>
            <a:p>
              <a:endParaRPr lang="en-US" dirty="0">
                <a:latin typeface="Proxima Nova Rg" panose="02000506030000020004" pitchFamily="2" charset="77"/>
              </a:endParaRPr>
            </a:p>
          </p:txBody>
        </p:sp>
        <p:grpSp>
          <p:nvGrpSpPr>
            <p:cNvPr id="21" name="Graphic 450">
              <a:extLst>
                <a:ext uri="{FF2B5EF4-FFF2-40B4-BE49-F238E27FC236}">
                  <a16:creationId xmlns:a16="http://schemas.microsoft.com/office/drawing/2014/main" id="{42701635-F3F1-4CF4-8287-C9825EF0AB58}"/>
                </a:ext>
              </a:extLst>
            </p:cNvPr>
            <p:cNvGrpSpPr/>
            <p:nvPr/>
          </p:nvGrpSpPr>
          <p:grpSpPr>
            <a:xfrm>
              <a:off x="4873903" y="1132186"/>
              <a:ext cx="376769" cy="404787"/>
              <a:chOff x="9034769" y="5575707"/>
              <a:chExt cx="376769" cy="404787"/>
            </a:xfrm>
            <a:solidFill>
              <a:srgbClr val="FFFFFF"/>
            </a:solidFill>
          </p:grpSpPr>
          <p:grpSp>
            <p:nvGrpSpPr>
              <p:cNvPr id="22" name="Graphic 450">
                <a:extLst>
                  <a:ext uri="{FF2B5EF4-FFF2-40B4-BE49-F238E27FC236}">
                    <a16:creationId xmlns:a16="http://schemas.microsoft.com/office/drawing/2014/main" id="{DCFCF085-6DCE-678A-7B6F-CF509DE05480}"/>
                  </a:ext>
                </a:extLst>
              </p:cNvPr>
              <p:cNvGrpSpPr/>
              <p:nvPr/>
            </p:nvGrpSpPr>
            <p:grpSpPr>
              <a:xfrm>
                <a:off x="9099998" y="5575707"/>
                <a:ext cx="250206" cy="404787"/>
                <a:chOff x="9099998" y="5575707"/>
                <a:chExt cx="250206" cy="404787"/>
              </a:xfrm>
              <a:solidFill>
                <a:srgbClr val="FFFFFF"/>
              </a:solidFill>
            </p:grpSpPr>
            <p:sp>
              <p:nvSpPr>
                <p:cNvPr id="34" name="Freeform 775">
                  <a:extLst>
                    <a:ext uri="{FF2B5EF4-FFF2-40B4-BE49-F238E27FC236}">
                      <a16:creationId xmlns:a16="http://schemas.microsoft.com/office/drawing/2014/main" id="{2B70DEAC-CF46-770F-1F14-FEF29E591181}"/>
                    </a:ext>
                  </a:extLst>
                </p:cNvPr>
                <p:cNvSpPr/>
                <p:nvPr/>
              </p:nvSpPr>
              <p:spPr>
                <a:xfrm>
                  <a:off x="9132125" y="5854971"/>
                  <a:ext cx="182056" cy="42814"/>
                </a:xfrm>
                <a:custGeom>
                  <a:avLst/>
                  <a:gdLst>
                    <a:gd name="connsiteX0" fmla="*/ 160638 w 182056"/>
                    <a:gd name="connsiteY0" fmla="*/ 42814 h 42814"/>
                    <a:gd name="connsiteX1" fmla="*/ 21418 w 182056"/>
                    <a:gd name="connsiteY1" fmla="*/ 42814 h 42814"/>
                    <a:gd name="connsiteX2" fmla="*/ 0 w 182056"/>
                    <a:gd name="connsiteY2" fmla="*/ 21407 h 42814"/>
                    <a:gd name="connsiteX3" fmla="*/ 21418 w 182056"/>
                    <a:gd name="connsiteY3" fmla="*/ 0 h 42814"/>
                    <a:gd name="connsiteX4" fmla="*/ 160638 w 182056"/>
                    <a:gd name="connsiteY4" fmla="*/ 0 h 42814"/>
                    <a:gd name="connsiteX5" fmla="*/ 182056 w 182056"/>
                    <a:gd name="connsiteY5" fmla="*/ 21407 h 42814"/>
                    <a:gd name="connsiteX6" fmla="*/ 160638 w 182056"/>
                    <a:gd name="connsiteY6" fmla="*/ 42814 h 42814"/>
                    <a:gd name="connsiteX7" fmla="*/ 21418 w 182056"/>
                    <a:gd name="connsiteY7" fmla="*/ 8758 h 42814"/>
                    <a:gd name="connsiteX8" fmla="*/ 8762 w 182056"/>
                    <a:gd name="connsiteY8" fmla="*/ 21407 h 42814"/>
                    <a:gd name="connsiteX9" fmla="*/ 21418 w 182056"/>
                    <a:gd name="connsiteY9" fmla="*/ 34057 h 42814"/>
                    <a:gd name="connsiteX10" fmla="*/ 160638 w 182056"/>
                    <a:gd name="connsiteY10" fmla="*/ 34057 h 42814"/>
                    <a:gd name="connsiteX11" fmla="*/ 173294 w 182056"/>
                    <a:gd name="connsiteY11" fmla="*/ 21407 h 42814"/>
                    <a:gd name="connsiteX12" fmla="*/ 160638 w 182056"/>
                    <a:gd name="connsiteY12" fmla="*/ 8758 h 42814"/>
                    <a:gd name="connsiteX13" fmla="*/ 21418 w 182056"/>
                    <a:gd name="connsiteY13" fmla="*/ 8758 h 4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2056" h="42814">
                      <a:moveTo>
                        <a:pt x="160638" y="42814"/>
                      </a:moveTo>
                      <a:lnTo>
                        <a:pt x="21418" y="42814"/>
                      </a:lnTo>
                      <a:cubicBezTo>
                        <a:pt x="9736" y="42814"/>
                        <a:pt x="0" y="33084"/>
                        <a:pt x="0" y="21407"/>
                      </a:cubicBezTo>
                      <a:cubicBezTo>
                        <a:pt x="0" y="9730"/>
                        <a:pt x="9736" y="0"/>
                        <a:pt x="21418" y="0"/>
                      </a:cubicBezTo>
                      <a:lnTo>
                        <a:pt x="160638" y="0"/>
                      </a:lnTo>
                      <a:cubicBezTo>
                        <a:pt x="172321" y="0"/>
                        <a:pt x="182056" y="9730"/>
                        <a:pt x="182056" y="21407"/>
                      </a:cubicBezTo>
                      <a:cubicBezTo>
                        <a:pt x="181083" y="33084"/>
                        <a:pt x="172321" y="42814"/>
                        <a:pt x="160638" y="42814"/>
                      </a:cubicBezTo>
                      <a:close/>
                      <a:moveTo>
                        <a:pt x="21418" y="8758"/>
                      </a:moveTo>
                      <a:cubicBezTo>
                        <a:pt x="14603" y="8758"/>
                        <a:pt x="8762" y="14596"/>
                        <a:pt x="8762" y="21407"/>
                      </a:cubicBezTo>
                      <a:cubicBezTo>
                        <a:pt x="8762" y="28219"/>
                        <a:pt x="14603" y="34057"/>
                        <a:pt x="21418" y="34057"/>
                      </a:cubicBezTo>
                      <a:lnTo>
                        <a:pt x="160638" y="34057"/>
                      </a:lnTo>
                      <a:cubicBezTo>
                        <a:pt x="167453" y="34057"/>
                        <a:pt x="173294" y="28219"/>
                        <a:pt x="173294" y="21407"/>
                      </a:cubicBezTo>
                      <a:cubicBezTo>
                        <a:pt x="173294" y="14596"/>
                        <a:pt x="167453" y="8758"/>
                        <a:pt x="160638" y="8758"/>
                      </a:cubicBezTo>
                      <a:lnTo>
                        <a:pt x="21418" y="8758"/>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0" name="Freeform 776">
                  <a:extLst>
                    <a:ext uri="{FF2B5EF4-FFF2-40B4-BE49-F238E27FC236}">
                      <a16:creationId xmlns:a16="http://schemas.microsoft.com/office/drawing/2014/main" id="{7B25DE9F-9174-E6ED-B0D9-C3F23A142CAE}"/>
                    </a:ext>
                  </a:extLst>
                </p:cNvPr>
                <p:cNvSpPr/>
                <p:nvPr/>
              </p:nvSpPr>
              <p:spPr>
                <a:xfrm>
                  <a:off x="9133099" y="5889027"/>
                  <a:ext cx="180109" cy="41841"/>
                </a:xfrm>
                <a:custGeom>
                  <a:avLst/>
                  <a:gdLst>
                    <a:gd name="connsiteX0" fmla="*/ 161612 w 180109"/>
                    <a:gd name="connsiteY0" fmla="*/ 41841 h 41841"/>
                    <a:gd name="connsiteX1" fmla="*/ 18498 w 180109"/>
                    <a:gd name="connsiteY1" fmla="*/ 41841 h 41841"/>
                    <a:gd name="connsiteX2" fmla="*/ 0 w 180109"/>
                    <a:gd name="connsiteY2" fmla="*/ 23353 h 41841"/>
                    <a:gd name="connsiteX3" fmla="*/ 0 w 180109"/>
                    <a:gd name="connsiteY3" fmla="*/ 18488 h 41841"/>
                    <a:gd name="connsiteX4" fmla="*/ 18498 w 180109"/>
                    <a:gd name="connsiteY4" fmla="*/ 0 h 41841"/>
                    <a:gd name="connsiteX5" fmla="*/ 161612 w 180109"/>
                    <a:gd name="connsiteY5" fmla="*/ 0 h 41841"/>
                    <a:gd name="connsiteX6" fmla="*/ 180109 w 180109"/>
                    <a:gd name="connsiteY6" fmla="*/ 18488 h 41841"/>
                    <a:gd name="connsiteX7" fmla="*/ 180109 w 180109"/>
                    <a:gd name="connsiteY7" fmla="*/ 23353 h 41841"/>
                    <a:gd name="connsiteX8" fmla="*/ 161612 w 180109"/>
                    <a:gd name="connsiteY8" fmla="*/ 41841 h 41841"/>
                    <a:gd name="connsiteX9" fmla="*/ 18498 w 180109"/>
                    <a:gd name="connsiteY9" fmla="*/ 8758 h 41841"/>
                    <a:gd name="connsiteX10" fmla="*/ 7789 w 180109"/>
                    <a:gd name="connsiteY10" fmla="*/ 19461 h 41841"/>
                    <a:gd name="connsiteX11" fmla="*/ 7789 w 180109"/>
                    <a:gd name="connsiteY11" fmla="*/ 24326 h 41841"/>
                    <a:gd name="connsiteX12" fmla="*/ 18498 w 180109"/>
                    <a:gd name="connsiteY12" fmla="*/ 35030 h 41841"/>
                    <a:gd name="connsiteX13" fmla="*/ 161612 w 180109"/>
                    <a:gd name="connsiteY13" fmla="*/ 35030 h 41841"/>
                    <a:gd name="connsiteX14" fmla="*/ 172321 w 180109"/>
                    <a:gd name="connsiteY14" fmla="*/ 24326 h 41841"/>
                    <a:gd name="connsiteX15" fmla="*/ 172321 w 180109"/>
                    <a:gd name="connsiteY15" fmla="*/ 18488 h 41841"/>
                    <a:gd name="connsiteX16" fmla="*/ 161612 w 180109"/>
                    <a:gd name="connsiteY16" fmla="*/ 7785 h 41841"/>
                    <a:gd name="connsiteX17" fmla="*/ 18498 w 180109"/>
                    <a:gd name="connsiteY17" fmla="*/ 7785 h 4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0109" h="41841">
                      <a:moveTo>
                        <a:pt x="161612" y="41841"/>
                      </a:moveTo>
                      <a:lnTo>
                        <a:pt x="18498" y="41841"/>
                      </a:lnTo>
                      <a:cubicBezTo>
                        <a:pt x="7789" y="41841"/>
                        <a:pt x="0" y="33084"/>
                        <a:pt x="0" y="23353"/>
                      </a:cubicBezTo>
                      <a:lnTo>
                        <a:pt x="0" y="18488"/>
                      </a:lnTo>
                      <a:cubicBezTo>
                        <a:pt x="0" y="7785"/>
                        <a:pt x="8762" y="0"/>
                        <a:pt x="18498" y="0"/>
                      </a:cubicBezTo>
                      <a:lnTo>
                        <a:pt x="161612" y="0"/>
                      </a:lnTo>
                      <a:cubicBezTo>
                        <a:pt x="172321" y="0"/>
                        <a:pt x="180109" y="8758"/>
                        <a:pt x="180109" y="18488"/>
                      </a:cubicBezTo>
                      <a:lnTo>
                        <a:pt x="180109" y="23353"/>
                      </a:lnTo>
                      <a:cubicBezTo>
                        <a:pt x="180109" y="34057"/>
                        <a:pt x="172321" y="41841"/>
                        <a:pt x="161612" y="41841"/>
                      </a:cubicBezTo>
                      <a:close/>
                      <a:moveTo>
                        <a:pt x="18498" y="8758"/>
                      </a:moveTo>
                      <a:cubicBezTo>
                        <a:pt x="12657" y="8758"/>
                        <a:pt x="7789" y="13623"/>
                        <a:pt x="7789" y="19461"/>
                      </a:cubicBezTo>
                      <a:lnTo>
                        <a:pt x="7789" y="24326"/>
                      </a:lnTo>
                      <a:cubicBezTo>
                        <a:pt x="7789" y="30165"/>
                        <a:pt x="12657" y="35030"/>
                        <a:pt x="18498" y="35030"/>
                      </a:cubicBezTo>
                      <a:lnTo>
                        <a:pt x="161612" y="35030"/>
                      </a:lnTo>
                      <a:cubicBezTo>
                        <a:pt x="167453" y="35030"/>
                        <a:pt x="172321" y="30165"/>
                        <a:pt x="172321" y="24326"/>
                      </a:cubicBezTo>
                      <a:lnTo>
                        <a:pt x="172321" y="18488"/>
                      </a:lnTo>
                      <a:cubicBezTo>
                        <a:pt x="172321" y="12650"/>
                        <a:pt x="167453" y="7785"/>
                        <a:pt x="161612" y="7785"/>
                      </a:cubicBezTo>
                      <a:lnTo>
                        <a:pt x="18498"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1" name="Freeform 777">
                  <a:extLst>
                    <a:ext uri="{FF2B5EF4-FFF2-40B4-BE49-F238E27FC236}">
                      <a16:creationId xmlns:a16="http://schemas.microsoft.com/office/drawing/2014/main" id="{F90B45A9-2C27-E0F3-1133-49479C4E2A7B}"/>
                    </a:ext>
                  </a:extLst>
                </p:cNvPr>
                <p:cNvSpPr/>
                <p:nvPr/>
              </p:nvSpPr>
              <p:spPr>
                <a:xfrm>
                  <a:off x="9164253" y="5923084"/>
                  <a:ext cx="115887" cy="57409"/>
                </a:xfrm>
                <a:custGeom>
                  <a:avLst/>
                  <a:gdLst>
                    <a:gd name="connsiteX0" fmla="*/ 70097 w 115887"/>
                    <a:gd name="connsiteY0" fmla="*/ 57410 h 57409"/>
                    <a:gd name="connsiteX1" fmla="*/ 46731 w 115887"/>
                    <a:gd name="connsiteY1" fmla="*/ 57410 h 57409"/>
                    <a:gd name="connsiteX2" fmla="*/ 0 w 115887"/>
                    <a:gd name="connsiteY2" fmla="*/ 10704 h 57409"/>
                    <a:gd name="connsiteX3" fmla="*/ 0 w 115887"/>
                    <a:gd name="connsiteY3" fmla="*/ 3892 h 57409"/>
                    <a:gd name="connsiteX4" fmla="*/ 3894 w 115887"/>
                    <a:gd name="connsiteY4" fmla="*/ 0 h 57409"/>
                    <a:gd name="connsiteX5" fmla="*/ 111960 w 115887"/>
                    <a:gd name="connsiteY5" fmla="*/ 0 h 57409"/>
                    <a:gd name="connsiteX6" fmla="*/ 115854 w 115887"/>
                    <a:gd name="connsiteY6" fmla="*/ 3892 h 57409"/>
                    <a:gd name="connsiteX7" fmla="*/ 115854 w 115887"/>
                    <a:gd name="connsiteY7" fmla="*/ 10704 h 57409"/>
                    <a:gd name="connsiteX8" fmla="*/ 70097 w 115887"/>
                    <a:gd name="connsiteY8" fmla="*/ 57410 h 57409"/>
                    <a:gd name="connsiteX9" fmla="*/ 8762 w 115887"/>
                    <a:gd name="connsiteY9" fmla="*/ 7785 h 57409"/>
                    <a:gd name="connsiteX10" fmla="*/ 8762 w 115887"/>
                    <a:gd name="connsiteY10" fmla="*/ 9730 h 57409"/>
                    <a:gd name="connsiteX11" fmla="*/ 46731 w 115887"/>
                    <a:gd name="connsiteY11" fmla="*/ 47680 h 57409"/>
                    <a:gd name="connsiteX12" fmla="*/ 70097 w 115887"/>
                    <a:gd name="connsiteY12" fmla="*/ 47680 h 57409"/>
                    <a:gd name="connsiteX13" fmla="*/ 108066 w 115887"/>
                    <a:gd name="connsiteY13" fmla="*/ 9730 h 57409"/>
                    <a:gd name="connsiteX14" fmla="*/ 108066 w 115887"/>
                    <a:gd name="connsiteY14" fmla="*/ 7785 h 57409"/>
                    <a:gd name="connsiteX15" fmla="*/ 8762 w 115887"/>
                    <a:gd name="connsiteY15" fmla="*/ 7785 h 5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5887" h="57409">
                      <a:moveTo>
                        <a:pt x="70097" y="57410"/>
                      </a:moveTo>
                      <a:lnTo>
                        <a:pt x="46731" y="57410"/>
                      </a:lnTo>
                      <a:cubicBezTo>
                        <a:pt x="20445" y="57410"/>
                        <a:pt x="0" y="36003"/>
                        <a:pt x="0" y="10704"/>
                      </a:cubicBezTo>
                      <a:lnTo>
                        <a:pt x="0" y="3892"/>
                      </a:lnTo>
                      <a:cubicBezTo>
                        <a:pt x="0" y="1946"/>
                        <a:pt x="1947" y="0"/>
                        <a:pt x="3894" y="0"/>
                      </a:cubicBezTo>
                      <a:lnTo>
                        <a:pt x="111960" y="0"/>
                      </a:lnTo>
                      <a:cubicBezTo>
                        <a:pt x="113907" y="0"/>
                        <a:pt x="115854" y="1946"/>
                        <a:pt x="115854" y="3892"/>
                      </a:cubicBezTo>
                      <a:lnTo>
                        <a:pt x="115854" y="10704"/>
                      </a:lnTo>
                      <a:cubicBezTo>
                        <a:pt x="116828" y="36003"/>
                        <a:pt x="96383" y="57410"/>
                        <a:pt x="70097" y="57410"/>
                      </a:cubicBezTo>
                      <a:close/>
                      <a:moveTo>
                        <a:pt x="8762" y="7785"/>
                      </a:moveTo>
                      <a:lnTo>
                        <a:pt x="8762" y="9730"/>
                      </a:lnTo>
                      <a:cubicBezTo>
                        <a:pt x="8762" y="31138"/>
                        <a:pt x="26286" y="47680"/>
                        <a:pt x="46731" y="47680"/>
                      </a:cubicBezTo>
                      <a:lnTo>
                        <a:pt x="70097" y="47680"/>
                      </a:lnTo>
                      <a:cubicBezTo>
                        <a:pt x="91515" y="47680"/>
                        <a:pt x="108066" y="30165"/>
                        <a:pt x="108066" y="9730"/>
                      </a:cubicBezTo>
                      <a:lnTo>
                        <a:pt x="108066" y="7785"/>
                      </a:lnTo>
                      <a:lnTo>
                        <a:pt x="8762" y="7785"/>
                      </a:ln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2" name="Freeform 778">
                  <a:extLst>
                    <a:ext uri="{FF2B5EF4-FFF2-40B4-BE49-F238E27FC236}">
                      <a16:creationId xmlns:a16="http://schemas.microsoft.com/office/drawing/2014/main" id="{EE13AE24-1D2C-EFC2-EE11-303E7DCB3BEA}"/>
                    </a:ext>
                  </a:extLst>
                </p:cNvPr>
                <p:cNvSpPr/>
                <p:nvPr/>
              </p:nvSpPr>
              <p:spPr>
                <a:xfrm>
                  <a:off x="9099998" y="5637982"/>
                  <a:ext cx="250206" cy="209292"/>
                </a:xfrm>
                <a:custGeom>
                  <a:avLst/>
                  <a:gdLst>
                    <a:gd name="connsiteX0" fmla="*/ 59387 w 250206"/>
                    <a:gd name="connsiteY0" fmla="*/ 209205 h 209292"/>
                    <a:gd name="connsiteX1" fmla="*/ 56467 w 250206"/>
                    <a:gd name="connsiteY1" fmla="*/ 208232 h 209292"/>
                    <a:gd name="connsiteX2" fmla="*/ 42837 w 250206"/>
                    <a:gd name="connsiteY2" fmla="*/ 194609 h 209292"/>
                    <a:gd name="connsiteX3" fmla="*/ 29207 w 250206"/>
                    <a:gd name="connsiteY3" fmla="*/ 201421 h 209292"/>
                    <a:gd name="connsiteX4" fmla="*/ 23365 w 250206"/>
                    <a:gd name="connsiteY4" fmla="*/ 199474 h 209292"/>
                    <a:gd name="connsiteX5" fmla="*/ 9736 w 250206"/>
                    <a:gd name="connsiteY5" fmla="*/ 175148 h 209292"/>
                    <a:gd name="connsiteX6" fmla="*/ 10709 w 250206"/>
                    <a:gd name="connsiteY6" fmla="*/ 169310 h 209292"/>
                    <a:gd name="connsiteX7" fmla="*/ 23365 w 250206"/>
                    <a:gd name="connsiteY7" fmla="*/ 160553 h 209292"/>
                    <a:gd name="connsiteX8" fmla="*/ 19471 w 250206"/>
                    <a:gd name="connsiteY8" fmla="*/ 144984 h 209292"/>
                    <a:gd name="connsiteX9" fmla="*/ 3894 w 250206"/>
                    <a:gd name="connsiteY9" fmla="*/ 143038 h 209292"/>
                    <a:gd name="connsiteX10" fmla="*/ 0 w 250206"/>
                    <a:gd name="connsiteY10" fmla="*/ 139146 h 209292"/>
                    <a:gd name="connsiteX11" fmla="*/ 0 w 250206"/>
                    <a:gd name="connsiteY11" fmla="*/ 110928 h 209292"/>
                    <a:gd name="connsiteX12" fmla="*/ 3894 w 250206"/>
                    <a:gd name="connsiteY12" fmla="*/ 107035 h 209292"/>
                    <a:gd name="connsiteX13" fmla="*/ 19471 w 250206"/>
                    <a:gd name="connsiteY13" fmla="*/ 105089 h 209292"/>
                    <a:gd name="connsiteX14" fmla="*/ 23365 w 250206"/>
                    <a:gd name="connsiteY14" fmla="*/ 89520 h 209292"/>
                    <a:gd name="connsiteX15" fmla="*/ 10709 w 250206"/>
                    <a:gd name="connsiteY15" fmla="*/ 80763 h 209292"/>
                    <a:gd name="connsiteX16" fmla="*/ 9736 w 250206"/>
                    <a:gd name="connsiteY16" fmla="*/ 74925 h 209292"/>
                    <a:gd name="connsiteX17" fmla="*/ 23365 w 250206"/>
                    <a:gd name="connsiteY17" fmla="*/ 50599 h 209292"/>
                    <a:gd name="connsiteX18" fmla="*/ 29207 w 250206"/>
                    <a:gd name="connsiteY18" fmla="*/ 48652 h 209292"/>
                    <a:gd name="connsiteX19" fmla="*/ 43810 w 250206"/>
                    <a:gd name="connsiteY19" fmla="*/ 55464 h 209292"/>
                    <a:gd name="connsiteX20" fmla="*/ 55493 w 250206"/>
                    <a:gd name="connsiteY20" fmla="*/ 43787 h 209292"/>
                    <a:gd name="connsiteX21" fmla="*/ 48678 w 250206"/>
                    <a:gd name="connsiteY21" fmla="*/ 29191 h 209292"/>
                    <a:gd name="connsiteX22" fmla="*/ 50625 w 250206"/>
                    <a:gd name="connsiteY22" fmla="*/ 23353 h 209292"/>
                    <a:gd name="connsiteX23" fmla="*/ 74965 w 250206"/>
                    <a:gd name="connsiteY23" fmla="*/ 9730 h 209292"/>
                    <a:gd name="connsiteX24" fmla="*/ 80806 w 250206"/>
                    <a:gd name="connsiteY24" fmla="*/ 10704 h 209292"/>
                    <a:gd name="connsiteX25" fmla="*/ 89568 w 250206"/>
                    <a:gd name="connsiteY25" fmla="*/ 23353 h 209292"/>
                    <a:gd name="connsiteX26" fmla="*/ 105145 w 250206"/>
                    <a:gd name="connsiteY26" fmla="*/ 19461 h 209292"/>
                    <a:gd name="connsiteX27" fmla="*/ 107092 w 250206"/>
                    <a:gd name="connsiteY27" fmla="*/ 3892 h 209292"/>
                    <a:gd name="connsiteX28" fmla="*/ 110986 w 250206"/>
                    <a:gd name="connsiteY28" fmla="*/ 0 h 209292"/>
                    <a:gd name="connsiteX29" fmla="*/ 139220 w 250206"/>
                    <a:gd name="connsiteY29" fmla="*/ 0 h 209292"/>
                    <a:gd name="connsiteX30" fmla="*/ 143114 w 250206"/>
                    <a:gd name="connsiteY30" fmla="*/ 3892 h 209292"/>
                    <a:gd name="connsiteX31" fmla="*/ 145061 w 250206"/>
                    <a:gd name="connsiteY31" fmla="*/ 19461 h 209292"/>
                    <a:gd name="connsiteX32" fmla="*/ 160638 w 250206"/>
                    <a:gd name="connsiteY32" fmla="*/ 23353 h 209292"/>
                    <a:gd name="connsiteX33" fmla="*/ 169400 w 250206"/>
                    <a:gd name="connsiteY33" fmla="*/ 10704 h 209292"/>
                    <a:gd name="connsiteX34" fmla="*/ 175241 w 250206"/>
                    <a:gd name="connsiteY34" fmla="*/ 9730 h 209292"/>
                    <a:gd name="connsiteX35" fmla="*/ 199581 w 250206"/>
                    <a:gd name="connsiteY35" fmla="*/ 23353 h 209292"/>
                    <a:gd name="connsiteX36" fmla="*/ 201528 w 250206"/>
                    <a:gd name="connsiteY36" fmla="*/ 29191 h 209292"/>
                    <a:gd name="connsiteX37" fmla="*/ 194713 w 250206"/>
                    <a:gd name="connsiteY37" fmla="*/ 43787 h 209292"/>
                    <a:gd name="connsiteX38" fmla="*/ 206396 w 250206"/>
                    <a:gd name="connsiteY38" fmla="*/ 55464 h 209292"/>
                    <a:gd name="connsiteX39" fmla="*/ 220999 w 250206"/>
                    <a:gd name="connsiteY39" fmla="*/ 48652 h 209292"/>
                    <a:gd name="connsiteX40" fmla="*/ 226841 w 250206"/>
                    <a:gd name="connsiteY40" fmla="*/ 50599 h 209292"/>
                    <a:gd name="connsiteX41" fmla="*/ 240470 w 250206"/>
                    <a:gd name="connsiteY41" fmla="*/ 74925 h 209292"/>
                    <a:gd name="connsiteX42" fmla="*/ 239497 w 250206"/>
                    <a:gd name="connsiteY42" fmla="*/ 80763 h 209292"/>
                    <a:gd name="connsiteX43" fmla="*/ 226841 w 250206"/>
                    <a:gd name="connsiteY43" fmla="*/ 89520 h 209292"/>
                    <a:gd name="connsiteX44" fmla="*/ 230735 w 250206"/>
                    <a:gd name="connsiteY44" fmla="*/ 105089 h 209292"/>
                    <a:gd name="connsiteX45" fmla="*/ 246312 w 250206"/>
                    <a:gd name="connsiteY45" fmla="*/ 107035 h 209292"/>
                    <a:gd name="connsiteX46" fmla="*/ 250206 w 250206"/>
                    <a:gd name="connsiteY46" fmla="*/ 110928 h 209292"/>
                    <a:gd name="connsiteX47" fmla="*/ 250206 w 250206"/>
                    <a:gd name="connsiteY47" fmla="*/ 139146 h 209292"/>
                    <a:gd name="connsiteX48" fmla="*/ 246312 w 250206"/>
                    <a:gd name="connsiteY48" fmla="*/ 143038 h 209292"/>
                    <a:gd name="connsiteX49" fmla="*/ 230735 w 250206"/>
                    <a:gd name="connsiteY49" fmla="*/ 144984 h 209292"/>
                    <a:gd name="connsiteX50" fmla="*/ 226841 w 250206"/>
                    <a:gd name="connsiteY50" fmla="*/ 160553 h 209292"/>
                    <a:gd name="connsiteX51" fmla="*/ 239497 w 250206"/>
                    <a:gd name="connsiteY51" fmla="*/ 169310 h 209292"/>
                    <a:gd name="connsiteX52" fmla="*/ 240470 w 250206"/>
                    <a:gd name="connsiteY52" fmla="*/ 175148 h 209292"/>
                    <a:gd name="connsiteX53" fmla="*/ 226841 w 250206"/>
                    <a:gd name="connsiteY53" fmla="*/ 199474 h 209292"/>
                    <a:gd name="connsiteX54" fmla="*/ 220999 w 250206"/>
                    <a:gd name="connsiteY54" fmla="*/ 201421 h 209292"/>
                    <a:gd name="connsiteX55" fmla="*/ 206396 w 250206"/>
                    <a:gd name="connsiteY55" fmla="*/ 194609 h 209292"/>
                    <a:gd name="connsiteX56" fmla="*/ 192766 w 250206"/>
                    <a:gd name="connsiteY56" fmla="*/ 208232 h 209292"/>
                    <a:gd name="connsiteX57" fmla="*/ 186924 w 250206"/>
                    <a:gd name="connsiteY57" fmla="*/ 207259 h 209292"/>
                    <a:gd name="connsiteX58" fmla="*/ 187898 w 250206"/>
                    <a:gd name="connsiteY58" fmla="*/ 201421 h 209292"/>
                    <a:gd name="connsiteX59" fmla="*/ 202501 w 250206"/>
                    <a:gd name="connsiteY59" fmla="*/ 186825 h 209292"/>
                    <a:gd name="connsiteX60" fmla="*/ 207369 w 250206"/>
                    <a:gd name="connsiteY60" fmla="*/ 185852 h 209292"/>
                    <a:gd name="connsiteX61" fmla="*/ 220999 w 250206"/>
                    <a:gd name="connsiteY61" fmla="*/ 191690 h 209292"/>
                    <a:gd name="connsiteX62" fmla="*/ 230735 w 250206"/>
                    <a:gd name="connsiteY62" fmla="*/ 174176 h 209292"/>
                    <a:gd name="connsiteX63" fmla="*/ 218078 w 250206"/>
                    <a:gd name="connsiteY63" fmla="*/ 165418 h 209292"/>
                    <a:gd name="connsiteX64" fmla="*/ 216131 w 250206"/>
                    <a:gd name="connsiteY64" fmla="*/ 160553 h 209292"/>
                    <a:gd name="connsiteX65" fmla="*/ 220999 w 250206"/>
                    <a:gd name="connsiteY65" fmla="*/ 140119 h 209292"/>
                    <a:gd name="connsiteX66" fmla="*/ 224893 w 250206"/>
                    <a:gd name="connsiteY66" fmla="*/ 136226 h 209292"/>
                    <a:gd name="connsiteX67" fmla="*/ 239497 w 250206"/>
                    <a:gd name="connsiteY67" fmla="*/ 134280 h 209292"/>
                    <a:gd name="connsiteX68" fmla="*/ 239497 w 250206"/>
                    <a:gd name="connsiteY68" fmla="*/ 113847 h 209292"/>
                    <a:gd name="connsiteX69" fmla="*/ 224893 w 250206"/>
                    <a:gd name="connsiteY69" fmla="*/ 111900 h 209292"/>
                    <a:gd name="connsiteX70" fmla="*/ 220999 w 250206"/>
                    <a:gd name="connsiteY70" fmla="*/ 108008 h 209292"/>
                    <a:gd name="connsiteX71" fmla="*/ 216131 w 250206"/>
                    <a:gd name="connsiteY71" fmla="*/ 87574 h 209292"/>
                    <a:gd name="connsiteX72" fmla="*/ 218078 w 250206"/>
                    <a:gd name="connsiteY72" fmla="*/ 82709 h 209292"/>
                    <a:gd name="connsiteX73" fmla="*/ 230735 w 250206"/>
                    <a:gd name="connsiteY73" fmla="*/ 73952 h 209292"/>
                    <a:gd name="connsiteX74" fmla="*/ 220999 w 250206"/>
                    <a:gd name="connsiteY74" fmla="*/ 56437 h 209292"/>
                    <a:gd name="connsiteX75" fmla="*/ 207369 w 250206"/>
                    <a:gd name="connsiteY75" fmla="*/ 62275 h 209292"/>
                    <a:gd name="connsiteX76" fmla="*/ 202501 w 250206"/>
                    <a:gd name="connsiteY76" fmla="*/ 61302 h 209292"/>
                    <a:gd name="connsiteX77" fmla="*/ 187898 w 250206"/>
                    <a:gd name="connsiteY77" fmla="*/ 46706 h 209292"/>
                    <a:gd name="connsiteX78" fmla="*/ 186924 w 250206"/>
                    <a:gd name="connsiteY78" fmla="*/ 41841 h 209292"/>
                    <a:gd name="connsiteX79" fmla="*/ 192766 w 250206"/>
                    <a:gd name="connsiteY79" fmla="*/ 28219 h 209292"/>
                    <a:gd name="connsiteX80" fmla="*/ 175241 w 250206"/>
                    <a:gd name="connsiteY80" fmla="*/ 18488 h 209292"/>
                    <a:gd name="connsiteX81" fmla="*/ 166479 w 250206"/>
                    <a:gd name="connsiteY81" fmla="*/ 31138 h 209292"/>
                    <a:gd name="connsiteX82" fmla="*/ 161612 w 250206"/>
                    <a:gd name="connsiteY82" fmla="*/ 33084 h 209292"/>
                    <a:gd name="connsiteX83" fmla="*/ 141167 w 250206"/>
                    <a:gd name="connsiteY83" fmla="*/ 28219 h 209292"/>
                    <a:gd name="connsiteX84" fmla="*/ 137273 w 250206"/>
                    <a:gd name="connsiteY84" fmla="*/ 24326 h 209292"/>
                    <a:gd name="connsiteX85" fmla="*/ 135325 w 250206"/>
                    <a:gd name="connsiteY85" fmla="*/ 9730 h 209292"/>
                    <a:gd name="connsiteX86" fmla="*/ 112933 w 250206"/>
                    <a:gd name="connsiteY86" fmla="*/ 9730 h 209292"/>
                    <a:gd name="connsiteX87" fmla="*/ 110986 w 250206"/>
                    <a:gd name="connsiteY87" fmla="*/ 24326 h 209292"/>
                    <a:gd name="connsiteX88" fmla="*/ 107092 w 250206"/>
                    <a:gd name="connsiteY88" fmla="*/ 28219 h 209292"/>
                    <a:gd name="connsiteX89" fmla="*/ 86647 w 250206"/>
                    <a:gd name="connsiteY89" fmla="*/ 34057 h 209292"/>
                    <a:gd name="connsiteX90" fmla="*/ 81779 w 250206"/>
                    <a:gd name="connsiteY90" fmla="*/ 32110 h 209292"/>
                    <a:gd name="connsiteX91" fmla="*/ 73017 w 250206"/>
                    <a:gd name="connsiteY91" fmla="*/ 19461 h 209292"/>
                    <a:gd name="connsiteX92" fmla="*/ 55493 w 250206"/>
                    <a:gd name="connsiteY92" fmla="*/ 29191 h 209292"/>
                    <a:gd name="connsiteX93" fmla="*/ 61335 w 250206"/>
                    <a:gd name="connsiteY93" fmla="*/ 42814 h 209292"/>
                    <a:gd name="connsiteX94" fmla="*/ 60361 w 250206"/>
                    <a:gd name="connsiteY94" fmla="*/ 47680 h 209292"/>
                    <a:gd name="connsiteX95" fmla="*/ 45758 w 250206"/>
                    <a:gd name="connsiteY95" fmla="*/ 62275 h 209292"/>
                    <a:gd name="connsiteX96" fmla="*/ 40890 w 250206"/>
                    <a:gd name="connsiteY96" fmla="*/ 63248 h 209292"/>
                    <a:gd name="connsiteX97" fmla="*/ 27260 w 250206"/>
                    <a:gd name="connsiteY97" fmla="*/ 57410 h 209292"/>
                    <a:gd name="connsiteX98" fmla="*/ 17524 w 250206"/>
                    <a:gd name="connsiteY98" fmla="*/ 74925 h 209292"/>
                    <a:gd name="connsiteX99" fmla="*/ 30181 w 250206"/>
                    <a:gd name="connsiteY99" fmla="*/ 83682 h 209292"/>
                    <a:gd name="connsiteX100" fmla="*/ 32128 w 250206"/>
                    <a:gd name="connsiteY100" fmla="*/ 88548 h 209292"/>
                    <a:gd name="connsiteX101" fmla="*/ 27260 w 250206"/>
                    <a:gd name="connsiteY101" fmla="*/ 108981 h 209292"/>
                    <a:gd name="connsiteX102" fmla="*/ 23365 w 250206"/>
                    <a:gd name="connsiteY102" fmla="*/ 112874 h 209292"/>
                    <a:gd name="connsiteX103" fmla="*/ 8762 w 250206"/>
                    <a:gd name="connsiteY103" fmla="*/ 114819 h 209292"/>
                    <a:gd name="connsiteX104" fmla="*/ 8762 w 250206"/>
                    <a:gd name="connsiteY104" fmla="*/ 135254 h 209292"/>
                    <a:gd name="connsiteX105" fmla="*/ 23365 w 250206"/>
                    <a:gd name="connsiteY105" fmla="*/ 137200 h 209292"/>
                    <a:gd name="connsiteX106" fmla="*/ 27260 w 250206"/>
                    <a:gd name="connsiteY106" fmla="*/ 141092 h 209292"/>
                    <a:gd name="connsiteX107" fmla="*/ 32128 w 250206"/>
                    <a:gd name="connsiteY107" fmla="*/ 161526 h 209292"/>
                    <a:gd name="connsiteX108" fmla="*/ 30181 w 250206"/>
                    <a:gd name="connsiteY108" fmla="*/ 166391 h 209292"/>
                    <a:gd name="connsiteX109" fmla="*/ 17524 w 250206"/>
                    <a:gd name="connsiteY109" fmla="*/ 175148 h 209292"/>
                    <a:gd name="connsiteX110" fmla="*/ 27260 w 250206"/>
                    <a:gd name="connsiteY110" fmla="*/ 192663 h 209292"/>
                    <a:gd name="connsiteX111" fmla="*/ 40890 w 250206"/>
                    <a:gd name="connsiteY111" fmla="*/ 186825 h 209292"/>
                    <a:gd name="connsiteX112" fmla="*/ 45758 w 250206"/>
                    <a:gd name="connsiteY112" fmla="*/ 187798 h 209292"/>
                    <a:gd name="connsiteX113" fmla="*/ 60361 w 250206"/>
                    <a:gd name="connsiteY113" fmla="*/ 202394 h 209292"/>
                    <a:gd name="connsiteX114" fmla="*/ 61335 w 250206"/>
                    <a:gd name="connsiteY114" fmla="*/ 208232 h 209292"/>
                    <a:gd name="connsiteX115" fmla="*/ 59387 w 250206"/>
                    <a:gd name="connsiteY115" fmla="*/ 209205 h 20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0206" h="209292">
                      <a:moveTo>
                        <a:pt x="59387" y="209205"/>
                      </a:moveTo>
                      <a:cubicBezTo>
                        <a:pt x="58414" y="209205"/>
                        <a:pt x="57440" y="209205"/>
                        <a:pt x="56467" y="208232"/>
                      </a:cubicBezTo>
                      <a:cubicBezTo>
                        <a:pt x="51599" y="204340"/>
                        <a:pt x="46731" y="200448"/>
                        <a:pt x="42837" y="194609"/>
                      </a:cubicBezTo>
                      <a:lnTo>
                        <a:pt x="29207" y="201421"/>
                      </a:lnTo>
                      <a:cubicBezTo>
                        <a:pt x="27260" y="202394"/>
                        <a:pt x="24339" y="201421"/>
                        <a:pt x="23365" y="199474"/>
                      </a:cubicBezTo>
                      <a:lnTo>
                        <a:pt x="9736" y="175148"/>
                      </a:lnTo>
                      <a:cubicBezTo>
                        <a:pt x="8762" y="173202"/>
                        <a:pt x="8762" y="171257"/>
                        <a:pt x="10709" y="169310"/>
                      </a:cubicBezTo>
                      <a:lnTo>
                        <a:pt x="23365" y="160553"/>
                      </a:lnTo>
                      <a:cubicBezTo>
                        <a:pt x="21419" y="155687"/>
                        <a:pt x="20445" y="150822"/>
                        <a:pt x="19471" y="144984"/>
                      </a:cubicBezTo>
                      <a:lnTo>
                        <a:pt x="3894" y="143038"/>
                      </a:lnTo>
                      <a:cubicBezTo>
                        <a:pt x="1947" y="143038"/>
                        <a:pt x="0" y="141092"/>
                        <a:pt x="0" y="139146"/>
                      </a:cubicBezTo>
                      <a:lnTo>
                        <a:pt x="0" y="110928"/>
                      </a:lnTo>
                      <a:cubicBezTo>
                        <a:pt x="0" y="108981"/>
                        <a:pt x="1947" y="107035"/>
                        <a:pt x="3894" y="107035"/>
                      </a:cubicBezTo>
                      <a:lnTo>
                        <a:pt x="19471" y="105089"/>
                      </a:lnTo>
                      <a:cubicBezTo>
                        <a:pt x="20445" y="100224"/>
                        <a:pt x="21419" y="94386"/>
                        <a:pt x="23365" y="89520"/>
                      </a:cubicBezTo>
                      <a:lnTo>
                        <a:pt x="10709" y="80763"/>
                      </a:lnTo>
                      <a:cubicBezTo>
                        <a:pt x="8762" y="79790"/>
                        <a:pt x="8762" y="76871"/>
                        <a:pt x="9736" y="74925"/>
                      </a:cubicBezTo>
                      <a:lnTo>
                        <a:pt x="23365" y="50599"/>
                      </a:lnTo>
                      <a:cubicBezTo>
                        <a:pt x="24339" y="48652"/>
                        <a:pt x="27260" y="47680"/>
                        <a:pt x="29207" y="48652"/>
                      </a:cubicBezTo>
                      <a:lnTo>
                        <a:pt x="43810" y="55464"/>
                      </a:lnTo>
                      <a:cubicBezTo>
                        <a:pt x="47705" y="51571"/>
                        <a:pt x="51599" y="46706"/>
                        <a:pt x="55493" y="43787"/>
                      </a:cubicBezTo>
                      <a:lnTo>
                        <a:pt x="48678" y="29191"/>
                      </a:lnTo>
                      <a:cubicBezTo>
                        <a:pt x="47705" y="27245"/>
                        <a:pt x="48678" y="24326"/>
                        <a:pt x="50625" y="23353"/>
                      </a:cubicBezTo>
                      <a:lnTo>
                        <a:pt x="74965" y="9730"/>
                      </a:lnTo>
                      <a:cubicBezTo>
                        <a:pt x="76911" y="8758"/>
                        <a:pt x="79832" y="8758"/>
                        <a:pt x="80806" y="10704"/>
                      </a:cubicBezTo>
                      <a:lnTo>
                        <a:pt x="89568" y="23353"/>
                      </a:lnTo>
                      <a:cubicBezTo>
                        <a:pt x="94436" y="21407"/>
                        <a:pt x="100277" y="20434"/>
                        <a:pt x="105145" y="19461"/>
                      </a:cubicBezTo>
                      <a:lnTo>
                        <a:pt x="107092" y="3892"/>
                      </a:lnTo>
                      <a:cubicBezTo>
                        <a:pt x="107092" y="1946"/>
                        <a:pt x="109039" y="0"/>
                        <a:pt x="110986" y="0"/>
                      </a:cubicBezTo>
                      <a:lnTo>
                        <a:pt x="139220" y="0"/>
                      </a:lnTo>
                      <a:cubicBezTo>
                        <a:pt x="141167" y="0"/>
                        <a:pt x="143114" y="1946"/>
                        <a:pt x="143114" y="3892"/>
                      </a:cubicBezTo>
                      <a:lnTo>
                        <a:pt x="145061" y="19461"/>
                      </a:lnTo>
                      <a:cubicBezTo>
                        <a:pt x="149929" y="20434"/>
                        <a:pt x="155770" y="21407"/>
                        <a:pt x="160638" y="23353"/>
                      </a:cubicBezTo>
                      <a:lnTo>
                        <a:pt x="169400" y="10704"/>
                      </a:lnTo>
                      <a:cubicBezTo>
                        <a:pt x="170374" y="8758"/>
                        <a:pt x="173295" y="8758"/>
                        <a:pt x="175241" y="9730"/>
                      </a:cubicBezTo>
                      <a:lnTo>
                        <a:pt x="199581" y="23353"/>
                      </a:lnTo>
                      <a:cubicBezTo>
                        <a:pt x="201528" y="24326"/>
                        <a:pt x="202501" y="27245"/>
                        <a:pt x="201528" y="29191"/>
                      </a:cubicBezTo>
                      <a:lnTo>
                        <a:pt x="194713" y="43787"/>
                      </a:lnTo>
                      <a:cubicBezTo>
                        <a:pt x="198607" y="47680"/>
                        <a:pt x="202501" y="51571"/>
                        <a:pt x="206396" y="55464"/>
                      </a:cubicBezTo>
                      <a:lnTo>
                        <a:pt x="220999" y="48652"/>
                      </a:lnTo>
                      <a:cubicBezTo>
                        <a:pt x="222946" y="47680"/>
                        <a:pt x="225867" y="48652"/>
                        <a:pt x="226841" y="50599"/>
                      </a:cubicBezTo>
                      <a:lnTo>
                        <a:pt x="240470" y="74925"/>
                      </a:lnTo>
                      <a:cubicBezTo>
                        <a:pt x="241444" y="76871"/>
                        <a:pt x="241444" y="78817"/>
                        <a:pt x="239497" y="80763"/>
                      </a:cubicBezTo>
                      <a:lnTo>
                        <a:pt x="226841" y="89520"/>
                      </a:lnTo>
                      <a:cubicBezTo>
                        <a:pt x="228788" y="94386"/>
                        <a:pt x="229761" y="99251"/>
                        <a:pt x="230735" y="105089"/>
                      </a:cubicBezTo>
                      <a:lnTo>
                        <a:pt x="246312" y="107035"/>
                      </a:lnTo>
                      <a:cubicBezTo>
                        <a:pt x="248259" y="107035"/>
                        <a:pt x="250206" y="108981"/>
                        <a:pt x="250206" y="110928"/>
                      </a:cubicBezTo>
                      <a:lnTo>
                        <a:pt x="250206" y="139146"/>
                      </a:lnTo>
                      <a:cubicBezTo>
                        <a:pt x="250206" y="141092"/>
                        <a:pt x="248259" y="143038"/>
                        <a:pt x="246312" y="143038"/>
                      </a:cubicBezTo>
                      <a:lnTo>
                        <a:pt x="230735" y="144984"/>
                      </a:lnTo>
                      <a:cubicBezTo>
                        <a:pt x="229761" y="149849"/>
                        <a:pt x="228788" y="155687"/>
                        <a:pt x="226841" y="160553"/>
                      </a:cubicBezTo>
                      <a:lnTo>
                        <a:pt x="239497" y="169310"/>
                      </a:lnTo>
                      <a:cubicBezTo>
                        <a:pt x="241444" y="170283"/>
                        <a:pt x="241444" y="173202"/>
                        <a:pt x="240470" y="175148"/>
                      </a:cubicBezTo>
                      <a:lnTo>
                        <a:pt x="226841" y="199474"/>
                      </a:lnTo>
                      <a:cubicBezTo>
                        <a:pt x="225867" y="201421"/>
                        <a:pt x="222946" y="202394"/>
                        <a:pt x="220999" y="201421"/>
                      </a:cubicBezTo>
                      <a:lnTo>
                        <a:pt x="206396" y="194609"/>
                      </a:lnTo>
                      <a:cubicBezTo>
                        <a:pt x="202501" y="199474"/>
                        <a:pt x="197634" y="204340"/>
                        <a:pt x="192766" y="208232"/>
                      </a:cubicBezTo>
                      <a:cubicBezTo>
                        <a:pt x="190819" y="210178"/>
                        <a:pt x="187898" y="209205"/>
                        <a:pt x="186924" y="207259"/>
                      </a:cubicBezTo>
                      <a:cubicBezTo>
                        <a:pt x="184977" y="205313"/>
                        <a:pt x="185951" y="202394"/>
                        <a:pt x="187898" y="201421"/>
                      </a:cubicBezTo>
                      <a:cubicBezTo>
                        <a:pt x="193739" y="197528"/>
                        <a:pt x="198607" y="191690"/>
                        <a:pt x="202501" y="186825"/>
                      </a:cubicBezTo>
                      <a:cubicBezTo>
                        <a:pt x="203475" y="184879"/>
                        <a:pt x="205422" y="184879"/>
                        <a:pt x="207369" y="185852"/>
                      </a:cubicBezTo>
                      <a:lnTo>
                        <a:pt x="220999" y="191690"/>
                      </a:lnTo>
                      <a:lnTo>
                        <a:pt x="230735" y="174176"/>
                      </a:lnTo>
                      <a:lnTo>
                        <a:pt x="218078" y="165418"/>
                      </a:lnTo>
                      <a:cubicBezTo>
                        <a:pt x="216131" y="164445"/>
                        <a:pt x="216131" y="162499"/>
                        <a:pt x="216131" y="160553"/>
                      </a:cubicBezTo>
                      <a:cubicBezTo>
                        <a:pt x="219052" y="153741"/>
                        <a:pt x="220025" y="147903"/>
                        <a:pt x="220999" y="140119"/>
                      </a:cubicBezTo>
                      <a:cubicBezTo>
                        <a:pt x="220999" y="138173"/>
                        <a:pt x="222946" y="136226"/>
                        <a:pt x="224893" y="136226"/>
                      </a:cubicBezTo>
                      <a:lnTo>
                        <a:pt x="239497" y="134280"/>
                      </a:lnTo>
                      <a:lnTo>
                        <a:pt x="239497" y="113847"/>
                      </a:lnTo>
                      <a:lnTo>
                        <a:pt x="224893" y="111900"/>
                      </a:lnTo>
                      <a:cubicBezTo>
                        <a:pt x="222946" y="111900"/>
                        <a:pt x="220999" y="109954"/>
                        <a:pt x="220999" y="108008"/>
                      </a:cubicBezTo>
                      <a:cubicBezTo>
                        <a:pt x="220025" y="101197"/>
                        <a:pt x="218078" y="94386"/>
                        <a:pt x="216131" y="87574"/>
                      </a:cubicBezTo>
                      <a:cubicBezTo>
                        <a:pt x="215158" y="85628"/>
                        <a:pt x="216131" y="83682"/>
                        <a:pt x="218078" y="82709"/>
                      </a:cubicBezTo>
                      <a:lnTo>
                        <a:pt x="230735" y="73952"/>
                      </a:lnTo>
                      <a:lnTo>
                        <a:pt x="220999" y="56437"/>
                      </a:lnTo>
                      <a:lnTo>
                        <a:pt x="207369" y="62275"/>
                      </a:lnTo>
                      <a:cubicBezTo>
                        <a:pt x="205422" y="63248"/>
                        <a:pt x="203475" y="62275"/>
                        <a:pt x="202501" y="61302"/>
                      </a:cubicBezTo>
                      <a:cubicBezTo>
                        <a:pt x="198607" y="55464"/>
                        <a:pt x="192766" y="50599"/>
                        <a:pt x="187898" y="46706"/>
                      </a:cubicBezTo>
                      <a:cubicBezTo>
                        <a:pt x="185951" y="45733"/>
                        <a:pt x="185951" y="43787"/>
                        <a:pt x="186924" y="41841"/>
                      </a:cubicBezTo>
                      <a:lnTo>
                        <a:pt x="192766" y="28219"/>
                      </a:lnTo>
                      <a:lnTo>
                        <a:pt x="175241" y="18488"/>
                      </a:lnTo>
                      <a:lnTo>
                        <a:pt x="166479" y="31138"/>
                      </a:lnTo>
                      <a:cubicBezTo>
                        <a:pt x="165506" y="33084"/>
                        <a:pt x="163559" y="33084"/>
                        <a:pt x="161612" y="33084"/>
                      </a:cubicBezTo>
                      <a:cubicBezTo>
                        <a:pt x="154797" y="30165"/>
                        <a:pt x="148955" y="29191"/>
                        <a:pt x="141167" y="28219"/>
                      </a:cubicBezTo>
                      <a:cubicBezTo>
                        <a:pt x="139220" y="28219"/>
                        <a:pt x="137273" y="26272"/>
                        <a:pt x="137273" y="24326"/>
                      </a:cubicBezTo>
                      <a:lnTo>
                        <a:pt x="135325" y="9730"/>
                      </a:lnTo>
                      <a:lnTo>
                        <a:pt x="112933" y="9730"/>
                      </a:lnTo>
                      <a:lnTo>
                        <a:pt x="110986" y="24326"/>
                      </a:lnTo>
                      <a:cubicBezTo>
                        <a:pt x="110986" y="26272"/>
                        <a:pt x="109039" y="28219"/>
                        <a:pt x="107092" y="28219"/>
                      </a:cubicBezTo>
                      <a:cubicBezTo>
                        <a:pt x="103198" y="29191"/>
                        <a:pt x="93462" y="31138"/>
                        <a:pt x="86647" y="34057"/>
                      </a:cubicBezTo>
                      <a:cubicBezTo>
                        <a:pt x="84700" y="35030"/>
                        <a:pt x="82753" y="34057"/>
                        <a:pt x="81779" y="32110"/>
                      </a:cubicBezTo>
                      <a:lnTo>
                        <a:pt x="73017" y="19461"/>
                      </a:lnTo>
                      <a:lnTo>
                        <a:pt x="55493" y="29191"/>
                      </a:lnTo>
                      <a:lnTo>
                        <a:pt x="61335" y="42814"/>
                      </a:lnTo>
                      <a:cubicBezTo>
                        <a:pt x="62308" y="44760"/>
                        <a:pt x="61335" y="46706"/>
                        <a:pt x="60361" y="47680"/>
                      </a:cubicBezTo>
                      <a:cubicBezTo>
                        <a:pt x="56467" y="50599"/>
                        <a:pt x="50625" y="56437"/>
                        <a:pt x="45758" y="62275"/>
                      </a:cubicBezTo>
                      <a:cubicBezTo>
                        <a:pt x="44784" y="64221"/>
                        <a:pt x="42837" y="64221"/>
                        <a:pt x="40890" y="63248"/>
                      </a:cubicBezTo>
                      <a:lnTo>
                        <a:pt x="27260" y="57410"/>
                      </a:lnTo>
                      <a:lnTo>
                        <a:pt x="17524" y="74925"/>
                      </a:lnTo>
                      <a:lnTo>
                        <a:pt x="30181" y="83682"/>
                      </a:lnTo>
                      <a:cubicBezTo>
                        <a:pt x="32128" y="84655"/>
                        <a:pt x="32128" y="86601"/>
                        <a:pt x="32128" y="88548"/>
                      </a:cubicBezTo>
                      <a:cubicBezTo>
                        <a:pt x="29207" y="95358"/>
                        <a:pt x="28233" y="102170"/>
                        <a:pt x="27260" y="108981"/>
                      </a:cubicBezTo>
                      <a:cubicBezTo>
                        <a:pt x="27260" y="110928"/>
                        <a:pt x="25313" y="112874"/>
                        <a:pt x="23365" y="112874"/>
                      </a:cubicBezTo>
                      <a:lnTo>
                        <a:pt x="8762" y="114819"/>
                      </a:lnTo>
                      <a:lnTo>
                        <a:pt x="8762" y="135254"/>
                      </a:lnTo>
                      <a:lnTo>
                        <a:pt x="23365" y="137200"/>
                      </a:lnTo>
                      <a:cubicBezTo>
                        <a:pt x="25313" y="137200"/>
                        <a:pt x="27260" y="139146"/>
                        <a:pt x="27260" y="141092"/>
                      </a:cubicBezTo>
                      <a:cubicBezTo>
                        <a:pt x="28233" y="147903"/>
                        <a:pt x="30181" y="154715"/>
                        <a:pt x="32128" y="161526"/>
                      </a:cubicBezTo>
                      <a:cubicBezTo>
                        <a:pt x="33101" y="163472"/>
                        <a:pt x="32128" y="165418"/>
                        <a:pt x="30181" y="166391"/>
                      </a:cubicBezTo>
                      <a:lnTo>
                        <a:pt x="17524" y="175148"/>
                      </a:lnTo>
                      <a:lnTo>
                        <a:pt x="27260" y="192663"/>
                      </a:lnTo>
                      <a:lnTo>
                        <a:pt x="40890" y="186825"/>
                      </a:lnTo>
                      <a:cubicBezTo>
                        <a:pt x="42837" y="185852"/>
                        <a:pt x="44784" y="186825"/>
                        <a:pt x="45758" y="187798"/>
                      </a:cubicBezTo>
                      <a:cubicBezTo>
                        <a:pt x="49652" y="193636"/>
                        <a:pt x="55493" y="198502"/>
                        <a:pt x="60361" y="202394"/>
                      </a:cubicBezTo>
                      <a:cubicBezTo>
                        <a:pt x="62308" y="204340"/>
                        <a:pt x="62308" y="206286"/>
                        <a:pt x="61335" y="208232"/>
                      </a:cubicBezTo>
                      <a:cubicBezTo>
                        <a:pt x="61335" y="208232"/>
                        <a:pt x="60361" y="209205"/>
                        <a:pt x="59387" y="209205"/>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3" name="Freeform 779">
                  <a:extLst>
                    <a:ext uri="{FF2B5EF4-FFF2-40B4-BE49-F238E27FC236}">
                      <a16:creationId xmlns:a16="http://schemas.microsoft.com/office/drawing/2014/main" id="{B21C5894-338F-2002-DAA3-7ED19C8925A6}"/>
                    </a:ext>
                  </a:extLst>
                </p:cNvPr>
                <p:cNvSpPr/>
                <p:nvPr/>
              </p:nvSpPr>
              <p:spPr>
                <a:xfrm>
                  <a:off x="9160359" y="5701230"/>
                  <a:ext cx="124616" cy="124549"/>
                </a:xfrm>
                <a:custGeom>
                  <a:avLst/>
                  <a:gdLst>
                    <a:gd name="connsiteX0" fmla="*/ 62308 w 124616"/>
                    <a:gd name="connsiteY0" fmla="*/ 124550 h 124549"/>
                    <a:gd name="connsiteX1" fmla="*/ 0 w 124616"/>
                    <a:gd name="connsiteY1" fmla="*/ 62275 h 124549"/>
                    <a:gd name="connsiteX2" fmla="*/ 62308 w 124616"/>
                    <a:gd name="connsiteY2" fmla="*/ 0 h 124549"/>
                    <a:gd name="connsiteX3" fmla="*/ 124616 w 124616"/>
                    <a:gd name="connsiteY3" fmla="*/ 62275 h 124549"/>
                    <a:gd name="connsiteX4" fmla="*/ 62308 w 124616"/>
                    <a:gd name="connsiteY4" fmla="*/ 124550 h 124549"/>
                    <a:gd name="connsiteX5" fmla="*/ 62308 w 124616"/>
                    <a:gd name="connsiteY5" fmla="*/ 8758 h 124549"/>
                    <a:gd name="connsiteX6" fmla="*/ 8762 w 124616"/>
                    <a:gd name="connsiteY6" fmla="*/ 62275 h 124549"/>
                    <a:gd name="connsiteX7" fmla="*/ 62308 w 124616"/>
                    <a:gd name="connsiteY7" fmla="*/ 115793 h 124549"/>
                    <a:gd name="connsiteX8" fmla="*/ 115854 w 124616"/>
                    <a:gd name="connsiteY8" fmla="*/ 62275 h 124549"/>
                    <a:gd name="connsiteX9" fmla="*/ 62308 w 124616"/>
                    <a:gd name="connsiteY9" fmla="*/ 8758 h 12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616" h="124549">
                      <a:moveTo>
                        <a:pt x="62308" y="124550"/>
                      </a:moveTo>
                      <a:cubicBezTo>
                        <a:pt x="28233" y="124550"/>
                        <a:pt x="0" y="96332"/>
                        <a:pt x="0" y="62275"/>
                      </a:cubicBezTo>
                      <a:cubicBezTo>
                        <a:pt x="0" y="28219"/>
                        <a:pt x="28233" y="0"/>
                        <a:pt x="62308" y="0"/>
                      </a:cubicBezTo>
                      <a:cubicBezTo>
                        <a:pt x="96383" y="0"/>
                        <a:pt x="124616" y="28219"/>
                        <a:pt x="124616" y="62275"/>
                      </a:cubicBezTo>
                      <a:cubicBezTo>
                        <a:pt x="124616" y="96332"/>
                        <a:pt x="97356" y="124550"/>
                        <a:pt x="62308" y="124550"/>
                      </a:cubicBezTo>
                      <a:close/>
                      <a:moveTo>
                        <a:pt x="62308" y="8758"/>
                      </a:moveTo>
                      <a:cubicBezTo>
                        <a:pt x="33101" y="8758"/>
                        <a:pt x="8762" y="33084"/>
                        <a:pt x="8762" y="62275"/>
                      </a:cubicBezTo>
                      <a:cubicBezTo>
                        <a:pt x="8762" y="91467"/>
                        <a:pt x="33101" y="115793"/>
                        <a:pt x="62308" y="115793"/>
                      </a:cubicBezTo>
                      <a:cubicBezTo>
                        <a:pt x="91515" y="115793"/>
                        <a:pt x="115854" y="91467"/>
                        <a:pt x="115854" y="62275"/>
                      </a:cubicBezTo>
                      <a:cubicBezTo>
                        <a:pt x="115854" y="32110"/>
                        <a:pt x="92489" y="8758"/>
                        <a:pt x="62308" y="8758"/>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44" name="Freeform 780">
                  <a:extLst>
                    <a:ext uri="{FF2B5EF4-FFF2-40B4-BE49-F238E27FC236}">
                      <a16:creationId xmlns:a16="http://schemas.microsoft.com/office/drawing/2014/main" id="{FF32B8A0-A0DF-6935-D264-5DCAFC3B7BA4}"/>
                    </a:ext>
                  </a:extLst>
                </p:cNvPr>
                <p:cNvSpPr/>
                <p:nvPr/>
              </p:nvSpPr>
              <p:spPr>
                <a:xfrm>
                  <a:off x="9218772" y="5575707"/>
                  <a:ext cx="8041" cy="44759"/>
                </a:xfrm>
                <a:custGeom>
                  <a:avLst/>
                  <a:gdLst>
                    <a:gd name="connsiteX0" fmla="*/ 3894 w 8041"/>
                    <a:gd name="connsiteY0" fmla="*/ 44760 h 44759"/>
                    <a:gd name="connsiteX1" fmla="*/ 0 w 8041"/>
                    <a:gd name="connsiteY1" fmla="*/ 40867 h 44759"/>
                    <a:gd name="connsiteX2" fmla="*/ 0 w 8041"/>
                    <a:gd name="connsiteY2" fmla="*/ 3892 h 44759"/>
                    <a:gd name="connsiteX3" fmla="*/ 3894 w 8041"/>
                    <a:gd name="connsiteY3" fmla="*/ 0 h 44759"/>
                    <a:gd name="connsiteX4" fmla="*/ 7788 w 8041"/>
                    <a:gd name="connsiteY4" fmla="*/ 3892 h 44759"/>
                    <a:gd name="connsiteX5" fmla="*/ 7788 w 8041"/>
                    <a:gd name="connsiteY5" fmla="*/ 40867 h 44759"/>
                    <a:gd name="connsiteX6" fmla="*/ 3894 w 8041"/>
                    <a:gd name="connsiteY6" fmla="*/ 44760 h 4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1" h="44759">
                      <a:moveTo>
                        <a:pt x="3894" y="44760"/>
                      </a:moveTo>
                      <a:cubicBezTo>
                        <a:pt x="1947" y="44760"/>
                        <a:pt x="0" y="42814"/>
                        <a:pt x="0" y="40867"/>
                      </a:cubicBezTo>
                      <a:lnTo>
                        <a:pt x="0" y="3892"/>
                      </a:lnTo>
                      <a:cubicBezTo>
                        <a:pt x="0" y="1946"/>
                        <a:pt x="1947" y="0"/>
                        <a:pt x="3894" y="0"/>
                      </a:cubicBezTo>
                      <a:cubicBezTo>
                        <a:pt x="5841" y="0"/>
                        <a:pt x="7788" y="1946"/>
                        <a:pt x="7788" y="3892"/>
                      </a:cubicBezTo>
                      <a:lnTo>
                        <a:pt x="7788" y="40867"/>
                      </a:lnTo>
                      <a:cubicBezTo>
                        <a:pt x="8762" y="42814"/>
                        <a:pt x="6815" y="44760"/>
                        <a:pt x="3894" y="4476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nvGrpSpPr>
              <p:cNvPr id="23" name="Graphic 450">
                <a:extLst>
                  <a:ext uri="{FF2B5EF4-FFF2-40B4-BE49-F238E27FC236}">
                    <a16:creationId xmlns:a16="http://schemas.microsoft.com/office/drawing/2014/main" id="{26701272-0AC0-6C9A-DF7C-04D8D250BC65}"/>
                  </a:ext>
                </a:extLst>
              </p:cNvPr>
              <p:cNvGrpSpPr/>
              <p:nvPr/>
            </p:nvGrpSpPr>
            <p:grpSpPr>
              <a:xfrm>
                <a:off x="9034769" y="5598678"/>
                <a:ext cx="376769" cy="261157"/>
                <a:chOff x="9034769" y="5598678"/>
                <a:chExt cx="376769" cy="261157"/>
              </a:xfrm>
              <a:solidFill>
                <a:srgbClr val="FFFFFF"/>
              </a:solidFill>
            </p:grpSpPr>
            <p:sp>
              <p:nvSpPr>
                <p:cNvPr id="24" name="Freeform 782">
                  <a:extLst>
                    <a:ext uri="{FF2B5EF4-FFF2-40B4-BE49-F238E27FC236}">
                      <a16:creationId xmlns:a16="http://schemas.microsoft.com/office/drawing/2014/main" id="{79E49E22-4110-1C85-E7D3-D602A28A72F7}"/>
                    </a:ext>
                  </a:extLst>
                </p:cNvPr>
                <p:cNvSpPr/>
                <p:nvPr/>
              </p:nvSpPr>
              <p:spPr>
                <a:xfrm>
                  <a:off x="9126876" y="5599651"/>
                  <a:ext cx="27049" cy="40276"/>
                </a:xfrm>
                <a:custGeom>
                  <a:avLst/>
                  <a:gdLst>
                    <a:gd name="connsiteX0" fmla="*/ 22774 w 27049"/>
                    <a:gd name="connsiteY0" fmla="*/ 40277 h 40276"/>
                    <a:gd name="connsiteX1" fmla="*/ 18880 w 27049"/>
                    <a:gd name="connsiteY1" fmla="*/ 38330 h 40276"/>
                    <a:gd name="connsiteX2" fmla="*/ 382 w 27049"/>
                    <a:gd name="connsiteY2" fmla="*/ 6220 h 40276"/>
                    <a:gd name="connsiteX3" fmla="*/ 2329 w 27049"/>
                    <a:gd name="connsiteY3" fmla="*/ 382 h 40276"/>
                    <a:gd name="connsiteX4" fmla="*/ 8170 w 27049"/>
                    <a:gd name="connsiteY4" fmla="*/ 2328 h 40276"/>
                    <a:gd name="connsiteX5" fmla="*/ 26668 w 27049"/>
                    <a:gd name="connsiteY5" fmla="*/ 34439 h 40276"/>
                    <a:gd name="connsiteX6" fmla="*/ 24721 w 27049"/>
                    <a:gd name="connsiteY6" fmla="*/ 40277 h 40276"/>
                    <a:gd name="connsiteX7" fmla="*/ 22774 w 27049"/>
                    <a:gd name="connsiteY7" fmla="*/ 40277 h 4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0276">
                      <a:moveTo>
                        <a:pt x="22774" y="40277"/>
                      </a:moveTo>
                      <a:cubicBezTo>
                        <a:pt x="20827" y="40277"/>
                        <a:pt x="19853" y="39304"/>
                        <a:pt x="18880" y="38330"/>
                      </a:cubicBezTo>
                      <a:lnTo>
                        <a:pt x="382" y="6220"/>
                      </a:lnTo>
                      <a:cubicBezTo>
                        <a:pt x="-592" y="4274"/>
                        <a:pt x="382" y="1355"/>
                        <a:pt x="2329" y="382"/>
                      </a:cubicBezTo>
                      <a:cubicBezTo>
                        <a:pt x="4276" y="-592"/>
                        <a:pt x="7197" y="382"/>
                        <a:pt x="8170" y="2328"/>
                      </a:cubicBezTo>
                      <a:lnTo>
                        <a:pt x="26668" y="34439"/>
                      </a:lnTo>
                      <a:cubicBezTo>
                        <a:pt x="27642" y="36384"/>
                        <a:pt x="26668" y="39304"/>
                        <a:pt x="24721" y="40277"/>
                      </a:cubicBezTo>
                      <a:cubicBezTo>
                        <a:pt x="23747" y="40277"/>
                        <a:pt x="22774" y="40277"/>
                        <a:pt x="22774" y="4027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5" name="Freeform 783">
                  <a:extLst>
                    <a:ext uri="{FF2B5EF4-FFF2-40B4-BE49-F238E27FC236}">
                      <a16:creationId xmlns:a16="http://schemas.microsoft.com/office/drawing/2014/main" id="{575B0DD1-77E1-D052-0D5C-CEDB8D513EF6}"/>
                    </a:ext>
                  </a:extLst>
                </p:cNvPr>
                <p:cNvSpPr/>
                <p:nvPr/>
              </p:nvSpPr>
              <p:spPr>
                <a:xfrm>
                  <a:off x="9058726" y="5665818"/>
                  <a:ext cx="40679" cy="27627"/>
                </a:xfrm>
                <a:custGeom>
                  <a:avLst/>
                  <a:gdLst>
                    <a:gd name="connsiteX0" fmla="*/ 36404 w 40679"/>
                    <a:gd name="connsiteY0" fmla="*/ 27627 h 27627"/>
                    <a:gd name="connsiteX1" fmla="*/ 34457 w 40679"/>
                    <a:gd name="connsiteY1" fmla="*/ 26654 h 27627"/>
                    <a:gd name="connsiteX2" fmla="*/ 2329 w 40679"/>
                    <a:gd name="connsiteY2" fmla="*/ 8166 h 27627"/>
                    <a:gd name="connsiteX3" fmla="*/ 382 w 40679"/>
                    <a:gd name="connsiteY3" fmla="*/ 2328 h 27627"/>
                    <a:gd name="connsiteX4" fmla="*/ 6223 w 40679"/>
                    <a:gd name="connsiteY4" fmla="*/ 382 h 27627"/>
                    <a:gd name="connsiteX5" fmla="*/ 38351 w 40679"/>
                    <a:gd name="connsiteY5" fmla="*/ 18869 h 27627"/>
                    <a:gd name="connsiteX6" fmla="*/ 40298 w 40679"/>
                    <a:gd name="connsiteY6" fmla="*/ 24708 h 27627"/>
                    <a:gd name="connsiteX7" fmla="*/ 36404 w 40679"/>
                    <a:gd name="connsiteY7" fmla="*/ 27627 h 2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7">
                      <a:moveTo>
                        <a:pt x="36404" y="27627"/>
                      </a:moveTo>
                      <a:cubicBezTo>
                        <a:pt x="35430" y="27627"/>
                        <a:pt x="34457" y="27627"/>
                        <a:pt x="34457" y="26654"/>
                      </a:cubicBezTo>
                      <a:lnTo>
                        <a:pt x="2329" y="8166"/>
                      </a:lnTo>
                      <a:cubicBezTo>
                        <a:pt x="382" y="7193"/>
                        <a:pt x="-592" y="4274"/>
                        <a:pt x="382" y="2328"/>
                      </a:cubicBezTo>
                      <a:cubicBezTo>
                        <a:pt x="1355" y="382"/>
                        <a:pt x="4276" y="-592"/>
                        <a:pt x="6223" y="382"/>
                      </a:cubicBezTo>
                      <a:lnTo>
                        <a:pt x="38351" y="18869"/>
                      </a:lnTo>
                      <a:cubicBezTo>
                        <a:pt x="40298" y="19843"/>
                        <a:pt x="41271" y="22762"/>
                        <a:pt x="40298" y="24708"/>
                      </a:cubicBezTo>
                      <a:cubicBezTo>
                        <a:pt x="39325" y="27627"/>
                        <a:pt x="38351"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6" name="Freeform 784">
                  <a:extLst>
                    <a:ext uri="{FF2B5EF4-FFF2-40B4-BE49-F238E27FC236}">
                      <a16:creationId xmlns:a16="http://schemas.microsoft.com/office/drawing/2014/main" id="{95B15905-10EB-7A5F-05A1-3DF1D9CA8C9B}"/>
                    </a:ext>
                  </a:extLst>
                </p:cNvPr>
                <p:cNvSpPr/>
                <p:nvPr/>
              </p:nvSpPr>
              <p:spPr>
                <a:xfrm>
                  <a:off x="9034769"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27" name="Freeform 785">
                  <a:extLst>
                    <a:ext uri="{FF2B5EF4-FFF2-40B4-BE49-F238E27FC236}">
                      <a16:creationId xmlns:a16="http://schemas.microsoft.com/office/drawing/2014/main" id="{DFD20BED-EB54-14D1-0E9E-D684DDA1D627}"/>
                    </a:ext>
                  </a:extLst>
                </p:cNvPr>
                <p:cNvSpPr/>
                <p:nvPr/>
              </p:nvSpPr>
              <p:spPr>
                <a:xfrm>
                  <a:off x="9058726" y="5833182"/>
                  <a:ext cx="40679" cy="26653"/>
                </a:xfrm>
                <a:custGeom>
                  <a:avLst/>
                  <a:gdLst>
                    <a:gd name="connsiteX0" fmla="*/ 4276 w 40679"/>
                    <a:gd name="connsiteY0" fmla="*/ 26654 h 26653"/>
                    <a:gd name="connsiteX1" fmla="*/ 382 w 40679"/>
                    <a:gd name="connsiteY1" fmla="*/ 24708 h 26653"/>
                    <a:gd name="connsiteX2" fmla="*/ 2329 w 40679"/>
                    <a:gd name="connsiteY2" fmla="*/ 18869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2" y="22762"/>
                        <a:pt x="382" y="19843"/>
                        <a:pt x="2329" y="18869"/>
                      </a:cubicBezTo>
                      <a:lnTo>
                        <a:pt x="34457" y="382"/>
                      </a:lnTo>
                      <a:cubicBezTo>
                        <a:pt x="36404" y="-592"/>
                        <a:pt x="39325" y="382"/>
                        <a:pt x="40298" y="2328"/>
                      </a:cubicBezTo>
                      <a:cubicBezTo>
                        <a:pt x="41271" y="4274"/>
                        <a:pt x="40298" y="7193"/>
                        <a:pt x="38351" y="8166"/>
                      </a:cubicBezTo>
                      <a:lnTo>
                        <a:pt x="6223" y="26654"/>
                      </a:lnTo>
                      <a:cubicBezTo>
                        <a:pt x="6223" y="26654"/>
                        <a:pt x="5250"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30" name="Freeform 786">
                  <a:extLst>
                    <a:ext uri="{FF2B5EF4-FFF2-40B4-BE49-F238E27FC236}">
                      <a16:creationId xmlns:a16="http://schemas.microsoft.com/office/drawing/2014/main" id="{743C783D-B1B4-4E76-7EBE-7441E0202E3B}"/>
                    </a:ext>
                  </a:extLst>
                </p:cNvPr>
                <p:cNvSpPr/>
                <p:nvPr/>
              </p:nvSpPr>
              <p:spPr>
                <a:xfrm>
                  <a:off x="9346901" y="5832209"/>
                  <a:ext cx="40679" cy="27626"/>
                </a:xfrm>
                <a:custGeom>
                  <a:avLst/>
                  <a:gdLst>
                    <a:gd name="connsiteX0" fmla="*/ 36404 w 40679"/>
                    <a:gd name="connsiteY0" fmla="*/ 27627 h 27626"/>
                    <a:gd name="connsiteX1" fmla="*/ 34457 w 40679"/>
                    <a:gd name="connsiteY1" fmla="*/ 26654 h 27626"/>
                    <a:gd name="connsiteX2" fmla="*/ 2329 w 40679"/>
                    <a:gd name="connsiteY2" fmla="*/ 8166 h 27626"/>
                    <a:gd name="connsiteX3" fmla="*/ 382 w 40679"/>
                    <a:gd name="connsiteY3" fmla="*/ 2328 h 27626"/>
                    <a:gd name="connsiteX4" fmla="*/ 6223 w 40679"/>
                    <a:gd name="connsiteY4" fmla="*/ 382 h 27626"/>
                    <a:gd name="connsiteX5" fmla="*/ 38351 w 40679"/>
                    <a:gd name="connsiteY5" fmla="*/ 18870 h 27626"/>
                    <a:gd name="connsiteX6" fmla="*/ 40298 w 40679"/>
                    <a:gd name="connsiteY6" fmla="*/ 24708 h 27626"/>
                    <a:gd name="connsiteX7" fmla="*/ 36404 w 40679"/>
                    <a:gd name="connsiteY7" fmla="*/ 27627 h 2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7626">
                      <a:moveTo>
                        <a:pt x="36404" y="27627"/>
                      </a:moveTo>
                      <a:cubicBezTo>
                        <a:pt x="35430" y="27627"/>
                        <a:pt x="34457" y="27627"/>
                        <a:pt x="34457" y="26654"/>
                      </a:cubicBezTo>
                      <a:lnTo>
                        <a:pt x="2329" y="8166"/>
                      </a:lnTo>
                      <a:cubicBezTo>
                        <a:pt x="382" y="7193"/>
                        <a:pt x="-591" y="4274"/>
                        <a:pt x="382" y="2328"/>
                      </a:cubicBezTo>
                      <a:cubicBezTo>
                        <a:pt x="1355" y="382"/>
                        <a:pt x="4276" y="-591"/>
                        <a:pt x="6223" y="382"/>
                      </a:cubicBezTo>
                      <a:lnTo>
                        <a:pt x="38351" y="18870"/>
                      </a:lnTo>
                      <a:cubicBezTo>
                        <a:pt x="40298" y="19843"/>
                        <a:pt x="41272" y="22762"/>
                        <a:pt x="40298" y="24708"/>
                      </a:cubicBezTo>
                      <a:cubicBezTo>
                        <a:pt x="39324" y="26654"/>
                        <a:pt x="37377" y="27627"/>
                        <a:pt x="36404" y="27627"/>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31" name="Freeform 787">
                  <a:extLst>
                    <a:ext uri="{FF2B5EF4-FFF2-40B4-BE49-F238E27FC236}">
                      <a16:creationId xmlns:a16="http://schemas.microsoft.com/office/drawing/2014/main" id="{387E67AE-AE0F-1DBD-B8F0-740A206D04B4}"/>
                    </a:ext>
                  </a:extLst>
                </p:cNvPr>
                <p:cNvSpPr/>
                <p:nvPr/>
              </p:nvSpPr>
              <p:spPr>
                <a:xfrm>
                  <a:off x="9366754" y="5759612"/>
                  <a:ext cx="44783" cy="7784"/>
                </a:xfrm>
                <a:custGeom>
                  <a:avLst/>
                  <a:gdLst>
                    <a:gd name="connsiteX0" fmla="*/ 40890 w 44783"/>
                    <a:gd name="connsiteY0" fmla="*/ 7784 h 7784"/>
                    <a:gd name="connsiteX1" fmla="*/ 3894 w 44783"/>
                    <a:gd name="connsiteY1" fmla="*/ 7784 h 7784"/>
                    <a:gd name="connsiteX2" fmla="*/ 0 w 44783"/>
                    <a:gd name="connsiteY2" fmla="*/ 3892 h 7784"/>
                    <a:gd name="connsiteX3" fmla="*/ 3894 w 44783"/>
                    <a:gd name="connsiteY3" fmla="*/ 0 h 7784"/>
                    <a:gd name="connsiteX4" fmla="*/ 40890 w 44783"/>
                    <a:gd name="connsiteY4" fmla="*/ 0 h 7784"/>
                    <a:gd name="connsiteX5" fmla="*/ 44784 w 44783"/>
                    <a:gd name="connsiteY5" fmla="*/ 3892 h 7784"/>
                    <a:gd name="connsiteX6" fmla="*/ 40890 w 44783"/>
                    <a:gd name="connsiteY6" fmla="*/ 7784 h 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83" h="7784">
                      <a:moveTo>
                        <a:pt x="40890" y="7784"/>
                      </a:moveTo>
                      <a:lnTo>
                        <a:pt x="3894" y="7784"/>
                      </a:lnTo>
                      <a:cubicBezTo>
                        <a:pt x="1947" y="7784"/>
                        <a:pt x="0" y="5839"/>
                        <a:pt x="0" y="3892"/>
                      </a:cubicBezTo>
                      <a:cubicBezTo>
                        <a:pt x="0" y="1946"/>
                        <a:pt x="1947" y="0"/>
                        <a:pt x="3894" y="0"/>
                      </a:cubicBezTo>
                      <a:lnTo>
                        <a:pt x="40890" y="0"/>
                      </a:lnTo>
                      <a:cubicBezTo>
                        <a:pt x="42837" y="0"/>
                        <a:pt x="44784" y="1946"/>
                        <a:pt x="44784" y="3892"/>
                      </a:cubicBezTo>
                      <a:cubicBezTo>
                        <a:pt x="44784" y="5839"/>
                        <a:pt x="42837" y="7784"/>
                        <a:pt x="40890" y="778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32" name="Freeform 788">
                  <a:extLst>
                    <a:ext uri="{FF2B5EF4-FFF2-40B4-BE49-F238E27FC236}">
                      <a16:creationId xmlns:a16="http://schemas.microsoft.com/office/drawing/2014/main" id="{3694C7EE-7D78-4CB6-7FD8-BB451F04BDC0}"/>
                    </a:ext>
                  </a:extLst>
                </p:cNvPr>
                <p:cNvSpPr/>
                <p:nvPr/>
              </p:nvSpPr>
              <p:spPr>
                <a:xfrm>
                  <a:off x="9346901" y="5666791"/>
                  <a:ext cx="40679" cy="26653"/>
                </a:xfrm>
                <a:custGeom>
                  <a:avLst/>
                  <a:gdLst>
                    <a:gd name="connsiteX0" fmla="*/ 4276 w 40679"/>
                    <a:gd name="connsiteY0" fmla="*/ 26654 h 26653"/>
                    <a:gd name="connsiteX1" fmla="*/ 382 w 40679"/>
                    <a:gd name="connsiteY1" fmla="*/ 24708 h 26653"/>
                    <a:gd name="connsiteX2" fmla="*/ 2329 w 40679"/>
                    <a:gd name="connsiteY2" fmla="*/ 18870 h 26653"/>
                    <a:gd name="connsiteX3" fmla="*/ 34457 w 40679"/>
                    <a:gd name="connsiteY3" fmla="*/ 382 h 26653"/>
                    <a:gd name="connsiteX4" fmla="*/ 40298 w 40679"/>
                    <a:gd name="connsiteY4" fmla="*/ 2328 h 26653"/>
                    <a:gd name="connsiteX5" fmla="*/ 38351 w 40679"/>
                    <a:gd name="connsiteY5" fmla="*/ 8166 h 26653"/>
                    <a:gd name="connsiteX6" fmla="*/ 6223 w 40679"/>
                    <a:gd name="connsiteY6" fmla="*/ 26654 h 26653"/>
                    <a:gd name="connsiteX7" fmla="*/ 4276 w 40679"/>
                    <a:gd name="connsiteY7" fmla="*/ 26654 h 2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79" h="26653">
                      <a:moveTo>
                        <a:pt x="4276" y="26654"/>
                      </a:moveTo>
                      <a:cubicBezTo>
                        <a:pt x="2329" y="26654"/>
                        <a:pt x="1355" y="25681"/>
                        <a:pt x="382" y="24708"/>
                      </a:cubicBezTo>
                      <a:cubicBezTo>
                        <a:pt x="-591" y="22762"/>
                        <a:pt x="382" y="19843"/>
                        <a:pt x="2329" y="18870"/>
                      </a:cubicBezTo>
                      <a:lnTo>
                        <a:pt x="34457" y="382"/>
                      </a:lnTo>
                      <a:cubicBezTo>
                        <a:pt x="36404" y="-591"/>
                        <a:pt x="39324" y="382"/>
                        <a:pt x="40298" y="2328"/>
                      </a:cubicBezTo>
                      <a:cubicBezTo>
                        <a:pt x="41272" y="4274"/>
                        <a:pt x="40298" y="7193"/>
                        <a:pt x="38351" y="8166"/>
                      </a:cubicBezTo>
                      <a:lnTo>
                        <a:pt x="6223" y="26654"/>
                      </a:lnTo>
                      <a:cubicBezTo>
                        <a:pt x="5250" y="26654"/>
                        <a:pt x="4276" y="26654"/>
                        <a:pt x="4276" y="26654"/>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sp>
              <p:nvSpPr>
                <p:cNvPr id="33" name="Freeform 789">
                  <a:extLst>
                    <a:ext uri="{FF2B5EF4-FFF2-40B4-BE49-F238E27FC236}">
                      <a16:creationId xmlns:a16="http://schemas.microsoft.com/office/drawing/2014/main" id="{2A159507-621E-1073-E57B-8B32F5786BE5}"/>
                    </a:ext>
                  </a:extLst>
                </p:cNvPr>
                <p:cNvSpPr/>
                <p:nvPr/>
              </p:nvSpPr>
              <p:spPr>
                <a:xfrm>
                  <a:off x="9292381" y="5598678"/>
                  <a:ext cx="27049" cy="41249"/>
                </a:xfrm>
                <a:custGeom>
                  <a:avLst/>
                  <a:gdLst>
                    <a:gd name="connsiteX0" fmla="*/ 4276 w 27049"/>
                    <a:gd name="connsiteY0" fmla="*/ 41250 h 41249"/>
                    <a:gd name="connsiteX1" fmla="*/ 2329 w 27049"/>
                    <a:gd name="connsiteY1" fmla="*/ 40277 h 41249"/>
                    <a:gd name="connsiteX2" fmla="*/ 382 w 27049"/>
                    <a:gd name="connsiteY2" fmla="*/ 34438 h 41249"/>
                    <a:gd name="connsiteX3" fmla="*/ 18880 w 27049"/>
                    <a:gd name="connsiteY3" fmla="*/ 2328 h 41249"/>
                    <a:gd name="connsiteX4" fmla="*/ 24721 w 27049"/>
                    <a:gd name="connsiteY4" fmla="*/ 382 h 41249"/>
                    <a:gd name="connsiteX5" fmla="*/ 26668 w 27049"/>
                    <a:gd name="connsiteY5" fmla="*/ 6220 h 41249"/>
                    <a:gd name="connsiteX6" fmla="*/ 8170 w 27049"/>
                    <a:gd name="connsiteY6" fmla="*/ 38331 h 41249"/>
                    <a:gd name="connsiteX7" fmla="*/ 4276 w 27049"/>
                    <a:gd name="connsiteY7" fmla="*/ 41250 h 4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49" h="41249">
                      <a:moveTo>
                        <a:pt x="4276" y="41250"/>
                      </a:moveTo>
                      <a:cubicBezTo>
                        <a:pt x="3303" y="41250"/>
                        <a:pt x="2329" y="41250"/>
                        <a:pt x="2329" y="40277"/>
                      </a:cubicBezTo>
                      <a:cubicBezTo>
                        <a:pt x="382" y="39303"/>
                        <a:pt x="-592" y="36384"/>
                        <a:pt x="382" y="34438"/>
                      </a:cubicBezTo>
                      <a:lnTo>
                        <a:pt x="18880" y="2328"/>
                      </a:lnTo>
                      <a:cubicBezTo>
                        <a:pt x="19853" y="382"/>
                        <a:pt x="22774" y="-591"/>
                        <a:pt x="24721" y="382"/>
                      </a:cubicBezTo>
                      <a:cubicBezTo>
                        <a:pt x="26668" y="1355"/>
                        <a:pt x="27642" y="4274"/>
                        <a:pt x="26668" y="6220"/>
                      </a:cubicBezTo>
                      <a:lnTo>
                        <a:pt x="8170" y="38331"/>
                      </a:lnTo>
                      <a:cubicBezTo>
                        <a:pt x="7197" y="40277"/>
                        <a:pt x="6223" y="41250"/>
                        <a:pt x="4276" y="41250"/>
                      </a:cubicBezTo>
                      <a:close/>
                    </a:path>
                  </a:pathLst>
                </a:custGeom>
                <a:solidFill>
                  <a:srgbClr val="FFFFFF"/>
                </a:solidFill>
                <a:ln w="9735" cap="flat">
                  <a:noFill/>
                  <a:prstDash val="solid"/>
                  <a:miter/>
                </a:ln>
              </p:spPr>
              <p:txBody>
                <a:bodyPr rtlCol="0" anchor="ctr"/>
                <a:lstStyle/>
                <a:p>
                  <a:endParaRPr lang="en-US" dirty="0">
                    <a:latin typeface="Proxima Nova Rg" panose="02000506030000020004" pitchFamily="2" charset="77"/>
                  </a:endParaRPr>
                </a:p>
              </p:txBody>
            </p:sp>
          </p:grpSp>
        </p:grpSp>
      </p:grpSp>
      <p:sp>
        <p:nvSpPr>
          <p:cNvPr id="48" name="Slide Number Placeholder 5">
            <a:extLst>
              <a:ext uri="{FF2B5EF4-FFF2-40B4-BE49-F238E27FC236}">
                <a16:creationId xmlns:a16="http://schemas.microsoft.com/office/drawing/2014/main" id="{17F2B911-8082-31A3-115B-94C78F43DCB0}"/>
              </a:ext>
            </a:extLst>
          </p:cNvPr>
          <p:cNvSpPr>
            <a:spLocks noGrp="1"/>
          </p:cNvSpPr>
          <p:nvPr>
            <p:ph type="sldNum" sz="quarter" idx="21"/>
          </p:nvPr>
        </p:nvSpPr>
        <p:spPr>
          <a:xfrm>
            <a:off x="8610600"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7</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3970660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fade">
                                      <p:cBhvr>
                                        <p:cTn id="11" dur="500"/>
                                        <p:tgtEl>
                                          <p:spTgt spid="67"/>
                                        </p:tgtEl>
                                      </p:cBhvr>
                                    </p:animEffect>
                                  </p:childTnLst>
                                </p:cTn>
                              </p:par>
                              <p:par>
                                <p:cTn id="12" presetID="12" presetClass="entr" presetSubtype="4" fill="hold" grpId="0" nodeType="withEffect">
                                  <p:stCondLst>
                                    <p:cond delay="500"/>
                                  </p:stCondLst>
                                  <p:childTnLst>
                                    <p:set>
                                      <p:cBhvr>
                                        <p:cTn id="13" dur="1" fill="hold">
                                          <p:stCondLst>
                                            <p:cond delay="0"/>
                                          </p:stCondLst>
                                        </p:cTn>
                                        <p:tgtEl>
                                          <p:spTgt spid="45"/>
                                        </p:tgtEl>
                                        <p:attrNameLst>
                                          <p:attrName>style.visibility</p:attrName>
                                        </p:attrNameLst>
                                      </p:cBhvr>
                                      <p:to>
                                        <p:strVal val="visible"/>
                                      </p:to>
                                    </p:set>
                                    <p:anim calcmode="lin" valueType="num">
                                      <p:cBhvr additive="base">
                                        <p:cTn id="14" dur="500"/>
                                        <p:tgtEl>
                                          <p:spTgt spid="45"/>
                                        </p:tgtEl>
                                        <p:attrNameLst>
                                          <p:attrName>ppt_y</p:attrName>
                                        </p:attrNameLst>
                                      </p:cBhvr>
                                      <p:tavLst>
                                        <p:tav tm="0">
                                          <p:val>
                                            <p:strVal val="#ppt_y+#ppt_h*1.125000"/>
                                          </p:val>
                                        </p:tav>
                                        <p:tav tm="100000">
                                          <p:val>
                                            <p:strVal val="#ppt_y"/>
                                          </p:val>
                                        </p:tav>
                                      </p:tavLst>
                                    </p:anim>
                                    <p:animEffect transition="in" filter="wipe(up)">
                                      <p:cBhvr>
                                        <p:cTn id="15" dur="500"/>
                                        <p:tgtEl>
                                          <p:spTgt spid="45"/>
                                        </p:tgtEl>
                                      </p:cBhvr>
                                    </p:animEffect>
                                  </p:childTnLst>
                                </p:cTn>
                              </p:par>
                            </p:childTnLst>
                          </p:cTn>
                        </p:par>
                        <p:par>
                          <p:cTn id="16" fill="hold">
                            <p:stCondLst>
                              <p:cond delay="1750"/>
                            </p:stCondLst>
                            <p:childTnLst>
                              <p:par>
                                <p:cTn id="17" presetID="10" presetClass="entr" presetSubtype="0" fill="hold" nodeType="after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fade">
                                      <p:cBhvr>
                                        <p:cTn id="19" dur="500"/>
                                        <p:tgtEl>
                                          <p:spTgt spid="66"/>
                                        </p:tgtEl>
                                      </p:cBhvr>
                                    </p:animEffect>
                                  </p:childTnLst>
                                </p:cTn>
                              </p:par>
                              <p:par>
                                <p:cTn id="20" presetID="12" presetClass="entr" presetSubtype="4" fill="hold" grpId="0" nodeType="withEffect">
                                  <p:stCondLst>
                                    <p:cond delay="50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500"/>
                                        <p:tgtEl>
                                          <p:spTgt spid="46"/>
                                        </p:tgtEl>
                                        <p:attrNameLst>
                                          <p:attrName>ppt_y</p:attrName>
                                        </p:attrNameLst>
                                      </p:cBhvr>
                                      <p:tavLst>
                                        <p:tav tm="0">
                                          <p:val>
                                            <p:strVal val="#ppt_y+#ppt_h*1.125000"/>
                                          </p:val>
                                        </p:tav>
                                        <p:tav tm="100000">
                                          <p:val>
                                            <p:strVal val="#ppt_y"/>
                                          </p:val>
                                        </p:tav>
                                      </p:tavLst>
                                    </p:anim>
                                    <p:animEffect transition="in" filter="wipe(up)">
                                      <p:cBhvr>
                                        <p:cTn id="23" dur="500"/>
                                        <p:tgtEl>
                                          <p:spTgt spid="46"/>
                                        </p:tgtEl>
                                      </p:cBhvr>
                                    </p:animEffect>
                                  </p:childTnLst>
                                </p:cTn>
                              </p:par>
                            </p:childTnLst>
                          </p:cTn>
                        </p:par>
                        <p:par>
                          <p:cTn id="24" fill="hold">
                            <p:stCondLst>
                              <p:cond delay="2750"/>
                            </p:stCondLst>
                            <p:childTnLst>
                              <p:par>
                                <p:cTn id="25" presetID="10"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par>
                                <p:cTn id="28" presetID="12" presetClass="entr" presetSubtype="4" fill="hold" grpId="0" nodeType="withEffect">
                                  <p:stCondLst>
                                    <p:cond delay="500"/>
                                  </p:stCondLst>
                                  <p:childTnLst>
                                    <p:set>
                                      <p:cBhvr>
                                        <p:cTn id="29" dur="1" fill="hold">
                                          <p:stCondLst>
                                            <p:cond delay="0"/>
                                          </p:stCondLst>
                                        </p:cTn>
                                        <p:tgtEl>
                                          <p:spTgt spid="47"/>
                                        </p:tgtEl>
                                        <p:attrNameLst>
                                          <p:attrName>style.visibility</p:attrName>
                                        </p:attrNameLst>
                                      </p:cBhvr>
                                      <p:to>
                                        <p:strVal val="visible"/>
                                      </p:to>
                                    </p:set>
                                    <p:anim calcmode="lin" valueType="num">
                                      <p:cBhvr additive="base">
                                        <p:cTn id="30" dur="500"/>
                                        <p:tgtEl>
                                          <p:spTgt spid="47"/>
                                        </p:tgtEl>
                                        <p:attrNameLst>
                                          <p:attrName>ppt_y</p:attrName>
                                        </p:attrNameLst>
                                      </p:cBhvr>
                                      <p:tavLst>
                                        <p:tav tm="0">
                                          <p:val>
                                            <p:strVal val="#ppt_y+#ppt_h*1.125000"/>
                                          </p:val>
                                        </p:tav>
                                        <p:tav tm="100000">
                                          <p:val>
                                            <p:strVal val="#ppt_y"/>
                                          </p:val>
                                        </p:tav>
                                      </p:tavLst>
                                    </p:anim>
                                    <p:animEffect transition="in" filter="wipe(up)">
                                      <p:cBhvr>
                                        <p:cTn id="31"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45" grpId="0"/>
      <p:bldP spid="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C9B3F29-B89D-0AD9-7450-7B665C7C3D62}"/>
              </a:ext>
            </a:extLst>
          </p:cNvPr>
          <p:cNvSpPr>
            <a:spLocks noGrp="1"/>
          </p:cNvSpPr>
          <p:nvPr>
            <p:ph type="body" sz="quarter" idx="14"/>
          </p:nvPr>
        </p:nvSpPr>
        <p:spPr/>
        <p:txBody>
          <a:bodyPr/>
          <a:lstStyle/>
          <a:p>
            <a:r>
              <a:rPr lang="en-US" dirty="0"/>
              <a:t>Company Vision</a:t>
            </a:r>
          </a:p>
        </p:txBody>
      </p:sp>
      <p:pic>
        <p:nvPicPr>
          <p:cNvPr id="11" name="Picture Placeholder 10">
            <a:extLst>
              <a:ext uri="{FF2B5EF4-FFF2-40B4-BE49-F238E27FC236}">
                <a16:creationId xmlns:a16="http://schemas.microsoft.com/office/drawing/2014/main" id="{380EDA59-55CE-A22A-F3B5-574A0D8C373F}"/>
              </a:ext>
            </a:extLst>
          </p:cNvPr>
          <p:cNvPicPr>
            <a:picLocks noGrp="1" noChangeAspect="1"/>
          </p:cNvPicPr>
          <p:nvPr>
            <p:ph type="pic" sz="quarter" idx="34"/>
          </p:nvPr>
        </p:nvPicPr>
        <p:blipFill rotWithShape="1">
          <a:blip r:embed="rId2" cstate="email">
            <a:extLst>
              <a:ext uri="{28A0092B-C50C-407E-A947-70E740481C1C}">
                <a14:useLocalDpi xmlns:a14="http://schemas.microsoft.com/office/drawing/2010/main"/>
              </a:ext>
            </a:extLst>
          </a:blip>
          <a:srcRect/>
          <a:stretch/>
        </p:blipFill>
        <p:spPr>
          <a:prstGeom prst="rect">
            <a:avLst/>
          </a:prstGeom>
          <a:effectLst>
            <a:outerShdw blurRad="50800" dist="38100" dir="8100000" algn="tr" rotWithShape="0">
              <a:prstClr val="black">
                <a:alpha val="15000"/>
              </a:prstClr>
            </a:outerShdw>
          </a:effectLst>
        </p:spPr>
      </p:pic>
      <p:sp>
        <p:nvSpPr>
          <p:cNvPr id="2" name="Slide Number Placeholder 5">
            <a:extLst>
              <a:ext uri="{FF2B5EF4-FFF2-40B4-BE49-F238E27FC236}">
                <a16:creationId xmlns:a16="http://schemas.microsoft.com/office/drawing/2014/main" id="{2E71A8B6-70C0-A3FC-F68B-46AC02ACE174}"/>
              </a:ext>
            </a:extLst>
          </p:cNvPr>
          <p:cNvSpPr>
            <a:spLocks noGrp="1"/>
          </p:cNvSpPr>
          <p:nvPr>
            <p:ph type="sldNum" sz="quarter" idx="21"/>
          </p:nvPr>
        </p:nvSpPr>
        <p:spPr>
          <a:prstGeom prst="rect">
            <a:avLst/>
          </a:prstGeom>
        </p:spPr>
        <p:txBody>
          <a:bodyPr/>
          <a:lstStyle/>
          <a:p>
            <a:fld id="{8929AD07-5DAF-5C46-853B-6972F006CBE9}" type="slidenum">
              <a:rPr lang="en-US" sz="1000" smtClean="0">
                <a:latin typeface="Proxima Nova Rg" panose="02000506030000020004" pitchFamily="2" charset="77"/>
              </a:rPr>
              <a:pPr/>
              <a:t>8</a:t>
            </a:fld>
            <a:endParaRPr lang="en-US" sz="1000" dirty="0">
              <a:latin typeface="Proxima Nova Rg" panose="02000506030000020004" pitchFamily="2" charset="77"/>
            </a:endParaRPr>
          </a:p>
        </p:txBody>
      </p:sp>
      <p:sp>
        <p:nvSpPr>
          <p:cNvPr id="12" name="Freeform 11">
            <a:extLst>
              <a:ext uri="{FF2B5EF4-FFF2-40B4-BE49-F238E27FC236}">
                <a16:creationId xmlns:a16="http://schemas.microsoft.com/office/drawing/2014/main" id="{CBDF07C4-7ABD-458D-8332-19E38E53EC6D}"/>
              </a:ext>
            </a:extLst>
          </p:cNvPr>
          <p:cNvSpPr/>
          <p:nvPr/>
        </p:nvSpPr>
        <p:spPr>
          <a:xfrm>
            <a:off x="3467061" y="1485337"/>
            <a:ext cx="1626782" cy="197807"/>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grpSp>
        <p:nvGrpSpPr>
          <p:cNvPr id="13" name="Group 12">
            <a:extLst>
              <a:ext uri="{FF2B5EF4-FFF2-40B4-BE49-F238E27FC236}">
                <a16:creationId xmlns:a16="http://schemas.microsoft.com/office/drawing/2014/main" id="{A6A0752A-D3F0-CE24-2C2B-4F2E3C7BF852}"/>
              </a:ext>
            </a:extLst>
          </p:cNvPr>
          <p:cNvGrpSpPr/>
          <p:nvPr/>
        </p:nvGrpSpPr>
        <p:grpSpPr>
          <a:xfrm flipV="1">
            <a:off x="0" y="3292505"/>
            <a:ext cx="1516284" cy="1271810"/>
            <a:chOff x="1867126" y="3041554"/>
            <a:chExt cx="857401" cy="774892"/>
          </a:xfrm>
          <a:solidFill>
            <a:schemeClr val="tx1">
              <a:alpha val="20449"/>
            </a:schemeClr>
          </a:solidFill>
        </p:grpSpPr>
        <p:sp>
          <p:nvSpPr>
            <p:cNvPr id="14" name="Freeform 13">
              <a:extLst>
                <a:ext uri="{FF2B5EF4-FFF2-40B4-BE49-F238E27FC236}">
                  <a16:creationId xmlns:a16="http://schemas.microsoft.com/office/drawing/2014/main" id="{BDB6F2F8-D2C0-755B-042B-4AB781B96E61}"/>
                </a:ext>
              </a:extLst>
            </p:cNvPr>
            <p:cNvSpPr/>
            <p:nvPr/>
          </p:nvSpPr>
          <p:spPr>
            <a:xfrm>
              <a:off x="2331566" y="3041555"/>
              <a:ext cx="392961" cy="774891"/>
            </a:xfrm>
            <a:custGeom>
              <a:avLst/>
              <a:gdLst>
                <a:gd name="connsiteX0" fmla="*/ 1041797 w 1060401"/>
                <a:gd name="connsiteY0" fmla="*/ 0 h 2091035"/>
                <a:gd name="connsiteX1" fmla="*/ 1041797 w 1060401"/>
                <a:gd name="connsiteY1" fmla="*/ 386953 h 2091035"/>
                <a:gd name="connsiteX2" fmla="*/ 535781 w 1060401"/>
                <a:gd name="connsiteY2" fmla="*/ 803672 h 2091035"/>
                <a:gd name="connsiteX3" fmla="*/ 476250 w 1060401"/>
                <a:gd name="connsiteY3" fmla="*/ 1112490 h 2091035"/>
                <a:gd name="connsiteX4" fmla="*/ 1060401 w 1060401"/>
                <a:gd name="connsiteY4" fmla="*/ 1112490 h 2091035"/>
                <a:gd name="connsiteX5" fmla="*/ 1060401 w 1060401"/>
                <a:gd name="connsiteY5" fmla="*/ 2091035 h 2091035"/>
                <a:gd name="connsiteX6" fmla="*/ 0 w 1060401"/>
                <a:gd name="connsiteY6" fmla="*/ 2091035 h 2091035"/>
                <a:gd name="connsiteX7" fmla="*/ 0 w 1060401"/>
                <a:gd name="connsiteY7" fmla="*/ 1305967 h 2091035"/>
                <a:gd name="connsiteX8" fmla="*/ 273472 w 1060401"/>
                <a:gd name="connsiteY8" fmla="*/ 420440 h 2091035"/>
                <a:gd name="connsiteX9" fmla="*/ 1041797 w 1060401"/>
                <a:gd name="connsiteY9" fmla="*/ 0 h 20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0401" h="2091035">
                  <a:moveTo>
                    <a:pt x="1041797" y="0"/>
                  </a:moveTo>
                  <a:lnTo>
                    <a:pt x="1041797" y="386953"/>
                  </a:lnTo>
                  <a:cubicBezTo>
                    <a:pt x="791270" y="463848"/>
                    <a:pt x="622598" y="602754"/>
                    <a:pt x="535781" y="803672"/>
                  </a:cubicBezTo>
                  <a:cubicBezTo>
                    <a:pt x="486172" y="910332"/>
                    <a:pt x="466328" y="1013272"/>
                    <a:pt x="476250" y="1112490"/>
                  </a:cubicBezTo>
                  <a:lnTo>
                    <a:pt x="1060401" y="1112490"/>
                  </a:lnTo>
                  <a:lnTo>
                    <a:pt x="1060401" y="2091035"/>
                  </a:lnTo>
                  <a:lnTo>
                    <a:pt x="0" y="2091035"/>
                  </a:lnTo>
                  <a:lnTo>
                    <a:pt x="0" y="1305967"/>
                  </a:lnTo>
                  <a:cubicBezTo>
                    <a:pt x="0" y="928936"/>
                    <a:pt x="91157" y="633760"/>
                    <a:pt x="273472" y="420440"/>
                  </a:cubicBezTo>
                  <a:cubicBezTo>
                    <a:pt x="455786" y="207119"/>
                    <a:pt x="711895" y="66973"/>
                    <a:pt x="104179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5" name="Freeform 14">
              <a:extLst>
                <a:ext uri="{FF2B5EF4-FFF2-40B4-BE49-F238E27FC236}">
                  <a16:creationId xmlns:a16="http://schemas.microsoft.com/office/drawing/2014/main" id="{3FAA3093-4493-B563-E31A-2197AB2E0006}"/>
                </a:ext>
              </a:extLst>
            </p:cNvPr>
            <p:cNvSpPr/>
            <p:nvPr/>
          </p:nvSpPr>
          <p:spPr>
            <a:xfrm>
              <a:off x="1867126" y="3041554"/>
              <a:ext cx="392961" cy="774891"/>
            </a:xfrm>
            <a:custGeom>
              <a:avLst/>
              <a:gdLst>
                <a:gd name="connsiteX0" fmla="*/ 1041797 w 1060401"/>
                <a:gd name="connsiteY0" fmla="*/ 0 h 2091035"/>
                <a:gd name="connsiteX1" fmla="*/ 1041797 w 1060401"/>
                <a:gd name="connsiteY1" fmla="*/ 386953 h 2091035"/>
                <a:gd name="connsiteX2" fmla="*/ 535781 w 1060401"/>
                <a:gd name="connsiteY2" fmla="*/ 803672 h 2091035"/>
                <a:gd name="connsiteX3" fmla="*/ 476250 w 1060401"/>
                <a:gd name="connsiteY3" fmla="*/ 1112490 h 2091035"/>
                <a:gd name="connsiteX4" fmla="*/ 1060401 w 1060401"/>
                <a:gd name="connsiteY4" fmla="*/ 1112490 h 2091035"/>
                <a:gd name="connsiteX5" fmla="*/ 1060401 w 1060401"/>
                <a:gd name="connsiteY5" fmla="*/ 2091035 h 2091035"/>
                <a:gd name="connsiteX6" fmla="*/ 0 w 1060401"/>
                <a:gd name="connsiteY6" fmla="*/ 2091035 h 2091035"/>
                <a:gd name="connsiteX7" fmla="*/ 0 w 1060401"/>
                <a:gd name="connsiteY7" fmla="*/ 1305967 h 2091035"/>
                <a:gd name="connsiteX8" fmla="*/ 273472 w 1060401"/>
                <a:gd name="connsiteY8" fmla="*/ 420440 h 2091035"/>
                <a:gd name="connsiteX9" fmla="*/ 1041797 w 1060401"/>
                <a:gd name="connsiteY9" fmla="*/ 0 h 20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0401" h="2091035">
                  <a:moveTo>
                    <a:pt x="1041797" y="0"/>
                  </a:moveTo>
                  <a:lnTo>
                    <a:pt x="1041797" y="386953"/>
                  </a:lnTo>
                  <a:cubicBezTo>
                    <a:pt x="791270" y="463848"/>
                    <a:pt x="622598" y="602754"/>
                    <a:pt x="535781" y="803672"/>
                  </a:cubicBezTo>
                  <a:cubicBezTo>
                    <a:pt x="486172" y="910332"/>
                    <a:pt x="466328" y="1013272"/>
                    <a:pt x="476250" y="1112490"/>
                  </a:cubicBezTo>
                  <a:lnTo>
                    <a:pt x="1060401" y="1112490"/>
                  </a:lnTo>
                  <a:lnTo>
                    <a:pt x="1060401" y="2091035"/>
                  </a:lnTo>
                  <a:lnTo>
                    <a:pt x="0" y="2091035"/>
                  </a:lnTo>
                  <a:lnTo>
                    <a:pt x="0" y="1305967"/>
                  </a:lnTo>
                  <a:cubicBezTo>
                    <a:pt x="0" y="928936"/>
                    <a:pt x="91157" y="633760"/>
                    <a:pt x="273472" y="420440"/>
                  </a:cubicBezTo>
                  <a:cubicBezTo>
                    <a:pt x="455786" y="207119"/>
                    <a:pt x="711895" y="66973"/>
                    <a:pt x="104179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grpSp>
      <p:grpSp>
        <p:nvGrpSpPr>
          <p:cNvPr id="51" name="Group 50">
            <a:extLst>
              <a:ext uri="{FF2B5EF4-FFF2-40B4-BE49-F238E27FC236}">
                <a16:creationId xmlns:a16="http://schemas.microsoft.com/office/drawing/2014/main" id="{9F0FB80E-764E-7ECF-5E52-7D6335929D07}"/>
              </a:ext>
            </a:extLst>
          </p:cNvPr>
          <p:cNvGrpSpPr/>
          <p:nvPr/>
        </p:nvGrpSpPr>
        <p:grpSpPr>
          <a:xfrm>
            <a:off x="1620390" y="3533914"/>
            <a:ext cx="4335834" cy="1509146"/>
            <a:chOff x="1452553" y="3646814"/>
            <a:chExt cx="4335834" cy="1509146"/>
          </a:xfrm>
        </p:grpSpPr>
        <p:sp>
          <p:nvSpPr>
            <p:cNvPr id="16" name="Content Placeholder 2">
              <a:extLst>
                <a:ext uri="{FF2B5EF4-FFF2-40B4-BE49-F238E27FC236}">
                  <a16:creationId xmlns:a16="http://schemas.microsoft.com/office/drawing/2014/main" id="{1D44E75C-FBB9-E9E4-2C1B-7F6029FD5C26}"/>
                </a:ext>
              </a:extLst>
            </p:cNvPr>
            <p:cNvSpPr txBox="1">
              <a:spLocks/>
            </p:cNvSpPr>
            <p:nvPr/>
          </p:nvSpPr>
          <p:spPr>
            <a:xfrm>
              <a:off x="1642692" y="3646814"/>
              <a:ext cx="4084503" cy="1509146"/>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1860"/>
                </a:lnSpc>
                <a:buNone/>
              </a:pPr>
              <a:r>
                <a:rPr lang="en-US" sz="1400" dirty="0">
                  <a:solidFill>
                    <a:schemeClr val="accent6"/>
                  </a:solidFill>
                  <a:latin typeface="Montserrat" pitchFamily="2" charset="77"/>
                  <a:cs typeface="Gotham Book" pitchFamily="2" charset="0"/>
                </a:rPr>
                <a:t>We stand ready to collaborate, shoulder-to-shoulder, with your culinary, supply chain </a:t>
              </a:r>
              <a:br>
                <a:rPr lang="en-US" sz="1400" dirty="0">
                  <a:solidFill>
                    <a:schemeClr val="accent6"/>
                  </a:solidFill>
                  <a:latin typeface="Montserrat" pitchFamily="2" charset="77"/>
                  <a:cs typeface="Gotham Book" pitchFamily="2" charset="0"/>
                </a:rPr>
              </a:br>
              <a:r>
                <a:rPr lang="en-US" sz="1400" dirty="0">
                  <a:solidFill>
                    <a:schemeClr val="accent6"/>
                  </a:solidFill>
                  <a:latin typeface="Montserrat" pitchFamily="2" charset="77"/>
                  <a:cs typeface="Gotham Book" pitchFamily="2" charset="0"/>
                </a:rPr>
                <a:t>and marketing teams to help you grow </a:t>
              </a:r>
              <a:br>
                <a:rPr lang="en-US" sz="1400" dirty="0">
                  <a:solidFill>
                    <a:schemeClr val="accent6"/>
                  </a:solidFill>
                  <a:latin typeface="Montserrat" pitchFamily="2" charset="77"/>
                  <a:cs typeface="Gotham Book" pitchFamily="2" charset="0"/>
                </a:rPr>
              </a:br>
              <a:r>
                <a:rPr lang="en-US" sz="1400" dirty="0">
                  <a:solidFill>
                    <a:schemeClr val="accent6"/>
                  </a:solidFill>
                  <a:latin typeface="Montserrat" pitchFamily="2" charset="77"/>
                  <a:cs typeface="Gotham Book" pitchFamily="2" charset="0"/>
                </a:rPr>
                <a:t>your business and delight your customers</a:t>
              </a:r>
              <a:r>
                <a:rPr lang="en-US" sz="1100" dirty="0">
                  <a:solidFill>
                    <a:schemeClr val="accent6"/>
                  </a:solidFill>
                  <a:latin typeface="Montserrat" pitchFamily="2" charset="77"/>
                  <a:cs typeface="Gotham Book" pitchFamily="2" charset="0"/>
                </a:rPr>
                <a:t>.</a:t>
              </a:r>
              <a:endParaRPr lang="en-US" sz="1800" dirty="0">
                <a:solidFill>
                  <a:schemeClr val="accent6"/>
                </a:solidFill>
                <a:latin typeface="Montserrat" pitchFamily="2" charset="77"/>
                <a:cs typeface="Gotham Book" pitchFamily="2" charset="0"/>
              </a:endParaRPr>
            </a:p>
          </p:txBody>
        </p:sp>
        <p:sp>
          <p:nvSpPr>
            <p:cNvPr id="49" name="Freeform 48">
              <a:extLst>
                <a:ext uri="{FF2B5EF4-FFF2-40B4-BE49-F238E27FC236}">
                  <a16:creationId xmlns:a16="http://schemas.microsoft.com/office/drawing/2014/main" id="{84FFCD49-C9B9-E481-61CB-D3EA0C999725}"/>
                </a:ext>
              </a:extLst>
            </p:cNvPr>
            <p:cNvSpPr/>
            <p:nvPr/>
          </p:nvSpPr>
          <p:spPr>
            <a:xfrm>
              <a:off x="1452553" y="3886068"/>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latin typeface="Montserrat" pitchFamily="2" charset="77"/>
              </a:endParaRPr>
            </a:p>
          </p:txBody>
        </p:sp>
        <p:sp>
          <p:nvSpPr>
            <p:cNvPr id="50" name="Freeform 49">
              <a:extLst>
                <a:ext uri="{FF2B5EF4-FFF2-40B4-BE49-F238E27FC236}">
                  <a16:creationId xmlns:a16="http://schemas.microsoft.com/office/drawing/2014/main" id="{9690F73D-5684-88A9-105F-9949ECAB79DC}"/>
                </a:ext>
              </a:extLst>
            </p:cNvPr>
            <p:cNvSpPr/>
            <p:nvPr/>
          </p:nvSpPr>
          <p:spPr>
            <a:xfrm flipH="1" flipV="1">
              <a:off x="5538929" y="4630672"/>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latin typeface="Montserrat" pitchFamily="2" charset="77"/>
              </a:endParaRPr>
            </a:p>
          </p:txBody>
        </p:sp>
      </p:grpSp>
      <p:sp>
        <p:nvSpPr>
          <p:cNvPr id="9" name="Text Placeholder 4">
            <a:extLst>
              <a:ext uri="{FF2B5EF4-FFF2-40B4-BE49-F238E27FC236}">
                <a16:creationId xmlns:a16="http://schemas.microsoft.com/office/drawing/2014/main" id="{CEB20BE4-195A-4425-819D-F8B370B68B83}"/>
              </a:ext>
            </a:extLst>
          </p:cNvPr>
          <p:cNvSpPr txBox="1">
            <a:spLocks/>
          </p:cNvSpPr>
          <p:nvPr/>
        </p:nvSpPr>
        <p:spPr>
          <a:xfrm>
            <a:off x="942134" y="2100785"/>
            <a:ext cx="4783646" cy="1520589"/>
          </a:xfrm>
          <a:prstGeom prst="rect">
            <a:avLst/>
          </a:prstGeom>
        </p:spPr>
        <p:txBody>
          <a:bodyPr vert="horz" lIns="91440" tIns="45720" rIns="91440" bIns="45720" rtlCol="0">
            <a:normAutofit fontScale="92500"/>
          </a:bodyPr>
          <a:lstStyle>
            <a:lvl1pPr marL="0" indent="0" algn="l" defTabSz="914400" rtl="0" eaLnBrk="1" latinLnBrk="0" hangingPunct="1">
              <a:lnSpc>
                <a:spcPct val="90000"/>
              </a:lnSpc>
              <a:spcBef>
                <a:spcPts val="1000"/>
              </a:spcBef>
              <a:buFont typeface="Arial" panose="020B0604020202020204" pitchFamily="34" charset="0"/>
              <a:buNone/>
              <a:defRPr sz="1400" b="0" i="0" kern="1200">
                <a:solidFill>
                  <a:schemeClr val="accent5">
                    <a:lumMod val="50000"/>
                    <a:lumOff val="50000"/>
                  </a:schemeClr>
                </a:solidFill>
                <a:latin typeface="Gotham Book"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accent5"/>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2180"/>
              </a:lnSpc>
            </a:pPr>
            <a:r>
              <a:rPr lang="en-US" sz="1600" dirty="0">
                <a:solidFill>
                  <a:schemeClr val="accent6"/>
                </a:solidFill>
                <a:latin typeface="Montserrat" pitchFamily="2" charset="77"/>
              </a:rPr>
              <a:t>Our ambition is to become </a:t>
            </a:r>
            <a:r>
              <a:rPr lang="en-US" sz="1600" b="1" dirty="0">
                <a:solidFill>
                  <a:schemeClr val="tx1"/>
                </a:solidFill>
                <a:latin typeface="Montserrat" pitchFamily="2" charset="77"/>
                <a:cs typeface="Gotham Bold" pitchFamily="2" charset="0"/>
              </a:rPr>
              <a:t>The Better Food Company</a:t>
            </a:r>
            <a:r>
              <a:rPr lang="en-US" sz="1600" dirty="0">
                <a:solidFill>
                  <a:schemeClr val="tx1"/>
                </a:solidFill>
                <a:latin typeface="Montserrat" pitchFamily="2" charset="77"/>
              </a:rPr>
              <a:t>. </a:t>
            </a:r>
            <a:r>
              <a:rPr lang="en-US" sz="1500" dirty="0">
                <a:solidFill>
                  <a:schemeClr val="accent6"/>
                </a:solidFill>
                <a:latin typeface="Montserrat" pitchFamily="2" charset="77"/>
              </a:rPr>
              <a:t>That means bringing together better people who make better products in a better corporate culture, and who work in unison to make the world a little bit better every day. </a:t>
            </a:r>
          </a:p>
        </p:txBody>
      </p:sp>
      <p:sp>
        <p:nvSpPr>
          <p:cNvPr id="10" name="TextBox 9">
            <a:extLst>
              <a:ext uri="{FF2B5EF4-FFF2-40B4-BE49-F238E27FC236}">
                <a16:creationId xmlns:a16="http://schemas.microsoft.com/office/drawing/2014/main" id="{7F8B91DE-FA06-5714-6D7D-71E8E5CBF22C}"/>
              </a:ext>
            </a:extLst>
          </p:cNvPr>
          <p:cNvSpPr txBox="1"/>
          <p:nvPr/>
        </p:nvSpPr>
        <p:spPr>
          <a:xfrm>
            <a:off x="0" y="6213401"/>
            <a:ext cx="6602506" cy="465897"/>
          </a:xfrm>
          <a:prstGeom prst="rect">
            <a:avLst/>
          </a:prstGeom>
          <a:noFill/>
        </p:spPr>
        <p:txBody>
          <a:bodyPr wrap="square">
            <a:spAutoFit/>
          </a:bodyPr>
          <a:lstStyle/>
          <a:p>
            <a:pPr algn="ctr">
              <a:lnSpc>
                <a:spcPts val="1467"/>
              </a:lnSpc>
            </a:pPr>
            <a:r>
              <a:rPr lang="en-US" sz="900" dirty="0">
                <a:solidFill>
                  <a:schemeClr val="accent6"/>
                </a:solidFill>
                <a:latin typeface="Montserrat" pitchFamily="2" charset="77"/>
              </a:rPr>
              <a:t>T. Marzetti parent company is Lancaster Colony Company, a public company (Symbol: LANC). </a:t>
            </a:r>
          </a:p>
          <a:p>
            <a:pPr algn="ctr">
              <a:lnSpc>
                <a:spcPts val="1467"/>
              </a:lnSpc>
            </a:pPr>
            <a:r>
              <a:rPr lang="en-US" sz="900" dirty="0">
                <a:solidFill>
                  <a:schemeClr val="accent6"/>
                </a:solidFill>
                <a:latin typeface="Montserrat" pitchFamily="2" charset="77"/>
              </a:rPr>
              <a:t>Fiscal year 2022 sales for retail and foodservice of $1.7 billion. </a:t>
            </a:r>
          </a:p>
        </p:txBody>
      </p:sp>
      <p:grpSp>
        <p:nvGrpSpPr>
          <p:cNvPr id="8" name="Group 7">
            <a:extLst>
              <a:ext uri="{FF2B5EF4-FFF2-40B4-BE49-F238E27FC236}">
                <a16:creationId xmlns:a16="http://schemas.microsoft.com/office/drawing/2014/main" id="{1D752128-4F62-D837-5000-84EFEF026354}"/>
              </a:ext>
            </a:extLst>
          </p:cNvPr>
          <p:cNvGrpSpPr/>
          <p:nvPr/>
        </p:nvGrpSpPr>
        <p:grpSpPr>
          <a:xfrm>
            <a:off x="3467061" y="4930082"/>
            <a:ext cx="2399781" cy="465432"/>
            <a:chOff x="6294144" y="5735418"/>
            <a:chExt cx="2399781" cy="465432"/>
          </a:xfrm>
        </p:grpSpPr>
        <p:sp>
          <p:nvSpPr>
            <p:cNvPr id="17" name="TextBox 16">
              <a:extLst>
                <a:ext uri="{FF2B5EF4-FFF2-40B4-BE49-F238E27FC236}">
                  <a16:creationId xmlns:a16="http://schemas.microsoft.com/office/drawing/2014/main" id="{AA34A1F0-D514-4B08-7354-C676AE7F95FA}"/>
                </a:ext>
              </a:extLst>
            </p:cNvPr>
            <p:cNvSpPr txBox="1"/>
            <p:nvPr/>
          </p:nvSpPr>
          <p:spPr>
            <a:xfrm>
              <a:off x="6294144" y="5735418"/>
              <a:ext cx="2399781" cy="307777"/>
            </a:xfrm>
            <a:prstGeom prst="rect">
              <a:avLst/>
            </a:prstGeom>
            <a:noFill/>
          </p:spPr>
          <p:txBody>
            <a:bodyPr wrap="square">
              <a:spAutoFit/>
            </a:bodyPr>
            <a:lstStyle/>
            <a:p>
              <a:pPr>
                <a:lnSpc>
                  <a:spcPts val="1567"/>
                </a:lnSpc>
              </a:pPr>
              <a:r>
                <a:rPr lang="en-US" sz="2000" b="1" dirty="0">
                  <a:latin typeface="Montserrat" pitchFamily="2" charset="77"/>
                  <a:cs typeface="Gotham Bold" pitchFamily="2" charset="0"/>
                </a:rPr>
                <a:t>–</a:t>
              </a:r>
              <a:r>
                <a:rPr lang="en-US" sz="2000" b="1" dirty="0">
                  <a:solidFill>
                    <a:srgbClr val="4E3629"/>
                  </a:solidFill>
                  <a:latin typeface="Montserrat" pitchFamily="2" charset="77"/>
                  <a:cs typeface="Gotham Bold" pitchFamily="2" charset="0"/>
                </a:rPr>
                <a:t> </a:t>
              </a:r>
              <a:r>
                <a:rPr lang="en-US" sz="2000" b="1" dirty="0">
                  <a:effectLst/>
                  <a:latin typeface="Montserrat" pitchFamily="2" charset="77"/>
                  <a:cs typeface="Gotham Bold" pitchFamily="2" charset="0"/>
                </a:rPr>
                <a:t>Dave </a:t>
              </a:r>
              <a:r>
                <a:rPr lang="en-US" sz="2000" b="1" dirty="0">
                  <a:solidFill>
                    <a:schemeClr val="bg1"/>
                  </a:solidFill>
                  <a:effectLst/>
                  <a:latin typeface="Montserrat" pitchFamily="2" charset="77"/>
                  <a:cs typeface="Gotham Bold" pitchFamily="2" charset="0"/>
                </a:rPr>
                <a:t>Ciesinski</a:t>
              </a:r>
            </a:p>
          </p:txBody>
        </p:sp>
        <p:sp>
          <p:nvSpPr>
            <p:cNvPr id="18" name="TextBox 17">
              <a:extLst>
                <a:ext uri="{FF2B5EF4-FFF2-40B4-BE49-F238E27FC236}">
                  <a16:creationId xmlns:a16="http://schemas.microsoft.com/office/drawing/2014/main" id="{D327E380-22C8-506F-D7DD-7A53260AC38F}"/>
                </a:ext>
              </a:extLst>
            </p:cNvPr>
            <p:cNvSpPr txBox="1"/>
            <p:nvPr/>
          </p:nvSpPr>
          <p:spPr>
            <a:xfrm>
              <a:off x="6540845" y="5954629"/>
              <a:ext cx="2132760" cy="246221"/>
            </a:xfrm>
            <a:prstGeom prst="rect">
              <a:avLst/>
            </a:prstGeom>
            <a:noFill/>
          </p:spPr>
          <p:txBody>
            <a:bodyPr wrap="square">
              <a:spAutoFit/>
            </a:bodyPr>
            <a:lstStyle/>
            <a:p>
              <a:r>
                <a:rPr lang="en-US" sz="1000" dirty="0">
                  <a:solidFill>
                    <a:schemeClr val="accent6"/>
                  </a:solidFill>
                  <a:latin typeface="Montserrat" pitchFamily="2" charset="77"/>
                  <a:cs typeface="Gotham Book" pitchFamily="2" charset="0"/>
                </a:rPr>
                <a:t>President &amp; CEO</a:t>
              </a:r>
            </a:p>
          </p:txBody>
        </p:sp>
      </p:grpSp>
      <p:grpSp>
        <p:nvGrpSpPr>
          <p:cNvPr id="4" name="Graphic 4119">
            <a:extLst>
              <a:ext uri="{FF2B5EF4-FFF2-40B4-BE49-F238E27FC236}">
                <a16:creationId xmlns:a16="http://schemas.microsoft.com/office/drawing/2014/main" id="{4BA43E97-0371-362B-B090-6851AC74B9CB}"/>
              </a:ext>
            </a:extLst>
          </p:cNvPr>
          <p:cNvGrpSpPr/>
          <p:nvPr/>
        </p:nvGrpSpPr>
        <p:grpSpPr>
          <a:xfrm>
            <a:off x="1399795" y="705977"/>
            <a:ext cx="1625793" cy="434703"/>
            <a:chOff x="2178742" y="-1107180"/>
            <a:chExt cx="2171851" cy="580707"/>
          </a:xfrm>
          <a:solidFill>
            <a:schemeClr val="tx1"/>
          </a:solidFill>
        </p:grpSpPr>
        <p:sp>
          <p:nvSpPr>
            <p:cNvPr id="5" name="Freeform 4">
              <a:extLst>
                <a:ext uri="{FF2B5EF4-FFF2-40B4-BE49-F238E27FC236}">
                  <a16:creationId xmlns:a16="http://schemas.microsoft.com/office/drawing/2014/main" id="{DB20962E-4915-E0AC-58FE-888D63372E7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AC439336-8CF3-9F11-1993-B0EB54D59EB4}"/>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79D0725D-D2D5-0E98-A793-59549BA507A1}"/>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9A68BBB7-F91D-3FED-93F7-A515096CAFF1}"/>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8536BE90-1451-BB69-C5E0-F5D55577CE2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04FE74B7-7F3C-D71D-6896-560CEA3AE312}"/>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BA0CD8F1-9C5C-C0E1-CA86-11C5753CACD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8D973E99-A1CA-E002-6AA4-E808B283D8B6}"/>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7842C221-660F-6A73-CE72-A44688A4414B}"/>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5BC50F42-D643-EBB9-019F-89B5525BFFFD}"/>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C71DBA22-78EF-0C90-775A-F26ECCC9E4F0}"/>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45F7F597-88B6-2D20-9664-7F6327056716}"/>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E5FB6828-F2E0-BBD5-9CA6-C7B63DCB13FC}"/>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4E567EB9-CAFD-685F-6053-8677C1395DAB}"/>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7479B2E3-69F3-A183-85A5-FF2F75CC2768}"/>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4518F9A6-1EF6-BFA9-C9C9-924462DFB5F3}"/>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00D60FDF-16CF-580D-420D-FABA305E2789}"/>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13AA9BB8-4D25-695F-80B6-C9448369E54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832AFFD7-BEB0-996B-13DE-8758980E77C6}"/>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6944DAC3-EE95-DD10-9061-9F257E8B2E0A}"/>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Tree>
    <p:extLst>
      <p:ext uri="{BB962C8B-B14F-4D97-AF65-F5344CB8AC3E}">
        <p14:creationId xmlns:p14="http://schemas.microsoft.com/office/powerpoint/2010/main" val="1986325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250"/>
                            </p:stCondLst>
                            <p:childTnLst>
                              <p:par>
                                <p:cTn id="13" presetID="12" presetClass="entr" presetSubtype="4" fill="hold" nodeType="after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p:tgtEl>
                                          <p:spTgt spid="51"/>
                                        </p:tgtEl>
                                        <p:attrNameLst>
                                          <p:attrName>ppt_y</p:attrName>
                                        </p:attrNameLst>
                                      </p:cBhvr>
                                      <p:tavLst>
                                        <p:tav tm="0">
                                          <p:val>
                                            <p:strVal val="#ppt_y+#ppt_h*1.125000"/>
                                          </p:val>
                                        </p:tav>
                                        <p:tav tm="100000">
                                          <p:val>
                                            <p:strVal val="#ppt_y"/>
                                          </p:val>
                                        </p:tav>
                                      </p:tavLst>
                                    </p:anim>
                                    <p:animEffect transition="in" filter="wipe(up)">
                                      <p:cBhvr>
                                        <p:cTn id="16" dur="1000"/>
                                        <p:tgtEl>
                                          <p:spTgt spid="51"/>
                                        </p:tgtEl>
                                      </p:cBhvr>
                                    </p:animEffect>
                                  </p:childTnLst>
                                </p:cTn>
                              </p:par>
                              <p:par>
                                <p:cTn id="17" presetID="10" presetClass="entr" presetSubtype="0" fill="hold" nodeType="withEffect">
                                  <p:stCondLst>
                                    <p:cond delay="50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E31D585A-90F3-0F78-9AF0-99EE5AF917AA}"/>
              </a:ext>
            </a:extLst>
          </p:cNvPr>
          <p:cNvSpPr/>
          <p:nvPr/>
        </p:nvSpPr>
        <p:spPr>
          <a:xfrm>
            <a:off x="2289014" y="1473453"/>
            <a:ext cx="3275227" cy="311848"/>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18" name="Text Placeholder 17">
            <a:extLst>
              <a:ext uri="{FF2B5EF4-FFF2-40B4-BE49-F238E27FC236}">
                <a16:creationId xmlns:a16="http://schemas.microsoft.com/office/drawing/2014/main" id="{4AFF8FC8-A116-5520-542D-67A4569C86C1}"/>
              </a:ext>
            </a:extLst>
          </p:cNvPr>
          <p:cNvSpPr>
            <a:spLocks noGrp="1"/>
          </p:cNvSpPr>
          <p:nvPr>
            <p:ph type="body" sz="quarter" idx="17"/>
          </p:nvPr>
        </p:nvSpPr>
        <p:spPr>
          <a:xfrm>
            <a:off x="815153" y="4954834"/>
            <a:ext cx="2430705" cy="348353"/>
          </a:xfrm>
        </p:spPr>
        <p:txBody>
          <a:bodyPr>
            <a:noAutofit/>
          </a:bodyPr>
          <a:lstStyle/>
          <a:p>
            <a:r>
              <a:rPr lang="en-US" dirty="0">
                <a:cs typeface="Gotham Bold" pitchFamily="2" charset="0"/>
              </a:rPr>
              <a:t>Corporate</a:t>
            </a:r>
          </a:p>
        </p:txBody>
      </p:sp>
      <p:sp>
        <p:nvSpPr>
          <p:cNvPr id="21" name="Text Placeholder 20">
            <a:extLst>
              <a:ext uri="{FF2B5EF4-FFF2-40B4-BE49-F238E27FC236}">
                <a16:creationId xmlns:a16="http://schemas.microsoft.com/office/drawing/2014/main" id="{1BA83D3E-FF8E-031B-E4AA-B2E9A2A3DF8C}"/>
              </a:ext>
            </a:extLst>
          </p:cNvPr>
          <p:cNvSpPr>
            <a:spLocks noGrp="1"/>
          </p:cNvSpPr>
          <p:nvPr>
            <p:ph type="body" sz="quarter" idx="13"/>
          </p:nvPr>
        </p:nvSpPr>
        <p:spPr/>
        <p:txBody>
          <a:bodyPr>
            <a:noAutofit/>
          </a:bodyPr>
          <a:lstStyle/>
          <a:p>
            <a:r>
              <a:rPr lang="en-US" dirty="0"/>
              <a:t>ESG Commitments</a:t>
            </a:r>
          </a:p>
        </p:txBody>
      </p:sp>
      <p:sp>
        <p:nvSpPr>
          <p:cNvPr id="31" name="Text Placeholder 30">
            <a:extLst>
              <a:ext uri="{FF2B5EF4-FFF2-40B4-BE49-F238E27FC236}">
                <a16:creationId xmlns:a16="http://schemas.microsoft.com/office/drawing/2014/main" id="{86C67DEE-788B-0BBA-E220-765D00CB21F3}"/>
              </a:ext>
            </a:extLst>
          </p:cNvPr>
          <p:cNvSpPr>
            <a:spLocks noGrp="1"/>
          </p:cNvSpPr>
          <p:nvPr>
            <p:ph type="body" sz="quarter" idx="22"/>
          </p:nvPr>
        </p:nvSpPr>
        <p:spPr>
          <a:xfrm>
            <a:off x="796948" y="5254971"/>
            <a:ext cx="2470713" cy="1090593"/>
          </a:xfrm>
        </p:spPr>
        <p:txBody>
          <a:bodyPr>
            <a:noAutofit/>
          </a:bodyPr>
          <a:lstStyle/>
          <a:p>
            <a:pPr algn="ctr">
              <a:lnSpc>
                <a:spcPts val="1220"/>
              </a:lnSpc>
            </a:pPr>
            <a:r>
              <a:rPr lang="en-US" sz="1000" dirty="0">
                <a:solidFill>
                  <a:schemeClr val="accent6"/>
                </a:solidFill>
                <a:cs typeface="Gotham Book" pitchFamily="2" charset="0"/>
              </a:rPr>
              <a:t>Our team is what makes us better. We invest in people by making conscious efforts to promote safety, accountability and employee advancements at every level.</a:t>
            </a:r>
          </a:p>
        </p:txBody>
      </p:sp>
      <p:sp>
        <p:nvSpPr>
          <p:cNvPr id="22" name="Text Placeholder 21">
            <a:extLst>
              <a:ext uri="{FF2B5EF4-FFF2-40B4-BE49-F238E27FC236}">
                <a16:creationId xmlns:a16="http://schemas.microsoft.com/office/drawing/2014/main" id="{C3DF3BAB-9FFA-0838-8D26-98990C10BC88}"/>
              </a:ext>
            </a:extLst>
          </p:cNvPr>
          <p:cNvSpPr>
            <a:spLocks noGrp="1"/>
          </p:cNvSpPr>
          <p:nvPr>
            <p:ph type="body" sz="quarter" idx="24"/>
          </p:nvPr>
        </p:nvSpPr>
        <p:spPr>
          <a:xfrm>
            <a:off x="3623704" y="5235401"/>
            <a:ext cx="2297633" cy="1035733"/>
          </a:xfrm>
        </p:spPr>
        <p:txBody>
          <a:bodyPr>
            <a:noAutofit/>
          </a:bodyPr>
          <a:lstStyle/>
          <a:p>
            <a:pPr>
              <a:lnSpc>
                <a:spcPts val="1220"/>
              </a:lnSpc>
            </a:pPr>
            <a:r>
              <a:rPr lang="en-US" sz="1000" b="0" dirty="0">
                <a:solidFill>
                  <a:schemeClr val="accent6"/>
                </a:solidFill>
                <a:cs typeface="Gotham Book" pitchFamily="2" charset="0"/>
              </a:rPr>
              <a:t>People are at the center </a:t>
            </a:r>
            <a:br>
              <a:rPr lang="en-US" sz="1000" b="0" dirty="0">
                <a:solidFill>
                  <a:schemeClr val="accent6"/>
                </a:solidFill>
                <a:cs typeface="Gotham Book" pitchFamily="2" charset="0"/>
              </a:rPr>
            </a:br>
            <a:r>
              <a:rPr lang="en-US" sz="1000" b="0" dirty="0">
                <a:solidFill>
                  <a:schemeClr val="accent6"/>
                </a:solidFill>
                <a:cs typeface="Gotham Book" pitchFamily="2" charset="0"/>
              </a:rPr>
              <a:t>of our corporate efforts for betterment. we've set standards to ensure maximum transparency and ethical partnership that build communities around the world.</a:t>
            </a:r>
          </a:p>
        </p:txBody>
      </p:sp>
      <p:sp>
        <p:nvSpPr>
          <p:cNvPr id="24" name="Text Placeholder 23">
            <a:extLst>
              <a:ext uri="{FF2B5EF4-FFF2-40B4-BE49-F238E27FC236}">
                <a16:creationId xmlns:a16="http://schemas.microsoft.com/office/drawing/2014/main" id="{A5D1DE9D-FADE-5778-1896-42ED189091E0}"/>
              </a:ext>
            </a:extLst>
          </p:cNvPr>
          <p:cNvSpPr>
            <a:spLocks noGrp="1"/>
          </p:cNvSpPr>
          <p:nvPr>
            <p:ph type="body" sz="quarter" idx="27"/>
          </p:nvPr>
        </p:nvSpPr>
        <p:spPr>
          <a:xfrm>
            <a:off x="6309279" y="4954834"/>
            <a:ext cx="2430705" cy="348353"/>
          </a:xfrm>
        </p:spPr>
        <p:txBody>
          <a:bodyPr>
            <a:noAutofit/>
          </a:bodyPr>
          <a:lstStyle/>
          <a:p>
            <a:r>
              <a:rPr lang="en-US" dirty="0">
                <a:cs typeface="Gotham Bold" pitchFamily="2" charset="0"/>
              </a:rPr>
              <a:t>Environmental</a:t>
            </a:r>
          </a:p>
        </p:txBody>
      </p:sp>
      <p:sp>
        <p:nvSpPr>
          <p:cNvPr id="26" name="Text Placeholder 25">
            <a:extLst>
              <a:ext uri="{FF2B5EF4-FFF2-40B4-BE49-F238E27FC236}">
                <a16:creationId xmlns:a16="http://schemas.microsoft.com/office/drawing/2014/main" id="{BBFCC109-B9A5-76B2-BEF2-075334F30E7F}"/>
              </a:ext>
            </a:extLst>
          </p:cNvPr>
          <p:cNvSpPr>
            <a:spLocks noGrp="1"/>
          </p:cNvSpPr>
          <p:nvPr>
            <p:ph type="body" sz="quarter" idx="28"/>
          </p:nvPr>
        </p:nvSpPr>
        <p:spPr>
          <a:xfrm>
            <a:off x="3579760" y="5020160"/>
            <a:ext cx="2452846" cy="281498"/>
          </a:xfrm>
        </p:spPr>
        <p:txBody>
          <a:bodyPr>
            <a:normAutofit lnSpcReduction="10000"/>
          </a:bodyPr>
          <a:lstStyle/>
          <a:p>
            <a:pPr algn="ctr"/>
            <a:r>
              <a:rPr lang="en-US" sz="1400" b="1" dirty="0">
                <a:solidFill>
                  <a:schemeClr val="bg1"/>
                </a:solidFill>
                <a:latin typeface="Montserrat" pitchFamily="2" charset="77"/>
                <a:cs typeface="Gotham Bold" pitchFamily="2" charset="0"/>
              </a:rPr>
              <a:t>Economic</a:t>
            </a:r>
          </a:p>
        </p:txBody>
      </p:sp>
      <p:sp>
        <p:nvSpPr>
          <p:cNvPr id="27" name="Text Placeholder 26">
            <a:extLst>
              <a:ext uri="{FF2B5EF4-FFF2-40B4-BE49-F238E27FC236}">
                <a16:creationId xmlns:a16="http://schemas.microsoft.com/office/drawing/2014/main" id="{DD3A1F6A-897B-838B-2762-03B5B7AEB15D}"/>
              </a:ext>
            </a:extLst>
          </p:cNvPr>
          <p:cNvSpPr>
            <a:spLocks noGrp="1"/>
          </p:cNvSpPr>
          <p:nvPr>
            <p:ph type="body" sz="quarter" idx="29"/>
          </p:nvPr>
        </p:nvSpPr>
        <p:spPr>
          <a:xfrm>
            <a:off x="6378308" y="5254971"/>
            <a:ext cx="2297633" cy="1101558"/>
          </a:xfrm>
        </p:spPr>
        <p:txBody>
          <a:bodyPr>
            <a:noAutofit/>
          </a:bodyPr>
          <a:lstStyle/>
          <a:p>
            <a:pPr algn="ctr">
              <a:lnSpc>
                <a:spcPts val="1220"/>
              </a:lnSpc>
            </a:pPr>
            <a:r>
              <a:rPr lang="en-US" sz="1000" dirty="0">
                <a:cs typeface="Gotham Book" pitchFamily="2" charset="0"/>
              </a:rPr>
              <a:t>Better business comes from doing everything we can to meet the needs of our customers </a:t>
            </a:r>
            <a:br>
              <a:rPr lang="en-US" sz="1000" dirty="0">
                <a:cs typeface="Gotham Book" pitchFamily="2" charset="0"/>
              </a:rPr>
            </a:br>
            <a:r>
              <a:rPr lang="en-US" sz="1000" dirty="0">
                <a:cs typeface="Gotham Book" pitchFamily="2" charset="0"/>
              </a:rPr>
              <a:t>and yours. That means solving problems of today and anticipating future challenges.</a:t>
            </a:r>
          </a:p>
        </p:txBody>
      </p:sp>
      <p:sp>
        <p:nvSpPr>
          <p:cNvPr id="28" name="Text Placeholder 27">
            <a:extLst>
              <a:ext uri="{FF2B5EF4-FFF2-40B4-BE49-F238E27FC236}">
                <a16:creationId xmlns:a16="http://schemas.microsoft.com/office/drawing/2014/main" id="{AA7788A1-62A2-229F-B12C-87269EA32F52}"/>
              </a:ext>
            </a:extLst>
          </p:cNvPr>
          <p:cNvSpPr>
            <a:spLocks noGrp="1"/>
          </p:cNvSpPr>
          <p:nvPr>
            <p:ph type="body" sz="quarter" idx="31"/>
          </p:nvPr>
        </p:nvSpPr>
        <p:spPr>
          <a:xfrm>
            <a:off x="9206231" y="5254971"/>
            <a:ext cx="2296236" cy="890645"/>
          </a:xfrm>
        </p:spPr>
        <p:txBody>
          <a:bodyPr>
            <a:noAutofit/>
          </a:bodyPr>
          <a:lstStyle/>
          <a:p>
            <a:pPr algn="ctr">
              <a:lnSpc>
                <a:spcPts val="1320"/>
              </a:lnSpc>
            </a:pPr>
            <a:r>
              <a:rPr lang="en-US" sz="1000" b="0" dirty="0">
                <a:solidFill>
                  <a:schemeClr val="accent6"/>
                </a:solidFill>
                <a:cs typeface="Gotham Book" pitchFamily="2" charset="0"/>
              </a:rPr>
              <a:t>Better future is only possible </a:t>
            </a:r>
            <a:br>
              <a:rPr lang="en-US" sz="1000" b="0" dirty="0">
                <a:solidFill>
                  <a:schemeClr val="accent6"/>
                </a:solidFill>
                <a:cs typeface="Gotham Book" pitchFamily="2" charset="0"/>
              </a:rPr>
            </a:br>
            <a:r>
              <a:rPr lang="en-US" sz="1000" b="0" dirty="0">
                <a:solidFill>
                  <a:schemeClr val="accent6"/>
                </a:solidFill>
                <a:cs typeface="Gotham Book" pitchFamily="2" charset="0"/>
              </a:rPr>
              <a:t>if we take batter care of the planet. It's why we have set measurable goals around water, energy, emissions and waste.</a:t>
            </a:r>
          </a:p>
        </p:txBody>
      </p:sp>
      <p:sp>
        <p:nvSpPr>
          <p:cNvPr id="30" name="Text Placeholder 29">
            <a:extLst>
              <a:ext uri="{FF2B5EF4-FFF2-40B4-BE49-F238E27FC236}">
                <a16:creationId xmlns:a16="http://schemas.microsoft.com/office/drawing/2014/main" id="{8AF7A426-292D-91A8-B440-B0C3C8D041DA}"/>
              </a:ext>
            </a:extLst>
          </p:cNvPr>
          <p:cNvSpPr>
            <a:spLocks noGrp="1"/>
          </p:cNvSpPr>
          <p:nvPr>
            <p:ph type="body" sz="quarter" idx="32"/>
          </p:nvPr>
        </p:nvSpPr>
        <p:spPr>
          <a:xfrm>
            <a:off x="9127926" y="5007998"/>
            <a:ext cx="2452846" cy="348354"/>
          </a:xfrm>
        </p:spPr>
        <p:txBody>
          <a:bodyPr>
            <a:normAutofit/>
          </a:bodyPr>
          <a:lstStyle/>
          <a:p>
            <a:pPr algn="ctr"/>
            <a:r>
              <a:rPr lang="en-US" sz="1400" b="1" dirty="0">
                <a:solidFill>
                  <a:schemeClr val="bg1"/>
                </a:solidFill>
                <a:latin typeface="Montserrat" pitchFamily="2" charset="77"/>
                <a:cs typeface="Gotham Bold" pitchFamily="2" charset="0"/>
              </a:rPr>
              <a:t>Social</a:t>
            </a:r>
          </a:p>
        </p:txBody>
      </p:sp>
      <p:sp>
        <p:nvSpPr>
          <p:cNvPr id="32" name="Text Placeholder 31">
            <a:extLst>
              <a:ext uri="{FF2B5EF4-FFF2-40B4-BE49-F238E27FC236}">
                <a16:creationId xmlns:a16="http://schemas.microsoft.com/office/drawing/2014/main" id="{3D2ABB4C-4597-D912-0886-110A3B0C9403}"/>
              </a:ext>
            </a:extLst>
          </p:cNvPr>
          <p:cNvSpPr>
            <a:spLocks noGrp="1"/>
          </p:cNvSpPr>
          <p:nvPr>
            <p:ph type="body" sz="quarter" idx="33"/>
          </p:nvPr>
        </p:nvSpPr>
        <p:spPr>
          <a:xfrm>
            <a:off x="923924" y="1980754"/>
            <a:ext cx="6508233" cy="1625600"/>
          </a:xfrm>
        </p:spPr>
        <p:txBody>
          <a:bodyPr>
            <a:noAutofit/>
          </a:bodyPr>
          <a:lstStyle/>
          <a:p>
            <a:pPr algn="l">
              <a:lnSpc>
                <a:spcPts val="1540"/>
              </a:lnSpc>
            </a:pPr>
            <a:r>
              <a:rPr lang="en-US" dirty="0"/>
              <a:t>We are dedicated to creating a better world. Part of that is better understanding </a:t>
            </a:r>
            <a:br>
              <a:rPr lang="en-US" dirty="0"/>
            </a:br>
            <a:r>
              <a:rPr lang="en-US" dirty="0"/>
              <a:t>and mitigating our impacts on the environment. Beyond the environment, our commitment to a better world extends directly into the hearts of the people </a:t>
            </a:r>
            <a:br>
              <a:rPr lang="en-US" dirty="0"/>
            </a:br>
            <a:r>
              <a:rPr lang="en-US" dirty="0"/>
              <a:t>who live in the communities where we operate. </a:t>
            </a:r>
          </a:p>
          <a:p>
            <a:pPr algn="l">
              <a:lnSpc>
                <a:spcPts val="2140"/>
              </a:lnSpc>
            </a:pPr>
            <a:r>
              <a:rPr lang="en-US" sz="1800" b="1" dirty="0">
                <a:solidFill>
                  <a:schemeClr val="tx1"/>
                </a:solidFill>
                <a:latin typeface="Montserrat" pitchFamily="2" charset="77"/>
                <a:cs typeface="Gotham Bold" pitchFamily="2" charset="0"/>
              </a:rPr>
              <a:t>We believe that the world is better only when </a:t>
            </a:r>
            <a:br>
              <a:rPr lang="en-US" sz="1800" b="1" dirty="0">
                <a:solidFill>
                  <a:schemeClr val="tx1"/>
                </a:solidFill>
                <a:latin typeface="Montserrat" pitchFamily="2" charset="77"/>
                <a:cs typeface="Gotham Bold" pitchFamily="2" charset="0"/>
              </a:rPr>
            </a:br>
            <a:r>
              <a:rPr lang="en-US" sz="1800" b="1" dirty="0">
                <a:solidFill>
                  <a:schemeClr val="tx1"/>
                </a:solidFill>
                <a:latin typeface="Montserrat" pitchFamily="2" charset="77"/>
                <a:cs typeface="Gotham Bold" pitchFamily="2" charset="0"/>
              </a:rPr>
              <a:t>we do the things for others that make it so. </a:t>
            </a:r>
          </a:p>
          <a:p>
            <a:pPr algn="l">
              <a:spcAft>
                <a:spcPts val="600"/>
              </a:spcAft>
              <a:buClr>
                <a:srgbClr val="583C2D"/>
              </a:buClr>
            </a:pPr>
            <a:endParaRPr lang="en-US" dirty="0"/>
          </a:p>
          <a:p>
            <a:pPr algn="l"/>
            <a:endParaRPr lang="en-US" dirty="0"/>
          </a:p>
        </p:txBody>
      </p:sp>
      <p:grpSp>
        <p:nvGrpSpPr>
          <p:cNvPr id="3" name="Graphic 4119">
            <a:extLst>
              <a:ext uri="{FF2B5EF4-FFF2-40B4-BE49-F238E27FC236}">
                <a16:creationId xmlns:a16="http://schemas.microsoft.com/office/drawing/2014/main" id="{D7CCBE96-9379-0A63-3763-0BE6764FFC58}"/>
              </a:ext>
            </a:extLst>
          </p:cNvPr>
          <p:cNvGrpSpPr/>
          <p:nvPr/>
        </p:nvGrpSpPr>
        <p:grpSpPr>
          <a:xfrm>
            <a:off x="1236862" y="652436"/>
            <a:ext cx="1640810" cy="438718"/>
            <a:chOff x="2178742" y="-1107180"/>
            <a:chExt cx="2171851" cy="580707"/>
          </a:xfrm>
          <a:solidFill>
            <a:schemeClr val="tx1"/>
          </a:solidFill>
        </p:grpSpPr>
        <p:sp>
          <p:nvSpPr>
            <p:cNvPr id="4" name="Freeform 3">
              <a:extLst>
                <a:ext uri="{FF2B5EF4-FFF2-40B4-BE49-F238E27FC236}">
                  <a16:creationId xmlns:a16="http://schemas.microsoft.com/office/drawing/2014/main" id="{EE62E7B0-E9C5-8B33-D333-7B0788A35BDD}"/>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7B50FF34-830C-38E2-3389-DC10BD92544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CE1F8064-570C-BCF0-2E84-D82BADDB1F5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B0A32F6B-FC5B-8DFF-A243-F5968437CBD4}"/>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682C1198-9F9F-46D8-8436-09E4BC990F3B}"/>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DF6CCDCA-EBF5-E586-E9B5-9AF97458691C}"/>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A058709A-8973-4461-0F1F-B92D27B2AD46}"/>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0A69373B-C304-905D-DDF3-BFE9B2B5E0D1}"/>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778D8B7B-F31A-F18F-275D-446199433BCB}"/>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6D51B166-8E28-45DC-99D4-47E720D032ED}"/>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201B3CDE-1457-9778-4D24-562569AE2529}"/>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1B3C488D-1B8F-432D-E355-7B0387E77DAA}"/>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3C2F5840-B831-328D-5473-3301A951A913}"/>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595F4599-04BA-1497-11FD-B9D3A8C6678B}"/>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6D8230E5-5B77-984A-6B1E-A421405E16B2}"/>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7348BF60-C873-E93B-5550-62132B9D13F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BF03A1D1-CF74-B6E2-4C7E-A12EC9B4599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BFE1EB79-E14B-D21B-74E6-9A3EB5F13734}"/>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3EDA41BB-E399-57C3-3FD4-7E3815F5A4D5}"/>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4FB5EAC4-51E1-6129-F205-C089C397C71A}"/>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37" name="Slide Number Placeholder 5">
            <a:extLst>
              <a:ext uri="{FF2B5EF4-FFF2-40B4-BE49-F238E27FC236}">
                <a16:creationId xmlns:a16="http://schemas.microsoft.com/office/drawing/2014/main" id="{0767D4D9-7A09-5362-5D48-29C12CCE3AEC}"/>
              </a:ext>
            </a:extLst>
          </p:cNvPr>
          <p:cNvSpPr>
            <a:spLocks noGrp="1"/>
          </p:cNvSpPr>
          <p:nvPr>
            <p:ph type="sldNum" sz="quarter" idx="21"/>
          </p:nvPr>
        </p:nvSpPr>
        <p:spPr>
          <a:xfrm>
            <a:off x="8610600"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9</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2367600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DCFDC0-184A-1C4B-1B66-F5A40ABDE892}"/>
              </a:ext>
            </a:extLst>
          </p:cNvPr>
          <p:cNvSpPr/>
          <p:nvPr/>
        </p:nvSpPr>
        <p:spPr>
          <a:xfrm>
            <a:off x="3865944" y="3275635"/>
            <a:ext cx="6377651" cy="1296365"/>
          </a:xfrm>
          <a:prstGeom prst="rect">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 Placeholder 31">
            <a:extLst>
              <a:ext uri="{FF2B5EF4-FFF2-40B4-BE49-F238E27FC236}">
                <a16:creationId xmlns:a16="http://schemas.microsoft.com/office/drawing/2014/main" id="{3D2ABB4C-4597-D912-0886-110A3B0C9403}"/>
              </a:ext>
            </a:extLst>
          </p:cNvPr>
          <p:cNvSpPr>
            <a:spLocks noGrp="1"/>
          </p:cNvSpPr>
          <p:nvPr>
            <p:ph type="body" sz="quarter" idx="4294967295"/>
          </p:nvPr>
        </p:nvSpPr>
        <p:spPr>
          <a:xfrm>
            <a:off x="1263618" y="2001838"/>
            <a:ext cx="6846888" cy="844550"/>
          </a:xfrm>
        </p:spPr>
        <p:txBody>
          <a:bodyPr>
            <a:noAutofit/>
          </a:bodyPr>
          <a:lstStyle/>
          <a:p>
            <a:pPr algn="l">
              <a:lnSpc>
                <a:spcPts val="1740"/>
              </a:lnSpc>
            </a:pPr>
            <a:r>
              <a:rPr lang="en-US" sz="1200" b="0" dirty="0">
                <a:solidFill>
                  <a:schemeClr val="accent6"/>
                </a:solidFill>
                <a:latin typeface="Montserrat Medium" pitchFamily="2" charset="77"/>
                <a:cs typeface="Gotham Medium" pitchFamily="2" charset="0"/>
              </a:rPr>
              <a:t>Lancaster Colony contributes funds and volunteer time to many community organizations and foundations, such as the Children's Hunger Alliance, </a:t>
            </a:r>
            <a:br>
              <a:rPr lang="en-US" sz="1200" b="0" dirty="0">
                <a:solidFill>
                  <a:schemeClr val="accent6"/>
                </a:solidFill>
                <a:latin typeface="Montserrat Medium" pitchFamily="2" charset="77"/>
                <a:cs typeface="Gotham Medium" pitchFamily="2" charset="0"/>
              </a:rPr>
            </a:br>
            <a:r>
              <a:rPr lang="en-US" sz="1200" b="0" dirty="0">
                <a:solidFill>
                  <a:schemeClr val="accent6"/>
                </a:solidFill>
                <a:latin typeface="Montserrat Medium" pitchFamily="2" charset="77"/>
                <a:cs typeface="Gotham Medium" pitchFamily="2" charset="0"/>
              </a:rPr>
              <a:t>Susan G. Komen Race for the Cure, YMCA, Pelotonia and Cornerstones of Hope. </a:t>
            </a:r>
            <a:endParaRPr lang="en-US" sz="1400" b="0" dirty="0">
              <a:solidFill>
                <a:schemeClr val="accent6"/>
              </a:solidFill>
              <a:latin typeface="Montserrat Medium" pitchFamily="2" charset="77"/>
              <a:cs typeface="Gotham Medium" pitchFamily="2" charset="0"/>
            </a:endParaRPr>
          </a:p>
        </p:txBody>
      </p:sp>
      <p:pic>
        <p:nvPicPr>
          <p:cNvPr id="23" name="Picture 22">
            <a:extLst>
              <a:ext uri="{FF2B5EF4-FFF2-40B4-BE49-F238E27FC236}">
                <a16:creationId xmlns:a16="http://schemas.microsoft.com/office/drawing/2014/main" id="{B91CE3AE-A65B-B917-8726-563E5ADD119B}"/>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181991" y="2836255"/>
            <a:ext cx="9265000" cy="1969421"/>
          </a:xfrm>
          <a:prstGeom prst="rect">
            <a:avLst/>
          </a:prstGeom>
        </p:spPr>
      </p:pic>
      <p:sp>
        <p:nvSpPr>
          <p:cNvPr id="25" name="Text Placeholder 31">
            <a:extLst>
              <a:ext uri="{FF2B5EF4-FFF2-40B4-BE49-F238E27FC236}">
                <a16:creationId xmlns:a16="http://schemas.microsoft.com/office/drawing/2014/main" id="{74F89621-AF0F-161D-47B2-8A8A2DC9B8EC}"/>
              </a:ext>
            </a:extLst>
          </p:cNvPr>
          <p:cNvSpPr txBox="1">
            <a:spLocks/>
          </p:cNvSpPr>
          <p:nvPr/>
        </p:nvSpPr>
        <p:spPr>
          <a:xfrm>
            <a:off x="1275193" y="4903090"/>
            <a:ext cx="5302063" cy="751530"/>
          </a:xfrm>
          <a:prstGeom prst="rect">
            <a:avLst/>
          </a:prstGeom>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ts val="2140"/>
              </a:lnSpc>
            </a:pPr>
            <a:r>
              <a:rPr lang="en-US" sz="1800" dirty="0">
                <a:solidFill>
                  <a:schemeClr val="tx1"/>
                </a:solidFill>
                <a:latin typeface="Montserrat" pitchFamily="2" charset="77"/>
                <a:cs typeface="Gotham Bold" pitchFamily="2" charset="0"/>
              </a:rPr>
              <a:t>Our giving is aligned with the United Nations Sustainable Development Goals. </a:t>
            </a:r>
          </a:p>
        </p:txBody>
      </p:sp>
      <p:sp>
        <p:nvSpPr>
          <p:cNvPr id="29" name="Text Placeholder 31">
            <a:extLst>
              <a:ext uri="{FF2B5EF4-FFF2-40B4-BE49-F238E27FC236}">
                <a16:creationId xmlns:a16="http://schemas.microsoft.com/office/drawing/2014/main" id="{FD758F2D-26F2-704B-7EBB-C8ABC640139F}"/>
              </a:ext>
            </a:extLst>
          </p:cNvPr>
          <p:cNvSpPr txBox="1">
            <a:spLocks/>
          </p:cNvSpPr>
          <p:nvPr/>
        </p:nvSpPr>
        <p:spPr>
          <a:xfrm>
            <a:off x="1263618" y="5508277"/>
            <a:ext cx="6471957" cy="751530"/>
          </a:xfrm>
          <a:prstGeom prst="rect">
            <a:avLst/>
          </a:prstGeom>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ts val="1740"/>
              </a:lnSpc>
            </a:pPr>
            <a:r>
              <a:rPr lang="en-US" sz="1200" b="0" dirty="0">
                <a:solidFill>
                  <a:schemeClr val="accent6"/>
                </a:solidFill>
                <a:latin typeface="Montserrat" pitchFamily="2" charset="77"/>
              </a:rPr>
              <a:t>In FY20, we donated more than $428,000 in support of community causes. Because of growing pandemic-related community needs, we also donated </a:t>
            </a:r>
            <a:br>
              <a:rPr lang="en-US" sz="1200" b="0" dirty="0">
                <a:solidFill>
                  <a:schemeClr val="accent6"/>
                </a:solidFill>
                <a:latin typeface="Montserrat" pitchFamily="2" charset="77"/>
              </a:rPr>
            </a:br>
            <a:r>
              <a:rPr lang="en-US" sz="1200" b="0" dirty="0">
                <a:solidFill>
                  <a:schemeClr val="accent6"/>
                </a:solidFill>
                <a:latin typeface="Montserrat" pitchFamily="2" charset="77"/>
              </a:rPr>
              <a:t>more than $342,000 to local food banks and other organizations in FY20.</a:t>
            </a:r>
            <a:br>
              <a:rPr lang="en-US" sz="1200" b="0" dirty="0">
                <a:solidFill>
                  <a:schemeClr val="accent6"/>
                </a:solidFill>
                <a:latin typeface="Montserrat" pitchFamily="2" charset="77"/>
              </a:rPr>
            </a:br>
            <a:endParaRPr lang="en-US" sz="1200" b="0" dirty="0">
              <a:solidFill>
                <a:schemeClr val="accent6"/>
              </a:solidFill>
              <a:latin typeface="Montserrat" pitchFamily="2" charset="77"/>
            </a:endParaRPr>
          </a:p>
        </p:txBody>
      </p:sp>
      <p:sp>
        <p:nvSpPr>
          <p:cNvPr id="2" name="Freeform 1">
            <a:extLst>
              <a:ext uri="{FF2B5EF4-FFF2-40B4-BE49-F238E27FC236}">
                <a16:creationId xmlns:a16="http://schemas.microsoft.com/office/drawing/2014/main" id="{49AB032C-7A80-1440-6D40-F3D0B99BF57C}"/>
              </a:ext>
            </a:extLst>
          </p:cNvPr>
          <p:cNvSpPr/>
          <p:nvPr/>
        </p:nvSpPr>
        <p:spPr>
          <a:xfrm>
            <a:off x="1289169" y="1467872"/>
            <a:ext cx="3329965" cy="277036"/>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pic>
        <p:nvPicPr>
          <p:cNvPr id="21" name="Picture 20">
            <a:extLst>
              <a:ext uri="{FF2B5EF4-FFF2-40B4-BE49-F238E27FC236}">
                <a16:creationId xmlns:a16="http://schemas.microsoft.com/office/drawing/2014/main" id="{8BB757D6-2029-291E-BBF1-3E059EDFD277}"/>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203275" y="996332"/>
            <a:ext cx="2070628" cy="627978"/>
          </a:xfrm>
          <a:prstGeom prst="rect">
            <a:avLst/>
          </a:prstGeom>
        </p:spPr>
      </p:pic>
      <p:sp>
        <p:nvSpPr>
          <p:cNvPr id="18" name="Text Placeholder 17">
            <a:extLst>
              <a:ext uri="{FF2B5EF4-FFF2-40B4-BE49-F238E27FC236}">
                <a16:creationId xmlns:a16="http://schemas.microsoft.com/office/drawing/2014/main" id="{4AFF8FC8-A116-5520-542D-67A4569C86C1}"/>
              </a:ext>
            </a:extLst>
          </p:cNvPr>
          <p:cNvSpPr>
            <a:spLocks noGrp="1"/>
          </p:cNvSpPr>
          <p:nvPr>
            <p:ph type="body" sz="quarter" idx="4294967295"/>
          </p:nvPr>
        </p:nvSpPr>
        <p:spPr>
          <a:xfrm>
            <a:off x="880962" y="1047750"/>
            <a:ext cx="4043363" cy="512763"/>
          </a:xfrm>
        </p:spPr>
        <p:txBody>
          <a:bodyPr>
            <a:noAutofit/>
          </a:bodyPr>
          <a:lstStyle/>
          <a:p>
            <a:pPr algn="ctr"/>
            <a:r>
              <a:rPr lang="en-US" sz="3600" dirty="0">
                <a:solidFill>
                  <a:schemeClr val="bg1"/>
                </a:solidFill>
                <a:latin typeface="Montserrat ExtraBold" pitchFamily="2" charset="77"/>
                <a:cs typeface="Gotham Black" pitchFamily="2" charset="0"/>
              </a:rPr>
              <a:t>Philanthropy</a:t>
            </a:r>
          </a:p>
        </p:txBody>
      </p:sp>
      <p:grpSp>
        <p:nvGrpSpPr>
          <p:cNvPr id="19" name="Graphic 4119">
            <a:extLst>
              <a:ext uri="{FF2B5EF4-FFF2-40B4-BE49-F238E27FC236}">
                <a16:creationId xmlns:a16="http://schemas.microsoft.com/office/drawing/2014/main" id="{FCAAA264-3DAD-A9D6-9518-34F02CB4F6DC}"/>
              </a:ext>
            </a:extLst>
          </p:cNvPr>
          <p:cNvGrpSpPr/>
          <p:nvPr/>
        </p:nvGrpSpPr>
        <p:grpSpPr>
          <a:xfrm>
            <a:off x="1801638" y="652436"/>
            <a:ext cx="1640810" cy="438718"/>
            <a:chOff x="2178742" y="-1107180"/>
            <a:chExt cx="2171851" cy="580707"/>
          </a:xfrm>
          <a:solidFill>
            <a:schemeClr val="tx1"/>
          </a:solidFill>
        </p:grpSpPr>
        <p:sp>
          <p:nvSpPr>
            <p:cNvPr id="20" name="Freeform 19">
              <a:extLst>
                <a:ext uri="{FF2B5EF4-FFF2-40B4-BE49-F238E27FC236}">
                  <a16:creationId xmlns:a16="http://schemas.microsoft.com/office/drawing/2014/main" id="{47A2D6A7-85A1-8484-0597-A996B787941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24FC44AD-EBA6-F596-99DC-E6D81A6CA453}"/>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3B1ECC90-976A-EE1D-E984-91BC25B2D6F1}"/>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0B7AA905-C487-02D9-5883-A1F5B29F7419}"/>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A4CA9455-D90F-DD52-AD73-E990C727C74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2CF2FAA7-BCFF-C10F-B3FE-DDB54558E560}"/>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3145B460-7A0C-F242-AF4A-291B9AE6009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F560A345-CD22-7526-6F54-F3E81F591CE8}"/>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B8ACA727-A390-7177-29E9-3C2EC82F6FDC}"/>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BDABDBF6-0EAC-9456-ABAC-F8CF3A81916A}"/>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C6ED1D5F-68BE-4F24-CBF6-06183E4FC28F}"/>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41A04249-70CC-6DA0-F4B9-210F848E5F42}"/>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4C3C6AEB-22AC-4C76-89D8-902741A8A63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CF64FCCC-CBF8-4310-4F58-4405429AC5BA}"/>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CA69D3D7-2E4C-BC66-4063-9FD5320ADC96}"/>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C1B8458F-1527-296E-175C-06CAC94309DA}"/>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FAF9220A-0AA8-2041-DD12-CE70553AD0E9}"/>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154192F9-A8A0-11BB-7E0B-8D9FCB6C06A4}"/>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8E08FD03-0D3C-4CD9-10AE-EDC8FBEC562B}"/>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EACF1B1C-F424-0F0E-A3F8-A315F5CE2742}"/>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4" name="Slide Number Placeholder 5">
            <a:extLst>
              <a:ext uri="{FF2B5EF4-FFF2-40B4-BE49-F238E27FC236}">
                <a16:creationId xmlns:a16="http://schemas.microsoft.com/office/drawing/2014/main" id="{9C2D60CA-4451-F2A8-30C0-DD745B4BDDD2}"/>
              </a:ext>
            </a:extLst>
          </p:cNvPr>
          <p:cNvSpPr>
            <a:spLocks noGrp="1"/>
          </p:cNvSpPr>
          <p:nvPr>
            <p:ph type="sldNum" sz="quarter" idx="21"/>
          </p:nvPr>
        </p:nvSpPr>
        <p:spPr>
          <a:xfrm>
            <a:off x="8610600"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10</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863518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1" descr="Shape&#10;&#10;Description automatically generated with medium confidence">
            <a:extLst>
              <a:ext uri="{FF2B5EF4-FFF2-40B4-BE49-F238E27FC236}">
                <a16:creationId xmlns:a16="http://schemas.microsoft.com/office/drawing/2014/main" id="{A38C12ED-95E7-93B8-63D0-C10C5A4D3073}"/>
              </a:ext>
            </a:extLst>
          </p:cNvPr>
          <p:cNvPicPr>
            <a:picLocks noChangeAspect="1"/>
          </p:cNvPicPr>
          <p:nvPr/>
        </p:nvPicPr>
        <p:blipFill rotWithShape="1">
          <a:blip r:embed="rId2" cstate="email">
            <a:alphaModFix amt="10000"/>
            <a:extLst>
              <a:ext uri="{28A0092B-C50C-407E-A947-70E740481C1C}">
                <a14:useLocalDpi xmlns:a14="http://schemas.microsoft.com/office/drawing/2010/main"/>
              </a:ext>
            </a:extLst>
          </a:blip>
          <a:srcRect l="1397" t="-8180" r="-5430" b="-6503"/>
          <a:stretch/>
        </p:blipFill>
        <p:spPr>
          <a:xfrm rot="21126340">
            <a:off x="-387454" y="4474899"/>
            <a:ext cx="7345117" cy="2915024"/>
          </a:xfrm>
          <a:prstGeom prst="rect">
            <a:avLst/>
          </a:prstGeom>
        </p:spPr>
      </p:pic>
      <p:sp>
        <p:nvSpPr>
          <p:cNvPr id="10" name="Text Placeholder 9">
            <a:extLst>
              <a:ext uri="{FF2B5EF4-FFF2-40B4-BE49-F238E27FC236}">
                <a16:creationId xmlns:a16="http://schemas.microsoft.com/office/drawing/2014/main" id="{9B4671D2-08B7-9D53-C22D-FED398BE614A}"/>
              </a:ext>
            </a:extLst>
          </p:cNvPr>
          <p:cNvSpPr>
            <a:spLocks noGrp="1"/>
          </p:cNvSpPr>
          <p:nvPr>
            <p:ph type="body" sz="quarter" idx="4294967295"/>
          </p:nvPr>
        </p:nvSpPr>
        <p:spPr>
          <a:xfrm>
            <a:off x="987122" y="1924050"/>
            <a:ext cx="2397125" cy="233363"/>
          </a:xfrm>
        </p:spPr>
        <p:txBody>
          <a:bodyPr>
            <a:noAutofit/>
          </a:bodyPr>
          <a:lstStyle/>
          <a:p>
            <a:r>
              <a:rPr lang="en-US" sz="1800" dirty="0">
                <a:cs typeface="Gotham Bold" pitchFamily="2" charset="0"/>
              </a:rPr>
              <a:t>Where we started</a:t>
            </a:r>
          </a:p>
        </p:txBody>
      </p:sp>
      <p:sp>
        <p:nvSpPr>
          <p:cNvPr id="9" name="Text Placeholder 8">
            <a:extLst>
              <a:ext uri="{FF2B5EF4-FFF2-40B4-BE49-F238E27FC236}">
                <a16:creationId xmlns:a16="http://schemas.microsoft.com/office/drawing/2014/main" id="{D65172A8-170F-CFE0-6DF2-F37F17712A5A}"/>
              </a:ext>
            </a:extLst>
          </p:cNvPr>
          <p:cNvSpPr>
            <a:spLocks noGrp="1"/>
          </p:cNvSpPr>
          <p:nvPr>
            <p:ph type="body" sz="quarter" idx="4294967295"/>
          </p:nvPr>
        </p:nvSpPr>
        <p:spPr>
          <a:xfrm>
            <a:off x="987122" y="2198688"/>
            <a:ext cx="4064000" cy="1666875"/>
          </a:xfrm>
        </p:spPr>
        <p:txBody>
          <a:bodyPr>
            <a:normAutofit/>
          </a:bodyPr>
          <a:lstStyle/>
          <a:p>
            <a:pPr>
              <a:lnSpc>
                <a:spcPts val="1740"/>
              </a:lnSpc>
            </a:pPr>
            <a:r>
              <a:rPr lang="en-US" sz="1200" b="0" dirty="0">
                <a:solidFill>
                  <a:schemeClr val="accent6"/>
                </a:solidFill>
                <a:cs typeface="Gotham Book" pitchFamily="2" charset="0"/>
              </a:rPr>
              <a:t>Teresa Marzetti opened a restaurant in Columbus, Ohio with a focus on making better food. In 1940 the iconic Marzetti Restaurant opened across from the Ohio State capital building and soon became </a:t>
            </a:r>
            <a:br>
              <a:rPr lang="en-US" sz="1200" b="0" dirty="0">
                <a:solidFill>
                  <a:schemeClr val="accent6"/>
                </a:solidFill>
                <a:cs typeface="Gotham Book" pitchFamily="2" charset="0"/>
              </a:rPr>
            </a:br>
            <a:r>
              <a:rPr lang="en-US" sz="1200" b="0" dirty="0">
                <a:solidFill>
                  <a:schemeClr val="accent6"/>
                </a:solidFill>
                <a:cs typeface="Gotham Book" pitchFamily="2" charset="0"/>
              </a:rPr>
              <a:t>a four-star restaurant and legend in Midwest dining. The restaurant's salad dressings became </a:t>
            </a:r>
            <a:br>
              <a:rPr lang="en-US" sz="1200" b="0" dirty="0">
                <a:solidFill>
                  <a:schemeClr val="accent6"/>
                </a:solidFill>
                <a:cs typeface="Gotham Book" pitchFamily="2" charset="0"/>
              </a:rPr>
            </a:br>
            <a:r>
              <a:rPr lang="en-US" sz="1200" b="0" dirty="0">
                <a:solidFill>
                  <a:schemeClr val="accent6"/>
                </a:solidFill>
                <a:cs typeface="Gotham Book" pitchFamily="2" charset="0"/>
              </a:rPr>
              <a:t>so popular they started bottling them for sale.</a:t>
            </a:r>
          </a:p>
        </p:txBody>
      </p:sp>
      <p:pic>
        <p:nvPicPr>
          <p:cNvPr id="44" name="Picture 43">
            <a:extLst>
              <a:ext uri="{FF2B5EF4-FFF2-40B4-BE49-F238E27FC236}">
                <a16:creationId xmlns:a16="http://schemas.microsoft.com/office/drawing/2014/main" id="{6613185D-97C7-FD81-2D22-203D9C4E92E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620090">
            <a:off x="4358077" y="879752"/>
            <a:ext cx="4379976" cy="5303109"/>
          </a:xfrm>
          <a:prstGeom prst="rect">
            <a:avLst/>
          </a:prstGeom>
        </p:spPr>
      </p:pic>
      <p:pic>
        <p:nvPicPr>
          <p:cNvPr id="45" name="Picture 44">
            <a:extLst>
              <a:ext uri="{FF2B5EF4-FFF2-40B4-BE49-F238E27FC236}">
                <a16:creationId xmlns:a16="http://schemas.microsoft.com/office/drawing/2014/main" id="{F2DCD971-1157-6CD4-8B20-6A100C8B455D}"/>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rot="21149663">
            <a:off x="1993407" y="3020769"/>
            <a:ext cx="3356967" cy="4064489"/>
          </a:xfrm>
          <a:prstGeom prst="rect">
            <a:avLst/>
          </a:prstGeom>
        </p:spPr>
      </p:pic>
      <p:pic>
        <p:nvPicPr>
          <p:cNvPr id="47" name="Picture 46">
            <a:extLst>
              <a:ext uri="{FF2B5EF4-FFF2-40B4-BE49-F238E27FC236}">
                <a16:creationId xmlns:a16="http://schemas.microsoft.com/office/drawing/2014/main" id="{03701C89-9DFB-8F90-580B-4AB0F10DE026}"/>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9124405" y="0"/>
            <a:ext cx="2700941" cy="1893266"/>
          </a:xfrm>
          <a:prstGeom prst="rect">
            <a:avLst/>
          </a:prstGeom>
        </p:spPr>
      </p:pic>
      <p:pic>
        <p:nvPicPr>
          <p:cNvPr id="48" name="Picture 47">
            <a:extLst>
              <a:ext uri="{FF2B5EF4-FFF2-40B4-BE49-F238E27FC236}">
                <a16:creationId xmlns:a16="http://schemas.microsoft.com/office/drawing/2014/main" id="{D020CDBD-AFA8-11F0-B3CB-F493F6660853}"/>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4577774" y="534101"/>
            <a:ext cx="1699310" cy="1677172"/>
          </a:xfrm>
          <a:prstGeom prst="rect">
            <a:avLst/>
          </a:prstGeom>
        </p:spPr>
      </p:pic>
      <p:pic>
        <p:nvPicPr>
          <p:cNvPr id="49" name="Picture 48">
            <a:extLst>
              <a:ext uri="{FF2B5EF4-FFF2-40B4-BE49-F238E27FC236}">
                <a16:creationId xmlns:a16="http://schemas.microsoft.com/office/drawing/2014/main" id="{5318B6A8-362D-11AF-E6FA-D536C7B01BF6}"/>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5922256" y="-1"/>
            <a:ext cx="1981928" cy="1270823"/>
          </a:xfrm>
          <a:prstGeom prst="rect">
            <a:avLst/>
          </a:prstGeom>
        </p:spPr>
      </p:pic>
      <p:pic>
        <p:nvPicPr>
          <p:cNvPr id="50" name="Picture 49">
            <a:extLst>
              <a:ext uri="{FF2B5EF4-FFF2-40B4-BE49-F238E27FC236}">
                <a16:creationId xmlns:a16="http://schemas.microsoft.com/office/drawing/2014/main" id="{1A593519-F3E8-9D2E-9B29-F667841F4FEE}"/>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6790267" y="1337194"/>
            <a:ext cx="5401733" cy="5417274"/>
          </a:xfrm>
          <a:prstGeom prst="rect">
            <a:avLst/>
          </a:prstGeom>
        </p:spPr>
      </p:pic>
      <p:sp>
        <p:nvSpPr>
          <p:cNvPr id="5" name="Freeform 4">
            <a:extLst>
              <a:ext uri="{FF2B5EF4-FFF2-40B4-BE49-F238E27FC236}">
                <a16:creationId xmlns:a16="http://schemas.microsoft.com/office/drawing/2014/main" id="{AAC88917-741F-59D6-1169-BFBCD5061BBE}"/>
              </a:ext>
            </a:extLst>
          </p:cNvPr>
          <p:cNvSpPr/>
          <p:nvPr/>
        </p:nvSpPr>
        <p:spPr>
          <a:xfrm>
            <a:off x="2009904" y="1475086"/>
            <a:ext cx="1328773" cy="187522"/>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22" name="Rectangle 21">
            <a:extLst>
              <a:ext uri="{FF2B5EF4-FFF2-40B4-BE49-F238E27FC236}">
                <a16:creationId xmlns:a16="http://schemas.microsoft.com/office/drawing/2014/main" id="{6B15BD5F-CBA3-36D7-19F4-54FFC8E068BC}"/>
              </a:ext>
            </a:extLst>
          </p:cNvPr>
          <p:cNvSpPr/>
          <p:nvPr/>
        </p:nvSpPr>
        <p:spPr>
          <a:xfrm>
            <a:off x="0" y="6753559"/>
            <a:ext cx="12192000" cy="1365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3" name="Text Placeholder 17">
            <a:extLst>
              <a:ext uri="{FF2B5EF4-FFF2-40B4-BE49-F238E27FC236}">
                <a16:creationId xmlns:a16="http://schemas.microsoft.com/office/drawing/2014/main" id="{1B04BE08-206E-FE7E-C214-42705F090B9C}"/>
              </a:ext>
            </a:extLst>
          </p:cNvPr>
          <p:cNvSpPr txBox="1">
            <a:spLocks/>
          </p:cNvSpPr>
          <p:nvPr/>
        </p:nvSpPr>
        <p:spPr>
          <a:xfrm>
            <a:off x="987287" y="1047753"/>
            <a:ext cx="3155847" cy="51236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latin typeface="Montserrat ExtraBold" pitchFamily="2" charset="77"/>
              </a:rPr>
              <a:t>Our Past</a:t>
            </a:r>
          </a:p>
        </p:txBody>
      </p:sp>
      <p:grpSp>
        <p:nvGrpSpPr>
          <p:cNvPr id="21" name="Graphic 4119">
            <a:extLst>
              <a:ext uri="{FF2B5EF4-FFF2-40B4-BE49-F238E27FC236}">
                <a16:creationId xmlns:a16="http://schemas.microsoft.com/office/drawing/2014/main" id="{5C939E8E-FF63-32C3-55BE-13AA144C536F}"/>
              </a:ext>
            </a:extLst>
          </p:cNvPr>
          <p:cNvGrpSpPr/>
          <p:nvPr/>
        </p:nvGrpSpPr>
        <p:grpSpPr>
          <a:xfrm>
            <a:off x="1340565" y="652436"/>
            <a:ext cx="1640810" cy="438718"/>
            <a:chOff x="2178742" y="-1107180"/>
            <a:chExt cx="2171851" cy="580707"/>
          </a:xfrm>
          <a:solidFill>
            <a:schemeClr val="tx1"/>
          </a:solidFill>
        </p:grpSpPr>
        <p:sp>
          <p:nvSpPr>
            <p:cNvPr id="23" name="Freeform 22">
              <a:extLst>
                <a:ext uri="{FF2B5EF4-FFF2-40B4-BE49-F238E27FC236}">
                  <a16:creationId xmlns:a16="http://schemas.microsoft.com/office/drawing/2014/main" id="{E645F857-CA68-C9A3-A6BC-5E151F1FEA5B}"/>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682C5281-57B1-7980-35C4-96EA9DEF428E}"/>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D405F66A-8AF0-C18A-C23C-6675DF6A208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8505D22D-3606-2381-C378-9313DB402A1B}"/>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02EE4DEB-F1D3-9D96-E709-9D0F71CBB199}"/>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AE0A994E-2901-69AE-FE7C-7074368A543B}"/>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D2BAA63F-6E4F-FC26-0DB0-0CF92F9EAA37}"/>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4A69A4AA-193E-3F5D-B2C1-4EF51E90ADC2}"/>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56B1B909-5E5B-F89D-B03A-701DB065D39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E0AC1A05-68C7-53C2-0B59-B4ED751F5461}"/>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AC880F23-8818-AFC0-5B2B-86DA871A8C43}"/>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7B725036-D0E5-853E-9953-9486485AB07A}"/>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0B9A2A24-5CE6-97BA-63FD-F79E2EEFBDDE}"/>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EF8323B5-1151-003A-09D9-6F5EE1E92793}"/>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53E9E7F2-E8A0-C1E3-9A47-5B06C09CD7C9}"/>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B27BC750-4CC7-998B-86C5-F51E4966FE92}"/>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94E28EA9-2212-55F8-B972-AB6EB4ABA337}"/>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BB920A2B-FAA2-63DF-485C-7824F1CC0E8D}"/>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D1EFE208-8944-658D-23F2-7BB5459D988D}"/>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A99C5C08-3576-8085-58CF-DAE8DED6F193}"/>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2" name="Slide Number Placeholder 1">
            <a:extLst>
              <a:ext uri="{FF2B5EF4-FFF2-40B4-BE49-F238E27FC236}">
                <a16:creationId xmlns:a16="http://schemas.microsoft.com/office/drawing/2014/main" id="{473239F7-7C95-CC2B-394C-E3A779015D20}"/>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pPr/>
              <a:t>11</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90313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fade">
                                      <p:cBhvr>
                                        <p:cTn id="11" dur="500"/>
                                        <p:tgtEl>
                                          <p:spTgt spid="52"/>
                                        </p:tgtEl>
                                      </p:cBhvr>
                                    </p:animEffect>
                                  </p:childTnLst>
                                </p:cTn>
                              </p:par>
                            </p:childTnLst>
                          </p:cTn>
                        </p:par>
                        <p:par>
                          <p:cTn id="12" fill="hold">
                            <p:stCondLst>
                              <p:cond delay="1250"/>
                            </p:stCondLst>
                            <p:childTnLst>
                              <p:par>
                                <p:cTn id="13" presetID="10" presetClass="entr" presetSubtype="0" fill="hold" nodeType="after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fade">
                                      <p:cBhvr>
                                        <p:cTn id="15" dur="500"/>
                                        <p:tgtEl>
                                          <p:spTgt spid="44"/>
                                        </p:tgtEl>
                                      </p:cBhvr>
                                    </p:animEffect>
                                  </p:childTnLst>
                                </p:cTn>
                              </p:par>
                              <p:par>
                                <p:cTn id="16" presetID="10" presetClass="entr" presetSubtype="0" fill="hold" nodeType="withEffect">
                                  <p:stCondLst>
                                    <p:cond delay="25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500"/>
                                        <p:tgtEl>
                                          <p:spTgt spid="47"/>
                                        </p:tgtEl>
                                      </p:cBhvr>
                                    </p:animEffect>
                                  </p:childTnLst>
                                </p:cTn>
                              </p:par>
                              <p:par>
                                <p:cTn id="23" presetID="10" presetClass="entr" presetSubtype="0" fill="hold" nodeType="withEffect">
                                  <p:stCondLst>
                                    <p:cond delay="250"/>
                                  </p:stCondLst>
                                  <p:childTnLst>
                                    <p:set>
                                      <p:cBhvr>
                                        <p:cTn id="24" dur="1" fill="hold">
                                          <p:stCondLst>
                                            <p:cond delay="0"/>
                                          </p:stCondLst>
                                        </p:cTn>
                                        <p:tgtEl>
                                          <p:spTgt spid="48"/>
                                        </p:tgtEl>
                                        <p:attrNameLst>
                                          <p:attrName>style.visibility</p:attrName>
                                        </p:attrNameLst>
                                      </p:cBhvr>
                                      <p:to>
                                        <p:strVal val="visible"/>
                                      </p:to>
                                    </p:set>
                                    <p:animEffect transition="in" filter="fade">
                                      <p:cBhvr>
                                        <p:cTn id="25" dur="500"/>
                                        <p:tgtEl>
                                          <p:spTgt spid="48"/>
                                        </p:tgtEl>
                                      </p:cBhvr>
                                    </p:animEffect>
                                  </p:childTnLst>
                                </p:cTn>
                              </p:par>
                            </p:childTnLst>
                          </p:cTn>
                        </p:par>
                        <p:par>
                          <p:cTn id="26" fill="hold">
                            <p:stCondLst>
                              <p:cond delay="2750"/>
                            </p:stCondLst>
                            <p:childTnLst>
                              <p:par>
                                <p:cTn id="27" presetID="10" presetClass="entr" presetSubtype="0" fill="hold" nodeType="afterEffect">
                                  <p:stCondLst>
                                    <p:cond delay="0"/>
                                  </p:stCondLst>
                                  <p:childTnLst>
                                    <p:set>
                                      <p:cBhvr>
                                        <p:cTn id="28" dur="1" fill="hold">
                                          <p:stCondLst>
                                            <p:cond delay="0"/>
                                          </p:stCondLst>
                                        </p:cTn>
                                        <p:tgtEl>
                                          <p:spTgt spid="49"/>
                                        </p:tgtEl>
                                        <p:attrNameLst>
                                          <p:attrName>style.visibility</p:attrName>
                                        </p:attrNameLst>
                                      </p:cBhvr>
                                      <p:to>
                                        <p:strVal val="visible"/>
                                      </p:to>
                                    </p:set>
                                    <p:animEffect transition="in" filter="fade">
                                      <p:cBhvr>
                                        <p:cTn id="29" dur="500"/>
                                        <p:tgtEl>
                                          <p:spTgt spid="49"/>
                                        </p:tgtEl>
                                      </p:cBhvr>
                                    </p:animEffect>
                                  </p:childTnLst>
                                </p:cTn>
                              </p:par>
                            </p:childTnLst>
                          </p:cTn>
                        </p:par>
                        <p:par>
                          <p:cTn id="30" fill="hold">
                            <p:stCondLst>
                              <p:cond delay="3250"/>
                            </p:stCondLst>
                            <p:childTnLst>
                              <p:par>
                                <p:cTn id="31" presetID="12" presetClass="entr" presetSubtype="4" fill="hold" nodeType="afterEffect">
                                  <p:stCondLst>
                                    <p:cond delay="0"/>
                                  </p:stCondLst>
                                  <p:childTnLst>
                                    <p:set>
                                      <p:cBhvr>
                                        <p:cTn id="32" dur="1" fill="hold">
                                          <p:stCondLst>
                                            <p:cond delay="0"/>
                                          </p:stCondLst>
                                        </p:cTn>
                                        <p:tgtEl>
                                          <p:spTgt spid="50"/>
                                        </p:tgtEl>
                                        <p:attrNameLst>
                                          <p:attrName>style.visibility</p:attrName>
                                        </p:attrNameLst>
                                      </p:cBhvr>
                                      <p:to>
                                        <p:strVal val="visible"/>
                                      </p:to>
                                    </p:set>
                                    <p:anim calcmode="lin" valueType="num">
                                      <p:cBhvr additive="base">
                                        <p:cTn id="33" dur="500"/>
                                        <p:tgtEl>
                                          <p:spTgt spid="50"/>
                                        </p:tgtEl>
                                        <p:attrNameLst>
                                          <p:attrName>ppt_y</p:attrName>
                                        </p:attrNameLst>
                                      </p:cBhvr>
                                      <p:tavLst>
                                        <p:tav tm="0">
                                          <p:val>
                                            <p:strVal val="#ppt_y+#ppt_h*1.125000"/>
                                          </p:val>
                                        </p:tav>
                                        <p:tav tm="100000">
                                          <p:val>
                                            <p:strVal val="#ppt_y"/>
                                          </p:val>
                                        </p:tav>
                                      </p:tavLst>
                                    </p:anim>
                                    <p:animEffect transition="in" filter="wipe(up)">
                                      <p:cBhvr>
                                        <p:cTn id="34"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4">
            <a:extLst>
              <a:ext uri="{FF2B5EF4-FFF2-40B4-BE49-F238E27FC236}">
                <a16:creationId xmlns:a16="http://schemas.microsoft.com/office/drawing/2014/main" id="{CEB20BE4-195A-4425-819D-F8B370B68B83}"/>
              </a:ext>
            </a:extLst>
          </p:cNvPr>
          <p:cNvSpPr txBox="1">
            <a:spLocks/>
          </p:cNvSpPr>
          <p:nvPr/>
        </p:nvSpPr>
        <p:spPr>
          <a:xfrm>
            <a:off x="959428" y="2137265"/>
            <a:ext cx="5266560" cy="1993604"/>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400" b="0" i="0" kern="1200">
                <a:solidFill>
                  <a:schemeClr val="accent5">
                    <a:lumMod val="50000"/>
                    <a:lumOff val="50000"/>
                  </a:schemeClr>
                </a:solidFill>
                <a:latin typeface="Gotham Book"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accent5"/>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980"/>
              </a:lnSpc>
            </a:pPr>
            <a:r>
              <a:rPr lang="en-US" dirty="0">
                <a:solidFill>
                  <a:schemeClr val="accent6"/>
                </a:solidFill>
                <a:latin typeface="Montserrat" pitchFamily="2" charset="77"/>
              </a:rPr>
              <a:t>At T. Marzetti, we believe that it's not about being the best, it's about being better than you were yesterday. </a:t>
            </a:r>
            <a:br>
              <a:rPr lang="en-US" dirty="0">
                <a:solidFill>
                  <a:schemeClr val="accent6"/>
                </a:solidFill>
                <a:latin typeface="Montserrat" pitchFamily="2" charset="77"/>
              </a:rPr>
            </a:br>
            <a:r>
              <a:rPr lang="en-US" dirty="0">
                <a:solidFill>
                  <a:schemeClr val="accent6"/>
                </a:solidFill>
                <a:latin typeface="Montserrat" pitchFamily="2" charset="77"/>
              </a:rPr>
              <a:t>We don't rest on the laurels of yesterday's achievements. When we develop a good product, we're always thinking about the little tweaks that could make it cleaner, easier, tastier, better. When we help solve a customer's problem, we think ahead to prevent the next one. </a:t>
            </a:r>
          </a:p>
        </p:txBody>
      </p:sp>
      <p:sp>
        <p:nvSpPr>
          <p:cNvPr id="2" name="Slide Number Placeholder 1">
            <a:extLst>
              <a:ext uri="{FF2B5EF4-FFF2-40B4-BE49-F238E27FC236}">
                <a16:creationId xmlns:a16="http://schemas.microsoft.com/office/drawing/2014/main" id="{73653117-C199-B1BF-0F05-AD2545269F4D}"/>
              </a:ext>
            </a:extLst>
          </p:cNvPr>
          <p:cNvSpPr>
            <a:spLocks noGrp="1"/>
          </p:cNvSpPr>
          <p:nvPr>
            <p:ph type="sldNum" sz="quarter" idx="21"/>
          </p:nvPr>
        </p:nvSpPr>
        <p:spPr>
          <a:prstGeom prst="rect">
            <a:avLst/>
          </a:prstGeom>
        </p:spPr>
        <p:txBody>
          <a:bodyPr/>
          <a:lstStyle/>
          <a:p>
            <a:fld id="{8929AD07-5DAF-5C46-853B-6972F006CBE9}" type="slidenum">
              <a:rPr lang="en-US" smtClean="0"/>
              <a:t>12</a:t>
            </a:fld>
            <a:endParaRPr lang="en-US" dirty="0"/>
          </a:p>
        </p:txBody>
      </p:sp>
      <p:sp>
        <p:nvSpPr>
          <p:cNvPr id="4" name="Text Placeholder 3">
            <a:extLst>
              <a:ext uri="{FF2B5EF4-FFF2-40B4-BE49-F238E27FC236}">
                <a16:creationId xmlns:a16="http://schemas.microsoft.com/office/drawing/2014/main" id="{E86966C5-893A-C899-B9F0-1841FB39AA2E}"/>
              </a:ext>
            </a:extLst>
          </p:cNvPr>
          <p:cNvSpPr>
            <a:spLocks noGrp="1"/>
          </p:cNvSpPr>
          <p:nvPr>
            <p:ph type="body" sz="quarter" idx="16"/>
          </p:nvPr>
        </p:nvSpPr>
        <p:spPr>
          <a:xfrm>
            <a:off x="923846" y="1047753"/>
            <a:ext cx="3202105" cy="638128"/>
          </a:xfrm>
        </p:spPr>
        <p:txBody>
          <a:bodyPr>
            <a:normAutofit/>
          </a:bodyPr>
          <a:lstStyle/>
          <a:p>
            <a:r>
              <a:rPr lang="en-US" sz="3600" dirty="0">
                <a:solidFill>
                  <a:schemeClr val="bg1"/>
                </a:solidFill>
                <a:latin typeface="Montserrat ExtraBold" panose="00000900000000000000" pitchFamily="2" charset="0"/>
              </a:rPr>
              <a:t>Our Present</a:t>
            </a:r>
          </a:p>
        </p:txBody>
      </p:sp>
      <p:sp>
        <p:nvSpPr>
          <p:cNvPr id="12" name="Freeform 11">
            <a:extLst>
              <a:ext uri="{FF2B5EF4-FFF2-40B4-BE49-F238E27FC236}">
                <a16:creationId xmlns:a16="http://schemas.microsoft.com/office/drawing/2014/main" id="{CBDF07C4-7ABD-458D-8332-19E38E53EC6D}"/>
              </a:ext>
            </a:extLst>
          </p:cNvPr>
          <p:cNvSpPr/>
          <p:nvPr/>
        </p:nvSpPr>
        <p:spPr>
          <a:xfrm>
            <a:off x="1976681" y="1479338"/>
            <a:ext cx="2086845" cy="231610"/>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grpSp>
        <p:nvGrpSpPr>
          <p:cNvPr id="13" name="Group 12">
            <a:extLst>
              <a:ext uri="{FF2B5EF4-FFF2-40B4-BE49-F238E27FC236}">
                <a16:creationId xmlns:a16="http://schemas.microsoft.com/office/drawing/2014/main" id="{A6A0752A-D3F0-CE24-2C2B-4F2E3C7BF852}"/>
              </a:ext>
            </a:extLst>
          </p:cNvPr>
          <p:cNvGrpSpPr/>
          <p:nvPr/>
        </p:nvGrpSpPr>
        <p:grpSpPr>
          <a:xfrm flipV="1">
            <a:off x="0" y="3603217"/>
            <a:ext cx="1516284" cy="1271810"/>
            <a:chOff x="1867126" y="3041554"/>
            <a:chExt cx="857401" cy="774892"/>
          </a:xfrm>
          <a:solidFill>
            <a:schemeClr val="tx1">
              <a:alpha val="20449"/>
            </a:schemeClr>
          </a:solidFill>
        </p:grpSpPr>
        <p:sp>
          <p:nvSpPr>
            <p:cNvPr id="14" name="Freeform 13">
              <a:extLst>
                <a:ext uri="{FF2B5EF4-FFF2-40B4-BE49-F238E27FC236}">
                  <a16:creationId xmlns:a16="http://schemas.microsoft.com/office/drawing/2014/main" id="{BDB6F2F8-D2C0-755B-042B-4AB781B96E61}"/>
                </a:ext>
              </a:extLst>
            </p:cNvPr>
            <p:cNvSpPr/>
            <p:nvPr/>
          </p:nvSpPr>
          <p:spPr>
            <a:xfrm>
              <a:off x="2331566" y="3041555"/>
              <a:ext cx="392961" cy="774891"/>
            </a:xfrm>
            <a:custGeom>
              <a:avLst/>
              <a:gdLst>
                <a:gd name="connsiteX0" fmla="*/ 1041797 w 1060401"/>
                <a:gd name="connsiteY0" fmla="*/ 0 h 2091035"/>
                <a:gd name="connsiteX1" fmla="*/ 1041797 w 1060401"/>
                <a:gd name="connsiteY1" fmla="*/ 386953 h 2091035"/>
                <a:gd name="connsiteX2" fmla="*/ 535781 w 1060401"/>
                <a:gd name="connsiteY2" fmla="*/ 803672 h 2091035"/>
                <a:gd name="connsiteX3" fmla="*/ 476250 w 1060401"/>
                <a:gd name="connsiteY3" fmla="*/ 1112490 h 2091035"/>
                <a:gd name="connsiteX4" fmla="*/ 1060401 w 1060401"/>
                <a:gd name="connsiteY4" fmla="*/ 1112490 h 2091035"/>
                <a:gd name="connsiteX5" fmla="*/ 1060401 w 1060401"/>
                <a:gd name="connsiteY5" fmla="*/ 2091035 h 2091035"/>
                <a:gd name="connsiteX6" fmla="*/ 0 w 1060401"/>
                <a:gd name="connsiteY6" fmla="*/ 2091035 h 2091035"/>
                <a:gd name="connsiteX7" fmla="*/ 0 w 1060401"/>
                <a:gd name="connsiteY7" fmla="*/ 1305967 h 2091035"/>
                <a:gd name="connsiteX8" fmla="*/ 273472 w 1060401"/>
                <a:gd name="connsiteY8" fmla="*/ 420440 h 2091035"/>
                <a:gd name="connsiteX9" fmla="*/ 1041797 w 1060401"/>
                <a:gd name="connsiteY9" fmla="*/ 0 h 20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0401" h="2091035">
                  <a:moveTo>
                    <a:pt x="1041797" y="0"/>
                  </a:moveTo>
                  <a:lnTo>
                    <a:pt x="1041797" y="386953"/>
                  </a:lnTo>
                  <a:cubicBezTo>
                    <a:pt x="791270" y="463848"/>
                    <a:pt x="622598" y="602754"/>
                    <a:pt x="535781" y="803672"/>
                  </a:cubicBezTo>
                  <a:cubicBezTo>
                    <a:pt x="486172" y="910332"/>
                    <a:pt x="466328" y="1013272"/>
                    <a:pt x="476250" y="1112490"/>
                  </a:cubicBezTo>
                  <a:lnTo>
                    <a:pt x="1060401" y="1112490"/>
                  </a:lnTo>
                  <a:lnTo>
                    <a:pt x="1060401" y="2091035"/>
                  </a:lnTo>
                  <a:lnTo>
                    <a:pt x="0" y="2091035"/>
                  </a:lnTo>
                  <a:lnTo>
                    <a:pt x="0" y="1305967"/>
                  </a:lnTo>
                  <a:cubicBezTo>
                    <a:pt x="0" y="928936"/>
                    <a:pt x="91157" y="633760"/>
                    <a:pt x="273472" y="420440"/>
                  </a:cubicBezTo>
                  <a:cubicBezTo>
                    <a:pt x="455786" y="207119"/>
                    <a:pt x="711895" y="66973"/>
                    <a:pt x="104179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5" name="Freeform 14">
              <a:extLst>
                <a:ext uri="{FF2B5EF4-FFF2-40B4-BE49-F238E27FC236}">
                  <a16:creationId xmlns:a16="http://schemas.microsoft.com/office/drawing/2014/main" id="{3FAA3093-4493-B563-E31A-2197AB2E0006}"/>
                </a:ext>
              </a:extLst>
            </p:cNvPr>
            <p:cNvSpPr/>
            <p:nvPr/>
          </p:nvSpPr>
          <p:spPr>
            <a:xfrm>
              <a:off x="1867126" y="3041554"/>
              <a:ext cx="392961" cy="774891"/>
            </a:xfrm>
            <a:custGeom>
              <a:avLst/>
              <a:gdLst>
                <a:gd name="connsiteX0" fmla="*/ 1041797 w 1060401"/>
                <a:gd name="connsiteY0" fmla="*/ 0 h 2091035"/>
                <a:gd name="connsiteX1" fmla="*/ 1041797 w 1060401"/>
                <a:gd name="connsiteY1" fmla="*/ 386953 h 2091035"/>
                <a:gd name="connsiteX2" fmla="*/ 535781 w 1060401"/>
                <a:gd name="connsiteY2" fmla="*/ 803672 h 2091035"/>
                <a:gd name="connsiteX3" fmla="*/ 476250 w 1060401"/>
                <a:gd name="connsiteY3" fmla="*/ 1112490 h 2091035"/>
                <a:gd name="connsiteX4" fmla="*/ 1060401 w 1060401"/>
                <a:gd name="connsiteY4" fmla="*/ 1112490 h 2091035"/>
                <a:gd name="connsiteX5" fmla="*/ 1060401 w 1060401"/>
                <a:gd name="connsiteY5" fmla="*/ 2091035 h 2091035"/>
                <a:gd name="connsiteX6" fmla="*/ 0 w 1060401"/>
                <a:gd name="connsiteY6" fmla="*/ 2091035 h 2091035"/>
                <a:gd name="connsiteX7" fmla="*/ 0 w 1060401"/>
                <a:gd name="connsiteY7" fmla="*/ 1305967 h 2091035"/>
                <a:gd name="connsiteX8" fmla="*/ 273472 w 1060401"/>
                <a:gd name="connsiteY8" fmla="*/ 420440 h 2091035"/>
                <a:gd name="connsiteX9" fmla="*/ 1041797 w 1060401"/>
                <a:gd name="connsiteY9" fmla="*/ 0 h 20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0401" h="2091035">
                  <a:moveTo>
                    <a:pt x="1041797" y="0"/>
                  </a:moveTo>
                  <a:lnTo>
                    <a:pt x="1041797" y="386953"/>
                  </a:lnTo>
                  <a:cubicBezTo>
                    <a:pt x="791270" y="463848"/>
                    <a:pt x="622598" y="602754"/>
                    <a:pt x="535781" y="803672"/>
                  </a:cubicBezTo>
                  <a:cubicBezTo>
                    <a:pt x="486172" y="910332"/>
                    <a:pt x="466328" y="1013272"/>
                    <a:pt x="476250" y="1112490"/>
                  </a:cubicBezTo>
                  <a:lnTo>
                    <a:pt x="1060401" y="1112490"/>
                  </a:lnTo>
                  <a:lnTo>
                    <a:pt x="1060401" y="2091035"/>
                  </a:lnTo>
                  <a:lnTo>
                    <a:pt x="0" y="2091035"/>
                  </a:lnTo>
                  <a:lnTo>
                    <a:pt x="0" y="1305967"/>
                  </a:lnTo>
                  <a:cubicBezTo>
                    <a:pt x="0" y="928936"/>
                    <a:pt x="91157" y="633760"/>
                    <a:pt x="273472" y="420440"/>
                  </a:cubicBezTo>
                  <a:cubicBezTo>
                    <a:pt x="455786" y="207119"/>
                    <a:pt x="711895" y="66973"/>
                    <a:pt x="104179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grpSp>
      <p:grpSp>
        <p:nvGrpSpPr>
          <p:cNvPr id="51" name="Group 50">
            <a:extLst>
              <a:ext uri="{FF2B5EF4-FFF2-40B4-BE49-F238E27FC236}">
                <a16:creationId xmlns:a16="http://schemas.microsoft.com/office/drawing/2014/main" id="{9F0FB80E-764E-7ECF-5E52-7D6335929D07}"/>
              </a:ext>
            </a:extLst>
          </p:cNvPr>
          <p:cNvGrpSpPr/>
          <p:nvPr/>
        </p:nvGrpSpPr>
        <p:grpSpPr>
          <a:xfrm>
            <a:off x="1743310" y="4433991"/>
            <a:ext cx="4262500" cy="1509146"/>
            <a:chOff x="1464695" y="3646814"/>
            <a:chExt cx="4262500" cy="1509146"/>
          </a:xfrm>
        </p:grpSpPr>
        <p:sp>
          <p:nvSpPr>
            <p:cNvPr id="16" name="Content Placeholder 2">
              <a:extLst>
                <a:ext uri="{FF2B5EF4-FFF2-40B4-BE49-F238E27FC236}">
                  <a16:creationId xmlns:a16="http://schemas.microsoft.com/office/drawing/2014/main" id="{1D44E75C-FBB9-E9E4-2C1B-7F6029FD5C26}"/>
                </a:ext>
              </a:extLst>
            </p:cNvPr>
            <p:cNvSpPr txBox="1">
              <a:spLocks/>
            </p:cNvSpPr>
            <p:nvPr/>
          </p:nvSpPr>
          <p:spPr>
            <a:xfrm>
              <a:off x="1642692" y="3646814"/>
              <a:ext cx="4084503" cy="1509146"/>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1860"/>
                </a:lnSpc>
                <a:buNone/>
              </a:pPr>
              <a:r>
                <a:rPr lang="en-US" sz="1400" dirty="0">
                  <a:solidFill>
                    <a:schemeClr val="accent6"/>
                  </a:solidFill>
                  <a:latin typeface="Montserrat" pitchFamily="2" charset="77"/>
                  <a:cs typeface="Gotham Book" pitchFamily="2" charset="0"/>
                </a:rPr>
                <a:t>What you will love about the T. Marzetti foodservice team is that we continuously strive to serve you better. As individuals, and as a team, we are committed </a:t>
              </a:r>
              <a:br>
                <a:rPr lang="en-US" sz="1400" dirty="0">
                  <a:solidFill>
                    <a:schemeClr val="accent6"/>
                  </a:solidFill>
                  <a:latin typeface="Montserrat" pitchFamily="2" charset="77"/>
                  <a:cs typeface="Gotham Book" pitchFamily="2" charset="0"/>
                </a:rPr>
              </a:br>
              <a:r>
                <a:rPr lang="en-US" sz="1400" dirty="0">
                  <a:solidFill>
                    <a:schemeClr val="accent6"/>
                  </a:solidFill>
                  <a:latin typeface="Montserrat" pitchFamily="2" charset="77"/>
                  <a:cs typeface="Gotham Book" pitchFamily="2" charset="0"/>
                </a:rPr>
                <a:t>to pursuing better for you.</a:t>
              </a:r>
            </a:p>
          </p:txBody>
        </p:sp>
        <p:sp>
          <p:nvSpPr>
            <p:cNvPr id="49" name="Freeform 48">
              <a:extLst>
                <a:ext uri="{FF2B5EF4-FFF2-40B4-BE49-F238E27FC236}">
                  <a16:creationId xmlns:a16="http://schemas.microsoft.com/office/drawing/2014/main" id="{84FFCD49-C9B9-E481-61CB-D3EA0C999725}"/>
                </a:ext>
              </a:extLst>
            </p:cNvPr>
            <p:cNvSpPr/>
            <p:nvPr/>
          </p:nvSpPr>
          <p:spPr>
            <a:xfrm>
              <a:off x="1464695" y="3794628"/>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50" name="Freeform 49">
              <a:extLst>
                <a:ext uri="{FF2B5EF4-FFF2-40B4-BE49-F238E27FC236}">
                  <a16:creationId xmlns:a16="http://schemas.microsoft.com/office/drawing/2014/main" id="{9690F73D-5684-88A9-105F-9949ECAB79DC}"/>
                </a:ext>
              </a:extLst>
            </p:cNvPr>
            <p:cNvSpPr/>
            <p:nvPr/>
          </p:nvSpPr>
          <p:spPr>
            <a:xfrm flipH="1" flipV="1">
              <a:off x="4119613" y="4775036"/>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grpSp>
      <p:sp>
        <p:nvSpPr>
          <p:cNvPr id="23" name="Text Placeholder 4">
            <a:extLst>
              <a:ext uri="{FF2B5EF4-FFF2-40B4-BE49-F238E27FC236}">
                <a16:creationId xmlns:a16="http://schemas.microsoft.com/office/drawing/2014/main" id="{AA735D5D-41E9-0946-1AE9-971CBD155379}"/>
              </a:ext>
            </a:extLst>
          </p:cNvPr>
          <p:cNvSpPr txBox="1">
            <a:spLocks/>
          </p:cNvSpPr>
          <p:nvPr/>
        </p:nvSpPr>
        <p:spPr>
          <a:xfrm>
            <a:off x="1577945" y="4166617"/>
            <a:ext cx="5182589" cy="343692"/>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400" b="0" i="0" kern="1200">
                <a:solidFill>
                  <a:schemeClr val="accent5">
                    <a:lumMod val="50000"/>
                    <a:lumOff val="50000"/>
                  </a:schemeClr>
                </a:solidFill>
                <a:latin typeface="Gotham Book"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accent5"/>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880"/>
              </a:lnSpc>
            </a:pPr>
            <a:r>
              <a:rPr lang="en-US" sz="1800" b="1" dirty="0">
                <a:solidFill>
                  <a:schemeClr val="tx1"/>
                </a:solidFill>
                <a:latin typeface="Montserrat" pitchFamily="2" charset="77"/>
                <a:cs typeface="Gotham Bold" pitchFamily="2" charset="0"/>
              </a:rPr>
              <a:t>Striving for better is the T. Marzetti way.</a:t>
            </a:r>
            <a:endParaRPr lang="en-US" sz="1800" dirty="0">
              <a:solidFill>
                <a:schemeClr val="tx1"/>
              </a:solidFill>
              <a:latin typeface="Montserrat" pitchFamily="2" charset="77"/>
            </a:endParaRPr>
          </a:p>
        </p:txBody>
      </p:sp>
      <p:pic>
        <p:nvPicPr>
          <p:cNvPr id="6" name="Graphic 5">
            <a:extLst>
              <a:ext uri="{FF2B5EF4-FFF2-40B4-BE49-F238E27FC236}">
                <a16:creationId xmlns:a16="http://schemas.microsoft.com/office/drawing/2014/main" id="{EB32C1A4-C71F-EC5B-D8F3-CF2E8866A728}"/>
              </a:ext>
            </a:extLst>
          </p:cNvPr>
          <p:cNvPicPr>
            <a:picLocks noChangeAspect="1"/>
          </p:cNvPicPr>
          <p:nvPr/>
        </p:nvPicPr>
        <p:blipFill rotWithShape="1">
          <a:blip r:embed="rId2"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l="19422" t="29974" r="14686" b="28423"/>
          <a:stretch/>
        </p:blipFill>
        <p:spPr>
          <a:xfrm rot="20825421" flipH="1">
            <a:off x="9086231" y="4673962"/>
            <a:ext cx="3790981" cy="2393524"/>
          </a:xfrm>
          <a:custGeom>
            <a:avLst/>
            <a:gdLst>
              <a:gd name="connsiteX0" fmla="*/ 4908918 w 5453713"/>
              <a:gd name="connsiteY0" fmla="*/ 3443329 h 3443329"/>
              <a:gd name="connsiteX1" fmla="*/ 5453713 w 5453713"/>
              <a:gd name="connsiteY1" fmla="*/ 3318458 h 3443329"/>
              <a:gd name="connsiteX2" fmla="*/ 5453713 w 5453713"/>
              <a:gd name="connsiteY2" fmla="*/ 3443329 h 3443329"/>
              <a:gd name="connsiteX3" fmla="*/ 0 w 5453713"/>
              <a:gd name="connsiteY3" fmla="*/ 2169067 h 3443329"/>
              <a:gd name="connsiteX4" fmla="*/ 292071 w 5453713"/>
              <a:gd name="connsiteY4" fmla="*/ 3443329 h 3443329"/>
              <a:gd name="connsiteX5" fmla="*/ 0 w 5453713"/>
              <a:gd name="connsiteY5" fmla="*/ 3443329 h 3443329"/>
              <a:gd name="connsiteX6" fmla="*/ 529882 w 5453713"/>
              <a:gd name="connsiteY6" fmla="*/ 0 h 3443329"/>
              <a:gd name="connsiteX7" fmla="*/ 5453713 w 5453713"/>
              <a:gd name="connsiteY7" fmla="*/ 0 h 3443329"/>
              <a:gd name="connsiteX8" fmla="*/ 5453713 w 5453713"/>
              <a:gd name="connsiteY8" fmla="*/ 2394499 h 3443329"/>
              <a:gd name="connsiteX9" fmla="*/ 1297093 w 5453713"/>
              <a:gd name="connsiteY9" fmla="*/ 3347229 h 344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53713" h="3443329">
                <a:moveTo>
                  <a:pt x="4908918" y="3443329"/>
                </a:moveTo>
                <a:lnTo>
                  <a:pt x="5453713" y="3318458"/>
                </a:lnTo>
                <a:lnTo>
                  <a:pt x="5453713" y="3443329"/>
                </a:lnTo>
                <a:close/>
                <a:moveTo>
                  <a:pt x="0" y="2169067"/>
                </a:moveTo>
                <a:lnTo>
                  <a:pt x="292071" y="3443329"/>
                </a:lnTo>
                <a:lnTo>
                  <a:pt x="0" y="3443329"/>
                </a:lnTo>
                <a:close/>
                <a:moveTo>
                  <a:pt x="529882" y="0"/>
                </a:moveTo>
                <a:lnTo>
                  <a:pt x="5453713" y="0"/>
                </a:lnTo>
                <a:lnTo>
                  <a:pt x="5453713" y="2394499"/>
                </a:lnTo>
                <a:lnTo>
                  <a:pt x="1297093" y="3347229"/>
                </a:lnTo>
                <a:close/>
              </a:path>
            </a:pathLst>
          </a:custGeom>
        </p:spPr>
      </p:pic>
      <p:grpSp>
        <p:nvGrpSpPr>
          <p:cNvPr id="7" name="Group 6">
            <a:extLst>
              <a:ext uri="{FF2B5EF4-FFF2-40B4-BE49-F238E27FC236}">
                <a16:creationId xmlns:a16="http://schemas.microsoft.com/office/drawing/2014/main" id="{52B955DF-9B9C-57AD-5470-9942D63799DC}"/>
              </a:ext>
            </a:extLst>
          </p:cNvPr>
          <p:cNvGrpSpPr/>
          <p:nvPr/>
        </p:nvGrpSpPr>
        <p:grpSpPr>
          <a:xfrm>
            <a:off x="3692693" y="5943974"/>
            <a:ext cx="2399781" cy="465432"/>
            <a:chOff x="6294144" y="5735418"/>
            <a:chExt cx="2399781" cy="465432"/>
          </a:xfrm>
        </p:grpSpPr>
        <p:sp>
          <p:nvSpPr>
            <p:cNvPr id="8" name="TextBox 7">
              <a:extLst>
                <a:ext uri="{FF2B5EF4-FFF2-40B4-BE49-F238E27FC236}">
                  <a16:creationId xmlns:a16="http://schemas.microsoft.com/office/drawing/2014/main" id="{2D137131-3BE5-F93F-C7C7-51064D896B12}"/>
                </a:ext>
              </a:extLst>
            </p:cNvPr>
            <p:cNvSpPr txBox="1"/>
            <p:nvPr/>
          </p:nvSpPr>
          <p:spPr>
            <a:xfrm>
              <a:off x="6294144" y="5735418"/>
              <a:ext cx="2399781" cy="307777"/>
            </a:xfrm>
            <a:prstGeom prst="rect">
              <a:avLst/>
            </a:prstGeom>
            <a:noFill/>
          </p:spPr>
          <p:txBody>
            <a:bodyPr wrap="square">
              <a:spAutoFit/>
            </a:bodyPr>
            <a:lstStyle/>
            <a:p>
              <a:pPr>
                <a:lnSpc>
                  <a:spcPts val="1567"/>
                </a:lnSpc>
              </a:pPr>
              <a:r>
                <a:rPr lang="en-US" sz="2000" b="1" dirty="0">
                  <a:latin typeface="Montserrat" pitchFamily="2" charset="77"/>
                  <a:cs typeface="Gotham Bold" pitchFamily="2" charset="0"/>
                </a:rPr>
                <a:t>–</a:t>
              </a:r>
              <a:r>
                <a:rPr lang="en-US" sz="2000" b="1" dirty="0">
                  <a:solidFill>
                    <a:srgbClr val="4E3629"/>
                  </a:solidFill>
                  <a:latin typeface="Montserrat" pitchFamily="2" charset="77"/>
                  <a:cs typeface="Gotham Bold" pitchFamily="2" charset="0"/>
                </a:rPr>
                <a:t> </a:t>
              </a:r>
              <a:r>
                <a:rPr lang="en-US" sz="2000" b="1" dirty="0">
                  <a:effectLst/>
                  <a:latin typeface="Montserrat" pitchFamily="2" charset="77"/>
                  <a:cs typeface="Gotham Bold" pitchFamily="2" charset="0"/>
                </a:rPr>
                <a:t>Kristin </a:t>
              </a:r>
              <a:r>
                <a:rPr lang="en-US" sz="2000" b="1" dirty="0">
                  <a:solidFill>
                    <a:schemeClr val="bg1"/>
                  </a:solidFill>
                  <a:effectLst/>
                  <a:latin typeface="Montserrat" pitchFamily="2" charset="77"/>
                  <a:cs typeface="Gotham Bold" pitchFamily="2" charset="0"/>
                </a:rPr>
                <a:t>Bird</a:t>
              </a:r>
            </a:p>
          </p:txBody>
        </p:sp>
        <p:sp>
          <p:nvSpPr>
            <p:cNvPr id="10" name="TextBox 9">
              <a:extLst>
                <a:ext uri="{FF2B5EF4-FFF2-40B4-BE49-F238E27FC236}">
                  <a16:creationId xmlns:a16="http://schemas.microsoft.com/office/drawing/2014/main" id="{E2CC1D13-D2E5-F971-8A15-7A0D143407B4}"/>
                </a:ext>
              </a:extLst>
            </p:cNvPr>
            <p:cNvSpPr txBox="1"/>
            <p:nvPr/>
          </p:nvSpPr>
          <p:spPr>
            <a:xfrm>
              <a:off x="6540845" y="5954629"/>
              <a:ext cx="2132760" cy="246221"/>
            </a:xfrm>
            <a:prstGeom prst="rect">
              <a:avLst/>
            </a:prstGeom>
            <a:noFill/>
          </p:spPr>
          <p:txBody>
            <a:bodyPr wrap="square">
              <a:spAutoFit/>
            </a:bodyPr>
            <a:lstStyle/>
            <a:p>
              <a:r>
                <a:rPr lang="en-US" sz="1000" dirty="0">
                  <a:solidFill>
                    <a:schemeClr val="accent6"/>
                  </a:solidFill>
                  <a:latin typeface="Montserrat" pitchFamily="2" charset="77"/>
                  <a:cs typeface="Gotham Book" pitchFamily="2" charset="0"/>
                </a:rPr>
                <a:t>President Foodservice</a:t>
              </a:r>
            </a:p>
          </p:txBody>
        </p:sp>
      </p:grpSp>
      <p:grpSp>
        <p:nvGrpSpPr>
          <p:cNvPr id="5" name="Graphic 4119">
            <a:extLst>
              <a:ext uri="{FF2B5EF4-FFF2-40B4-BE49-F238E27FC236}">
                <a16:creationId xmlns:a16="http://schemas.microsoft.com/office/drawing/2014/main" id="{C1536218-6A6F-BFBE-D5EB-8D5DAD7CEF2D}"/>
              </a:ext>
            </a:extLst>
          </p:cNvPr>
          <p:cNvGrpSpPr/>
          <p:nvPr/>
        </p:nvGrpSpPr>
        <p:grpSpPr>
          <a:xfrm>
            <a:off x="1379293" y="652436"/>
            <a:ext cx="1640810" cy="438718"/>
            <a:chOff x="2178742" y="-1107180"/>
            <a:chExt cx="2171851" cy="580707"/>
          </a:xfrm>
          <a:solidFill>
            <a:schemeClr val="tx1"/>
          </a:solidFill>
        </p:grpSpPr>
        <p:sp>
          <p:nvSpPr>
            <p:cNvPr id="11" name="Freeform 10">
              <a:extLst>
                <a:ext uri="{FF2B5EF4-FFF2-40B4-BE49-F238E27FC236}">
                  <a16:creationId xmlns:a16="http://schemas.microsoft.com/office/drawing/2014/main" id="{4B0DC700-8285-ABC6-AB6A-7C0CE33227C0}"/>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0EE5387D-A269-25FA-15AB-4CBDBEA8AC12}"/>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2A3D1001-7E21-2D44-5F29-1052D135BF7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14ADC6EA-D569-C042-78E4-711F08497506}"/>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99AA48C0-88C8-2DE5-C485-483C28940C3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010D17FF-5DA8-B471-4E82-3B22F5763F3A}"/>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6FFE2328-4C62-0FCB-08E3-5EF19A61EF3A}"/>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19CBCD0B-D985-DAF9-E296-3ED99A0414A0}"/>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F4DAC190-2A4A-9757-C519-6F4DD9E78AA4}"/>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4715EC65-C4C4-9624-22D6-71099AFB89E8}"/>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727F4E29-A4A0-FD36-C5BD-2298787E5894}"/>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B283C2A5-349C-BA9A-48E5-540EB0A6B54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31228E44-E3FD-D434-42ED-4B4B1113E4F9}"/>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4E8F42B2-65AC-1650-EBD5-FA2F71563F54}"/>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921ADDAD-6BF1-ACE3-4D4E-6F3155F83B3E}"/>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A03A8F44-3E3C-E031-F0F1-3B42723D6CCD}"/>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4" name="Freeform 53">
              <a:extLst>
                <a:ext uri="{FF2B5EF4-FFF2-40B4-BE49-F238E27FC236}">
                  <a16:creationId xmlns:a16="http://schemas.microsoft.com/office/drawing/2014/main" id="{16D9188E-79F3-05C5-16A2-025F2FAB377B}"/>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58A4BAFA-84E9-7E9F-7CB7-4AF83DC674C5}"/>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132429F8-AA09-7A66-7465-2B98C485602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7" name="Freeform 56">
              <a:extLst>
                <a:ext uri="{FF2B5EF4-FFF2-40B4-BE49-F238E27FC236}">
                  <a16:creationId xmlns:a16="http://schemas.microsoft.com/office/drawing/2014/main" id="{D969BABF-BC76-2095-4BE3-78AA9DE91E5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pic>
        <p:nvPicPr>
          <p:cNvPr id="58" name="Picture 57">
            <a:extLst>
              <a:ext uri="{FF2B5EF4-FFF2-40B4-BE49-F238E27FC236}">
                <a16:creationId xmlns:a16="http://schemas.microsoft.com/office/drawing/2014/main" id="{442340F5-019E-9F56-388F-E776B00199C6}"/>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rot="21436799">
            <a:off x="6495400" y="940534"/>
            <a:ext cx="3704659" cy="4855340"/>
          </a:xfrm>
          <a:prstGeom prst="rect">
            <a:avLst/>
          </a:prstGeom>
          <a:solidFill>
            <a:srgbClr val="FFFFFF"/>
          </a:solidFill>
          <a:effectLst>
            <a:innerShdw blurRad="63500" dist="50800" dir="18900000">
              <a:prstClr val="black">
                <a:alpha val="15000"/>
              </a:prstClr>
            </a:innerShdw>
          </a:effectLst>
        </p:spPr>
      </p:pic>
      <p:sp>
        <p:nvSpPr>
          <p:cNvPr id="3" name="Slide Number Placeholder 1">
            <a:extLst>
              <a:ext uri="{FF2B5EF4-FFF2-40B4-BE49-F238E27FC236}">
                <a16:creationId xmlns:a16="http://schemas.microsoft.com/office/drawing/2014/main" id="{504F6F04-3EBD-550E-B8A7-7D9424BEE107}"/>
              </a:ext>
            </a:extLst>
          </p:cNvPr>
          <p:cNvSpPr txBox="1">
            <a:spLocks/>
          </p:cNvSpPr>
          <p:nvPr/>
        </p:nvSpPr>
        <p:spPr>
          <a:xfrm>
            <a:off x="8532082"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b="0" i="0" kern="1200">
                <a:solidFill>
                  <a:schemeClr val="accent6"/>
                </a:solidFill>
                <a:latin typeface="Montserrat" pitchFamily="2" charset="77"/>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sz="1000" smtClean="0">
                <a:solidFill>
                  <a:srgbClr val="FFFFFF"/>
                </a:solidFill>
                <a:latin typeface="Proxima Nova Rg" panose="02000506030000020004" pitchFamily="2" charset="77"/>
              </a:rPr>
              <a:pPr/>
              <a:t>12</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864470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250"/>
                            </p:stCondLst>
                            <p:childTnLst>
                              <p:par>
                                <p:cTn id="13" presetID="12" presetClass="entr" presetSubtype="4" fill="hold" nodeType="after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p:tgtEl>
                                          <p:spTgt spid="51"/>
                                        </p:tgtEl>
                                        <p:attrNameLst>
                                          <p:attrName>ppt_y</p:attrName>
                                        </p:attrNameLst>
                                      </p:cBhvr>
                                      <p:tavLst>
                                        <p:tav tm="0">
                                          <p:val>
                                            <p:strVal val="#ppt_y+#ppt_h*1.125000"/>
                                          </p:val>
                                        </p:tav>
                                        <p:tav tm="100000">
                                          <p:val>
                                            <p:strVal val="#ppt_y"/>
                                          </p:val>
                                        </p:tav>
                                      </p:tavLst>
                                    </p:anim>
                                    <p:animEffect transition="in" filter="wipe(up)">
                                      <p:cBhvr>
                                        <p:cTn id="16" dur="1000"/>
                                        <p:tgtEl>
                                          <p:spTgt spid="51"/>
                                        </p:tgtEl>
                                      </p:cBhvr>
                                    </p:animEffect>
                                  </p:childTnLst>
                                </p:cTn>
                              </p:par>
                              <p:par>
                                <p:cTn id="17" presetID="10" presetClass="entr" presetSubtype="0" fill="hold" nodeType="withEffect">
                                  <p:stCondLst>
                                    <p:cond delay="25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Oval 24">
            <a:extLst>
              <a:ext uri="{FF2B5EF4-FFF2-40B4-BE49-F238E27FC236}">
                <a16:creationId xmlns:a16="http://schemas.microsoft.com/office/drawing/2014/main" id="{91596F2B-AE1F-5C74-9AB6-D44DC8AB9058}"/>
              </a:ext>
            </a:extLst>
          </p:cNvPr>
          <p:cNvSpPr/>
          <p:nvPr/>
        </p:nvSpPr>
        <p:spPr>
          <a:xfrm>
            <a:off x="6183506" y="3723386"/>
            <a:ext cx="2356839" cy="2356839"/>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21" name="Oval 20">
            <a:extLst>
              <a:ext uri="{FF2B5EF4-FFF2-40B4-BE49-F238E27FC236}">
                <a16:creationId xmlns:a16="http://schemas.microsoft.com/office/drawing/2014/main" id="{28F2552D-C2D9-BD54-0AF9-4C9FBE304D70}"/>
              </a:ext>
            </a:extLst>
          </p:cNvPr>
          <p:cNvSpPr/>
          <p:nvPr/>
        </p:nvSpPr>
        <p:spPr>
          <a:xfrm>
            <a:off x="2144033" y="3715115"/>
            <a:ext cx="2356839" cy="2356839"/>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3" name="Text Placeholder 2">
            <a:extLst>
              <a:ext uri="{FF2B5EF4-FFF2-40B4-BE49-F238E27FC236}">
                <a16:creationId xmlns:a16="http://schemas.microsoft.com/office/drawing/2014/main" id="{8C9B3F29-B89D-0AD9-7450-7B665C7C3D62}"/>
              </a:ext>
            </a:extLst>
          </p:cNvPr>
          <p:cNvSpPr>
            <a:spLocks noGrp="1"/>
          </p:cNvSpPr>
          <p:nvPr>
            <p:ph type="body" sz="quarter" idx="4294967295"/>
          </p:nvPr>
        </p:nvSpPr>
        <p:spPr>
          <a:xfrm>
            <a:off x="959428" y="1047750"/>
            <a:ext cx="6205538" cy="512763"/>
          </a:xfrm>
        </p:spPr>
        <p:txBody>
          <a:bodyPr>
            <a:noAutofit/>
          </a:bodyPr>
          <a:lstStyle/>
          <a:p>
            <a:r>
              <a:rPr lang="en-US" sz="3600" dirty="0">
                <a:solidFill>
                  <a:schemeClr val="bg1"/>
                </a:solidFill>
                <a:latin typeface="Montserrat ExtraBold" pitchFamily="2" charset="77"/>
                <a:cs typeface="Gotham Black" pitchFamily="2" charset="0"/>
              </a:rPr>
              <a:t>Our Present</a:t>
            </a:r>
          </a:p>
        </p:txBody>
      </p:sp>
      <p:sp>
        <p:nvSpPr>
          <p:cNvPr id="6" name="Text Placeholder 5">
            <a:extLst>
              <a:ext uri="{FF2B5EF4-FFF2-40B4-BE49-F238E27FC236}">
                <a16:creationId xmlns:a16="http://schemas.microsoft.com/office/drawing/2014/main" id="{EB306639-D875-7535-FAE7-C8B3323878D7}"/>
              </a:ext>
            </a:extLst>
          </p:cNvPr>
          <p:cNvSpPr>
            <a:spLocks noGrp="1"/>
          </p:cNvSpPr>
          <p:nvPr>
            <p:ph type="body" sz="quarter" idx="4294967295"/>
          </p:nvPr>
        </p:nvSpPr>
        <p:spPr>
          <a:xfrm>
            <a:off x="959428" y="2027238"/>
            <a:ext cx="9259888" cy="587375"/>
          </a:xfrm>
        </p:spPr>
        <p:txBody>
          <a:bodyPr>
            <a:noAutofit/>
          </a:bodyPr>
          <a:lstStyle/>
          <a:p>
            <a:pPr>
              <a:lnSpc>
                <a:spcPts val="2180"/>
              </a:lnSpc>
            </a:pPr>
            <a:r>
              <a:rPr lang="en-US" sz="1800" dirty="0">
                <a:cs typeface="Gotham Bold" pitchFamily="2" charset="0"/>
              </a:rPr>
              <a:t>T. Marzetti is a $1.7 billion* food company, focused on developing </a:t>
            </a:r>
            <a:br>
              <a:rPr lang="en-US" sz="1800" dirty="0">
                <a:cs typeface="Gotham Bold" pitchFamily="2" charset="0"/>
              </a:rPr>
            </a:br>
            <a:r>
              <a:rPr lang="en-US" sz="1800" dirty="0">
                <a:cs typeface="Gotham Bold" pitchFamily="2" charset="0"/>
              </a:rPr>
              <a:t>premium quality food products for both the foodservice and retail markets.</a:t>
            </a:r>
          </a:p>
        </p:txBody>
      </p:sp>
      <p:sp>
        <p:nvSpPr>
          <p:cNvPr id="26" name="TextBox 25">
            <a:extLst>
              <a:ext uri="{FF2B5EF4-FFF2-40B4-BE49-F238E27FC236}">
                <a16:creationId xmlns:a16="http://schemas.microsoft.com/office/drawing/2014/main" id="{E74BA705-7844-76EE-7CD9-D32AD34CC27B}"/>
              </a:ext>
            </a:extLst>
          </p:cNvPr>
          <p:cNvSpPr txBox="1"/>
          <p:nvPr/>
        </p:nvSpPr>
        <p:spPr>
          <a:xfrm>
            <a:off x="959428" y="2713138"/>
            <a:ext cx="7897495" cy="764055"/>
          </a:xfrm>
          <a:prstGeom prst="rect">
            <a:avLst/>
          </a:prstGeom>
          <a:noFill/>
        </p:spPr>
        <p:txBody>
          <a:bodyPr wrap="square">
            <a:spAutoFit/>
          </a:bodyPr>
          <a:lstStyle/>
          <a:p>
            <a:pPr>
              <a:lnSpc>
                <a:spcPts val="1780"/>
              </a:lnSpc>
            </a:pPr>
            <a:r>
              <a:rPr lang="en-US" sz="1200" dirty="0">
                <a:solidFill>
                  <a:schemeClr val="accent6"/>
                </a:solidFill>
                <a:latin typeface="Montserrat" pitchFamily="2" charset="77"/>
                <a:cs typeface="Gotham Book" pitchFamily="2" charset="0"/>
              </a:rPr>
              <a:t>Today we remain focused on enabling restaurants to serve better food. We innovate and collaborate with leading national restaurant chains in decades-long partnerships. we also have an extensive branded portfolio of sauces, dressing, rolls and frozen pasta available from foodservice distributors.</a:t>
            </a:r>
          </a:p>
        </p:txBody>
      </p:sp>
      <p:sp>
        <p:nvSpPr>
          <p:cNvPr id="38" name="TextBox 37">
            <a:extLst>
              <a:ext uri="{FF2B5EF4-FFF2-40B4-BE49-F238E27FC236}">
                <a16:creationId xmlns:a16="http://schemas.microsoft.com/office/drawing/2014/main" id="{3763FED6-5DB8-A4D1-EF6F-9BD9DB621FD9}"/>
              </a:ext>
            </a:extLst>
          </p:cNvPr>
          <p:cNvSpPr txBox="1"/>
          <p:nvPr/>
        </p:nvSpPr>
        <p:spPr>
          <a:xfrm>
            <a:off x="1085703" y="4674488"/>
            <a:ext cx="1089292" cy="605294"/>
          </a:xfrm>
          <a:prstGeom prst="rect">
            <a:avLst/>
          </a:prstGeom>
          <a:noFill/>
        </p:spPr>
        <p:txBody>
          <a:bodyPr wrap="square" rtlCol="0" anchor="ctr">
            <a:spAutoFit/>
          </a:bodyPr>
          <a:lstStyle/>
          <a:p>
            <a:pPr algn="ctr">
              <a:lnSpc>
                <a:spcPts val="2020"/>
              </a:lnSpc>
            </a:pPr>
            <a:r>
              <a:rPr lang="en-US" b="1" dirty="0">
                <a:solidFill>
                  <a:schemeClr val="bg1"/>
                </a:solidFill>
                <a:latin typeface="Montserrat" pitchFamily="2" charset="77"/>
                <a:cs typeface="Gotham Bold" pitchFamily="2" charset="0"/>
              </a:rPr>
              <a:t>Retail Sales</a:t>
            </a:r>
          </a:p>
        </p:txBody>
      </p:sp>
      <p:grpSp>
        <p:nvGrpSpPr>
          <p:cNvPr id="4" name="Group 3">
            <a:extLst>
              <a:ext uri="{FF2B5EF4-FFF2-40B4-BE49-F238E27FC236}">
                <a16:creationId xmlns:a16="http://schemas.microsoft.com/office/drawing/2014/main" id="{4EE5E0E8-0AA1-8A46-BA38-63BFE78F6E83}"/>
              </a:ext>
            </a:extLst>
          </p:cNvPr>
          <p:cNvGrpSpPr/>
          <p:nvPr/>
        </p:nvGrpSpPr>
        <p:grpSpPr>
          <a:xfrm>
            <a:off x="1594077" y="3773449"/>
            <a:ext cx="3369455" cy="2246303"/>
            <a:chOff x="1594077" y="3773449"/>
            <a:chExt cx="3369455" cy="2246303"/>
          </a:xfrm>
        </p:grpSpPr>
        <p:graphicFrame>
          <p:nvGraphicFramePr>
            <p:cNvPr id="35" name="Chart 34">
              <a:extLst>
                <a:ext uri="{FF2B5EF4-FFF2-40B4-BE49-F238E27FC236}">
                  <a16:creationId xmlns:a16="http://schemas.microsoft.com/office/drawing/2014/main" id="{5DDC35EC-C963-82CA-2CBF-8C0CAFCD98AA}"/>
                </a:ext>
              </a:extLst>
            </p:cNvPr>
            <p:cNvGraphicFramePr/>
            <p:nvPr>
              <p:extLst>
                <p:ext uri="{D42A27DB-BD31-4B8C-83A1-F6EECF244321}">
                  <p14:modId xmlns:p14="http://schemas.microsoft.com/office/powerpoint/2010/main" val="2386380178"/>
                </p:ext>
              </p:extLst>
            </p:nvPr>
          </p:nvGraphicFramePr>
          <p:xfrm>
            <a:off x="1594077" y="3773449"/>
            <a:ext cx="3369455" cy="2246303"/>
          </p:xfrm>
          <a:graphic>
            <a:graphicData uri="http://schemas.openxmlformats.org/drawingml/2006/chart">
              <c:chart xmlns:c="http://schemas.openxmlformats.org/drawingml/2006/chart" xmlns:r="http://schemas.openxmlformats.org/officeDocument/2006/relationships" r:id="rId2"/>
            </a:graphicData>
          </a:graphic>
        </p:graphicFrame>
        <p:sp>
          <p:nvSpPr>
            <p:cNvPr id="36" name="TextBox 35">
              <a:extLst>
                <a:ext uri="{FF2B5EF4-FFF2-40B4-BE49-F238E27FC236}">
                  <a16:creationId xmlns:a16="http://schemas.microsoft.com/office/drawing/2014/main" id="{49FE86A6-DD55-AE41-20E2-80DCDACDD1C4}"/>
                </a:ext>
              </a:extLst>
            </p:cNvPr>
            <p:cNvSpPr txBox="1"/>
            <p:nvPr/>
          </p:nvSpPr>
          <p:spPr>
            <a:xfrm>
              <a:off x="2265818" y="4614072"/>
              <a:ext cx="1017936" cy="523220"/>
            </a:xfrm>
            <a:prstGeom prst="rect">
              <a:avLst/>
            </a:prstGeom>
            <a:noFill/>
          </p:spPr>
          <p:txBody>
            <a:bodyPr wrap="square">
              <a:spAutoFit/>
            </a:bodyPr>
            <a:lstStyle/>
            <a:p>
              <a:pPr algn="ctr"/>
              <a:r>
                <a:rPr lang="en-US" sz="2800" b="1" dirty="0">
                  <a:solidFill>
                    <a:srgbClr val="FFFFFF"/>
                  </a:solidFill>
                  <a:latin typeface="Montserrat ExtraBold" pitchFamily="2" charset="77"/>
                  <a:cs typeface="Gotham Black" pitchFamily="2" charset="0"/>
                </a:rPr>
                <a:t>55</a:t>
              </a:r>
              <a:r>
                <a:rPr lang="en-US" sz="2800" b="1" baseline="30000" dirty="0">
                  <a:solidFill>
                    <a:srgbClr val="FFFFFF"/>
                  </a:solidFill>
                  <a:latin typeface="Montserrat ExtraBold" pitchFamily="2" charset="77"/>
                  <a:cs typeface="Gotham Black" pitchFamily="2" charset="0"/>
                </a:rPr>
                <a:t>%</a:t>
              </a:r>
            </a:p>
          </p:txBody>
        </p:sp>
        <p:sp>
          <p:nvSpPr>
            <p:cNvPr id="37" name="TextBox 36">
              <a:extLst>
                <a:ext uri="{FF2B5EF4-FFF2-40B4-BE49-F238E27FC236}">
                  <a16:creationId xmlns:a16="http://schemas.microsoft.com/office/drawing/2014/main" id="{26B1E888-7B51-AB39-56B6-5A01BF1DC472}"/>
                </a:ext>
              </a:extLst>
            </p:cNvPr>
            <p:cNvSpPr txBox="1"/>
            <p:nvPr/>
          </p:nvSpPr>
          <p:spPr>
            <a:xfrm>
              <a:off x="3355108" y="4614072"/>
              <a:ext cx="945030" cy="523220"/>
            </a:xfrm>
            <a:prstGeom prst="rect">
              <a:avLst/>
            </a:prstGeom>
            <a:noFill/>
          </p:spPr>
          <p:txBody>
            <a:bodyPr wrap="square">
              <a:spAutoFit/>
            </a:bodyPr>
            <a:lstStyle/>
            <a:p>
              <a:pPr algn="ctr"/>
              <a:r>
                <a:rPr lang="en-US" sz="2800" b="1" dirty="0">
                  <a:solidFill>
                    <a:schemeClr val="accent4"/>
                  </a:solidFill>
                  <a:latin typeface="Montserrat ExtraBold" pitchFamily="2" charset="77"/>
                  <a:cs typeface="Gotham Black" pitchFamily="2" charset="0"/>
                </a:rPr>
                <a:t>45</a:t>
              </a:r>
              <a:r>
                <a:rPr lang="en-US" sz="2800" b="1" baseline="30000" dirty="0">
                  <a:solidFill>
                    <a:schemeClr val="accent4"/>
                  </a:solidFill>
                  <a:latin typeface="Montserrat ExtraBold" pitchFamily="2" charset="77"/>
                  <a:cs typeface="Gotham Black" pitchFamily="2" charset="0"/>
                </a:rPr>
                <a:t>%</a:t>
              </a:r>
            </a:p>
          </p:txBody>
        </p:sp>
      </p:grpSp>
      <p:sp>
        <p:nvSpPr>
          <p:cNvPr id="40" name="TextBox 39">
            <a:extLst>
              <a:ext uri="{FF2B5EF4-FFF2-40B4-BE49-F238E27FC236}">
                <a16:creationId xmlns:a16="http://schemas.microsoft.com/office/drawing/2014/main" id="{74122D5A-F4FE-415A-3C3E-99BCD49996B3}"/>
              </a:ext>
            </a:extLst>
          </p:cNvPr>
          <p:cNvSpPr txBox="1"/>
          <p:nvPr/>
        </p:nvSpPr>
        <p:spPr>
          <a:xfrm>
            <a:off x="4810515" y="4674488"/>
            <a:ext cx="1353694" cy="605294"/>
          </a:xfrm>
          <a:prstGeom prst="rect">
            <a:avLst/>
          </a:prstGeom>
          <a:noFill/>
        </p:spPr>
        <p:txBody>
          <a:bodyPr wrap="square" rtlCol="0" anchor="ctr">
            <a:spAutoFit/>
          </a:bodyPr>
          <a:lstStyle/>
          <a:p>
            <a:pPr algn="r">
              <a:lnSpc>
                <a:spcPts val="2020"/>
              </a:lnSpc>
            </a:pPr>
            <a:r>
              <a:rPr lang="en-US" b="1" dirty="0">
                <a:solidFill>
                  <a:schemeClr val="bg1"/>
                </a:solidFill>
                <a:latin typeface="Montserrat" pitchFamily="2" charset="77"/>
                <a:cs typeface="Gotham Bold" pitchFamily="2" charset="0"/>
              </a:rPr>
              <a:t>Did you</a:t>
            </a:r>
            <a:br>
              <a:rPr lang="en-US" b="1" dirty="0">
                <a:solidFill>
                  <a:schemeClr val="bg1"/>
                </a:solidFill>
                <a:latin typeface="Montserrat" pitchFamily="2" charset="77"/>
                <a:cs typeface="Gotham Bold" pitchFamily="2" charset="0"/>
              </a:rPr>
            </a:br>
            <a:r>
              <a:rPr lang="en-US" b="1" dirty="0">
                <a:solidFill>
                  <a:schemeClr val="bg1"/>
                </a:solidFill>
                <a:latin typeface="Montserrat" pitchFamily="2" charset="77"/>
                <a:cs typeface="Gotham Bold" pitchFamily="2" charset="0"/>
              </a:rPr>
              <a:t>know?</a:t>
            </a:r>
          </a:p>
        </p:txBody>
      </p:sp>
      <p:sp>
        <p:nvSpPr>
          <p:cNvPr id="42" name="TextBox 41">
            <a:extLst>
              <a:ext uri="{FF2B5EF4-FFF2-40B4-BE49-F238E27FC236}">
                <a16:creationId xmlns:a16="http://schemas.microsoft.com/office/drawing/2014/main" id="{31125D19-A428-BA28-A0FD-249A3316D3A3}"/>
              </a:ext>
            </a:extLst>
          </p:cNvPr>
          <p:cNvSpPr txBox="1"/>
          <p:nvPr/>
        </p:nvSpPr>
        <p:spPr>
          <a:xfrm>
            <a:off x="8574020" y="4674488"/>
            <a:ext cx="1803377" cy="605294"/>
          </a:xfrm>
          <a:prstGeom prst="rect">
            <a:avLst/>
          </a:prstGeom>
          <a:noFill/>
        </p:spPr>
        <p:txBody>
          <a:bodyPr wrap="square" rtlCol="0" anchor="ctr">
            <a:spAutoFit/>
          </a:bodyPr>
          <a:lstStyle/>
          <a:p>
            <a:pPr>
              <a:lnSpc>
                <a:spcPts val="2020"/>
              </a:lnSpc>
            </a:pPr>
            <a:r>
              <a:rPr lang="en-US" b="1" dirty="0">
                <a:solidFill>
                  <a:schemeClr val="bg1"/>
                </a:solidFill>
                <a:latin typeface="Montserrat" pitchFamily="2" charset="77"/>
                <a:cs typeface="Gotham Bold" pitchFamily="2" charset="0"/>
              </a:rPr>
              <a:t>Foodservice Sales</a:t>
            </a:r>
          </a:p>
        </p:txBody>
      </p:sp>
      <p:grpSp>
        <p:nvGrpSpPr>
          <p:cNvPr id="5" name="Group 4">
            <a:extLst>
              <a:ext uri="{FF2B5EF4-FFF2-40B4-BE49-F238E27FC236}">
                <a16:creationId xmlns:a16="http://schemas.microsoft.com/office/drawing/2014/main" id="{901C89CA-86D9-E7BE-E36C-2FE0612229A5}"/>
              </a:ext>
            </a:extLst>
          </p:cNvPr>
          <p:cNvGrpSpPr/>
          <p:nvPr/>
        </p:nvGrpSpPr>
        <p:grpSpPr>
          <a:xfrm>
            <a:off x="6404495" y="3935637"/>
            <a:ext cx="1941430" cy="1941430"/>
            <a:chOff x="6404495" y="3935637"/>
            <a:chExt cx="1941430" cy="1941430"/>
          </a:xfrm>
        </p:grpSpPr>
        <p:sp>
          <p:nvSpPr>
            <p:cNvPr id="41" name="Oval 40">
              <a:extLst>
                <a:ext uri="{FF2B5EF4-FFF2-40B4-BE49-F238E27FC236}">
                  <a16:creationId xmlns:a16="http://schemas.microsoft.com/office/drawing/2014/main" id="{F8916E99-56A5-6250-3D48-1F473DD29C87}"/>
                </a:ext>
              </a:extLst>
            </p:cNvPr>
            <p:cNvSpPr/>
            <p:nvPr/>
          </p:nvSpPr>
          <p:spPr>
            <a:xfrm>
              <a:off x="6404495" y="3935637"/>
              <a:ext cx="1941430" cy="1941430"/>
            </a:xfrm>
            <a:prstGeom prst="ellipse">
              <a:avLst/>
            </a:prstGeom>
            <a:solidFill>
              <a:srgbClr val="16552A"/>
            </a:solidFill>
            <a:ln w="57150">
              <a:solidFill>
                <a:srgbClr val="8CB73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47" name="TextBox 46">
              <a:extLst>
                <a:ext uri="{FF2B5EF4-FFF2-40B4-BE49-F238E27FC236}">
                  <a16:creationId xmlns:a16="http://schemas.microsoft.com/office/drawing/2014/main" id="{7FBFFBBF-10F3-474F-B77F-73651FB6DE44}"/>
                </a:ext>
              </a:extLst>
            </p:cNvPr>
            <p:cNvSpPr txBox="1"/>
            <p:nvPr/>
          </p:nvSpPr>
          <p:spPr>
            <a:xfrm>
              <a:off x="6451507" y="4429298"/>
              <a:ext cx="1847405" cy="954107"/>
            </a:xfrm>
            <a:prstGeom prst="rect">
              <a:avLst/>
            </a:prstGeom>
            <a:noFill/>
          </p:spPr>
          <p:txBody>
            <a:bodyPr wrap="square">
              <a:spAutoFit/>
            </a:bodyPr>
            <a:lstStyle/>
            <a:p>
              <a:pPr algn="ctr"/>
              <a:r>
                <a:rPr lang="en-US" sz="1400" b="1" dirty="0">
                  <a:latin typeface="Montserrat" pitchFamily="2" charset="77"/>
                  <a:cs typeface="Gotham Bold" pitchFamily="2" charset="0"/>
                </a:rPr>
                <a:t>17 of the top </a:t>
              </a:r>
              <a:br>
                <a:rPr lang="en-US" sz="1400" b="1" dirty="0">
                  <a:latin typeface="Montserrat" pitchFamily="2" charset="77"/>
                  <a:cs typeface="Gotham Bold" pitchFamily="2" charset="0"/>
                </a:rPr>
              </a:br>
              <a:r>
                <a:rPr lang="en-US" sz="1400" b="1" dirty="0">
                  <a:latin typeface="Montserrat" pitchFamily="2" charset="77"/>
                  <a:cs typeface="Gotham Bold" pitchFamily="2" charset="0"/>
                </a:rPr>
                <a:t>25 national chain restaurants trust </a:t>
              </a:r>
            </a:p>
            <a:p>
              <a:pPr algn="ctr"/>
              <a:r>
                <a:rPr lang="en-US" sz="1400" b="1" dirty="0">
                  <a:solidFill>
                    <a:srgbClr val="FFFFFF"/>
                  </a:solidFill>
                  <a:latin typeface="Montserrat" pitchFamily="2" charset="77"/>
                  <a:cs typeface="Gotham Bold" pitchFamily="2" charset="0"/>
                </a:rPr>
                <a:t>T. Marzetti</a:t>
              </a:r>
            </a:p>
          </p:txBody>
        </p:sp>
      </p:grpSp>
      <p:sp>
        <p:nvSpPr>
          <p:cNvPr id="22" name="Freeform 21">
            <a:extLst>
              <a:ext uri="{FF2B5EF4-FFF2-40B4-BE49-F238E27FC236}">
                <a16:creationId xmlns:a16="http://schemas.microsoft.com/office/drawing/2014/main" id="{7C8EC093-677D-4DFC-C167-6396772C0312}"/>
              </a:ext>
            </a:extLst>
          </p:cNvPr>
          <p:cNvSpPr/>
          <p:nvPr/>
        </p:nvSpPr>
        <p:spPr>
          <a:xfrm>
            <a:off x="1996463" y="1485560"/>
            <a:ext cx="2086845" cy="231610"/>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grpSp>
        <p:nvGrpSpPr>
          <p:cNvPr id="2" name="Graphic 4119">
            <a:extLst>
              <a:ext uri="{FF2B5EF4-FFF2-40B4-BE49-F238E27FC236}">
                <a16:creationId xmlns:a16="http://schemas.microsoft.com/office/drawing/2014/main" id="{56D83E4B-476F-5B00-B6A9-EE647E2D81D0}"/>
              </a:ext>
            </a:extLst>
          </p:cNvPr>
          <p:cNvGrpSpPr/>
          <p:nvPr/>
        </p:nvGrpSpPr>
        <p:grpSpPr>
          <a:xfrm>
            <a:off x="1379293" y="652436"/>
            <a:ext cx="1640810" cy="438718"/>
            <a:chOff x="2178742" y="-1107180"/>
            <a:chExt cx="2171851" cy="580707"/>
          </a:xfrm>
          <a:solidFill>
            <a:schemeClr val="tx1"/>
          </a:solidFill>
        </p:grpSpPr>
        <p:sp>
          <p:nvSpPr>
            <p:cNvPr id="7" name="Freeform 6">
              <a:extLst>
                <a:ext uri="{FF2B5EF4-FFF2-40B4-BE49-F238E27FC236}">
                  <a16:creationId xmlns:a16="http://schemas.microsoft.com/office/drawing/2014/main" id="{8C3F4CAF-9005-43B0-F389-D8E4BBEBB33D}"/>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C43D8BEA-67B2-7CC9-47BD-F43589DA9D6D}"/>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D23D5C84-7645-45C4-89F3-98AAB1C5DF7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3C93A48C-BA3A-AF1E-037E-B327E5641C5A}"/>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F7330C70-8CFB-1B26-D9CE-2BB386747F8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1E85C07C-E31D-C888-AC7D-00BABC6F73B3}"/>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39E0CDCB-193B-AA87-5600-AA3FF31A2D13}"/>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E6ABFE3A-01D6-21DD-8A28-D9914898095C}"/>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80DEAE68-4869-7639-2579-BA26CEC48C7C}"/>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9652F7E3-E653-438B-396E-38C8F6BA6FD9}"/>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446247A9-4E43-B70F-AAE4-FE484AA3A3D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AA254400-EA41-1D09-7E81-380B2D329E4E}"/>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8B24892D-787D-1000-A4F6-97E45156360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FB301F99-B9D6-44F9-97CA-89F17911B765}"/>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96916C14-3771-D8E1-07F7-B6AF5E1F574B}"/>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8" name="Freeform 47">
              <a:extLst>
                <a:ext uri="{FF2B5EF4-FFF2-40B4-BE49-F238E27FC236}">
                  <a16:creationId xmlns:a16="http://schemas.microsoft.com/office/drawing/2014/main" id="{A48841BE-8590-DC51-E274-ACCCD724C2AC}"/>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9" name="Freeform 48">
              <a:extLst>
                <a:ext uri="{FF2B5EF4-FFF2-40B4-BE49-F238E27FC236}">
                  <a16:creationId xmlns:a16="http://schemas.microsoft.com/office/drawing/2014/main" id="{911F69CD-DA17-B1D5-BAE6-7863F7332BA6}"/>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6D057185-0ED4-C05B-282D-06988C76CE9F}"/>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A3878808-77BB-8EC5-5CDD-0BDA240FAC9C}"/>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63944187-25E7-030C-7042-426CD431832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8" name="Slide Number Placeholder 1">
            <a:extLst>
              <a:ext uri="{FF2B5EF4-FFF2-40B4-BE49-F238E27FC236}">
                <a16:creationId xmlns:a16="http://schemas.microsoft.com/office/drawing/2014/main" id="{D715504A-506E-C0D4-5C40-CC5E79CBC3B6}"/>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13</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772286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500"/>
                                        <p:tgtEl>
                                          <p:spTgt spid="22"/>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childTnLst>
                          </p:cTn>
                        </p:par>
                        <p:par>
                          <p:cTn id="11" fill="hold">
                            <p:stCondLst>
                              <p:cond delay="750"/>
                            </p:stCondLst>
                            <p:childTnLst>
                              <p:par>
                                <p:cTn id="12" presetID="21" presetClass="entr" presetSubtype="1"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wheel(1)">
                                      <p:cBhvr>
                                        <p:cTn id="14" dur="2000"/>
                                        <p:tgtEl>
                                          <p:spTgt spid="4"/>
                                        </p:tgtEl>
                                      </p:cBhvr>
                                    </p:animEffect>
                                  </p:childTnLst>
                                </p:cTn>
                              </p:par>
                            </p:childTnLst>
                          </p:cTn>
                        </p:par>
                        <p:par>
                          <p:cTn id="15" fill="hold">
                            <p:stCondLst>
                              <p:cond delay="2750"/>
                            </p:stCondLst>
                            <p:childTnLst>
                              <p:par>
                                <p:cTn id="16" presetID="12" presetClass="entr" presetSubtype="4" fill="hold" grpId="0" nodeType="afterEffect">
                                  <p:stCondLst>
                                    <p:cond delay="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500"/>
                                        <p:tgtEl>
                                          <p:spTgt spid="40"/>
                                        </p:tgtEl>
                                        <p:attrNameLst>
                                          <p:attrName>ppt_y</p:attrName>
                                        </p:attrNameLst>
                                      </p:cBhvr>
                                      <p:tavLst>
                                        <p:tav tm="0">
                                          <p:val>
                                            <p:strVal val="#ppt_y+#ppt_h*1.125000"/>
                                          </p:val>
                                        </p:tav>
                                        <p:tav tm="100000">
                                          <p:val>
                                            <p:strVal val="#ppt_y"/>
                                          </p:val>
                                        </p:tav>
                                      </p:tavLst>
                                    </p:anim>
                                    <p:animEffect transition="in" filter="wipe(up)">
                                      <p:cBhvr>
                                        <p:cTn id="19" dur="500"/>
                                        <p:tgtEl>
                                          <p:spTgt spid="40"/>
                                        </p:tgtEl>
                                      </p:cBhvr>
                                    </p:animEffect>
                                  </p:childTnLst>
                                </p:cTn>
                              </p:par>
                            </p:childTnLst>
                          </p:cTn>
                        </p:par>
                        <p:par>
                          <p:cTn id="20" fill="hold">
                            <p:stCondLst>
                              <p:cond delay="3250"/>
                            </p:stCondLst>
                            <p:childTnLst>
                              <p:par>
                                <p:cTn id="21" presetID="21" presetClass="entr" presetSubtype="1"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heel(1)">
                                      <p:cBhvr>
                                        <p:cTn id="23" dur="2000"/>
                                        <p:tgtEl>
                                          <p:spTgt spid="5"/>
                                        </p:tgtEl>
                                      </p:cBhvr>
                                    </p:animEffect>
                                  </p:childTnLst>
                                </p:cTn>
                              </p:par>
                              <p:par>
                                <p:cTn id="24" presetID="12" presetClass="entr" presetSubtype="4" fill="hold" grpId="0" nodeType="withEffect">
                                  <p:stCondLst>
                                    <p:cond delay="250"/>
                                  </p:stCondLst>
                                  <p:childTnLst>
                                    <p:set>
                                      <p:cBhvr>
                                        <p:cTn id="25" dur="1" fill="hold">
                                          <p:stCondLst>
                                            <p:cond delay="0"/>
                                          </p:stCondLst>
                                        </p:cTn>
                                        <p:tgtEl>
                                          <p:spTgt spid="42"/>
                                        </p:tgtEl>
                                        <p:attrNameLst>
                                          <p:attrName>style.visibility</p:attrName>
                                        </p:attrNameLst>
                                      </p:cBhvr>
                                      <p:to>
                                        <p:strVal val="visible"/>
                                      </p:to>
                                    </p:set>
                                    <p:anim calcmode="lin" valueType="num">
                                      <p:cBhvr additive="base">
                                        <p:cTn id="26" dur="500"/>
                                        <p:tgtEl>
                                          <p:spTgt spid="42"/>
                                        </p:tgtEl>
                                        <p:attrNameLst>
                                          <p:attrName>ppt_y</p:attrName>
                                        </p:attrNameLst>
                                      </p:cBhvr>
                                      <p:tavLst>
                                        <p:tav tm="0">
                                          <p:val>
                                            <p:strVal val="#ppt_y+#ppt_h*1.125000"/>
                                          </p:val>
                                        </p:tav>
                                        <p:tav tm="100000">
                                          <p:val>
                                            <p:strVal val="#ppt_y"/>
                                          </p:val>
                                        </p:tav>
                                      </p:tavLst>
                                    </p:anim>
                                    <p:animEffect transition="in" filter="wipe(up)">
                                      <p:cBhvr>
                                        <p:cTn id="2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0" grpId="0"/>
      <p:bldP spid="42" grpId="0"/>
      <p:bldP spid="2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432E893F-1427-E2EE-9E82-A1B3134F764A}"/>
              </a:ext>
            </a:extLst>
          </p:cNvPr>
          <p:cNvSpPr/>
          <p:nvPr/>
        </p:nvSpPr>
        <p:spPr>
          <a:xfrm>
            <a:off x="4685004" y="2908356"/>
            <a:ext cx="3982574" cy="349860"/>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5" name="Text Placeholder 4">
            <a:extLst>
              <a:ext uri="{FF2B5EF4-FFF2-40B4-BE49-F238E27FC236}">
                <a16:creationId xmlns:a16="http://schemas.microsoft.com/office/drawing/2014/main" id="{D34198AC-0F34-2E49-1B05-00B1A96B62BB}"/>
              </a:ext>
            </a:extLst>
          </p:cNvPr>
          <p:cNvSpPr>
            <a:spLocks noGrp="1"/>
          </p:cNvSpPr>
          <p:nvPr>
            <p:ph type="body" sz="quarter" idx="4294967295"/>
          </p:nvPr>
        </p:nvSpPr>
        <p:spPr>
          <a:xfrm>
            <a:off x="4768341" y="3368675"/>
            <a:ext cx="3983037" cy="1108075"/>
          </a:xfrm>
        </p:spPr>
        <p:txBody>
          <a:bodyPr>
            <a:normAutofit fontScale="92500"/>
          </a:bodyPr>
          <a:lstStyle/>
          <a:p>
            <a:pPr>
              <a:lnSpc>
                <a:spcPts val="1780"/>
              </a:lnSpc>
            </a:pPr>
            <a:r>
              <a:rPr lang="en-US" sz="1200" b="0" dirty="0">
                <a:solidFill>
                  <a:schemeClr val="accent6"/>
                </a:solidFill>
              </a:rPr>
              <a:t>The products in our family of brands are prepared with the same attention you put into every line on the menu. They're packaged to make the consumer experience better, and back-of-house prep easier.</a:t>
            </a:r>
          </a:p>
        </p:txBody>
      </p:sp>
      <p:grpSp>
        <p:nvGrpSpPr>
          <p:cNvPr id="6" name="Group 5">
            <a:extLst>
              <a:ext uri="{FF2B5EF4-FFF2-40B4-BE49-F238E27FC236}">
                <a16:creationId xmlns:a16="http://schemas.microsoft.com/office/drawing/2014/main" id="{0172C516-FED5-5A3E-70CE-175E803C0525}"/>
              </a:ext>
            </a:extLst>
          </p:cNvPr>
          <p:cNvGrpSpPr/>
          <p:nvPr/>
        </p:nvGrpSpPr>
        <p:grpSpPr>
          <a:xfrm>
            <a:off x="1558149" y="871320"/>
            <a:ext cx="6897798" cy="1739439"/>
            <a:chOff x="7626231" y="-2829533"/>
            <a:chExt cx="6259705" cy="1578529"/>
          </a:xfrm>
        </p:grpSpPr>
        <p:grpSp>
          <p:nvGrpSpPr>
            <p:cNvPr id="7" name="Group 6">
              <a:extLst>
                <a:ext uri="{FF2B5EF4-FFF2-40B4-BE49-F238E27FC236}">
                  <a16:creationId xmlns:a16="http://schemas.microsoft.com/office/drawing/2014/main" id="{039EDFD1-A864-A411-7DCF-50248CDFCCAC}"/>
                </a:ext>
              </a:extLst>
            </p:cNvPr>
            <p:cNvGrpSpPr/>
            <p:nvPr/>
          </p:nvGrpSpPr>
          <p:grpSpPr>
            <a:xfrm>
              <a:off x="7626231" y="-2642229"/>
              <a:ext cx="6259705" cy="1129379"/>
              <a:chOff x="7626231" y="-2642229"/>
              <a:chExt cx="6259705" cy="1129379"/>
            </a:xfrm>
          </p:grpSpPr>
          <p:sp>
            <p:nvSpPr>
              <p:cNvPr id="9" name="Freeform 8">
                <a:extLst>
                  <a:ext uri="{FF2B5EF4-FFF2-40B4-BE49-F238E27FC236}">
                    <a16:creationId xmlns:a16="http://schemas.microsoft.com/office/drawing/2014/main" id="{21CBFD99-A585-D63D-BA38-5CE775BFE04D}"/>
                  </a:ext>
                </a:extLst>
              </p:cNvPr>
              <p:cNvSpPr/>
              <p:nvPr/>
            </p:nvSpPr>
            <p:spPr>
              <a:xfrm>
                <a:off x="9491367" y="-2642229"/>
                <a:ext cx="1243907" cy="1121426"/>
              </a:xfrm>
              <a:custGeom>
                <a:avLst/>
                <a:gdLst/>
                <a:ahLst/>
                <a:cxnLst/>
                <a:rect l="l" t="t" r="r" b="b"/>
                <a:pathLst>
                  <a:path w="1243907" h="1121426">
                    <a:moveTo>
                      <a:pt x="472430" y="0"/>
                    </a:moveTo>
                    <a:lnTo>
                      <a:pt x="769886" y="0"/>
                    </a:lnTo>
                    <a:lnTo>
                      <a:pt x="1243907" y="1121426"/>
                    </a:lnTo>
                    <a:lnTo>
                      <a:pt x="913047" y="1121426"/>
                    </a:lnTo>
                    <a:lnTo>
                      <a:pt x="833513" y="921001"/>
                    </a:lnTo>
                    <a:lnTo>
                      <a:pt x="402441" y="921001"/>
                    </a:lnTo>
                    <a:lnTo>
                      <a:pt x="322907" y="1121426"/>
                    </a:lnTo>
                    <a:lnTo>
                      <a:pt x="0" y="1121426"/>
                    </a:lnTo>
                    <a:lnTo>
                      <a:pt x="472430" y="0"/>
                    </a:lnTo>
                    <a:close/>
                    <a:moveTo>
                      <a:pt x="618772" y="365855"/>
                    </a:moveTo>
                    <a:lnTo>
                      <a:pt x="493109" y="680809"/>
                    </a:lnTo>
                    <a:lnTo>
                      <a:pt x="742845" y="680809"/>
                    </a:lnTo>
                    <a:lnTo>
                      <a:pt x="618772" y="365855"/>
                    </a:lnTo>
                    <a:close/>
                  </a:path>
                </a:pathLst>
              </a:custGeom>
              <a:solidFill>
                <a:srgbClr val="4B9E3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0" name="Freeform 9">
                <a:extLst>
                  <a:ext uri="{FF2B5EF4-FFF2-40B4-BE49-F238E27FC236}">
                    <a16:creationId xmlns:a16="http://schemas.microsoft.com/office/drawing/2014/main" id="{E58E0B9C-4057-B38E-E02A-6EFC3966A9D0}"/>
                  </a:ext>
                </a:extLst>
              </p:cNvPr>
              <p:cNvSpPr/>
              <p:nvPr/>
            </p:nvSpPr>
            <p:spPr>
              <a:xfrm>
                <a:off x="7626231" y="-2634275"/>
                <a:ext cx="890778" cy="1113473"/>
              </a:xfrm>
              <a:custGeom>
                <a:avLst/>
                <a:gdLst/>
                <a:ahLst/>
                <a:cxnLst/>
                <a:rect l="l" t="t" r="r" b="b"/>
                <a:pathLst>
                  <a:path w="890778" h="1113473">
                    <a:moveTo>
                      <a:pt x="0" y="0"/>
                    </a:moveTo>
                    <a:lnTo>
                      <a:pt x="890778" y="0"/>
                    </a:lnTo>
                    <a:lnTo>
                      <a:pt x="890778" y="270415"/>
                    </a:lnTo>
                    <a:lnTo>
                      <a:pt x="308591" y="270415"/>
                    </a:lnTo>
                    <a:lnTo>
                      <a:pt x="308591" y="459705"/>
                    </a:lnTo>
                    <a:lnTo>
                      <a:pt x="835104" y="459705"/>
                    </a:lnTo>
                    <a:lnTo>
                      <a:pt x="835104" y="715804"/>
                    </a:lnTo>
                    <a:lnTo>
                      <a:pt x="308591" y="715804"/>
                    </a:lnTo>
                    <a:lnTo>
                      <a:pt x="308591" y="1113473"/>
                    </a:lnTo>
                    <a:lnTo>
                      <a:pt x="0" y="1113473"/>
                    </a:lnTo>
                    <a:lnTo>
                      <a:pt x="0" y="0"/>
                    </a:lnTo>
                    <a:close/>
                  </a:path>
                </a:pathLst>
              </a:custGeom>
              <a:solidFill>
                <a:srgbClr val="4B9E3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1" name="Freeform 10">
                <a:extLst>
                  <a:ext uri="{FF2B5EF4-FFF2-40B4-BE49-F238E27FC236}">
                    <a16:creationId xmlns:a16="http://schemas.microsoft.com/office/drawing/2014/main" id="{DE25A7DD-273C-0F6E-23BF-2F6B12BBEBF6}"/>
                  </a:ext>
                </a:extLst>
              </p:cNvPr>
              <p:cNvSpPr/>
              <p:nvPr/>
            </p:nvSpPr>
            <p:spPr>
              <a:xfrm>
                <a:off x="8612067" y="-2634275"/>
                <a:ext cx="847830" cy="1113473"/>
              </a:xfrm>
              <a:custGeom>
                <a:avLst/>
                <a:gdLst/>
                <a:ahLst/>
                <a:cxnLst/>
                <a:rect l="l" t="t" r="r" b="b"/>
                <a:pathLst>
                  <a:path w="847830" h="1113473">
                    <a:moveTo>
                      <a:pt x="0" y="0"/>
                    </a:moveTo>
                    <a:lnTo>
                      <a:pt x="308591" y="0"/>
                    </a:lnTo>
                    <a:lnTo>
                      <a:pt x="308591" y="843058"/>
                    </a:lnTo>
                    <a:lnTo>
                      <a:pt x="847830" y="843058"/>
                    </a:lnTo>
                    <a:lnTo>
                      <a:pt x="847830" y="1113473"/>
                    </a:lnTo>
                    <a:lnTo>
                      <a:pt x="0" y="1113473"/>
                    </a:lnTo>
                    <a:lnTo>
                      <a:pt x="0" y="0"/>
                    </a:lnTo>
                    <a:close/>
                  </a:path>
                </a:pathLst>
              </a:custGeom>
              <a:solidFill>
                <a:srgbClr val="4B9E3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2" name="Freeform 11">
                <a:extLst>
                  <a:ext uri="{FF2B5EF4-FFF2-40B4-BE49-F238E27FC236}">
                    <a16:creationId xmlns:a16="http://schemas.microsoft.com/office/drawing/2014/main" id="{725CAAA9-7F10-05B2-8D6B-E6CEB75963DA}"/>
                  </a:ext>
                </a:extLst>
              </p:cNvPr>
              <p:cNvSpPr/>
              <p:nvPr/>
            </p:nvSpPr>
            <p:spPr>
              <a:xfrm>
                <a:off x="10481890" y="-2634276"/>
                <a:ext cx="1188234" cy="1121426"/>
              </a:xfrm>
              <a:custGeom>
                <a:avLst/>
                <a:gdLst/>
                <a:ahLst/>
                <a:cxnLst/>
                <a:rect l="l" t="t" r="r" b="b"/>
                <a:pathLst>
                  <a:path w="1188234" h="1121426">
                    <a:moveTo>
                      <a:pt x="0" y="0"/>
                    </a:moveTo>
                    <a:lnTo>
                      <a:pt x="343586" y="0"/>
                    </a:lnTo>
                    <a:lnTo>
                      <a:pt x="596503" y="704669"/>
                    </a:lnTo>
                    <a:lnTo>
                      <a:pt x="851011" y="0"/>
                    </a:lnTo>
                    <a:lnTo>
                      <a:pt x="1188234" y="0"/>
                    </a:lnTo>
                    <a:lnTo>
                      <a:pt x="736482" y="1121426"/>
                    </a:lnTo>
                    <a:lnTo>
                      <a:pt x="450161" y="1121426"/>
                    </a:lnTo>
                    <a:lnTo>
                      <a:pt x="0" y="0"/>
                    </a:lnTo>
                    <a:close/>
                  </a:path>
                </a:pathLst>
              </a:custGeom>
              <a:solidFill>
                <a:srgbClr val="4B9E3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sp>
            <p:nvSpPr>
              <p:cNvPr id="13" name="Freeform 12">
                <a:extLst>
                  <a:ext uri="{FF2B5EF4-FFF2-40B4-BE49-F238E27FC236}">
                    <a16:creationId xmlns:a16="http://schemas.microsoft.com/office/drawing/2014/main" id="{82A4DEB7-4268-D0BE-A126-E41DBEB9EC12}"/>
                  </a:ext>
                </a:extLst>
              </p:cNvPr>
              <p:cNvSpPr/>
              <p:nvPr/>
            </p:nvSpPr>
            <p:spPr>
              <a:xfrm>
                <a:off x="12861541" y="-2634275"/>
                <a:ext cx="1024395" cy="1113473"/>
              </a:xfrm>
              <a:custGeom>
                <a:avLst/>
                <a:gdLst/>
                <a:ahLst/>
                <a:cxnLst/>
                <a:rect l="l" t="t" r="r" b="b"/>
                <a:pathLst>
                  <a:path w="1024395" h="1113473">
                    <a:moveTo>
                      <a:pt x="0" y="0"/>
                    </a:moveTo>
                    <a:lnTo>
                      <a:pt x="526513" y="0"/>
                    </a:lnTo>
                    <a:cubicBezTo>
                      <a:pt x="696715" y="0"/>
                      <a:pt x="814425" y="44539"/>
                      <a:pt x="889187" y="119301"/>
                    </a:cubicBezTo>
                    <a:cubicBezTo>
                      <a:pt x="954405" y="184519"/>
                      <a:pt x="987809" y="268824"/>
                      <a:pt x="987809" y="378581"/>
                    </a:cubicBezTo>
                    <a:lnTo>
                      <a:pt x="987809" y="381762"/>
                    </a:lnTo>
                    <a:cubicBezTo>
                      <a:pt x="987809" y="553555"/>
                      <a:pt x="897141" y="666493"/>
                      <a:pt x="758752" y="725348"/>
                    </a:cubicBezTo>
                    <a:lnTo>
                      <a:pt x="1024395" y="1113473"/>
                    </a:lnTo>
                    <a:lnTo>
                      <a:pt x="669674" y="1113473"/>
                    </a:lnTo>
                    <a:lnTo>
                      <a:pt x="445389" y="776250"/>
                    </a:lnTo>
                    <a:lnTo>
                      <a:pt x="308591" y="776250"/>
                    </a:lnTo>
                    <a:lnTo>
                      <a:pt x="308591" y="1113473"/>
                    </a:lnTo>
                    <a:lnTo>
                      <a:pt x="0" y="1113473"/>
                    </a:lnTo>
                    <a:lnTo>
                      <a:pt x="0" y="0"/>
                    </a:lnTo>
                    <a:close/>
                    <a:moveTo>
                      <a:pt x="308591" y="265643"/>
                    </a:moveTo>
                    <a:lnTo>
                      <a:pt x="308591" y="534467"/>
                    </a:lnTo>
                    <a:lnTo>
                      <a:pt x="513787" y="534467"/>
                    </a:lnTo>
                    <a:cubicBezTo>
                      <a:pt x="617182" y="534467"/>
                      <a:pt x="679219" y="483566"/>
                      <a:pt x="679219" y="402441"/>
                    </a:cubicBezTo>
                    <a:lnTo>
                      <a:pt x="679219" y="399260"/>
                    </a:lnTo>
                    <a:cubicBezTo>
                      <a:pt x="679219" y="310182"/>
                      <a:pt x="614000" y="265643"/>
                      <a:pt x="512197" y="265643"/>
                    </a:cubicBezTo>
                    <a:lnTo>
                      <a:pt x="308591" y="265643"/>
                    </a:lnTo>
                    <a:close/>
                  </a:path>
                </a:pathLst>
              </a:custGeom>
              <a:solidFill>
                <a:srgbClr val="4B9E3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itchFamily="2" charset="77"/>
                </a:endParaRPr>
              </a:p>
            </p:txBody>
          </p:sp>
        </p:grpSp>
        <p:pic>
          <p:nvPicPr>
            <p:cNvPr id="8" name="Picture 7" descr="A picture containing indoor, cup, food, dark&#10;&#10;Description automatically generated">
              <a:extLst>
                <a:ext uri="{FF2B5EF4-FFF2-40B4-BE49-F238E27FC236}">
                  <a16:creationId xmlns:a16="http://schemas.microsoft.com/office/drawing/2014/main" id="{BF1D6EEA-A13A-EF57-79C2-BCB373DCAE1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1448134" y="-2829533"/>
              <a:ext cx="1613437" cy="1578529"/>
            </a:xfrm>
            <a:prstGeom prst="rect">
              <a:avLst/>
            </a:prstGeom>
          </p:spPr>
        </p:pic>
      </p:grpSp>
      <p:sp>
        <p:nvSpPr>
          <p:cNvPr id="14" name="Text Placeholder 1">
            <a:extLst>
              <a:ext uri="{FF2B5EF4-FFF2-40B4-BE49-F238E27FC236}">
                <a16:creationId xmlns:a16="http://schemas.microsoft.com/office/drawing/2014/main" id="{69591DE8-592F-1656-59F4-C6E56E68057E}"/>
              </a:ext>
            </a:extLst>
          </p:cNvPr>
          <p:cNvSpPr txBox="1">
            <a:spLocks/>
          </p:cNvSpPr>
          <p:nvPr/>
        </p:nvSpPr>
        <p:spPr>
          <a:xfrm>
            <a:off x="3948268" y="2462284"/>
            <a:ext cx="4865689" cy="51236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Montserrat ExtraBold" pitchFamily="2" charset="77"/>
              </a:rPr>
              <a:t>is no Accident</a:t>
            </a:r>
          </a:p>
        </p:txBody>
      </p:sp>
      <p:grpSp>
        <p:nvGrpSpPr>
          <p:cNvPr id="33" name="Group 32">
            <a:extLst>
              <a:ext uri="{FF2B5EF4-FFF2-40B4-BE49-F238E27FC236}">
                <a16:creationId xmlns:a16="http://schemas.microsoft.com/office/drawing/2014/main" id="{3B8CEB12-3EDA-D9BB-B47D-B2938635240F}"/>
              </a:ext>
            </a:extLst>
          </p:cNvPr>
          <p:cNvGrpSpPr/>
          <p:nvPr/>
        </p:nvGrpSpPr>
        <p:grpSpPr>
          <a:xfrm>
            <a:off x="5356371" y="4864277"/>
            <a:ext cx="5374730" cy="1444607"/>
            <a:chOff x="5712105" y="4904912"/>
            <a:chExt cx="5710787" cy="1534933"/>
          </a:xfrm>
        </p:grpSpPr>
        <p:pic>
          <p:nvPicPr>
            <p:cNvPr id="18" name="Picture 17" descr="Logo&#10;&#10;Description automatically generated">
              <a:extLst>
                <a:ext uri="{FF2B5EF4-FFF2-40B4-BE49-F238E27FC236}">
                  <a16:creationId xmlns:a16="http://schemas.microsoft.com/office/drawing/2014/main" id="{61C966E0-E238-E88D-47B7-AF746991D2C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631726" y="5960700"/>
              <a:ext cx="897587" cy="469509"/>
            </a:xfrm>
            <a:prstGeom prst="rect">
              <a:avLst/>
            </a:prstGeom>
          </p:spPr>
        </p:pic>
        <p:pic>
          <p:nvPicPr>
            <p:cNvPr id="19" name="Picture 18" descr="Logo&#10;&#10;Description automatically generated">
              <a:extLst>
                <a:ext uri="{FF2B5EF4-FFF2-40B4-BE49-F238E27FC236}">
                  <a16:creationId xmlns:a16="http://schemas.microsoft.com/office/drawing/2014/main" id="{3D079283-C466-6611-33EA-10A674F2670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8040287" y="6007021"/>
              <a:ext cx="1026201" cy="382450"/>
            </a:xfrm>
            <a:prstGeom prst="rect">
              <a:avLst/>
            </a:prstGeom>
          </p:spPr>
        </p:pic>
        <p:pic>
          <p:nvPicPr>
            <p:cNvPr id="21" name="Picture 20">
              <a:extLst>
                <a:ext uri="{FF2B5EF4-FFF2-40B4-BE49-F238E27FC236}">
                  <a16:creationId xmlns:a16="http://schemas.microsoft.com/office/drawing/2014/main" id="{666E0BDC-C7AD-2793-9348-558D4E82146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7073560" y="5088648"/>
              <a:ext cx="1278048" cy="374378"/>
            </a:xfrm>
            <a:prstGeom prst="rect">
              <a:avLst/>
            </a:prstGeom>
          </p:spPr>
        </p:pic>
        <p:pic>
          <p:nvPicPr>
            <p:cNvPr id="22" name="Picture 21">
              <a:extLst>
                <a:ext uri="{FF2B5EF4-FFF2-40B4-BE49-F238E27FC236}">
                  <a16:creationId xmlns:a16="http://schemas.microsoft.com/office/drawing/2014/main" id="{D0FD9C6E-173A-60DB-6357-D8AE4D45B309}"/>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150648" y="4904912"/>
              <a:ext cx="1272244" cy="748378"/>
            </a:xfrm>
            <a:prstGeom prst="rect">
              <a:avLst/>
            </a:prstGeom>
          </p:spPr>
        </p:pic>
        <p:pic>
          <p:nvPicPr>
            <p:cNvPr id="23" name="Picture 22" descr="A picture containing logo&#10;&#10;Description automatically generated">
              <a:extLst>
                <a:ext uri="{FF2B5EF4-FFF2-40B4-BE49-F238E27FC236}">
                  <a16:creationId xmlns:a16="http://schemas.microsoft.com/office/drawing/2014/main" id="{618558C5-8DC2-7C3A-2185-D61915E7DA09}"/>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6447823" y="5928562"/>
              <a:ext cx="897587" cy="511283"/>
            </a:xfrm>
            <a:prstGeom prst="rect">
              <a:avLst/>
            </a:prstGeom>
          </p:spPr>
        </p:pic>
        <p:pic>
          <p:nvPicPr>
            <p:cNvPr id="24" name="Picture 23" descr="A picture containing text&#10;&#10;Description automatically generated">
              <a:extLst>
                <a:ext uri="{FF2B5EF4-FFF2-40B4-BE49-F238E27FC236}">
                  <a16:creationId xmlns:a16="http://schemas.microsoft.com/office/drawing/2014/main" id="{5B9A4AA4-41FD-DD96-3247-17E7E95E1689}"/>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8832393" y="5110355"/>
              <a:ext cx="925079" cy="326376"/>
            </a:xfrm>
            <a:prstGeom prst="rect">
              <a:avLst/>
            </a:prstGeom>
          </p:spPr>
        </p:pic>
        <p:pic>
          <p:nvPicPr>
            <p:cNvPr id="25" name="Picture 24" descr="Logo, company name&#10;&#10;Description automatically generated">
              <a:extLst>
                <a:ext uri="{FF2B5EF4-FFF2-40B4-BE49-F238E27FC236}">
                  <a16:creationId xmlns:a16="http://schemas.microsoft.com/office/drawing/2014/main" id="{1A3E4573-C629-B7F3-D0C8-227274508B2D}"/>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5712105" y="4966053"/>
              <a:ext cx="963055" cy="645479"/>
            </a:xfrm>
            <a:prstGeom prst="rect">
              <a:avLst/>
            </a:prstGeom>
          </p:spPr>
        </p:pic>
      </p:grpSp>
      <p:pic>
        <p:nvPicPr>
          <p:cNvPr id="28" name="Picture 27">
            <a:extLst>
              <a:ext uri="{FF2B5EF4-FFF2-40B4-BE49-F238E27FC236}">
                <a16:creationId xmlns:a16="http://schemas.microsoft.com/office/drawing/2014/main" id="{E9C3CFD5-B120-D61D-52C8-D0ECE0F0D3EA}"/>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1686339" y="5297096"/>
            <a:ext cx="2577722" cy="781769"/>
          </a:xfrm>
          <a:prstGeom prst="rect">
            <a:avLst/>
          </a:prstGeom>
        </p:spPr>
      </p:pic>
      <p:grpSp>
        <p:nvGrpSpPr>
          <p:cNvPr id="34" name="Group 33">
            <a:extLst>
              <a:ext uri="{FF2B5EF4-FFF2-40B4-BE49-F238E27FC236}">
                <a16:creationId xmlns:a16="http://schemas.microsoft.com/office/drawing/2014/main" id="{55B65A7A-6C27-2381-7031-25D5CFCB3E9A}"/>
              </a:ext>
            </a:extLst>
          </p:cNvPr>
          <p:cNvGrpSpPr/>
          <p:nvPr/>
        </p:nvGrpSpPr>
        <p:grpSpPr>
          <a:xfrm>
            <a:off x="4651549" y="4985959"/>
            <a:ext cx="209441" cy="1397537"/>
            <a:chOff x="10807083" y="1475999"/>
            <a:chExt cx="209441" cy="1397537"/>
          </a:xfrm>
        </p:grpSpPr>
        <p:sp>
          <p:nvSpPr>
            <p:cNvPr id="35" name="Graphic 12">
              <a:extLst>
                <a:ext uri="{FF2B5EF4-FFF2-40B4-BE49-F238E27FC236}">
                  <a16:creationId xmlns:a16="http://schemas.microsoft.com/office/drawing/2014/main" id="{27F22EB3-5F01-F3C0-A690-298F34720415}"/>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38" name="Straight Connector 37">
              <a:extLst>
                <a:ext uri="{FF2B5EF4-FFF2-40B4-BE49-F238E27FC236}">
                  <a16:creationId xmlns:a16="http://schemas.microsoft.com/office/drawing/2014/main" id="{28FA8C9A-5FE3-A9AD-DDDA-84F41038ADF8}"/>
                </a:ext>
              </a:extLst>
            </p:cNvPr>
            <p:cNvCxnSpPr>
              <a:cxnSpLocks/>
            </p:cNvCxnSpPr>
            <p:nvPr userDrawn="1"/>
          </p:nvCxnSpPr>
          <p:spPr>
            <a:xfrm flipV="1">
              <a:off x="10909578" y="2332525"/>
              <a:ext cx="0" cy="541011"/>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0704FD36-3C20-8DC9-4596-BA0EB9DB2795}"/>
                </a:ext>
              </a:extLst>
            </p:cNvPr>
            <p:cNvCxnSpPr>
              <a:cxnSpLocks/>
            </p:cNvCxnSpPr>
            <p:nvPr/>
          </p:nvCxnSpPr>
          <p:spPr>
            <a:xfrm flipV="1">
              <a:off x="10909578" y="1475999"/>
              <a:ext cx="0" cy="541011"/>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156" name="Graphic 45">
            <a:extLst>
              <a:ext uri="{FF2B5EF4-FFF2-40B4-BE49-F238E27FC236}">
                <a16:creationId xmlns:a16="http://schemas.microsoft.com/office/drawing/2014/main" id="{5AF54DAE-2D02-69A9-C6FD-C0BE2C7FFC90}"/>
              </a:ext>
            </a:extLst>
          </p:cNvPr>
          <p:cNvGrpSpPr/>
          <p:nvPr/>
        </p:nvGrpSpPr>
        <p:grpSpPr>
          <a:xfrm>
            <a:off x="2401414" y="442246"/>
            <a:ext cx="3287002" cy="888784"/>
            <a:chOff x="4438774" y="1362239"/>
            <a:chExt cx="2497383" cy="675276"/>
          </a:xfrm>
          <a:solidFill>
            <a:srgbClr val="295937"/>
          </a:solidFill>
        </p:grpSpPr>
        <p:sp>
          <p:nvSpPr>
            <p:cNvPr id="157" name="Freeform 156">
              <a:extLst>
                <a:ext uri="{FF2B5EF4-FFF2-40B4-BE49-F238E27FC236}">
                  <a16:creationId xmlns:a16="http://schemas.microsoft.com/office/drawing/2014/main" id="{B9CBCCBF-1105-0D95-6452-753D966C5576}"/>
                </a:ext>
              </a:extLst>
            </p:cNvPr>
            <p:cNvSpPr/>
            <p:nvPr/>
          </p:nvSpPr>
          <p:spPr>
            <a:xfrm>
              <a:off x="4521731" y="1597684"/>
              <a:ext cx="2231" cy="2435"/>
            </a:xfrm>
            <a:custGeom>
              <a:avLst/>
              <a:gdLst>
                <a:gd name="connsiteX0" fmla="*/ 2231 w 2231"/>
                <a:gd name="connsiteY0" fmla="*/ 1624 h 2435"/>
                <a:gd name="connsiteX1" fmla="*/ 2231 w 2231"/>
                <a:gd name="connsiteY1" fmla="*/ 0 h 2435"/>
                <a:gd name="connsiteX2" fmla="*/ 609 w 2231"/>
                <a:gd name="connsiteY2" fmla="*/ 812 h 2435"/>
                <a:gd name="connsiteX3" fmla="*/ 609 w 2231"/>
                <a:gd name="connsiteY3" fmla="*/ 2436 h 2435"/>
                <a:gd name="connsiteX4" fmla="*/ 2231 w 2231"/>
                <a:gd name="connsiteY4" fmla="*/ 1624 h 2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1" h="2435">
                  <a:moveTo>
                    <a:pt x="2231" y="1624"/>
                  </a:moveTo>
                  <a:cubicBezTo>
                    <a:pt x="2231" y="812"/>
                    <a:pt x="2231" y="0"/>
                    <a:pt x="2231" y="0"/>
                  </a:cubicBezTo>
                  <a:cubicBezTo>
                    <a:pt x="2231" y="0"/>
                    <a:pt x="1420" y="812"/>
                    <a:pt x="609" y="812"/>
                  </a:cubicBezTo>
                  <a:cubicBezTo>
                    <a:pt x="-203" y="1624"/>
                    <a:pt x="-203" y="1624"/>
                    <a:pt x="609" y="2436"/>
                  </a:cubicBezTo>
                  <a:cubicBezTo>
                    <a:pt x="1420" y="2436"/>
                    <a:pt x="2231" y="2436"/>
                    <a:pt x="2231" y="1624"/>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sp>
          <p:nvSpPr>
            <p:cNvPr id="158" name="Freeform 157">
              <a:extLst>
                <a:ext uri="{FF2B5EF4-FFF2-40B4-BE49-F238E27FC236}">
                  <a16:creationId xmlns:a16="http://schemas.microsoft.com/office/drawing/2014/main" id="{87FBBA7A-55D5-2B48-F567-7631494948B6}"/>
                </a:ext>
              </a:extLst>
            </p:cNvPr>
            <p:cNvSpPr/>
            <p:nvPr/>
          </p:nvSpPr>
          <p:spPr>
            <a:xfrm>
              <a:off x="4438774" y="1380060"/>
              <a:ext cx="383752" cy="431485"/>
            </a:xfrm>
            <a:custGeom>
              <a:avLst/>
              <a:gdLst>
                <a:gd name="connsiteX0" fmla="*/ 321281 w 383752"/>
                <a:gd name="connsiteY0" fmla="*/ 363763 h 431485"/>
                <a:gd name="connsiteX1" fmla="*/ 318847 w 383752"/>
                <a:gd name="connsiteY1" fmla="*/ 365387 h 431485"/>
                <a:gd name="connsiteX2" fmla="*/ 311545 w 383752"/>
                <a:gd name="connsiteY2" fmla="*/ 370258 h 431485"/>
                <a:gd name="connsiteX3" fmla="*/ 311545 w 383752"/>
                <a:gd name="connsiteY3" fmla="*/ 367011 h 431485"/>
                <a:gd name="connsiteX4" fmla="*/ 342375 w 383752"/>
                <a:gd name="connsiteY4" fmla="*/ 345090 h 431485"/>
                <a:gd name="connsiteX5" fmla="*/ 338318 w 383752"/>
                <a:gd name="connsiteY5" fmla="*/ 346714 h 431485"/>
                <a:gd name="connsiteX6" fmla="*/ 332639 w 383752"/>
                <a:gd name="connsiteY6" fmla="*/ 349961 h 431485"/>
                <a:gd name="connsiteX7" fmla="*/ 331017 w 383752"/>
                <a:gd name="connsiteY7" fmla="*/ 350773 h 431485"/>
                <a:gd name="connsiteX8" fmla="*/ 328583 w 383752"/>
                <a:gd name="connsiteY8" fmla="*/ 352397 h 431485"/>
                <a:gd name="connsiteX9" fmla="*/ 327771 w 383752"/>
                <a:gd name="connsiteY9" fmla="*/ 350773 h 431485"/>
                <a:gd name="connsiteX10" fmla="*/ 331017 w 383752"/>
                <a:gd name="connsiteY10" fmla="*/ 348337 h 431485"/>
                <a:gd name="connsiteX11" fmla="*/ 331828 w 383752"/>
                <a:gd name="connsiteY11" fmla="*/ 347526 h 431485"/>
                <a:gd name="connsiteX12" fmla="*/ 337507 w 383752"/>
                <a:gd name="connsiteY12" fmla="*/ 341842 h 431485"/>
                <a:gd name="connsiteX13" fmla="*/ 345620 w 383752"/>
                <a:gd name="connsiteY13" fmla="*/ 334535 h 431485"/>
                <a:gd name="connsiteX14" fmla="*/ 352111 w 383752"/>
                <a:gd name="connsiteY14" fmla="*/ 328852 h 431485"/>
                <a:gd name="connsiteX15" fmla="*/ 361035 w 383752"/>
                <a:gd name="connsiteY15" fmla="*/ 318298 h 431485"/>
                <a:gd name="connsiteX16" fmla="*/ 361846 w 383752"/>
                <a:gd name="connsiteY16" fmla="*/ 317486 h 431485"/>
                <a:gd name="connsiteX17" fmla="*/ 372394 w 383752"/>
                <a:gd name="connsiteY17" fmla="*/ 302872 h 431485"/>
                <a:gd name="connsiteX18" fmla="*/ 374828 w 383752"/>
                <a:gd name="connsiteY18" fmla="*/ 295565 h 431485"/>
                <a:gd name="connsiteX19" fmla="*/ 376450 w 383752"/>
                <a:gd name="connsiteY19" fmla="*/ 289882 h 431485"/>
                <a:gd name="connsiteX20" fmla="*/ 381318 w 383752"/>
                <a:gd name="connsiteY20" fmla="*/ 280140 h 431485"/>
                <a:gd name="connsiteX21" fmla="*/ 382129 w 383752"/>
                <a:gd name="connsiteY21" fmla="*/ 276080 h 431485"/>
                <a:gd name="connsiteX22" fmla="*/ 383752 w 383752"/>
                <a:gd name="connsiteY22" fmla="*/ 272021 h 431485"/>
                <a:gd name="connsiteX23" fmla="*/ 380507 w 383752"/>
                <a:gd name="connsiteY23" fmla="*/ 276892 h 431485"/>
                <a:gd name="connsiteX24" fmla="*/ 322092 w 383752"/>
                <a:gd name="connsiteY24" fmla="*/ 334535 h 431485"/>
                <a:gd name="connsiteX25" fmla="*/ 319658 w 383752"/>
                <a:gd name="connsiteY25" fmla="*/ 337783 h 431485"/>
                <a:gd name="connsiteX26" fmla="*/ 313168 w 383752"/>
                <a:gd name="connsiteY26" fmla="*/ 341842 h 431485"/>
                <a:gd name="connsiteX27" fmla="*/ 310734 w 383752"/>
                <a:gd name="connsiteY27" fmla="*/ 343466 h 431485"/>
                <a:gd name="connsiteX28" fmla="*/ 285583 w 383752"/>
                <a:gd name="connsiteY28" fmla="*/ 358892 h 431485"/>
                <a:gd name="connsiteX29" fmla="*/ 275036 w 383752"/>
                <a:gd name="connsiteY29" fmla="*/ 366199 h 431485"/>
                <a:gd name="connsiteX30" fmla="*/ 272602 w 383752"/>
                <a:gd name="connsiteY30" fmla="*/ 367011 h 431485"/>
                <a:gd name="connsiteX31" fmla="*/ 239338 w 383752"/>
                <a:gd name="connsiteY31" fmla="*/ 380001 h 431485"/>
                <a:gd name="connsiteX32" fmla="*/ 234470 w 383752"/>
                <a:gd name="connsiteY32" fmla="*/ 381625 h 431485"/>
                <a:gd name="connsiteX33" fmla="*/ 227979 w 383752"/>
                <a:gd name="connsiteY33" fmla="*/ 384060 h 431485"/>
                <a:gd name="connsiteX34" fmla="*/ 216621 w 383752"/>
                <a:gd name="connsiteY34" fmla="*/ 387308 h 431485"/>
                <a:gd name="connsiteX35" fmla="*/ 206074 w 383752"/>
                <a:gd name="connsiteY35" fmla="*/ 389743 h 431485"/>
                <a:gd name="connsiteX36" fmla="*/ 110339 w 383752"/>
                <a:gd name="connsiteY36" fmla="*/ 405169 h 431485"/>
                <a:gd name="connsiteX37" fmla="*/ 95735 w 383752"/>
                <a:gd name="connsiteY37" fmla="*/ 402733 h 431485"/>
                <a:gd name="connsiteX38" fmla="*/ 23528 w 383752"/>
                <a:gd name="connsiteY38" fmla="*/ 366199 h 431485"/>
                <a:gd name="connsiteX39" fmla="*/ 22717 w 383752"/>
                <a:gd name="connsiteY39" fmla="*/ 341842 h 431485"/>
                <a:gd name="connsiteX40" fmla="*/ 42188 w 383752"/>
                <a:gd name="connsiteY40" fmla="*/ 293130 h 431485"/>
                <a:gd name="connsiteX41" fmla="*/ 137924 w 383752"/>
                <a:gd name="connsiteY41" fmla="*/ 226555 h 431485"/>
                <a:gd name="connsiteX42" fmla="*/ 169565 w 383752"/>
                <a:gd name="connsiteY42" fmla="*/ 213565 h 431485"/>
                <a:gd name="connsiteX43" fmla="*/ 175244 w 383752"/>
                <a:gd name="connsiteY43" fmla="*/ 211130 h 431485"/>
                <a:gd name="connsiteX44" fmla="*/ 206074 w 383752"/>
                <a:gd name="connsiteY44" fmla="*/ 200575 h 431485"/>
                <a:gd name="connsiteX45" fmla="*/ 220678 w 383752"/>
                <a:gd name="connsiteY45" fmla="*/ 197328 h 431485"/>
                <a:gd name="connsiteX46" fmla="*/ 238527 w 383752"/>
                <a:gd name="connsiteY46" fmla="*/ 194080 h 431485"/>
                <a:gd name="connsiteX47" fmla="*/ 255564 w 383752"/>
                <a:gd name="connsiteY47" fmla="*/ 193268 h 431485"/>
                <a:gd name="connsiteX48" fmla="*/ 268545 w 383752"/>
                <a:gd name="connsiteY48" fmla="*/ 192456 h 431485"/>
                <a:gd name="connsiteX49" fmla="*/ 281526 w 383752"/>
                <a:gd name="connsiteY49" fmla="*/ 184338 h 431485"/>
                <a:gd name="connsiteX50" fmla="*/ 275847 w 383752"/>
                <a:gd name="connsiteY50" fmla="*/ 168912 h 431485"/>
                <a:gd name="connsiteX51" fmla="*/ 249885 w 383752"/>
                <a:gd name="connsiteY51" fmla="*/ 156734 h 431485"/>
                <a:gd name="connsiteX52" fmla="*/ 211753 w 383752"/>
                <a:gd name="connsiteY52" fmla="*/ 161605 h 431485"/>
                <a:gd name="connsiteX53" fmla="*/ 197961 w 383752"/>
                <a:gd name="connsiteY53" fmla="*/ 167288 h 431485"/>
                <a:gd name="connsiteX54" fmla="*/ 196338 w 383752"/>
                <a:gd name="connsiteY54" fmla="*/ 167288 h 431485"/>
                <a:gd name="connsiteX55" fmla="*/ 192282 w 383752"/>
                <a:gd name="connsiteY55" fmla="*/ 166476 h 431485"/>
                <a:gd name="connsiteX56" fmla="*/ 180112 w 383752"/>
                <a:gd name="connsiteY56" fmla="*/ 163229 h 431485"/>
                <a:gd name="connsiteX57" fmla="*/ 159018 w 383752"/>
                <a:gd name="connsiteY57" fmla="*/ 151051 h 431485"/>
                <a:gd name="connsiteX58" fmla="*/ 162263 w 383752"/>
                <a:gd name="connsiteY58" fmla="*/ 81229 h 431485"/>
                <a:gd name="connsiteX59" fmla="*/ 223923 w 383752"/>
                <a:gd name="connsiteY59" fmla="*/ 45506 h 431485"/>
                <a:gd name="connsiteX60" fmla="*/ 279092 w 383752"/>
                <a:gd name="connsiteY60" fmla="*/ 30080 h 431485"/>
                <a:gd name="connsiteX61" fmla="*/ 288017 w 383752"/>
                <a:gd name="connsiteY61" fmla="*/ 29269 h 431485"/>
                <a:gd name="connsiteX62" fmla="*/ 309111 w 383752"/>
                <a:gd name="connsiteY62" fmla="*/ 30080 h 431485"/>
                <a:gd name="connsiteX63" fmla="*/ 322903 w 383752"/>
                <a:gd name="connsiteY63" fmla="*/ 32516 h 431485"/>
                <a:gd name="connsiteX64" fmla="*/ 322092 w 383752"/>
                <a:gd name="connsiteY64" fmla="*/ 38199 h 431485"/>
                <a:gd name="connsiteX65" fmla="*/ 317224 w 383752"/>
                <a:gd name="connsiteY65" fmla="*/ 50377 h 431485"/>
                <a:gd name="connsiteX66" fmla="*/ 312356 w 383752"/>
                <a:gd name="connsiteY66" fmla="*/ 59308 h 431485"/>
                <a:gd name="connsiteX67" fmla="*/ 307488 w 383752"/>
                <a:gd name="connsiteY67" fmla="*/ 65803 h 431485"/>
                <a:gd name="connsiteX68" fmla="*/ 305054 w 383752"/>
                <a:gd name="connsiteY68" fmla="*/ 72298 h 431485"/>
                <a:gd name="connsiteX69" fmla="*/ 309111 w 383752"/>
                <a:gd name="connsiteY69" fmla="*/ 69863 h 431485"/>
                <a:gd name="connsiteX70" fmla="*/ 317224 w 383752"/>
                <a:gd name="connsiteY70" fmla="*/ 65803 h 431485"/>
                <a:gd name="connsiteX71" fmla="*/ 325337 w 383752"/>
                <a:gd name="connsiteY71" fmla="*/ 60932 h 431485"/>
                <a:gd name="connsiteX72" fmla="*/ 331828 w 383752"/>
                <a:gd name="connsiteY72" fmla="*/ 56061 h 431485"/>
                <a:gd name="connsiteX73" fmla="*/ 334262 w 383752"/>
                <a:gd name="connsiteY73" fmla="*/ 52813 h 431485"/>
                <a:gd name="connsiteX74" fmla="*/ 335073 w 383752"/>
                <a:gd name="connsiteY74" fmla="*/ 52001 h 431485"/>
                <a:gd name="connsiteX75" fmla="*/ 338318 w 383752"/>
                <a:gd name="connsiteY75" fmla="*/ 49566 h 431485"/>
                <a:gd name="connsiteX76" fmla="*/ 327771 w 383752"/>
                <a:gd name="connsiteY76" fmla="*/ 11407 h 431485"/>
                <a:gd name="connsiteX77" fmla="*/ 303432 w 383752"/>
                <a:gd name="connsiteY77" fmla="*/ 41 h 431485"/>
                <a:gd name="connsiteX78" fmla="*/ 196338 w 383752"/>
                <a:gd name="connsiteY78" fmla="*/ 27645 h 431485"/>
                <a:gd name="connsiteX79" fmla="*/ 159829 w 383752"/>
                <a:gd name="connsiteY79" fmla="*/ 49566 h 431485"/>
                <a:gd name="connsiteX80" fmla="*/ 160640 w 383752"/>
                <a:gd name="connsiteY80" fmla="*/ 50377 h 431485"/>
                <a:gd name="connsiteX81" fmla="*/ 127376 w 383752"/>
                <a:gd name="connsiteY81" fmla="*/ 84476 h 431485"/>
                <a:gd name="connsiteX82" fmla="*/ 123320 w 383752"/>
                <a:gd name="connsiteY82" fmla="*/ 131565 h 431485"/>
                <a:gd name="connsiteX83" fmla="*/ 125754 w 383752"/>
                <a:gd name="connsiteY83" fmla="*/ 137249 h 431485"/>
                <a:gd name="connsiteX84" fmla="*/ 130622 w 383752"/>
                <a:gd name="connsiteY84" fmla="*/ 154298 h 431485"/>
                <a:gd name="connsiteX85" fmla="*/ 132244 w 383752"/>
                <a:gd name="connsiteY85" fmla="*/ 155922 h 431485"/>
                <a:gd name="connsiteX86" fmla="*/ 134678 w 383752"/>
                <a:gd name="connsiteY86" fmla="*/ 158357 h 431485"/>
                <a:gd name="connsiteX87" fmla="*/ 154150 w 383752"/>
                <a:gd name="connsiteY87" fmla="*/ 172971 h 431485"/>
                <a:gd name="connsiteX88" fmla="*/ 158206 w 383752"/>
                <a:gd name="connsiteY88" fmla="*/ 173783 h 431485"/>
                <a:gd name="connsiteX89" fmla="*/ 160640 w 383752"/>
                <a:gd name="connsiteY89" fmla="*/ 174595 h 431485"/>
                <a:gd name="connsiteX90" fmla="*/ 162263 w 383752"/>
                <a:gd name="connsiteY90" fmla="*/ 177843 h 431485"/>
                <a:gd name="connsiteX91" fmla="*/ 161452 w 383752"/>
                <a:gd name="connsiteY91" fmla="*/ 181090 h 431485"/>
                <a:gd name="connsiteX92" fmla="*/ 160640 w 383752"/>
                <a:gd name="connsiteY92" fmla="*/ 181902 h 431485"/>
                <a:gd name="connsiteX93" fmla="*/ 154150 w 383752"/>
                <a:gd name="connsiteY93" fmla="*/ 182714 h 431485"/>
                <a:gd name="connsiteX94" fmla="*/ 148471 w 383752"/>
                <a:gd name="connsiteY94" fmla="*/ 187585 h 431485"/>
                <a:gd name="connsiteX95" fmla="*/ 147659 w 383752"/>
                <a:gd name="connsiteY95" fmla="*/ 190021 h 431485"/>
                <a:gd name="connsiteX96" fmla="*/ 146848 w 383752"/>
                <a:gd name="connsiteY96" fmla="*/ 189209 h 431485"/>
                <a:gd name="connsiteX97" fmla="*/ 141169 w 383752"/>
                <a:gd name="connsiteY97" fmla="*/ 189209 h 431485"/>
                <a:gd name="connsiteX98" fmla="*/ 139546 w 383752"/>
                <a:gd name="connsiteY98" fmla="*/ 191645 h 431485"/>
                <a:gd name="connsiteX99" fmla="*/ 137924 w 383752"/>
                <a:gd name="connsiteY99" fmla="*/ 193268 h 431485"/>
                <a:gd name="connsiteX100" fmla="*/ 137112 w 383752"/>
                <a:gd name="connsiteY100" fmla="*/ 192456 h 431485"/>
                <a:gd name="connsiteX101" fmla="*/ 133867 w 383752"/>
                <a:gd name="connsiteY101" fmla="*/ 193268 h 431485"/>
                <a:gd name="connsiteX102" fmla="*/ 128999 w 383752"/>
                <a:gd name="connsiteY102" fmla="*/ 197328 h 431485"/>
                <a:gd name="connsiteX103" fmla="*/ 115207 w 383752"/>
                <a:gd name="connsiteY103" fmla="*/ 206258 h 431485"/>
                <a:gd name="connsiteX104" fmla="*/ 105471 w 383752"/>
                <a:gd name="connsiteY104" fmla="*/ 208694 h 431485"/>
                <a:gd name="connsiteX105" fmla="*/ 104660 w 383752"/>
                <a:gd name="connsiteY105" fmla="*/ 208694 h 431485"/>
                <a:gd name="connsiteX106" fmla="*/ 94924 w 383752"/>
                <a:gd name="connsiteY106" fmla="*/ 215189 h 431485"/>
                <a:gd name="connsiteX107" fmla="*/ 93301 w 383752"/>
                <a:gd name="connsiteY107" fmla="*/ 216001 h 431485"/>
                <a:gd name="connsiteX108" fmla="*/ 81943 w 383752"/>
                <a:gd name="connsiteY108" fmla="*/ 222496 h 431485"/>
                <a:gd name="connsiteX109" fmla="*/ 81132 w 383752"/>
                <a:gd name="connsiteY109" fmla="*/ 223308 h 431485"/>
                <a:gd name="connsiteX110" fmla="*/ 73829 w 383752"/>
                <a:gd name="connsiteY110" fmla="*/ 228991 h 431485"/>
                <a:gd name="connsiteX111" fmla="*/ 71396 w 383752"/>
                <a:gd name="connsiteY111" fmla="*/ 229803 h 431485"/>
                <a:gd name="connsiteX112" fmla="*/ 65716 w 383752"/>
                <a:gd name="connsiteY112" fmla="*/ 233050 h 431485"/>
                <a:gd name="connsiteX113" fmla="*/ 59226 w 383752"/>
                <a:gd name="connsiteY113" fmla="*/ 237110 h 431485"/>
                <a:gd name="connsiteX114" fmla="*/ 0 w 383752"/>
                <a:gd name="connsiteY114" fmla="*/ 322357 h 431485"/>
                <a:gd name="connsiteX115" fmla="*/ 0 w 383752"/>
                <a:gd name="connsiteY115" fmla="*/ 333724 h 431485"/>
                <a:gd name="connsiteX116" fmla="*/ 5679 w 383752"/>
                <a:gd name="connsiteY116" fmla="*/ 371882 h 431485"/>
                <a:gd name="connsiteX117" fmla="*/ 5679 w 383752"/>
                <a:gd name="connsiteY117" fmla="*/ 374318 h 431485"/>
                <a:gd name="connsiteX118" fmla="*/ 6490 w 383752"/>
                <a:gd name="connsiteY118" fmla="*/ 374318 h 431485"/>
                <a:gd name="connsiteX119" fmla="*/ 9736 w 383752"/>
                <a:gd name="connsiteY119" fmla="*/ 379189 h 431485"/>
                <a:gd name="connsiteX120" fmla="*/ 30019 w 383752"/>
                <a:gd name="connsiteY120" fmla="*/ 403545 h 431485"/>
                <a:gd name="connsiteX121" fmla="*/ 32453 w 383752"/>
                <a:gd name="connsiteY121" fmla="*/ 408417 h 431485"/>
                <a:gd name="connsiteX122" fmla="*/ 44622 w 383752"/>
                <a:gd name="connsiteY122" fmla="*/ 410852 h 431485"/>
                <a:gd name="connsiteX123" fmla="*/ 54358 w 383752"/>
                <a:gd name="connsiteY123" fmla="*/ 415723 h 431485"/>
                <a:gd name="connsiteX124" fmla="*/ 64905 w 383752"/>
                <a:gd name="connsiteY124" fmla="*/ 420595 h 431485"/>
                <a:gd name="connsiteX125" fmla="*/ 74641 w 383752"/>
                <a:gd name="connsiteY125" fmla="*/ 423030 h 431485"/>
                <a:gd name="connsiteX126" fmla="*/ 77075 w 383752"/>
                <a:gd name="connsiteY126" fmla="*/ 424654 h 431485"/>
                <a:gd name="connsiteX127" fmla="*/ 85999 w 383752"/>
                <a:gd name="connsiteY127" fmla="*/ 427090 h 431485"/>
                <a:gd name="connsiteX128" fmla="*/ 90056 w 383752"/>
                <a:gd name="connsiteY128" fmla="*/ 427902 h 431485"/>
                <a:gd name="connsiteX129" fmla="*/ 103037 w 383752"/>
                <a:gd name="connsiteY129" fmla="*/ 428714 h 431485"/>
                <a:gd name="connsiteX130" fmla="*/ 105471 w 383752"/>
                <a:gd name="connsiteY130" fmla="*/ 430337 h 431485"/>
                <a:gd name="connsiteX131" fmla="*/ 107905 w 383752"/>
                <a:gd name="connsiteY131" fmla="*/ 431149 h 431485"/>
                <a:gd name="connsiteX132" fmla="*/ 108716 w 383752"/>
                <a:gd name="connsiteY132" fmla="*/ 430337 h 431485"/>
                <a:gd name="connsiteX133" fmla="*/ 124943 w 383752"/>
                <a:gd name="connsiteY133" fmla="*/ 431149 h 431485"/>
                <a:gd name="connsiteX134" fmla="*/ 137924 w 383752"/>
                <a:gd name="connsiteY134" fmla="*/ 430337 h 431485"/>
                <a:gd name="connsiteX135" fmla="*/ 147659 w 383752"/>
                <a:gd name="connsiteY135" fmla="*/ 429525 h 431485"/>
                <a:gd name="connsiteX136" fmla="*/ 151716 w 383752"/>
                <a:gd name="connsiteY136" fmla="*/ 429525 h 431485"/>
                <a:gd name="connsiteX137" fmla="*/ 154961 w 383752"/>
                <a:gd name="connsiteY137" fmla="*/ 429525 h 431485"/>
                <a:gd name="connsiteX138" fmla="*/ 156584 w 383752"/>
                <a:gd name="connsiteY138" fmla="*/ 429525 h 431485"/>
                <a:gd name="connsiteX139" fmla="*/ 176055 w 383752"/>
                <a:gd name="connsiteY139" fmla="*/ 424654 h 431485"/>
                <a:gd name="connsiteX140" fmla="*/ 223112 w 383752"/>
                <a:gd name="connsiteY140" fmla="*/ 414100 h 431485"/>
                <a:gd name="connsiteX141" fmla="*/ 231225 w 383752"/>
                <a:gd name="connsiteY141" fmla="*/ 411664 h 431485"/>
                <a:gd name="connsiteX142" fmla="*/ 233659 w 383752"/>
                <a:gd name="connsiteY142" fmla="*/ 405169 h 431485"/>
                <a:gd name="connsiteX143" fmla="*/ 239338 w 383752"/>
                <a:gd name="connsiteY143" fmla="*/ 402733 h 431485"/>
                <a:gd name="connsiteX144" fmla="*/ 247451 w 383752"/>
                <a:gd name="connsiteY144" fmla="*/ 399486 h 431485"/>
                <a:gd name="connsiteX145" fmla="*/ 262055 w 383752"/>
                <a:gd name="connsiteY145" fmla="*/ 395426 h 431485"/>
                <a:gd name="connsiteX146" fmla="*/ 264489 w 383752"/>
                <a:gd name="connsiteY146" fmla="*/ 394615 h 431485"/>
                <a:gd name="connsiteX147" fmla="*/ 265300 w 383752"/>
                <a:gd name="connsiteY147" fmla="*/ 393803 h 431485"/>
                <a:gd name="connsiteX148" fmla="*/ 267734 w 383752"/>
                <a:gd name="connsiteY148" fmla="*/ 395426 h 431485"/>
                <a:gd name="connsiteX149" fmla="*/ 268545 w 383752"/>
                <a:gd name="connsiteY149" fmla="*/ 393803 h 431485"/>
                <a:gd name="connsiteX150" fmla="*/ 276658 w 383752"/>
                <a:gd name="connsiteY150" fmla="*/ 388120 h 431485"/>
                <a:gd name="connsiteX151" fmla="*/ 292074 w 383752"/>
                <a:gd name="connsiteY151" fmla="*/ 380813 h 431485"/>
                <a:gd name="connsiteX152" fmla="*/ 298564 w 383752"/>
                <a:gd name="connsiteY152" fmla="*/ 377565 h 431485"/>
                <a:gd name="connsiteX153" fmla="*/ 313979 w 383752"/>
                <a:gd name="connsiteY153" fmla="*/ 368634 h 431485"/>
                <a:gd name="connsiteX154" fmla="*/ 321281 w 383752"/>
                <a:gd name="connsiteY154" fmla="*/ 363763 h 431485"/>
                <a:gd name="connsiteX155" fmla="*/ 332639 w 383752"/>
                <a:gd name="connsiteY155" fmla="*/ 337783 h 431485"/>
                <a:gd name="connsiteX156" fmla="*/ 360224 w 383752"/>
                <a:gd name="connsiteY156" fmla="*/ 315050 h 431485"/>
                <a:gd name="connsiteX157" fmla="*/ 365092 w 383752"/>
                <a:gd name="connsiteY157" fmla="*/ 310179 h 431485"/>
                <a:gd name="connsiteX158" fmla="*/ 361846 w 383752"/>
                <a:gd name="connsiteY158" fmla="*/ 314238 h 431485"/>
                <a:gd name="connsiteX159" fmla="*/ 339130 w 383752"/>
                <a:gd name="connsiteY159" fmla="*/ 335347 h 431485"/>
                <a:gd name="connsiteX160" fmla="*/ 323715 w 383752"/>
                <a:gd name="connsiteY160" fmla="*/ 345090 h 431485"/>
                <a:gd name="connsiteX161" fmla="*/ 332639 w 383752"/>
                <a:gd name="connsiteY161" fmla="*/ 337783 h 431485"/>
                <a:gd name="connsiteX162" fmla="*/ 315602 w 383752"/>
                <a:gd name="connsiteY162" fmla="*/ 349149 h 431485"/>
                <a:gd name="connsiteX163" fmla="*/ 318035 w 383752"/>
                <a:gd name="connsiteY163" fmla="*/ 347526 h 431485"/>
                <a:gd name="connsiteX164" fmla="*/ 316413 w 383752"/>
                <a:gd name="connsiteY164" fmla="*/ 349961 h 431485"/>
                <a:gd name="connsiteX165" fmla="*/ 315602 w 383752"/>
                <a:gd name="connsiteY165" fmla="*/ 349149 h 431485"/>
                <a:gd name="connsiteX166" fmla="*/ 311545 w 383752"/>
                <a:gd name="connsiteY166" fmla="*/ 351585 h 431485"/>
                <a:gd name="connsiteX167" fmla="*/ 312356 w 383752"/>
                <a:gd name="connsiteY167" fmla="*/ 350773 h 431485"/>
                <a:gd name="connsiteX168" fmla="*/ 313168 w 383752"/>
                <a:gd name="connsiteY168" fmla="*/ 351585 h 431485"/>
                <a:gd name="connsiteX169" fmla="*/ 312356 w 383752"/>
                <a:gd name="connsiteY169" fmla="*/ 353209 h 431485"/>
                <a:gd name="connsiteX170" fmla="*/ 311545 w 383752"/>
                <a:gd name="connsiteY170" fmla="*/ 351585 h 431485"/>
                <a:gd name="connsiteX171" fmla="*/ 151716 w 383752"/>
                <a:gd name="connsiteY171" fmla="*/ 185149 h 431485"/>
                <a:gd name="connsiteX172" fmla="*/ 156584 w 383752"/>
                <a:gd name="connsiteY172" fmla="*/ 184338 h 431485"/>
                <a:gd name="connsiteX173" fmla="*/ 153339 w 383752"/>
                <a:gd name="connsiteY173" fmla="*/ 185149 h 431485"/>
                <a:gd name="connsiteX174" fmla="*/ 151716 w 383752"/>
                <a:gd name="connsiteY174" fmla="*/ 185149 h 431485"/>
                <a:gd name="connsiteX175" fmla="*/ 253130 w 383752"/>
                <a:gd name="connsiteY175" fmla="*/ 394615 h 431485"/>
                <a:gd name="connsiteX176" fmla="*/ 245017 w 383752"/>
                <a:gd name="connsiteY176" fmla="*/ 397862 h 431485"/>
                <a:gd name="connsiteX177" fmla="*/ 242583 w 383752"/>
                <a:gd name="connsiteY177" fmla="*/ 397050 h 431485"/>
                <a:gd name="connsiteX178" fmla="*/ 242583 w 383752"/>
                <a:gd name="connsiteY178" fmla="*/ 397862 h 431485"/>
                <a:gd name="connsiteX179" fmla="*/ 240960 w 383752"/>
                <a:gd name="connsiteY179" fmla="*/ 399486 h 431485"/>
                <a:gd name="connsiteX180" fmla="*/ 235281 w 383752"/>
                <a:gd name="connsiteY180" fmla="*/ 401110 h 431485"/>
                <a:gd name="connsiteX181" fmla="*/ 231225 w 383752"/>
                <a:gd name="connsiteY181" fmla="*/ 401110 h 431485"/>
                <a:gd name="connsiteX182" fmla="*/ 232036 w 383752"/>
                <a:gd name="connsiteY182" fmla="*/ 400298 h 431485"/>
                <a:gd name="connsiteX183" fmla="*/ 233659 w 383752"/>
                <a:gd name="connsiteY183" fmla="*/ 398674 h 431485"/>
                <a:gd name="connsiteX184" fmla="*/ 234470 w 383752"/>
                <a:gd name="connsiteY184" fmla="*/ 397862 h 431485"/>
                <a:gd name="connsiteX185" fmla="*/ 236093 w 383752"/>
                <a:gd name="connsiteY185" fmla="*/ 397050 h 431485"/>
                <a:gd name="connsiteX186" fmla="*/ 237715 w 383752"/>
                <a:gd name="connsiteY186" fmla="*/ 396238 h 431485"/>
                <a:gd name="connsiteX187" fmla="*/ 239338 w 383752"/>
                <a:gd name="connsiteY187" fmla="*/ 395426 h 431485"/>
                <a:gd name="connsiteX188" fmla="*/ 241772 w 383752"/>
                <a:gd name="connsiteY188" fmla="*/ 394615 h 431485"/>
                <a:gd name="connsiteX189" fmla="*/ 244206 w 383752"/>
                <a:gd name="connsiteY189" fmla="*/ 394615 h 431485"/>
                <a:gd name="connsiteX190" fmla="*/ 247451 w 383752"/>
                <a:gd name="connsiteY190" fmla="*/ 392991 h 431485"/>
                <a:gd name="connsiteX191" fmla="*/ 250696 w 383752"/>
                <a:gd name="connsiteY191" fmla="*/ 392991 h 431485"/>
                <a:gd name="connsiteX192" fmla="*/ 253130 w 383752"/>
                <a:gd name="connsiteY192" fmla="*/ 394615 h 431485"/>
                <a:gd name="connsiteX193" fmla="*/ 253130 w 383752"/>
                <a:gd name="connsiteY193" fmla="*/ 394615 h 431485"/>
                <a:gd name="connsiteX194" fmla="*/ 300998 w 383752"/>
                <a:gd name="connsiteY194" fmla="*/ 375941 h 431485"/>
                <a:gd name="connsiteX195" fmla="*/ 295319 w 383752"/>
                <a:gd name="connsiteY195" fmla="*/ 379189 h 431485"/>
                <a:gd name="connsiteX196" fmla="*/ 292885 w 383752"/>
                <a:gd name="connsiteY196" fmla="*/ 380001 h 431485"/>
                <a:gd name="connsiteX197" fmla="*/ 290451 w 383752"/>
                <a:gd name="connsiteY197" fmla="*/ 380813 h 431485"/>
                <a:gd name="connsiteX198" fmla="*/ 285583 w 383752"/>
                <a:gd name="connsiteY198" fmla="*/ 383248 h 431485"/>
                <a:gd name="connsiteX199" fmla="*/ 279904 w 383752"/>
                <a:gd name="connsiteY199" fmla="*/ 385684 h 431485"/>
                <a:gd name="connsiteX200" fmla="*/ 270168 w 383752"/>
                <a:gd name="connsiteY200" fmla="*/ 389743 h 431485"/>
                <a:gd name="connsiteX201" fmla="*/ 268545 w 383752"/>
                <a:gd name="connsiteY201" fmla="*/ 389743 h 431485"/>
                <a:gd name="connsiteX202" fmla="*/ 267734 w 383752"/>
                <a:gd name="connsiteY202" fmla="*/ 388931 h 431485"/>
                <a:gd name="connsiteX203" fmla="*/ 266111 w 383752"/>
                <a:gd name="connsiteY203" fmla="*/ 390555 h 431485"/>
                <a:gd name="connsiteX204" fmla="*/ 264489 w 383752"/>
                <a:gd name="connsiteY204" fmla="*/ 392991 h 431485"/>
                <a:gd name="connsiteX205" fmla="*/ 260432 w 383752"/>
                <a:gd name="connsiteY205" fmla="*/ 394615 h 431485"/>
                <a:gd name="connsiteX206" fmla="*/ 257187 w 383752"/>
                <a:gd name="connsiteY206" fmla="*/ 392991 h 431485"/>
                <a:gd name="connsiteX207" fmla="*/ 266923 w 383752"/>
                <a:gd name="connsiteY207" fmla="*/ 388120 h 431485"/>
                <a:gd name="connsiteX208" fmla="*/ 274224 w 383752"/>
                <a:gd name="connsiteY208" fmla="*/ 385684 h 431485"/>
                <a:gd name="connsiteX209" fmla="*/ 278281 w 383752"/>
                <a:gd name="connsiteY209" fmla="*/ 384872 h 431485"/>
                <a:gd name="connsiteX210" fmla="*/ 282338 w 383752"/>
                <a:gd name="connsiteY210" fmla="*/ 384060 h 431485"/>
                <a:gd name="connsiteX211" fmla="*/ 292885 w 383752"/>
                <a:gd name="connsiteY211" fmla="*/ 377565 h 431485"/>
                <a:gd name="connsiteX212" fmla="*/ 299375 w 383752"/>
                <a:gd name="connsiteY212" fmla="*/ 373506 h 431485"/>
                <a:gd name="connsiteX213" fmla="*/ 301809 w 383752"/>
                <a:gd name="connsiteY213" fmla="*/ 371882 h 431485"/>
                <a:gd name="connsiteX214" fmla="*/ 304243 w 383752"/>
                <a:gd name="connsiteY214" fmla="*/ 372694 h 431485"/>
                <a:gd name="connsiteX215" fmla="*/ 300998 w 383752"/>
                <a:gd name="connsiteY215" fmla="*/ 375941 h 43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383752" h="431485">
                  <a:moveTo>
                    <a:pt x="321281" y="363763"/>
                  </a:moveTo>
                  <a:cubicBezTo>
                    <a:pt x="320470" y="364575"/>
                    <a:pt x="318847" y="365387"/>
                    <a:pt x="318847" y="365387"/>
                  </a:cubicBezTo>
                  <a:cubicBezTo>
                    <a:pt x="318847" y="366199"/>
                    <a:pt x="313979" y="370258"/>
                    <a:pt x="311545" y="370258"/>
                  </a:cubicBezTo>
                  <a:cubicBezTo>
                    <a:pt x="309111" y="370258"/>
                    <a:pt x="309111" y="367823"/>
                    <a:pt x="311545" y="367011"/>
                  </a:cubicBezTo>
                  <a:cubicBezTo>
                    <a:pt x="317224" y="364575"/>
                    <a:pt x="342375" y="346714"/>
                    <a:pt x="342375" y="345090"/>
                  </a:cubicBezTo>
                  <a:cubicBezTo>
                    <a:pt x="342375" y="344278"/>
                    <a:pt x="341564" y="344278"/>
                    <a:pt x="338318" y="346714"/>
                  </a:cubicBezTo>
                  <a:cubicBezTo>
                    <a:pt x="335884" y="348337"/>
                    <a:pt x="333450" y="349961"/>
                    <a:pt x="332639" y="349961"/>
                  </a:cubicBezTo>
                  <a:cubicBezTo>
                    <a:pt x="331828" y="349961"/>
                    <a:pt x="331017" y="350773"/>
                    <a:pt x="331017" y="350773"/>
                  </a:cubicBezTo>
                  <a:cubicBezTo>
                    <a:pt x="331017" y="351585"/>
                    <a:pt x="330205" y="351585"/>
                    <a:pt x="328583" y="352397"/>
                  </a:cubicBezTo>
                  <a:cubicBezTo>
                    <a:pt x="326149" y="353209"/>
                    <a:pt x="326149" y="353209"/>
                    <a:pt x="327771" y="350773"/>
                  </a:cubicBezTo>
                  <a:cubicBezTo>
                    <a:pt x="328583" y="349149"/>
                    <a:pt x="330205" y="348337"/>
                    <a:pt x="331017" y="348337"/>
                  </a:cubicBezTo>
                  <a:cubicBezTo>
                    <a:pt x="331828" y="348337"/>
                    <a:pt x="332639" y="347526"/>
                    <a:pt x="331828" y="347526"/>
                  </a:cubicBezTo>
                  <a:cubicBezTo>
                    <a:pt x="331017" y="347526"/>
                    <a:pt x="334262" y="345090"/>
                    <a:pt x="337507" y="341842"/>
                  </a:cubicBezTo>
                  <a:cubicBezTo>
                    <a:pt x="340752" y="339407"/>
                    <a:pt x="344809" y="336159"/>
                    <a:pt x="345620" y="334535"/>
                  </a:cubicBezTo>
                  <a:cubicBezTo>
                    <a:pt x="346431" y="333724"/>
                    <a:pt x="349677" y="330476"/>
                    <a:pt x="352111" y="328852"/>
                  </a:cubicBezTo>
                  <a:cubicBezTo>
                    <a:pt x="357790" y="324793"/>
                    <a:pt x="362658" y="319110"/>
                    <a:pt x="361035" y="318298"/>
                  </a:cubicBezTo>
                  <a:cubicBezTo>
                    <a:pt x="361035" y="318298"/>
                    <a:pt x="361035" y="317486"/>
                    <a:pt x="361846" y="317486"/>
                  </a:cubicBezTo>
                  <a:cubicBezTo>
                    <a:pt x="362658" y="317486"/>
                    <a:pt x="366714" y="313427"/>
                    <a:pt x="372394" y="302872"/>
                  </a:cubicBezTo>
                  <a:cubicBezTo>
                    <a:pt x="374016" y="300437"/>
                    <a:pt x="374828" y="297189"/>
                    <a:pt x="374828" y="295565"/>
                  </a:cubicBezTo>
                  <a:cubicBezTo>
                    <a:pt x="374828" y="294753"/>
                    <a:pt x="374828" y="291506"/>
                    <a:pt x="376450" y="289882"/>
                  </a:cubicBezTo>
                  <a:cubicBezTo>
                    <a:pt x="382129" y="284199"/>
                    <a:pt x="382129" y="279328"/>
                    <a:pt x="381318" y="280140"/>
                  </a:cubicBezTo>
                  <a:cubicBezTo>
                    <a:pt x="379695" y="281763"/>
                    <a:pt x="379695" y="280140"/>
                    <a:pt x="382129" y="276080"/>
                  </a:cubicBezTo>
                  <a:lnTo>
                    <a:pt x="383752" y="272021"/>
                  </a:lnTo>
                  <a:lnTo>
                    <a:pt x="380507" y="276892"/>
                  </a:lnTo>
                  <a:cubicBezTo>
                    <a:pt x="362658" y="298813"/>
                    <a:pt x="343998" y="316674"/>
                    <a:pt x="322092" y="334535"/>
                  </a:cubicBezTo>
                  <a:cubicBezTo>
                    <a:pt x="320470" y="335347"/>
                    <a:pt x="319658" y="336971"/>
                    <a:pt x="319658" y="337783"/>
                  </a:cubicBezTo>
                  <a:cubicBezTo>
                    <a:pt x="319658" y="339407"/>
                    <a:pt x="313979" y="342654"/>
                    <a:pt x="313168" y="341842"/>
                  </a:cubicBezTo>
                  <a:cubicBezTo>
                    <a:pt x="313168" y="341842"/>
                    <a:pt x="311545" y="342654"/>
                    <a:pt x="310734" y="343466"/>
                  </a:cubicBezTo>
                  <a:cubicBezTo>
                    <a:pt x="308300" y="345902"/>
                    <a:pt x="293696" y="354832"/>
                    <a:pt x="285583" y="358892"/>
                  </a:cubicBezTo>
                  <a:cubicBezTo>
                    <a:pt x="277470" y="362951"/>
                    <a:pt x="274224" y="364575"/>
                    <a:pt x="275036" y="366199"/>
                  </a:cubicBezTo>
                  <a:cubicBezTo>
                    <a:pt x="275036" y="366199"/>
                    <a:pt x="274224" y="367011"/>
                    <a:pt x="272602" y="367011"/>
                  </a:cubicBezTo>
                  <a:cubicBezTo>
                    <a:pt x="270168" y="367823"/>
                    <a:pt x="243395" y="376753"/>
                    <a:pt x="239338" y="380001"/>
                  </a:cubicBezTo>
                  <a:cubicBezTo>
                    <a:pt x="238527" y="380813"/>
                    <a:pt x="236093" y="381625"/>
                    <a:pt x="234470" y="381625"/>
                  </a:cubicBezTo>
                  <a:cubicBezTo>
                    <a:pt x="232847" y="382436"/>
                    <a:pt x="229602" y="383248"/>
                    <a:pt x="227979" y="384060"/>
                  </a:cubicBezTo>
                  <a:cubicBezTo>
                    <a:pt x="226357" y="384872"/>
                    <a:pt x="220678" y="386496"/>
                    <a:pt x="216621" y="387308"/>
                  </a:cubicBezTo>
                  <a:cubicBezTo>
                    <a:pt x="211753" y="388120"/>
                    <a:pt x="206885" y="389743"/>
                    <a:pt x="206074" y="389743"/>
                  </a:cubicBezTo>
                  <a:cubicBezTo>
                    <a:pt x="175244" y="397050"/>
                    <a:pt x="141169" y="404357"/>
                    <a:pt x="110339" y="405169"/>
                  </a:cubicBezTo>
                  <a:cubicBezTo>
                    <a:pt x="105471" y="405169"/>
                    <a:pt x="103037" y="405169"/>
                    <a:pt x="95735" y="402733"/>
                  </a:cubicBezTo>
                  <a:cubicBezTo>
                    <a:pt x="68962" y="400298"/>
                    <a:pt x="32453" y="397050"/>
                    <a:pt x="23528" y="366199"/>
                  </a:cubicBezTo>
                  <a:cubicBezTo>
                    <a:pt x="20283" y="354832"/>
                    <a:pt x="20283" y="356456"/>
                    <a:pt x="22717" y="341842"/>
                  </a:cubicBezTo>
                  <a:cubicBezTo>
                    <a:pt x="25151" y="323169"/>
                    <a:pt x="26773" y="312615"/>
                    <a:pt x="42188" y="293130"/>
                  </a:cubicBezTo>
                  <a:cubicBezTo>
                    <a:pt x="64905" y="263902"/>
                    <a:pt x="105471" y="241981"/>
                    <a:pt x="137924" y="226555"/>
                  </a:cubicBezTo>
                  <a:cubicBezTo>
                    <a:pt x="150093" y="220872"/>
                    <a:pt x="167942" y="213565"/>
                    <a:pt x="169565" y="213565"/>
                  </a:cubicBezTo>
                  <a:cubicBezTo>
                    <a:pt x="170376" y="213565"/>
                    <a:pt x="172810" y="212753"/>
                    <a:pt x="175244" y="211130"/>
                  </a:cubicBezTo>
                  <a:cubicBezTo>
                    <a:pt x="180112" y="207882"/>
                    <a:pt x="201206" y="201387"/>
                    <a:pt x="206074" y="200575"/>
                  </a:cubicBezTo>
                  <a:cubicBezTo>
                    <a:pt x="208508" y="199763"/>
                    <a:pt x="214187" y="198140"/>
                    <a:pt x="220678" y="197328"/>
                  </a:cubicBezTo>
                  <a:cubicBezTo>
                    <a:pt x="226357" y="195704"/>
                    <a:pt x="234470" y="194080"/>
                    <a:pt x="238527" y="194080"/>
                  </a:cubicBezTo>
                  <a:cubicBezTo>
                    <a:pt x="242583" y="194080"/>
                    <a:pt x="249885" y="193268"/>
                    <a:pt x="255564" y="193268"/>
                  </a:cubicBezTo>
                  <a:cubicBezTo>
                    <a:pt x="260432" y="193268"/>
                    <a:pt x="266923" y="192456"/>
                    <a:pt x="268545" y="192456"/>
                  </a:cubicBezTo>
                  <a:cubicBezTo>
                    <a:pt x="273413" y="192456"/>
                    <a:pt x="280715" y="187585"/>
                    <a:pt x="281526" y="184338"/>
                  </a:cubicBezTo>
                  <a:cubicBezTo>
                    <a:pt x="282338" y="180278"/>
                    <a:pt x="279092" y="172159"/>
                    <a:pt x="275847" y="168912"/>
                  </a:cubicBezTo>
                  <a:cubicBezTo>
                    <a:pt x="270979" y="164852"/>
                    <a:pt x="259621" y="159169"/>
                    <a:pt x="249885" y="156734"/>
                  </a:cubicBezTo>
                  <a:cubicBezTo>
                    <a:pt x="241772" y="154298"/>
                    <a:pt x="233659" y="155110"/>
                    <a:pt x="211753" y="161605"/>
                  </a:cubicBezTo>
                  <a:cubicBezTo>
                    <a:pt x="203640" y="164041"/>
                    <a:pt x="198772" y="166476"/>
                    <a:pt x="197961" y="167288"/>
                  </a:cubicBezTo>
                  <a:cubicBezTo>
                    <a:pt x="197150" y="168912"/>
                    <a:pt x="197150" y="168912"/>
                    <a:pt x="196338" y="167288"/>
                  </a:cubicBezTo>
                  <a:cubicBezTo>
                    <a:pt x="195527" y="165664"/>
                    <a:pt x="194716" y="165664"/>
                    <a:pt x="192282" y="166476"/>
                  </a:cubicBezTo>
                  <a:cubicBezTo>
                    <a:pt x="189036" y="167288"/>
                    <a:pt x="187414" y="166476"/>
                    <a:pt x="180112" y="163229"/>
                  </a:cubicBezTo>
                  <a:cubicBezTo>
                    <a:pt x="176867" y="161605"/>
                    <a:pt x="161452" y="153486"/>
                    <a:pt x="159018" y="151051"/>
                  </a:cubicBezTo>
                  <a:cubicBezTo>
                    <a:pt x="132244" y="126694"/>
                    <a:pt x="141169" y="99902"/>
                    <a:pt x="162263" y="81229"/>
                  </a:cubicBezTo>
                  <a:cubicBezTo>
                    <a:pt x="181735" y="64179"/>
                    <a:pt x="199583" y="54437"/>
                    <a:pt x="223923" y="45506"/>
                  </a:cubicBezTo>
                  <a:cubicBezTo>
                    <a:pt x="240149" y="39823"/>
                    <a:pt x="275847" y="28457"/>
                    <a:pt x="279092" y="30080"/>
                  </a:cubicBezTo>
                  <a:cubicBezTo>
                    <a:pt x="279904" y="30080"/>
                    <a:pt x="283960" y="30080"/>
                    <a:pt x="288017" y="29269"/>
                  </a:cubicBezTo>
                  <a:cubicBezTo>
                    <a:pt x="293696" y="27645"/>
                    <a:pt x="298564" y="28457"/>
                    <a:pt x="309111" y="30080"/>
                  </a:cubicBezTo>
                  <a:lnTo>
                    <a:pt x="322903" y="32516"/>
                  </a:lnTo>
                  <a:lnTo>
                    <a:pt x="322092" y="38199"/>
                  </a:lnTo>
                  <a:cubicBezTo>
                    <a:pt x="321281" y="41447"/>
                    <a:pt x="318847" y="47130"/>
                    <a:pt x="317224" y="50377"/>
                  </a:cubicBezTo>
                  <a:cubicBezTo>
                    <a:pt x="314790" y="53625"/>
                    <a:pt x="313168" y="58496"/>
                    <a:pt x="312356" y="59308"/>
                  </a:cubicBezTo>
                  <a:cubicBezTo>
                    <a:pt x="311545" y="60120"/>
                    <a:pt x="309111" y="63367"/>
                    <a:pt x="307488" y="65803"/>
                  </a:cubicBezTo>
                  <a:cubicBezTo>
                    <a:pt x="304243" y="69863"/>
                    <a:pt x="303432" y="72298"/>
                    <a:pt x="305054" y="72298"/>
                  </a:cubicBezTo>
                  <a:cubicBezTo>
                    <a:pt x="305866" y="72298"/>
                    <a:pt x="307488" y="71486"/>
                    <a:pt x="309111" y="69863"/>
                  </a:cubicBezTo>
                  <a:cubicBezTo>
                    <a:pt x="311545" y="68239"/>
                    <a:pt x="314790" y="66615"/>
                    <a:pt x="317224" y="65803"/>
                  </a:cubicBezTo>
                  <a:cubicBezTo>
                    <a:pt x="319658" y="64991"/>
                    <a:pt x="322903" y="63367"/>
                    <a:pt x="325337" y="60932"/>
                  </a:cubicBezTo>
                  <a:cubicBezTo>
                    <a:pt x="327771" y="58496"/>
                    <a:pt x="330205" y="56061"/>
                    <a:pt x="331828" y="56061"/>
                  </a:cubicBezTo>
                  <a:cubicBezTo>
                    <a:pt x="332639" y="55249"/>
                    <a:pt x="334262" y="53625"/>
                    <a:pt x="334262" y="52813"/>
                  </a:cubicBezTo>
                  <a:cubicBezTo>
                    <a:pt x="334262" y="52001"/>
                    <a:pt x="335073" y="51189"/>
                    <a:pt x="335073" y="52001"/>
                  </a:cubicBezTo>
                  <a:cubicBezTo>
                    <a:pt x="335073" y="52001"/>
                    <a:pt x="336696" y="51189"/>
                    <a:pt x="338318" y="49566"/>
                  </a:cubicBezTo>
                  <a:cubicBezTo>
                    <a:pt x="344809" y="43070"/>
                    <a:pt x="339130" y="21962"/>
                    <a:pt x="327771" y="11407"/>
                  </a:cubicBezTo>
                  <a:cubicBezTo>
                    <a:pt x="320470" y="4912"/>
                    <a:pt x="311545" y="41"/>
                    <a:pt x="303432" y="41"/>
                  </a:cubicBezTo>
                  <a:cubicBezTo>
                    <a:pt x="280715" y="-771"/>
                    <a:pt x="232847" y="10595"/>
                    <a:pt x="196338" y="27645"/>
                  </a:cubicBezTo>
                  <a:cubicBezTo>
                    <a:pt x="181735" y="34952"/>
                    <a:pt x="168753" y="42259"/>
                    <a:pt x="159829" y="49566"/>
                  </a:cubicBezTo>
                  <a:lnTo>
                    <a:pt x="160640" y="50377"/>
                  </a:lnTo>
                  <a:cubicBezTo>
                    <a:pt x="149282" y="59308"/>
                    <a:pt x="137924" y="70674"/>
                    <a:pt x="127376" y="84476"/>
                  </a:cubicBezTo>
                  <a:cubicBezTo>
                    <a:pt x="120886" y="99090"/>
                    <a:pt x="119263" y="126694"/>
                    <a:pt x="123320" y="131565"/>
                  </a:cubicBezTo>
                  <a:cubicBezTo>
                    <a:pt x="124131" y="132377"/>
                    <a:pt x="125754" y="134813"/>
                    <a:pt x="125754" y="137249"/>
                  </a:cubicBezTo>
                  <a:cubicBezTo>
                    <a:pt x="125754" y="142932"/>
                    <a:pt x="127376" y="149427"/>
                    <a:pt x="130622" y="154298"/>
                  </a:cubicBezTo>
                  <a:cubicBezTo>
                    <a:pt x="131433" y="155922"/>
                    <a:pt x="133056" y="156734"/>
                    <a:pt x="132244" y="155922"/>
                  </a:cubicBezTo>
                  <a:cubicBezTo>
                    <a:pt x="132244" y="155110"/>
                    <a:pt x="133056" y="155922"/>
                    <a:pt x="134678" y="158357"/>
                  </a:cubicBezTo>
                  <a:cubicBezTo>
                    <a:pt x="140357" y="166476"/>
                    <a:pt x="150093" y="172971"/>
                    <a:pt x="154150" y="172971"/>
                  </a:cubicBezTo>
                  <a:cubicBezTo>
                    <a:pt x="155772" y="172971"/>
                    <a:pt x="157395" y="172971"/>
                    <a:pt x="158206" y="173783"/>
                  </a:cubicBezTo>
                  <a:cubicBezTo>
                    <a:pt x="159018" y="174595"/>
                    <a:pt x="159829" y="175407"/>
                    <a:pt x="160640" y="174595"/>
                  </a:cubicBezTo>
                  <a:cubicBezTo>
                    <a:pt x="163074" y="173783"/>
                    <a:pt x="164697" y="177031"/>
                    <a:pt x="162263" y="177843"/>
                  </a:cubicBezTo>
                  <a:cubicBezTo>
                    <a:pt x="161452" y="177843"/>
                    <a:pt x="161452" y="179466"/>
                    <a:pt x="161452" y="181090"/>
                  </a:cubicBezTo>
                  <a:cubicBezTo>
                    <a:pt x="161452" y="183526"/>
                    <a:pt x="161452" y="183526"/>
                    <a:pt x="160640" y="181902"/>
                  </a:cubicBezTo>
                  <a:cubicBezTo>
                    <a:pt x="159829" y="179466"/>
                    <a:pt x="159829" y="179466"/>
                    <a:pt x="154150" y="182714"/>
                  </a:cubicBezTo>
                  <a:cubicBezTo>
                    <a:pt x="150904" y="184338"/>
                    <a:pt x="148471" y="186773"/>
                    <a:pt x="148471" y="187585"/>
                  </a:cubicBezTo>
                  <a:cubicBezTo>
                    <a:pt x="148471" y="188397"/>
                    <a:pt x="148471" y="189209"/>
                    <a:pt x="147659" y="190021"/>
                  </a:cubicBezTo>
                  <a:cubicBezTo>
                    <a:pt x="146848" y="190021"/>
                    <a:pt x="146848" y="190021"/>
                    <a:pt x="146848" y="189209"/>
                  </a:cubicBezTo>
                  <a:cubicBezTo>
                    <a:pt x="147659" y="186773"/>
                    <a:pt x="144414" y="187585"/>
                    <a:pt x="141169" y="189209"/>
                  </a:cubicBezTo>
                  <a:cubicBezTo>
                    <a:pt x="140357" y="190021"/>
                    <a:pt x="138735" y="191645"/>
                    <a:pt x="139546" y="191645"/>
                  </a:cubicBezTo>
                  <a:cubicBezTo>
                    <a:pt x="139546" y="192456"/>
                    <a:pt x="138735" y="193268"/>
                    <a:pt x="137924" y="193268"/>
                  </a:cubicBezTo>
                  <a:cubicBezTo>
                    <a:pt x="136301" y="193268"/>
                    <a:pt x="135490" y="193268"/>
                    <a:pt x="137112" y="192456"/>
                  </a:cubicBezTo>
                  <a:cubicBezTo>
                    <a:pt x="137924" y="191645"/>
                    <a:pt x="136301" y="192456"/>
                    <a:pt x="133867" y="193268"/>
                  </a:cubicBezTo>
                  <a:cubicBezTo>
                    <a:pt x="131433" y="194080"/>
                    <a:pt x="128999" y="196516"/>
                    <a:pt x="128999" y="197328"/>
                  </a:cubicBezTo>
                  <a:cubicBezTo>
                    <a:pt x="128999" y="198951"/>
                    <a:pt x="117641" y="205446"/>
                    <a:pt x="115207" y="206258"/>
                  </a:cubicBezTo>
                  <a:cubicBezTo>
                    <a:pt x="111961" y="207882"/>
                    <a:pt x="106282" y="209506"/>
                    <a:pt x="105471" y="208694"/>
                  </a:cubicBezTo>
                  <a:cubicBezTo>
                    <a:pt x="104660" y="207882"/>
                    <a:pt x="103848" y="207882"/>
                    <a:pt x="104660" y="208694"/>
                  </a:cubicBezTo>
                  <a:cubicBezTo>
                    <a:pt x="105471" y="210318"/>
                    <a:pt x="96546" y="216001"/>
                    <a:pt x="94924" y="215189"/>
                  </a:cubicBezTo>
                  <a:cubicBezTo>
                    <a:pt x="94112" y="215189"/>
                    <a:pt x="94112" y="215189"/>
                    <a:pt x="93301" y="216001"/>
                  </a:cubicBezTo>
                  <a:cubicBezTo>
                    <a:pt x="92490" y="218437"/>
                    <a:pt x="83565" y="224120"/>
                    <a:pt x="81943" y="222496"/>
                  </a:cubicBezTo>
                  <a:cubicBezTo>
                    <a:pt x="81132" y="221684"/>
                    <a:pt x="80320" y="222496"/>
                    <a:pt x="81132" y="223308"/>
                  </a:cubicBezTo>
                  <a:cubicBezTo>
                    <a:pt x="81943" y="224932"/>
                    <a:pt x="77075" y="228991"/>
                    <a:pt x="73829" y="228991"/>
                  </a:cubicBezTo>
                  <a:cubicBezTo>
                    <a:pt x="73018" y="228991"/>
                    <a:pt x="72207" y="228991"/>
                    <a:pt x="71396" y="229803"/>
                  </a:cubicBezTo>
                  <a:cubicBezTo>
                    <a:pt x="71396" y="230615"/>
                    <a:pt x="68962" y="232239"/>
                    <a:pt x="65716" y="233050"/>
                  </a:cubicBezTo>
                  <a:cubicBezTo>
                    <a:pt x="63282" y="233862"/>
                    <a:pt x="60037" y="236298"/>
                    <a:pt x="59226" y="237110"/>
                  </a:cubicBezTo>
                  <a:cubicBezTo>
                    <a:pt x="36509" y="254159"/>
                    <a:pt x="0" y="293941"/>
                    <a:pt x="0" y="322357"/>
                  </a:cubicBezTo>
                  <a:cubicBezTo>
                    <a:pt x="0" y="325605"/>
                    <a:pt x="0" y="330476"/>
                    <a:pt x="0" y="333724"/>
                  </a:cubicBezTo>
                  <a:cubicBezTo>
                    <a:pt x="0" y="344278"/>
                    <a:pt x="3245" y="367823"/>
                    <a:pt x="5679" y="371882"/>
                  </a:cubicBezTo>
                  <a:cubicBezTo>
                    <a:pt x="6490" y="372694"/>
                    <a:pt x="5679" y="374318"/>
                    <a:pt x="5679" y="374318"/>
                  </a:cubicBezTo>
                  <a:cubicBezTo>
                    <a:pt x="4868" y="375129"/>
                    <a:pt x="5679" y="375129"/>
                    <a:pt x="6490" y="374318"/>
                  </a:cubicBezTo>
                  <a:cubicBezTo>
                    <a:pt x="7302" y="374318"/>
                    <a:pt x="8924" y="375941"/>
                    <a:pt x="9736" y="379189"/>
                  </a:cubicBezTo>
                  <a:cubicBezTo>
                    <a:pt x="12170" y="387308"/>
                    <a:pt x="22717" y="401110"/>
                    <a:pt x="30019" y="403545"/>
                  </a:cubicBezTo>
                  <a:cubicBezTo>
                    <a:pt x="30830" y="403545"/>
                    <a:pt x="30830" y="406793"/>
                    <a:pt x="32453" y="408417"/>
                  </a:cubicBezTo>
                  <a:cubicBezTo>
                    <a:pt x="34075" y="410040"/>
                    <a:pt x="40566" y="409228"/>
                    <a:pt x="44622" y="410852"/>
                  </a:cubicBezTo>
                  <a:cubicBezTo>
                    <a:pt x="48679" y="412476"/>
                    <a:pt x="52735" y="414912"/>
                    <a:pt x="54358" y="415723"/>
                  </a:cubicBezTo>
                  <a:cubicBezTo>
                    <a:pt x="55981" y="416535"/>
                    <a:pt x="60037" y="418971"/>
                    <a:pt x="64905" y="420595"/>
                  </a:cubicBezTo>
                  <a:cubicBezTo>
                    <a:pt x="70584" y="423030"/>
                    <a:pt x="73018" y="423842"/>
                    <a:pt x="74641" y="423030"/>
                  </a:cubicBezTo>
                  <a:cubicBezTo>
                    <a:pt x="76264" y="422219"/>
                    <a:pt x="77886" y="423030"/>
                    <a:pt x="77075" y="424654"/>
                  </a:cubicBezTo>
                  <a:cubicBezTo>
                    <a:pt x="77075" y="425466"/>
                    <a:pt x="80320" y="425466"/>
                    <a:pt x="85999" y="427090"/>
                  </a:cubicBezTo>
                  <a:cubicBezTo>
                    <a:pt x="86811" y="427090"/>
                    <a:pt x="88433" y="427902"/>
                    <a:pt x="90056" y="427902"/>
                  </a:cubicBezTo>
                  <a:cubicBezTo>
                    <a:pt x="95735" y="430337"/>
                    <a:pt x="102226" y="428714"/>
                    <a:pt x="103037" y="428714"/>
                  </a:cubicBezTo>
                  <a:cubicBezTo>
                    <a:pt x="103848" y="428714"/>
                    <a:pt x="104660" y="429525"/>
                    <a:pt x="105471" y="430337"/>
                  </a:cubicBezTo>
                  <a:cubicBezTo>
                    <a:pt x="106282" y="431149"/>
                    <a:pt x="107093" y="431961"/>
                    <a:pt x="107905" y="431149"/>
                  </a:cubicBezTo>
                  <a:cubicBezTo>
                    <a:pt x="108716" y="431149"/>
                    <a:pt x="108716" y="431149"/>
                    <a:pt x="108716" y="430337"/>
                  </a:cubicBezTo>
                  <a:cubicBezTo>
                    <a:pt x="107905" y="429525"/>
                    <a:pt x="117641" y="430337"/>
                    <a:pt x="124943" y="431149"/>
                  </a:cubicBezTo>
                  <a:cubicBezTo>
                    <a:pt x="126565" y="431149"/>
                    <a:pt x="133056" y="431149"/>
                    <a:pt x="137924" y="430337"/>
                  </a:cubicBezTo>
                  <a:cubicBezTo>
                    <a:pt x="143603" y="429525"/>
                    <a:pt x="147659" y="429525"/>
                    <a:pt x="147659" y="429525"/>
                  </a:cubicBezTo>
                  <a:cubicBezTo>
                    <a:pt x="147659" y="430337"/>
                    <a:pt x="150093" y="430337"/>
                    <a:pt x="151716" y="429525"/>
                  </a:cubicBezTo>
                  <a:cubicBezTo>
                    <a:pt x="154150" y="428714"/>
                    <a:pt x="154961" y="428714"/>
                    <a:pt x="154961" y="429525"/>
                  </a:cubicBezTo>
                  <a:cubicBezTo>
                    <a:pt x="154961" y="430337"/>
                    <a:pt x="154961" y="430337"/>
                    <a:pt x="156584" y="429525"/>
                  </a:cubicBezTo>
                  <a:cubicBezTo>
                    <a:pt x="157395" y="428714"/>
                    <a:pt x="167942" y="425466"/>
                    <a:pt x="176055" y="424654"/>
                  </a:cubicBezTo>
                  <a:cubicBezTo>
                    <a:pt x="188225" y="423030"/>
                    <a:pt x="213376" y="420595"/>
                    <a:pt x="223112" y="414100"/>
                  </a:cubicBezTo>
                  <a:cubicBezTo>
                    <a:pt x="223923" y="413288"/>
                    <a:pt x="227979" y="412476"/>
                    <a:pt x="231225" y="411664"/>
                  </a:cubicBezTo>
                  <a:cubicBezTo>
                    <a:pt x="236093" y="410852"/>
                    <a:pt x="232847" y="406793"/>
                    <a:pt x="233659" y="405169"/>
                  </a:cubicBezTo>
                  <a:cubicBezTo>
                    <a:pt x="235281" y="401922"/>
                    <a:pt x="240149" y="401110"/>
                    <a:pt x="239338" y="402733"/>
                  </a:cubicBezTo>
                  <a:cubicBezTo>
                    <a:pt x="238527" y="405169"/>
                    <a:pt x="244206" y="402733"/>
                    <a:pt x="247451" y="399486"/>
                  </a:cubicBezTo>
                  <a:cubicBezTo>
                    <a:pt x="249885" y="397050"/>
                    <a:pt x="262055" y="393803"/>
                    <a:pt x="262055" y="395426"/>
                  </a:cubicBezTo>
                  <a:cubicBezTo>
                    <a:pt x="262866" y="397050"/>
                    <a:pt x="264489" y="396238"/>
                    <a:pt x="264489" y="394615"/>
                  </a:cubicBezTo>
                  <a:cubicBezTo>
                    <a:pt x="264489" y="393803"/>
                    <a:pt x="264489" y="392991"/>
                    <a:pt x="265300" y="393803"/>
                  </a:cubicBezTo>
                  <a:cubicBezTo>
                    <a:pt x="265300" y="394615"/>
                    <a:pt x="266923" y="395426"/>
                    <a:pt x="267734" y="395426"/>
                  </a:cubicBezTo>
                  <a:cubicBezTo>
                    <a:pt x="268545" y="395426"/>
                    <a:pt x="269357" y="394615"/>
                    <a:pt x="268545" y="393803"/>
                  </a:cubicBezTo>
                  <a:cubicBezTo>
                    <a:pt x="267734" y="392991"/>
                    <a:pt x="270168" y="390555"/>
                    <a:pt x="276658" y="388120"/>
                  </a:cubicBezTo>
                  <a:cubicBezTo>
                    <a:pt x="282338" y="386496"/>
                    <a:pt x="288828" y="382436"/>
                    <a:pt x="292074" y="380813"/>
                  </a:cubicBezTo>
                  <a:cubicBezTo>
                    <a:pt x="295319" y="379189"/>
                    <a:pt x="297753" y="377565"/>
                    <a:pt x="298564" y="377565"/>
                  </a:cubicBezTo>
                  <a:cubicBezTo>
                    <a:pt x="303432" y="375941"/>
                    <a:pt x="306677" y="374318"/>
                    <a:pt x="313979" y="368634"/>
                  </a:cubicBezTo>
                  <a:cubicBezTo>
                    <a:pt x="323715" y="364575"/>
                    <a:pt x="325337" y="362139"/>
                    <a:pt x="321281" y="363763"/>
                  </a:cubicBezTo>
                  <a:close/>
                  <a:moveTo>
                    <a:pt x="332639" y="337783"/>
                  </a:moveTo>
                  <a:cubicBezTo>
                    <a:pt x="342375" y="330476"/>
                    <a:pt x="352111" y="323169"/>
                    <a:pt x="360224" y="315050"/>
                  </a:cubicBezTo>
                  <a:lnTo>
                    <a:pt x="365092" y="310179"/>
                  </a:lnTo>
                  <a:lnTo>
                    <a:pt x="361846" y="314238"/>
                  </a:lnTo>
                  <a:cubicBezTo>
                    <a:pt x="357790" y="320734"/>
                    <a:pt x="348054" y="328852"/>
                    <a:pt x="339130" y="335347"/>
                  </a:cubicBezTo>
                  <a:cubicBezTo>
                    <a:pt x="331017" y="341031"/>
                    <a:pt x="323715" y="345902"/>
                    <a:pt x="323715" y="345090"/>
                  </a:cubicBezTo>
                  <a:cubicBezTo>
                    <a:pt x="323715" y="344278"/>
                    <a:pt x="327771" y="341842"/>
                    <a:pt x="332639" y="337783"/>
                  </a:cubicBezTo>
                  <a:close/>
                  <a:moveTo>
                    <a:pt x="315602" y="349149"/>
                  </a:moveTo>
                  <a:cubicBezTo>
                    <a:pt x="316413" y="348337"/>
                    <a:pt x="318035" y="347526"/>
                    <a:pt x="318035" y="347526"/>
                  </a:cubicBezTo>
                  <a:cubicBezTo>
                    <a:pt x="318847" y="347526"/>
                    <a:pt x="318035" y="348337"/>
                    <a:pt x="316413" y="349961"/>
                  </a:cubicBezTo>
                  <a:cubicBezTo>
                    <a:pt x="313979" y="351585"/>
                    <a:pt x="313979" y="351585"/>
                    <a:pt x="315602" y="349149"/>
                  </a:cubicBezTo>
                  <a:close/>
                  <a:moveTo>
                    <a:pt x="311545" y="351585"/>
                  </a:moveTo>
                  <a:cubicBezTo>
                    <a:pt x="311545" y="350773"/>
                    <a:pt x="312356" y="350773"/>
                    <a:pt x="312356" y="350773"/>
                  </a:cubicBezTo>
                  <a:cubicBezTo>
                    <a:pt x="312356" y="350773"/>
                    <a:pt x="313168" y="350773"/>
                    <a:pt x="313168" y="351585"/>
                  </a:cubicBezTo>
                  <a:cubicBezTo>
                    <a:pt x="313168" y="352397"/>
                    <a:pt x="312356" y="352397"/>
                    <a:pt x="312356" y="353209"/>
                  </a:cubicBezTo>
                  <a:cubicBezTo>
                    <a:pt x="311545" y="353209"/>
                    <a:pt x="310734" y="352397"/>
                    <a:pt x="311545" y="351585"/>
                  </a:cubicBezTo>
                  <a:close/>
                  <a:moveTo>
                    <a:pt x="151716" y="185149"/>
                  </a:moveTo>
                  <a:cubicBezTo>
                    <a:pt x="152527" y="183526"/>
                    <a:pt x="156584" y="182714"/>
                    <a:pt x="156584" y="184338"/>
                  </a:cubicBezTo>
                  <a:cubicBezTo>
                    <a:pt x="156584" y="184338"/>
                    <a:pt x="155772" y="185149"/>
                    <a:pt x="153339" y="185149"/>
                  </a:cubicBezTo>
                  <a:cubicBezTo>
                    <a:pt x="151716" y="186773"/>
                    <a:pt x="150904" y="186773"/>
                    <a:pt x="151716" y="185149"/>
                  </a:cubicBezTo>
                  <a:close/>
                  <a:moveTo>
                    <a:pt x="253130" y="394615"/>
                  </a:moveTo>
                  <a:cubicBezTo>
                    <a:pt x="252319" y="397050"/>
                    <a:pt x="245017" y="399486"/>
                    <a:pt x="245017" y="397862"/>
                  </a:cubicBezTo>
                  <a:cubicBezTo>
                    <a:pt x="245017" y="397050"/>
                    <a:pt x="244206" y="397050"/>
                    <a:pt x="242583" y="397050"/>
                  </a:cubicBezTo>
                  <a:cubicBezTo>
                    <a:pt x="241772" y="397050"/>
                    <a:pt x="240960" y="397862"/>
                    <a:pt x="242583" y="397862"/>
                  </a:cubicBezTo>
                  <a:cubicBezTo>
                    <a:pt x="243395" y="398674"/>
                    <a:pt x="243395" y="398674"/>
                    <a:pt x="240960" y="399486"/>
                  </a:cubicBezTo>
                  <a:cubicBezTo>
                    <a:pt x="239338" y="400298"/>
                    <a:pt x="236904" y="400298"/>
                    <a:pt x="235281" y="401110"/>
                  </a:cubicBezTo>
                  <a:cubicBezTo>
                    <a:pt x="234470" y="401922"/>
                    <a:pt x="232036" y="401922"/>
                    <a:pt x="231225" y="401110"/>
                  </a:cubicBezTo>
                  <a:cubicBezTo>
                    <a:pt x="229602" y="400298"/>
                    <a:pt x="230413" y="400298"/>
                    <a:pt x="232036" y="400298"/>
                  </a:cubicBezTo>
                  <a:cubicBezTo>
                    <a:pt x="233659" y="400298"/>
                    <a:pt x="234470" y="399486"/>
                    <a:pt x="233659" y="398674"/>
                  </a:cubicBezTo>
                  <a:cubicBezTo>
                    <a:pt x="232847" y="397862"/>
                    <a:pt x="233659" y="397862"/>
                    <a:pt x="234470" y="397862"/>
                  </a:cubicBezTo>
                  <a:cubicBezTo>
                    <a:pt x="235281" y="397862"/>
                    <a:pt x="236093" y="397862"/>
                    <a:pt x="236093" y="397050"/>
                  </a:cubicBezTo>
                  <a:cubicBezTo>
                    <a:pt x="236093" y="396238"/>
                    <a:pt x="236904" y="396238"/>
                    <a:pt x="237715" y="396238"/>
                  </a:cubicBezTo>
                  <a:cubicBezTo>
                    <a:pt x="238527" y="396238"/>
                    <a:pt x="239338" y="396238"/>
                    <a:pt x="239338" y="395426"/>
                  </a:cubicBezTo>
                  <a:cubicBezTo>
                    <a:pt x="239338" y="394615"/>
                    <a:pt x="240149" y="394615"/>
                    <a:pt x="241772" y="394615"/>
                  </a:cubicBezTo>
                  <a:cubicBezTo>
                    <a:pt x="243395" y="394615"/>
                    <a:pt x="244206" y="394615"/>
                    <a:pt x="244206" y="394615"/>
                  </a:cubicBezTo>
                  <a:cubicBezTo>
                    <a:pt x="244206" y="393803"/>
                    <a:pt x="245017" y="393803"/>
                    <a:pt x="247451" y="392991"/>
                  </a:cubicBezTo>
                  <a:cubicBezTo>
                    <a:pt x="249074" y="392179"/>
                    <a:pt x="250696" y="392991"/>
                    <a:pt x="250696" y="392991"/>
                  </a:cubicBezTo>
                  <a:cubicBezTo>
                    <a:pt x="250696" y="394615"/>
                    <a:pt x="251508" y="395426"/>
                    <a:pt x="253130" y="394615"/>
                  </a:cubicBezTo>
                  <a:cubicBezTo>
                    <a:pt x="253130" y="393803"/>
                    <a:pt x="253130" y="393803"/>
                    <a:pt x="253130" y="394615"/>
                  </a:cubicBezTo>
                  <a:close/>
                  <a:moveTo>
                    <a:pt x="300998" y="375941"/>
                  </a:moveTo>
                  <a:cubicBezTo>
                    <a:pt x="298564" y="376753"/>
                    <a:pt x="296130" y="378377"/>
                    <a:pt x="295319" y="379189"/>
                  </a:cubicBezTo>
                  <a:cubicBezTo>
                    <a:pt x="294507" y="380001"/>
                    <a:pt x="293696" y="380001"/>
                    <a:pt x="292885" y="380001"/>
                  </a:cubicBezTo>
                  <a:cubicBezTo>
                    <a:pt x="292074" y="380001"/>
                    <a:pt x="290451" y="380813"/>
                    <a:pt x="290451" y="380813"/>
                  </a:cubicBezTo>
                  <a:cubicBezTo>
                    <a:pt x="290451" y="381625"/>
                    <a:pt x="288017" y="382436"/>
                    <a:pt x="285583" y="383248"/>
                  </a:cubicBezTo>
                  <a:cubicBezTo>
                    <a:pt x="283149" y="384060"/>
                    <a:pt x="280715" y="384872"/>
                    <a:pt x="279904" y="385684"/>
                  </a:cubicBezTo>
                  <a:cubicBezTo>
                    <a:pt x="279092" y="386496"/>
                    <a:pt x="276658" y="388120"/>
                    <a:pt x="270168" y="389743"/>
                  </a:cubicBezTo>
                  <a:cubicBezTo>
                    <a:pt x="267734" y="390555"/>
                    <a:pt x="266923" y="390555"/>
                    <a:pt x="268545" y="389743"/>
                  </a:cubicBezTo>
                  <a:cubicBezTo>
                    <a:pt x="269357" y="388931"/>
                    <a:pt x="269357" y="388120"/>
                    <a:pt x="267734" y="388931"/>
                  </a:cubicBezTo>
                  <a:cubicBezTo>
                    <a:pt x="266111" y="388931"/>
                    <a:pt x="265300" y="389743"/>
                    <a:pt x="266111" y="390555"/>
                  </a:cubicBezTo>
                  <a:cubicBezTo>
                    <a:pt x="266923" y="391367"/>
                    <a:pt x="266111" y="392991"/>
                    <a:pt x="264489" y="392991"/>
                  </a:cubicBezTo>
                  <a:cubicBezTo>
                    <a:pt x="262866" y="393803"/>
                    <a:pt x="261243" y="393803"/>
                    <a:pt x="260432" y="394615"/>
                  </a:cubicBezTo>
                  <a:cubicBezTo>
                    <a:pt x="258810" y="396238"/>
                    <a:pt x="257187" y="394615"/>
                    <a:pt x="257187" y="392991"/>
                  </a:cubicBezTo>
                  <a:cubicBezTo>
                    <a:pt x="257187" y="390555"/>
                    <a:pt x="259621" y="389743"/>
                    <a:pt x="266923" y="388120"/>
                  </a:cubicBezTo>
                  <a:cubicBezTo>
                    <a:pt x="270168" y="387308"/>
                    <a:pt x="273413" y="385684"/>
                    <a:pt x="274224" y="385684"/>
                  </a:cubicBezTo>
                  <a:cubicBezTo>
                    <a:pt x="275036" y="385684"/>
                    <a:pt x="276658" y="384872"/>
                    <a:pt x="278281" y="384872"/>
                  </a:cubicBezTo>
                  <a:cubicBezTo>
                    <a:pt x="280715" y="384060"/>
                    <a:pt x="281526" y="384060"/>
                    <a:pt x="282338" y="384060"/>
                  </a:cubicBezTo>
                  <a:cubicBezTo>
                    <a:pt x="283960" y="381625"/>
                    <a:pt x="288828" y="378377"/>
                    <a:pt x="292885" y="377565"/>
                  </a:cubicBezTo>
                  <a:cubicBezTo>
                    <a:pt x="295319" y="376753"/>
                    <a:pt x="298564" y="375129"/>
                    <a:pt x="299375" y="373506"/>
                  </a:cubicBezTo>
                  <a:cubicBezTo>
                    <a:pt x="300187" y="371882"/>
                    <a:pt x="301809" y="371070"/>
                    <a:pt x="301809" y="371882"/>
                  </a:cubicBezTo>
                  <a:cubicBezTo>
                    <a:pt x="301809" y="372694"/>
                    <a:pt x="302621" y="372694"/>
                    <a:pt x="304243" y="372694"/>
                  </a:cubicBezTo>
                  <a:cubicBezTo>
                    <a:pt x="307488" y="371070"/>
                    <a:pt x="305866" y="373506"/>
                    <a:pt x="300998" y="375941"/>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sp>
          <p:nvSpPr>
            <p:cNvPr id="159" name="Freeform 158">
              <a:extLst>
                <a:ext uri="{FF2B5EF4-FFF2-40B4-BE49-F238E27FC236}">
                  <a16:creationId xmlns:a16="http://schemas.microsoft.com/office/drawing/2014/main" id="{87DA6D63-FBA1-1AA1-F45F-31B9101353B6}"/>
                </a:ext>
              </a:extLst>
            </p:cNvPr>
            <p:cNvSpPr/>
            <p:nvPr/>
          </p:nvSpPr>
          <p:spPr>
            <a:xfrm>
              <a:off x="4751840" y="1589565"/>
              <a:ext cx="263254" cy="266571"/>
            </a:xfrm>
            <a:custGeom>
              <a:avLst/>
              <a:gdLst>
                <a:gd name="connsiteX0" fmla="*/ 144516 w 263254"/>
                <a:gd name="connsiteY0" fmla="*/ 121782 h 266571"/>
                <a:gd name="connsiteX1" fmla="*/ 155063 w 263254"/>
                <a:gd name="connsiteY1" fmla="*/ 114475 h 266571"/>
                <a:gd name="connsiteX2" fmla="*/ 212666 w 263254"/>
                <a:gd name="connsiteY2" fmla="*/ 73881 h 266571"/>
                <a:gd name="connsiteX3" fmla="*/ 232949 w 263254"/>
                <a:gd name="connsiteY3" fmla="*/ 59267 h 266571"/>
                <a:gd name="connsiteX4" fmla="*/ 245119 w 263254"/>
                <a:gd name="connsiteY4" fmla="*/ 51148 h 266571"/>
                <a:gd name="connsiteX5" fmla="*/ 261345 w 263254"/>
                <a:gd name="connsiteY5" fmla="*/ 34099 h 266571"/>
                <a:gd name="connsiteX6" fmla="*/ 251609 w 263254"/>
                <a:gd name="connsiteY6" fmla="*/ 21109 h 266571"/>
                <a:gd name="connsiteX7" fmla="*/ 199685 w 263254"/>
                <a:gd name="connsiteY7" fmla="*/ 46277 h 266571"/>
                <a:gd name="connsiteX8" fmla="*/ 151817 w 263254"/>
                <a:gd name="connsiteY8" fmla="*/ 82812 h 266571"/>
                <a:gd name="connsiteX9" fmla="*/ 150195 w 263254"/>
                <a:gd name="connsiteY9" fmla="*/ 83624 h 266571"/>
                <a:gd name="connsiteX10" fmla="*/ 141270 w 263254"/>
                <a:gd name="connsiteY10" fmla="*/ 90119 h 266571"/>
                <a:gd name="connsiteX11" fmla="*/ 133157 w 263254"/>
                <a:gd name="connsiteY11" fmla="*/ 97426 h 266571"/>
                <a:gd name="connsiteX12" fmla="*/ 132346 w 263254"/>
                <a:gd name="connsiteY12" fmla="*/ 81188 h 266571"/>
                <a:gd name="connsiteX13" fmla="*/ 136402 w 263254"/>
                <a:gd name="connsiteY13" fmla="*/ 27604 h 266571"/>
                <a:gd name="connsiteX14" fmla="*/ 132346 w 263254"/>
                <a:gd name="connsiteY14" fmla="*/ 8119 h 266571"/>
                <a:gd name="connsiteX15" fmla="*/ 127478 w 263254"/>
                <a:gd name="connsiteY15" fmla="*/ 4059 h 266571"/>
                <a:gd name="connsiteX16" fmla="*/ 116119 w 263254"/>
                <a:gd name="connsiteY16" fmla="*/ 0 h 266571"/>
                <a:gd name="connsiteX17" fmla="*/ 94214 w 263254"/>
                <a:gd name="connsiteY17" fmla="*/ 10554 h 266571"/>
                <a:gd name="connsiteX18" fmla="*/ 89346 w 263254"/>
                <a:gd name="connsiteY18" fmla="*/ 15426 h 266571"/>
                <a:gd name="connsiteX19" fmla="*/ 86101 w 263254"/>
                <a:gd name="connsiteY19" fmla="*/ 34911 h 266571"/>
                <a:gd name="connsiteX20" fmla="*/ 86101 w 263254"/>
                <a:gd name="connsiteY20" fmla="*/ 51960 h 266571"/>
                <a:gd name="connsiteX21" fmla="*/ 86912 w 263254"/>
                <a:gd name="connsiteY21" fmla="*/ 60079 h 266571"/>
                <a:gd name="connsiteX22" fmla="*/ 86912 w 263254"/>
                <a:gd name="connsiteY22" fmla="*/ 66574 h 266571"/>
                <a:gd name="connsiteX23" fmla="*/ 86912 w 263254"/>
                <a:gd name="connsiteY23" fmla="*/ 69010 h 266571"/>
                <a:gd name="connsiteX24" fmla="*/ 88535 w 263254"/>
                <a:gd name="connsiteY24" fmla="*/ 70634 h 266571"/>
                <a:gd name="connsiteX25" fmla="*/ 91780 w 263254"/>
                <a:gd name="connsiteY25" fmla="*/ 89307 h 266571"/>
                <a:gd name="connsiteX26" fmla="*/ 93403 w 263254"/>
                <a:gd name="connsiteY26" fmla="*/ 98238 h 266571"/>
                <a:gd name="connsiteX27" fmla="*/ 94214 w 263254"/>
                <a:gd name="connsiteY27" fmla="*/ 102297 h 266571"/>
                <a:gd name="connsiteX28" fmla="*/ 95025 w 263254"/>
                <a:gd name="connsiteY28" fmla="*/ 107168 h 266571"/>
                <a:gd name="connsiteX29" fmla="*/ 95837 w 263254"/>
                <a:gd name="connsiteY29" fmla="*/ 116099 h 266571"/>
                <a:gd name="connsiteX30" fmla="*/ 97459 w 263254"/>
                <a:gd name="connsiteY30" fmla="*/ 124218 h 266571"/>
                <a:gd name="connsiteX31" fmla="*/ 95837 w 263254"/>
                <a:gd name="connsiteY31" fmla="*/ 127465 h 266571"/>
                <a:gd name="connsiteX32" fmla="*/ 93403 w 263254"/>
                <a:gd name="connsiteY32" fmla="*/ 130713 h 266571"/>
                <a:gd name="connsiteX33" fmla="*/ 90969 w 263254"/>
                <a:gd name="connsiteY33" fmla="*/ 133148 h 266571"/>
                <a:gd name="connsiteX34" fmla="*/ 86101 w 263254"/>
                <a:gd name="connsiteY34" fmla="*/ 137208 h 266571"/>
                <a:gd name="connsiteX35" fmla="*/ 82856 w 263254"/>
                <a:gd name="connsiteY35" fmla="*/ 139643 h 266571"/>
                <a:gd name="connsiteX36" fmla="*/ 82044 w 263254"/>
                <a:gd name="connsiteY36" fmla="*/ 140455 h 266571"/>
                <a:gd name="connsiteX37" fmla="*/ 81233 w 263254"/>
                <a:gd name="connsiteY37" fmla="*/ 142079 h 266571"/>
                <a:gd name="connsiteX38" fmla="*/ 79610 w 263254"/>
                <a:gd name="connsiteY38" fmla="*/ 142079 h 266571"/>
                <a:gd name="connsiteX39" fmla="*/ 77988 w 263254"/>
                <a:gd name="connsiteY39" fmla="*/ 142891 h 266571"/>
                <a:gd name="connsiteX40" fmla="*/ 74742 w 263254"/>
                <a:gd name="connsiteY40" fmla="*/ 145327 h 266571"/>
                <a:gd name="connsiteX41" fmla="*/ 70686 w 263254"/>
                <a:gd name="connsiteY41" fmla="*/ 148574 h 266571"/>
                <a:gd name="connsiteX42" fmla="*/ 69874 w 263254"/>
                <a:gd name="connsiteY42" fmla="*/ 151010 h 266571"/>
                <a:gd name="connsiteX43" fmla="*/ 69063 w 263254"/>
                <a:gd name="connsiteY43" fmla="*/ 152634 h 266571"/>
                <a:gd name="connsiteX44" fmla="*/ 67441 w 263254"/>
                <a:gd name="connsiteY44" fmla="*/ 153445 h 266571"/>
                <a:gd name="connsiteX45" fmla="*/ 65818 w 263254"/>
                <a:gd name="connsiteY45" fmla="*/ 155881 h 266571"/>
                <a:gd name="connsiteX46" fmla="*/ 62573 w 263254"/>
                <a:gd name="connsiteY46" fmla="*/ 159129 h 266571"/>
                <a:gd name="connsiteX47" fmla="*/ 59327 w 263254"/>
                <a:gd name="connsiteY47" fmla="*/ 162376 h 266571"/>
                <a:gd name="connsiteX48" fmla="*/ 52837 w 263254"/>
                <a:gd name="connsiteY48" fmla="*/ 168871 h 266571"/>
                <a:gd name="connsiteX49" fmla="*/ 49592 w 263254"/>
                <a:gd name="connsiteY49" fmla="*/ 173742 h 266571"/>
                <a:gd name="connsiteX50" fmla="*/ 44724 w 263254"/>
                <a:gd name="connsiteY50" fmla="*/ 179426 h 266571"/>
                <a:gd name="connsiteX51" fmla="*/ 40667 w 263254"/>
                <a:gd name="connsiteY51" fmla="*/ 181861 h 266571"/>
                <a:gd name="connsiteX52" fmla="*/ 39045 w 263254"/>
                <a:gd name="connsiteY52" fmla="*/ 185109 h 266571"/>
                <a:gd name="connsiteX53" fmla="*/ 38233 w 263254"/>
                <a:gd name="connsiteY53" fmla="*/ 186732 h 266571"/>
                <a:gd name="connsiteX54" fmla="*/ 34988 w 263254"/>
                <a:gd name="connsiteY54" fmla="*/ 188356 h 266571"/>
                <a:gd name="connsiteX55" fmla="*/ 29309 w 263254"/>
                <a:gd name="connsiteY55" fmla="*/ 195663 h 266571"/>
                <a:gd name="connsiteX56" fmla="*/ 24441 w 263254"/>
                <a:gd name="connsiteY56" fmla="*/ 202970 h 266571"/>
                <a:gd name="connsiteX57" fmla="*/ 22007 w 263254"/>
                <a:gd name="connsiteY57" fmla="*/ 205406 h 266571"/>
                <a:gd name="connsiteX58" fmla="*/ 16328 w 263254"/>
                <a:gd name="connsiteY58" fmla="*/ 212713 h 266571"/>
                <a:gd name="connsiteX59" fmla="*/ 9026 w 263254"/>
                <a:gd name="connsiteY59" fmla="*/ 223267 h 266571"/>
                <a:gd name="connsiteX60" fmla="*/ 2535 w 263254"/>
                <a:gd name="connsiteY60" fmla="*/ 236257 h 266571"/>
                <a:gd name="connsiteX61" fmla="*/ 4969 w 263254"/>
                <a:gd name="connsiteY61" fmla="*/ 261425 h 266571"/>
                <a:gd name="connsiteX62" fmla="*/ 12271 w 263254"/>
                <a:gd name="connsiteY62" fmla="*/ 266297 h 266571"/>
                <a:gd name="connsiteX63" fmla="*/ 17950 w 263254"/>
                <a:gd name="connsiteY63" fmla="*/ 266297 h 266571"/>
                <a:gd name="connsiteX64" fmla="*/ 16328 w 263254"/>
                <a:gd name="connsiteY64" fmla="*/ 262237 h 266571"/>
                <a:gd name="connsiteX65" fmla="*/ 15516 w 263254"/>
                <a:gd name="connsiteY65" fmla="*/ 248435 h 266571"/>
                <a:gd name="connsiteX66" fmla="*/ 25252 w 263254"/>
                <a:gd name="connsiteY66" fmla="*/ 240317 h 266571"/>
                <a:gd name="connsiteX67" fmla="*/ 30120 w 263254"/>
                <a:gd name="connsiteY67" fmla="*/ 236257 h 266571"/>
                <a:gd name="connsiteX68" fmla="*/ 48780 w 263254"/>
                <a:gd name="connsiteY68" fmla="*/ 215960 h 266571"/>
                <a:gd name="connsiteX69" fmla="*/ 67441 w 263254"/>
                <a:gd name="connsiteY69" fmla="*/ 194039 h 266571"/>
                <a:gd name="connsiteX70" fmla="*/ 96648 w 263254"/>
                <a:gd name="connsiteY70" fmla="*/ 167247 h 266571"/>
                <a:gd name="connsiteX71" fmla="*/ 99893 w 263254"/>
                <a:gd name="connsiteY71" fmla="*/ 163188 h 266571"/>
                <a:gd name="connsiteX72" fmla="*/ 100705 w 263254"/>
                <a:gd name="connsiteY72" fmla="*/ 162376 h 266571"/>
                <a:gd name="connsiteX73" fmla="*/ 105572 w 263254"/>
                <a:gd name="connsiteY73" fmla="*/ 159129 h 266571"/>
                <a:gd name="connsiteX74" fmla="*/ 109629 w 263254"/>
                <a:gd name="connsiteY74" fmla="*/ 155069 h 266571"/>
                <a:gd name="connsiteX75" fmla="*/ 109629 w 263254"/>
                <a:gd name="connsiteY75" fmla="*/ 159129 h 266571"/>
                <a:gd name="connsiteX76" fmla="*/ 111252 w 263254"/>
                <a:gd name="connsiteY76" fmla="*/ 163188 h 266571"/>
                <a:gd name="connsiteX77" fmla="*/ 111252 w 263254"/>
                <a:gd name="connsiteY77" fmla="*/ 165624 h 266571"/>
                <a:gd name="connsiteX78" fmla="*/ 113685 w 263254"/>
                <a:gd name="connsiteY78" fmla="*/ 172119 h 266571"/>
                <a:gd name="connsiteX79" fmla="*/ 121799 w 263254"/>
                <a:gd name="connsiteY79" fmla="*/ 186732 h 266571"/>
                <a:gd name="connsiteX80" fmla="*/ 123421 w 263254"/>
                <a:gd name="connsiteY80" fmla="*/ 187544 h 266571"/>
                <a:gd name="connsiteX81" fmla="*/ 128289 w 263254"/>
                <a:gd name="connsiteY81" fmla="*/ 191604 h 266571"/>
                <a:gd name="connsiteX82" fmla="*/ 155874 w 263254"/>
                <a:gd name="connsiteY82" fmla="*/ 209465 h 266571"/>
                <a:gd name="connsiteX83" fmla="*/ 200496 w 263254"/>
                <a:gd name="connsiteY83" fmla="*/ 214336 h 266571"/>
                <a:gd name="connsiteX84" fmla="*/ 217534 w 263254"/>
                <a:gd name="connsiteY84" fmla="*/ 209465 h 266571"/>
                <a:gd name="connsiteX85" fmla="*/ 219968 w 263254"/>
                <a:gd name="connsiteY85" fmla="*/ 206218 h 266571"/>
                <a:gd name="connsiteX86" fmla="*/ 232137 w 263254"/>
                <a:gd name="connsiteY86" fmla="*/ 188356 h 266571"/>
                <a:gd name="connsiteX87" fmla="*/ 228892 w 263254"/>
                <a:gd name="connsiteY87" fmla="*/ 189980 h 266571"/>
                <a:gd name="connsiteX88" fmla="*/ 194817 w 263254"/>
                <a:gd name="connsiteY88" fmla="*/ 204594 h 266571"/>
                <a:gd name="connsiteX89" fmla="*/ 184270 w 263254"/>
                <a:gd name="connsiteY89" fmla="*/ 202158 h 266571"/>
                <a:gd name="connsiteX90" fmla="*/ 176157 w 263254"/>
                <a:gd name="connsiteY90" fmla="*/ 198911 h 266571"/>
                <a:gd name="connsiteX91" fmla="*/ 170477 w 263254"/>
                <a:gd name="connsiteY91" fmla="*/ 193228 h 266571"/>
                <a:gd name="connsiteX92" fmla="*/ 163987 w 263254"/>
                <a:gd name="connsiteY92" fmla="*/ 187544 h 266571"/>
                <a:gd name="connsiteX93" fmla="*/ 161553 w 263254"/>
                <a:gd name="connsiteY93" fmla="*/ 184297 h 266571"/>
                <a:gd name="connsiteX94" fmla="*/ 160742 w 263254"/>
                <a:gd name="connsiteY94" fmla="*/ 182673 h 266571"/>
                <a:gd name="connsiteX95" fmla="*/ 156685 w 263254"/>
                <a:gd name="connsiteY95" fmla="*/ 181049 h 266571"/>
                <a:gd name="connsiteX96" fmla="*/ 153440 w 263254"/>
                <a:gd name="connsiteY96" fmla="*/ 170495 h 266571"/>
                <a:gd name="connsiteX97" fmla="*/ 151817 w 263254"/>
                <a:gd name="connsiteY97" fmla="*/ 165624 h 266571"/>
                <a:gd name="connsiteX98" fmla="*/ 151006 w 263254"/>
                <a:gd name="connsiteY98" fmla="*/ 162376 h 266571"/>
                <a:gd name="connsiteX99" fmla="*/ 145327 w 263254"/>
                <a:gd name="connsiteY99" fmla="*/ 149386 h 266571"/>
                <a:gd name="connsiteX100" fmla="*/ 142893 w 263254"/>
                <a:gd name="connsiteY100" fmla="*/ 145327 h 266571"/>
                <a:gd name="connsiteX101" fmla="*/ 139648 w 263254"/>
                <a:gd name="connsiteY101" fmla="*/ 134772 h 266571"/>
                <a:gd name="connsiteX102" fmla="*/ 141270 w 263254"/>
                <a:gd name="connsiteY102" fmla="*/ 123406 h 266571"/>
                <a:gd name="connsiteX103" fmla="*/ 144516 w 263254"/>
                <a:gd name="connsiteY103" fmla="*/ 121782 h 266571"/>
                <a:gd name="connsiteX104" fmla="*/ 13894 w 263254"/>
                <a:gd name="connsiteY104" fmla="*/ 249247 h 266571"/>
                <a:gd name="connsiteX105" fmla="*/ 13082 w 263254"/>
                <a:gd name="connsiteY105" fmla="*/ 247623 h 266571"/>
                <a:gd name="connsiteX106" fmla="*/ 13894 w 263254"/>
                <a:gd name="connsiteY106" fmla="*/ 246812 h 266571"/>
                <a:gd name="connsiteX107" fmla="*/ 13894 w 263254"/>
                <a:gd name="connsiteY107" fmla="*/ 249247 h 266571"/>
                <a:gd name="connsiteX108" fmla="*/ 17139 w 263254"/>
                <a:gd name="connsiteY108" fmla="*/ 243564 h 266571"/>
                <a:gd name="connsiteX109" fmla="*/ 16328 w 263254"/>
                <a:gd name="connsiteY109" fmla="*/ 242752 h 266571"/>
                <a:gd name="connsiteX110" fmla="*/ 18762 w 263254"/>
                <a:gd name="connsiteY110" fmla="*/ 241940 h 266571"/>
                <a:gd name="connsiteX111" fmla="*/ 17139 w 263254"/>
                <a:gd name="connsiteY111" fmla="*/ 243564 h 26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63254" h="266571">
                  <a:moveTo>
                    <a:pt x="144516" y="121782"/>
                  </a:moveTo>
                  <a:cubicBezTo>
                    <a:pt x="144516" y="122594"/>
                    <a:pt x="149383" y="119346"/>
                    <a:pt x="155063" y="114475"/>
                  </a:cubicBezTo>
                  <a:cubicBezTo>
                    <a:pt x="190760" y="87683"/>
                    <a:pt x="197251" y="83624"/>
                    <a:pt x="212666" y="73881"/>
                  </a:cubicBezTo>
                  <a:cubicBezTo>
                    <a:pt x="218345" y="70634"/>
                    <a:pt x="227270" y="64139"/>
                    <a:pt x="232949" y="59267"/>
                  </a:cubicBezTo>
                  <a:cubicBezTo>
                    <a:pt x="238628" y="54396"/>
                    <a:pt x="243496" y="51148"/>
                    <a:pt x="245119" y="51148"/>
                  </a:cubicBezTo>
                  <a:cubicBezTo>
                    <a:pt x="245930" y="51148"/>
                    <a:pt x="257288" y="40594"/>
                    <a:pt x="261345" y="34099"/>
                  </a:cubicBezTo>
                  <a:cubicBezTo>
                    <a:pt x="266213" y="26792"/>
                    <a:pt x="261345" y="21109"/>
                    <a:pt x="251609" y="21109"/>
                  </a:cubicBezTo>
                  <a:cubicBezTo>
                    <a:pt x="237005" y="21109"/>
                    <a:pt x="211043" y="38158"/>
                    <a:pt x="199685" y="46277"/>
                  </a:cubicBezTo>
                  <a:cubicBezTo>
                    <a:pt x="176968" y="61703"/>
                    <a:pt x="151817" y="81188"/>
                    <a:pt x="151817" y="82812"/>
                  </a:cubicBezTo>
                  <a:cubicBezTo>
                    <a:pt x="151817" y="83624"/>
                    <a:pt x="151006" y="84436"/>
                    <a:pt x="150195" y="83624"/>
                  </a:cubicBezTo>
                  <a:cubicBezTo>
                    <a:pt x="149383" y="82812"/>
                    <a:pt x="145327" y="86059"/>
                    <a:pt x="141270" y="90119"/>
                  </a:cubicBezTo>
                  <a:lnTo>
                    <a:pt x="133157" y="97426"/>
                  </a:lnTo>
                  <a:lnTo>
                    <a:pt x="132346" y="81188"/>
                  </a:lnTo>
                  <a:cubicBezTo>
                    <a:pt x="131534" y="64139"/>
                    <a:pt x="133157" y="34099"/>
                    <a:pt x="136402" y="27604"/>
                  </a:cubicBezTo>
                  <a:cubicBezTo>
                    <a:pt x="138836" y="23545"/>
                    <a:pt x="135591" y="8931"/>
                    <a:pt x="132346" y="8119"/>
                  </a:cubicBezTo>
                  <a:cubicBezTo>
                    <a:pt x="131534" y="8119"/>
                    <a:pt x="129101" y="5683"/>
                    <a:pt x="127478" y="4059"/>
                  </a:cubicBezTo>
                  <a:cubicBezTo>
                    <a:pt x="124233" y="0"/>
                    <a:pt x="122610" y="0"/>
                    <a:pt x="116119" y="0"/>
                  </a:cubicBezTo>
                  <a:cubicBezTo>
                    <a:pt x="106384" y="0"/>
                    <a:pt x="98270" y="4871"/>
                    <a:pt x="94214" y="10554"/>
                  </a:cubicBezTo>
                  <a:cubicBezTo>
                    <a:pt x="91780" y="12990"/>
                    <a:pt x="90157" y="15426"/>
                    <a:pt x="89346" y="15426"/>
                  </a:cubicBezTo>
                  <a:cubicBezTo>
                    <a:pt x="86912" y="15426"/>
                    <a:pt x="86101" y="22733"/>
                    <a:pt x="86101" y="34911"/>
                  </a:cubicBezTo>
                  <a:lnTo>
                    <a:pt x="86101" y="51960"/>
                  </a:lnTo>
                  <a:cubicBezTo>
                    <a:pt x="86101" y="54396"/>
                    <a:pt x="86101" y="57644"/>
                    <a:pt x="86912" y="60079"/>
                  </a:cubicBezTo>
                  <a:cubicBezTo>
                    <a:pt x="87723" y="61703"/>
                    <a:pt x="87723" y="64950"/>
                    <a:pt x="86912" y="66574"/>
                  </a:cubicBezTo>
                  <a:cubicBezTo>
                    <a:pt x="86101" y="68198"/>
                    <a:pt x="86912" y="69822"/>
                    <a:pt x="86912" y="69010"/>
                  </a:cubicBezTo>
                  <a:cubicBezTo>
                    <a:pt x="87723" y="69010"/>
                    <a:pt x="88535" y="69822"/>
                    <a:pt x="88535" y="70634"/>
                  </a:cubicBezTo>
                  <a:cubicBezTo>
                    <a:pt x="90157" y="77129"/>
                    <a:pt x="91780" y="83624"/>
                    <a:pt x="91780" y="89307"/>
                  </a:cubicBezTo>
                  <a:cubicBezTo>
                    <a:pt x="91780" y="93366"/>
                    <a:pt x="92591" y="97426"/>
                    <a:pt x="93403" y="98238"/>
                  </a:cubicBezTo>
                  <a:cubicBezTo>
                    <a:pt x="94214" y="99049"/>
                    <a:pt x="94214" y="100673"/>
                    <a:pt x="94214" y="102297"/>
                  </a:cubicBezTo>
                  <a:cubicBezTo>
                    <a:pt x="94214" y="103921"/>
                    <a:pt x="94214" y="106356"/>
                    <a:pt x="95025" y="107168"/>
                  </a:cubicBezTo>
                  <a:cubicBezTo>
                    <a:pt x="95025" y="107980"/>
                    <a:pt x="95837" y="112039"/>
                    <a:pt x="95837" y="116099"/>
                  </a:cubicBezTo>
                  <a:cubicBezTo>
                    <a:pt x="95837" y="119346"/>
                    <a:pt x="96648" y="123406"/>
                    <a:pt x="97459" y="124218"/>
                  </a:cubicBezTo>
                  <a:cubicBezTo>
                    <a:pt x="98270" y="125030"/>
                    <a:pt x="97459" y="126653"/>
                    <a:pt x="95837" y="127465"/>
                  </a:cubicBezTo>
                  <a:cubicBezTo>
                    <a:pt x="95025" y="128277"/>
                    <a:pt x="93403" y="129901"/>
                    <a:pt x="93403" y="130713"/>
                  </a:cubicBezTo>
                  <a:cubicBezTo>
                    <a:pt x="93403" y="131525"/>
                    <a:pt x="92591" y="133148"/>
                    <a:pt x="90969" y="133148"/>
                  </a:cubicBezTo>
                  <a:cubicBezTo>
                    <a:pt x="89346" y="133148"/>
                    <a:pt x="87723" y="134772"/>
                    <a:pt x="86101" y="137208"/>
                  </a:cubicBezTo>
                  <a:cubicBezTo>
                    <a:pt x="85289" y="139643"/>
                    <a:pt x="83667" y="140455"/>
                    <a:pt x="82856" y="139643"/>
                  </a:cubicBezTo>
                  <a:cubicBezTo>
                    <a:pt x="82044" y="138832"/>
                    <a:pt x="82044" y="139643"/>
                    <a:pt x="82044" y="140455"/>
                  </a:cubicBezTo>
                  <a:cubicBezTo>
                    <a:pt x="82044" y="142079"/>
                    <a:pt x="82044" y="142891"/>
                    <a:pt x="81233" y="142079"/>
                  </a:cubicBezTo>
                  <a:cubicBezTo>
                    <a:pt x="80422" y="141267"/>
                    <a:pt x="79610" y="142079"/>
                    <a:pt x="79610" y="142079"/>
                  </a:cubicBezTo>
                  <a:cubicBezTo>
                    <a:pt x="79610" y="142891"/>
                    <a:pt x="78799" y="143703"/>
                    <a:pt x="77988" y="142891"/>
                  </a:cubicBezTo>
                  <a:cubicBezTo>
                    <a:pt x="77176" y="142079"/>
                    <a:pt x="76365" y="143703"/>
                    <a:pt x="74742" y="145327"/>
                  </a:cubicBezTo>
                  <a:cubicBezTo>
                    <a:pt x="73931" y="146950"/>
                    <a:pt x="71497" y="148574"/>
                    <a:pt x="70686" y="148574"/>
                  </a:cubicBezTo>
                  <a:cubicBezTo>
                    <a:pt x="69874" y="148574"/>
                    <a:pt x="69874" y="149386"/>
                    <a:pt x="69874" y="151010"/>
                  </a:cubicBezTo>
                  <a:cubicBezTo>
                    <a:pt x="69874" y="152634"/>
                    <a:pt x="69874" y="152634"/>
                    <a:pt x="69063" y="152634"/>
                  </a:cubicBezTo>
                  <a:cubicBezTo>
                    <a:pt x="68252" y="151822"/>
                    <a:pt x="67441" y="152634"/>
                    <a:pt x="67441" y="153445"/>
                  </a:cubicBezTo>
                  <a:cubicBezTo>
                    <a:pt x="67441" y="154257"/>
                    <a:pt x="66629" y="155881"/>
                    <a:pt x="65818" y="155881"/>
                  </a:cubicBezTo>
                  <a:cubicBezTo>
                    <a:pt x="65006" y="155881"/>
                    <a:pt x="63384" y="157505"/>
                    <a:pt x="62573" y="159129"/>
                  </a:cubicBezTo>
                  <a:cubicBezTo>
                    <a:pt x="61761" y="161564"/>
                    <a:pt x="60139" y="162376"/>
                    <a:pt x="59327" y="162376"/>
                  </a:cubicBezTo>
                  <a:cubicBezTo>
                    <a:pt x="56893" y="162376"/>
                    <a:pt x="53648" y="166435"/>
                    <a:pt x="52837" y="168871"/>
                  </a:cubicBezTo>
                  <a:cubicBezTo>
                    <a:pt x="52837" y="169683"/>
                    <a:pt x="51214" y="172119"/>
                    <a:pt x="49592" y="173742"/>
                  </a:cubicBezTo>
                  <a:cubicBezTo>
                    <a:pt x="47969" y="175366"/>
                    <a:pt x="45535" y="177802"/>
                    <a:pt x="44724" y="179426"/>
                  </a:cubicBezTo>
                  <a:cubicBezTo>
                    <a:pt x="43912" y="181049"/>
                    <a:pt x="41478" y="182673"/>
                    <a:pt x="40667" y="181861"/>
                  </a:cubicBezTo>
                  <a:cubicBezTo>
                    <a:pt x="39856" y="181861"/>
                    <a:pt x="39045" y="182673"/>
                    <a:pt x="39045" y="185109"/>
                  </a:cubicBezTo>
                  <a:cubicBezTo>
                    <a:pt x="39045" y="187544"/>
                    <a:pt x="39045" y="187544"/>
                    <a:pt x="38233" y="186732"/>
                  </a:cubicBezTo>
                  <a:cubicBezTo>
                    <a:pt x="37422" y="185921"/>
                    <a:pt x="35799" y="186732"/>
                    <a:pt x="34988" y="188356"/>
                  </a:cubicBezTo>
                  <a:cubicBezTo>
                    <a:pt x="34177" y="189168"/>
                    <a:pt x="31743" y="193228"/>
                    <a:pt x="29309" y="195663"/>
                  </a:cubicBezTo>
                  <a:cubicBezTo>
                    <a:pt x="26875" y="198099"/>
                    <a:pt x="24441" y="201346"/>
                    <a:pt x="24441" y="202970"/>
                  </a:cubicBezTo>
                  <a:cubicBezTo>
                    <a:pt x="24441" y="203782"/>
                    <a:pt x="23630" y="205406"/>
                    <a:pt x="22007" y="205406"/>
                  </a:cubicBezTo>
                  <a:cubicBezTo>
                    <a:pt x="21196" y="206218"/>
                    <a:pt x="18762" y="208653"/>
                    <a:pt x="16328" y="212713"/>
                  </a:cubicBezTo>
                  <a:cubicBezTo>
                    <a:pt x="13894" y="215960"/>
                    <a:pt x="10649" y="220831"/>
                    <a:pt x="9026" y="223267"/>
                  </a:cubicBezTo>
                  <a:cubicBezTo>
                    <a:pt x="6592" y="225703"/>
                    <a:pt x="4158" y="231386"/>
                    <a:pt x="2535" y="236257"/>
                  </a:cubicBezTo>
                  <a:cubicBezTo>
                    <a:pt x="-1521" y="246000"/>
                    <a:pt x="-710" y="253307"/>
                    <a:pt x="4969" y="261425"/>
                  </a:cubicBezTo>
                  <a:cubicBezTo>
                    <a:pt x="8214" y="266297"/>
                    <a:pt x="9837" y="267109"/>
                    <a:pt x="12271" y="266297"/>
                  </a:cubicBezTo>
                  <a:cubicBezTo>
                    <a:pt x="13894" y="266297"/>
                    <a:pt x="17139" y="266297"/>
                    <a:pt x="17950" y="266297"/>
                  </a:cubicBezTo>
                  <a:cubicBezTo>
                    <a:pt x="22007" y="266297"/>
                    <a:pt x="21196" y="263861"/>
                    <a:pt x="16328" y="262237"/>
                  </a:cubicBezTo>
                  <a:cubicBezTo>
                    <a:pt x="9837" y="259802"/>
                    <a:pt x="9026" y="254119"/>
                    <a:pt x="15516" y="248435"/>
                  </a:cubicBezTo>
                  <a:cubicBezTo>
                    <a:pt x="22007" y="241128"/>
                    <a:pt x="24441" y="239505"/>
                    <a:pt x="25252" y="240317"/>
                  </a:cubicBezTo>
                  <a:cubicBezTo>
                    <a:pt x="26063" y="241128"/>
                    <a:pt x="27686" y="238693"/>
                    <a:pt x="30120" y="236257"/>
                  </a:cubicBezTo>
                  <a:cubicBezTo>
                    <a:pt x="32554" y="233822"/>
                    <a:pt x="40667" y="224079"/>
                    <a:pt x="48780" y="215960"/>
                  </a:cubicBezTo>
                  <a:cubicBezTo>
                    <a:pt x="56082" y="207029"/>
                    <a:pt x="65006" y="197287"/>
                    <a:pt x="67441" y="194039"/>
                  </a:cubicBezTo>
                  <a:cubicBezTo>
                    <a:pt x="72309" y="188356"/>
                    <a:pt x="90157" y="172119"/>
                    <a:pt x="96648" y="167247"/>
                  </a:cubicBezTo>
                  <a:cubicBezTo>
                    <a:pt x="98270" y="166435"/>
                    <a:pt x="99893" y="164000"/>
                    <a:pt x="99893" y="163188"/>
                  </a:cubicBezTo>
                  <a:cubicBezTo>
                    <a:pt x="99893" y="162376"/>
                    <a:pt x="99893" y="161564"/>
                    <a:pt x="100705" y="162376"/>
                  </a:cubicBezTo>
                  <a:cubicBezTo>
                    <a:pt x="101516" y="163188"/>
                    <a:pt x="103138" y="161564"/>
                    <a:pt x="105572" y="159129"/>
                  </a:cubicBezTo>
                  <a:lnTo>
                    <a:pt x="109629" y="155069"/>
                  </a:lnTo>
                  <a:lnTo>
                    <a:pt x="109629" y="159129"/>
                  </a:lnTo>
                  <a:cubicBezTo>
                    <a:pt x="109629" y="161564"/>
                    <a:pt x="110440" y="163188"/>
                    <a:pt x="111252" y="163188"/>
                  </a:cubicBezTo>
                  <a:cubicBezTo>
                    <a:pt x="112063" y="163188"/>
                    <a:pt x="112063" y="164000"/>
                    <a:pt x="111252" y="165624"/>
                  </a:cubicBezTo>
                  <a:cubicBezTo>
                    <a:pt x="110440" y="167247"/>
                    <a:pt x="112063" y="169683"/>
                    <a:pt x="113685" y="172119"/>
                  </a:cubicBezTo>
                  <a:cubicBezTo>
                    <a:pt x="118553" y="178614"/>
                    <a:pt x="121799" y="185109"/>
                    <a:pt x="121799" y="186732"/>
                  </a:cubicBezTo>
                  <a:cubicBezTo>
                    <a:pt x="121799" y="187544"/>
                    <a:pt x="122610" y="187544"/>
                    <a:pt x="123421" y="187544"/>
                  </a:cubicBezTo>
                  <a:cubicBezTo>
                    <a:pt x="124233" y="187544"/>
                    <a:pt x="126666" y="189168"/>
                    <a:pt x="128289" y="191604"/>
                  </a:cubicBezTo>
                  <a:cubicBezTo>
                    <a:pt x="132346" y="196475"/>
                    <a:pt x="146949" y="206218"/>
                    <a:pt x="155874" y="209465"/>
                  </a:cubicBezTo>
                  <a:cubicBezTo>
                    <a:pt x="161553" y="211901"/>
                    <a:pt x="175345" y="212713"/>
                    <a:pt x="200496" y="214336"/>
                  </a:cubicBezTo>
                  <a:cubicBezTo>
                    <a:pt x="206987" y="215148"/>
                    <a:pt x="218345" y="211089"/>
                    <a:pt x="217534" y="209465"/>
                  </a:cubicBezTo>
                  <a:cubicBezTo>
                    <a:pt x="217534" y="208653"/>
                    <a:pt x="218345" y="207029"/>
                    <a:pt x="219968" y="206218"/>
                  </a:cubicBezTo>
                  <a:cubicBezTo>
                    <a:pt x="226458" y="201346"/>
                    <a:pt x="235383" y="188356"/>
                    <a:pt x="232137" y="188356"/>
                  </a:cubicBezTo>
                  <a:cubicBezTo>
                    <a:pt x="231326" y="188356"/>
                    <a:pt x="229704" y="189168"/>
                    <a:pt x="228892" y="189980"/>
                  </a:cubicBezTo>
                  <a:cubicBezTo>
                    <a:pt x="221590" y="194851"/>
                    <a:pt x="203741" y="204594"/>
                    <a:pt x="194817" y="204594"/>
                  </a:cubicBezTo>
                  <a:cubicBezTo>
                    <a:pt x="191572" y="204594"/>
                    <a:pt x="188327" y="203782"/>
                    <a:pt x="184270" y="202158"/>
                  </a:cubicBezTo>
                  <a:cubicBezTo>
                    <a:pt x="181025" y="200534"/>
                    <a:pt x="176968" y="199723"/>
                    <a:pt x="176157" y="198911"/>
                  </a:cubicBezTo>
                  <a:cubicBezTo>
                    <a:pt x="175345" y="198911"/>
                    <a:pt x="172912" y="196475"/>
                    <a:pt x="170477" y="193228"/>
                  </a:cubicBezTo>
                  <a:cubicBezTo>
                    <a:pt x="168044" y="190792"/>
                    <a:pt x="164798" y="187544"/>
                    <a:pt x="163987" y="187544"/>
                  </a:cubicBezTo>
                  <a:cubicBezTo>
                    <a:pt x="163176" y="186732"/>
                    <a:pt x="161553" y="185921"/>
                    <a:pt x="161553" y="184297"/>
                  </a:cubicBezTo>
                  <a:cubicBezTo>
                    <a:pt x="161553" y="183485"/>
                    <a:pt x="161553" y="182673"/>
                    <a:pt x="160742" y="182673"/>
                  </a:cubicBezTo>
                  <a:cubicBezTo>
                    <a:pt x="158308" y="182673"/>
                    <a:pt x="155874" y="181861"/>
                    <a:pt x="156685" y="181049"/>
                  </a:cubicBezTo>
                  <a:cubicBezTo>
                    <a:pt x="158308" y="180237"/>
                    <a:pt x="155874" y="172119"/>
                    <a:pt x="153440" y="170495"/>
                  </a:cubicBezTo>
                  <a:cubicBezTo>
                    <a:pt x="152629" y="169683"/>
                    <a:pt x="151006" y="168059"/>
                    <a:pt x="151817" y="165624"/>
                  </a:cubicBezTo>
                  <a:cubicBezTo>
                    <a:pt x="151817" y="164000"/>
                    <a:pt x="151817" y="162376"/>
                    <a:pt x="151006" y="162376"/>
                  </a:cubicBezTo>
                  <a:cubicBezTo>
                    <a:pt x="150195" y="162376"/>
                    <a:pt x="146138" y="152634"/>
                    <a:pt x="145327" y="149386"/>
                  </a:cubicBezTo>
                  <a:cubicBezTo>
                    <a:pt x="145327" y="148574"/>
                    <a:pt x="144516" y="146950"/>
                    <a:pt x="142893" y="145327"/>
                  </a:cubicBezTo>
                  <a:cubicBezTo>
                    <a:pt x="141270" y="143703"/>
                    <a:pt x="140459" y="138832"/>
                    <a:pt x="139648" y="134772"/>
                  </a:cubicBezTo>
                  <a:cubicBezTo>
                    <a:pt x="138836" y="127465"/>
                    <a:pt x="138836" y="127465"/>
                    <a:pt x="141270" y="123406"/>
                  </a:cubicBezTo>
                  <a:cubicBezTo>
                    <a:pt x="143704" y="122594"/>
                    <a:pt x="144516" y="120970"/>
                    <a:pt x="144516" y="121782"/>
                  </a:cubicBezTo>
                  <a:close/>
                  <a:moveTo>
                    <a:pt x="13894" y="249247"/>
                  </a:moveTo>
                  <a:cubicBezTo>
                    <a:pt x="13082" y="250059"/>
                    <a:pt x="13082" y="249247"/>
                    <a:pt x="13082" y="247623"/>
                  </a:cubicBezTo>
                  <a:cubicBezTo>
                    <a:pt x="13082" y="246000"/>
                    <a:pt x="13894" y="246000"/>
                    <a:pt x="13894" y="246812"/>
                  </a:cubicBezTo>
                  <a:cubicBezTo>
                    <a:pt x="14705" y="248435"/>
                    <a:pt x="13894" y="249247"/>
                    <a:pt x="13894" y="249247"/>
                  </a:cubicBezTo>
                  <a:close/>
                  <a:moveTo>
                    <a:pt x="17139" y="243564"/>
                  </a:moveTo>
                  <a:cubicBezTo>
                    <a:pt x="14705" y="243564"/>
                    <a:pt x="14705" y="243564"/>
                    <a:pt x="16328" y="242752"/>
                  </a:cubicBezTo>
                  <a:cubicBezTo>
                    <a:pt x="17139" y="241940"/>
                    <a:pt x="18762" y="241940"/>
                    <a:pt x="18762" y="241940"/>
                  </a:cubicBezTo>
                  <a:cubicBezTo>
                    <a:pt x="19573" y="242752"/>
                    <a:pt x="18762" y="243564"/>
                    <a:pt x="17139" y="243564"/>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sp>
          <p:nvSpPr>
            <p:cNvPr id="160" name="Freeform 159">
              <a:extLst>
                <a:ext uri="{FF2B5EF4-FFF2-40B4-BE49-F238E27FC236}">
                  <a16:creationId xmlns:a16="http://schemas.microsoft.com/office/drawing/2014/main" id="{753E4BA0-8594-91EE-DF8F-74C94C975732}"/>
                </a:ext>
              </a:extLst>
            </p:cNvPr>
            <p:cNvSpPr/>
            <p:nvPr/>
          </p:nvSpPr>
          <p:spPr>
            <a:xfrm>
              <a:off x="4992272" y="1362239"/>
              <a:ext cx="966906" cy="675276"/>
            </a:xfrm>
            <a:custGeom>
              <a:avLst/>
              <a:gdLst>
                <a:gd name="connsiteX0" fmla="*/ 794908 w 966906"/>
                <a:gd name="connsiteY0" fmla="*/ 207029 h 675276"/>
                <a:gd name="connsiteX1" fmla="*/ 796530 w 966906"/>
                <a:gd name="connsiteY1" fmla="*/ 203782 h 675276"/>
                <a:gd name="connsiteX2" fmla="*/ 813568 w 966906"/>
                <a:gd name="connsiteY2" fmla="*/ 181049 h 675276"/>
                <a:gd name="connsiteX3" fmla="*/ 826549 w 966906"/>
                <a:gd name="connsiteY3" fmla="*/ 164000 h 675276"/>
                <a:gd name="connsiteX4" fmla="*/ 832228 w 966906"/>
                <a:gd name="connsiteY4" fmla="*/ 156693 h 675276"/>
                <a:gd name="connsiteX5" fmla="*/ 836285 w 966906"/>
                <a:gd name="connsiteY5" fmla="*/ 152633 h 675276"/>
                <a:gd name="connsiteX6" fmla="*/ 839530 w 966906"/>
                <a:gd name="connsiteY6" fmla="*/ 150198 h 675276"/>
                <a:gd name="connsiteX7" fmla="*/ 855757 w 966906"/>
                <a:gd name="connsiteY7" fmla="*/ 145327 h 675276"/>
                <a:gd name="connsiteX8" fmla="*/ 859813 w 966906"/>
                <a:gd name="connsiteY8" fmla="*/ 143703 h 675276"/>
                <a:gd name="connsiteX9" fmla="*/ 866304 w 966906"/>
                <a:gd name="connsiteY9" fmla="*/ 142891 h 675276"/>
                <a:gd name="connsiteX10" fmla="*/ 871171 w 966906"/>
                <a:gd name="connsiteY10" fmla="*/ 142079 h 675276"/>
                <a:gd name="connsiteX11" fmla="*/ 890643 w 966906"/>
                <a:gd name="connsiteY11" fmla="*/ 136396 h 675276"/>
                <a:gd name="connsiteX12" fmla="*/ 949869 w 966906"/>
                <a:gd name="connsiteY12" fmla="*/ 132336 h 675276"/>
                <a:gd name="connsiteX13" fmla="*/ 966906 w 966906"/>
                <a:gd name="connsiteY13" fmla="*/ 131525 h 675276"/>
                <a:gd name="connsiteX14" fmla="*/ 952303 w 966906"/>
                <a:gd name="connsiteY14" fmla="*/ 124218 h 675276"/>
                <a:gd name="connsiteX15" fmla="*/ 877662 w 966906"/>
                <a:gd name="connsiteY15" fmla="*/ 123406 h 675276"/>
                <a:gd name="connsiteX16" fmla="*/ 857379 w 966906"/>
                <a:gd name="connsiteY16" fmla="*/ 122594 h 675276"/>
                <a:gd name="connsiteX17" fmla="*/ 858190 w 966906"/>
                <a:gd name="connsiteY17" fmla="*/ 120970 h 675276"/>
                <a:gd name="connsiteX18" fmla="*/ 863870 w 966906"/>
                <a:gd name="connsiteY18" fmla="*/ 113663 h 675276"/>
                <a:gd name="connsiteX19" fmla="*/ 869549 w 966906"/>
                <a:gd name="connsiteY19" fmla="*/ 107168 h 675276"/>
                <a:gd name="connsiteX20" fmla="*/ 888209 w 966906"/>
                <a:gd name="connsiteY20" fmla="*/ 85247 h 675276"/>
                <a:gd name="connsiteX21" fmla="*/ 907681 w 966906"/>
                <a:gd name="connsiteY21" fmla="*/ 64139 h 675276"/>
                <a:gd name="connsiteX22" fmla="*/ 927152 w 966906"/>
                <a:gd name="connsiteY22" fmla="*/ 42218 h 675276"/>
                <a:gd name="connsiteX23" fmla="*/ 932832 w 966906"/>
                <a:gd name="connsiteY23" fmla="*/ 33287 h 675276"/>
                <a:gd name="connsiteX24" fmla="*/ 935265 w 966906"/>
                <a:gd name="connsiteY24" fmla="*/ 26792 h 675276"/>
                <a:gd name="connsiteX25" fmla="*/ 934454 w 966906"/>
                <a:gd name="connsiteY25" fmla="*/ 19485 h 675276"/>
                <a:gd name="connsiteX26" fmla="*/ 919850 w 966906"/>
                <a:gd name="connsiteY26" fmla="*/ 2436 h 675276"/>
                <a:gd name="connsiteX27" fmla="*/ 909303 w 966906"/>
                <a:gd name="connsiteY27" fmla="*/ 0 h 675276"/>
                <a:gd name="connsiteX28" fmla="*/ 871983 w 966906"/>
                <a:gd name="connsiteY28" fmla="*/ 30851 h 675276"/>
                <a:gd name="connsiteX29" fmla="*/ 846832 w 966906"/>
                <a:gd name="connsiteY29" fmla="*/ 60079 h 675276"/>
                <a:gd name="connsiteX30" fmla="*/ 841964 w 966906"/>
                <a:gd name="connsiteY30" fmla="*/ 65762 h 675276"/>
                <a:gd name="connsiteX31" fmla="*/ 835474 w 966906"/>
                <a:gd name="connsiteY31" fmla="*/ 74693 h 675276"/>
                <a:gd name="connsiteX32" fmla="*/ 807078 w 966906"/>
                <a:gd name="connsiteY32" fmla="*/ 113663 h 675276"/>
                <a:gd name="connsiteX33" fmla="*/ 810323 w 966906"/>
                <a:gd name="connsiteY33" fmla="*/ 113663 h 675276"/>
                <a:gd name="connsiteX34" fmla="*/ 813568 w 966906"/>
                <a:gd name="connsiteY34" fmla="*/ 114475 h 675276"/>
                <a:gd name="connsiteX35" fmla="*/ 805455 w 966906"/>
                <a:gd name="connsiteY35" fmla="*/ 116099 h 675276"/>
                <a:gd name="connsiteX36" fmla="*/ 804643 w 966906"/>
                <a:gd name="connsiteY36" fmla="*/ 117723 h 675276"/>
                <a:gd name="connsiteX37" fmla="*/ 800587 w 966906"/>
                <a:gd name="connsiteY37" fmla="*/ 123406 h 675276"/>
                <a:gd name="connsiteX38" fmla="*/ 794908 w 966906"/>
                <a:gd name="connsiteY38" fmla="*/ 130713 h 675276"/>
                <a:gd name="connsiteX39" fmla="*/ 787606 w 966906"/>
                <a:gd name="connsiteY39" fmla="*/ 134772 h 675276"/>
                <a:gd name="connsiteX40" fmla="*/ 699984 w 966906"/>
                <a:gd name="connsiteY40" fmla="*/ 154257 h 675276"/>
                <a:gd name="connsiteX41" fmla="*/ 675645 w 966906"/>
                <a:gd name="connsiteY41" fmla="*/ 158317 h 675276"/>
                <a:gd name="connsiteX42" fmla="*/ 670777 w 966906"/>
                <a:gd name="connsiteY42" fmla="*/ 161564 h 675276"/>
                <a:gd name="connsiteX43" fmla="*/ 695116 w 966906"/>
                <a:gd name="connsiteY43" fmla="*/ 183485 h 675276"/>
                <a:gd name="connsiteX44" fmla="*/ 719455 w 966906"/>
                <a:gd name="connsiteY44" fmla="*/ 181049 h 675276"/>
                <a:gd name="connsiteX45" fmla="*/ 741361 w 966906"/>
                <a:gd name="connsiteY45" fmla="*/ 175366 h 675276"/>
                <a:gd name="connsiteX46" fmla="*/ 752720 w 966906"/>
                <a:gd name="connsiteY46" fmla="*/ 172119 h 675276"/>
                <a:gd name="connsiteX47" fmla="*/ 759210 w 966906"/>
                <a:gd name="connsiteY47" fmla="*/ 170495 h 675276"/>
                <a:gd name="connsiteX48" fmla="*/ 762455 w 966906"/>
                <a:gd name="connsiteY48" fmla="*/ 170495 h 675276"/>
                <a:gd name="connsiteX49" fmla="*/ 753531 w 966906"/>
                <a:gd name="connsiteY49" fmla="*/ 187544 h 675276"/>
                <a:gd name="connsiteX50" fmla="*/ 738116 w 966906"/>
                <a:gd name="connsiteY50" fmla="*/ 207841 h 675276"/>
                <a:gd name="connsiteX51" fmla="*/ 723512 w 966906"/>
                <a:gd name="connsiteY51" fmla="*/ 229762 h 675276"/>
                <a:gd name="connsiteX52" fmla="*/ 717021 w 966906"/>
                <a:gd name="connsiteY52" fmla="*/ 241128 h 675276"/>
                <a:gd name="connsiteX53" fmla="*/ 712965 w 966906"/>
                <a:gd name="connsiteY53" fmla="*/ 247623 h 675276"/>
                <a:gd name="connsiteX54" fmla="*/ 709720 w 966906"/>
                <a:gd name="connsiteY54" fmla="*/ 253307 h 675276"/>
                <a:gd name="connsiteX55" fmla="*/ 708097 w 966906"/>
                <a:gd name="connsiteY55" fmla="*/ 257366 h 675276"/>
                <a:gd name="connsiteX56" fmla="*/ 694305 w 966906"/>
                <a:gd name="connsiteY56" fmla="*/ 276851 h 675276"/>
                <a:gd name="connsiteX57" fmla="*/ 681324 w 966906"/>
                <a:gd name="connsiteY57" fmla="*/ 297148 h 675276"/>
                <a:gd name="connsiteX58" fmla="*/ 671588 w 966906"/>
                <a:gd name="connsiteY58" fmla="*/ 313386 h 675276"/>
                <a:gd name="connsiteX59" fmla="*/ 657796 w 966906"/>
                <a:gd name="connsiteY59" fmla="*/ 316633 h 675276"/>
                <a:gd name="connsiteX60" fmla="*/ 643192 w 966906"/>
                <a:gd name="connsiteY60" fmla="*/ 319881 h 675276"/>
                <a:gd name="connsiteX61" fmla="*/ 616418 w 966906"/>
                <a:gd name="connsiteY61" fmla="*/ 327188 h 675276"/>
                <a:gd name="connsiteX62" fmla="*/ 586400 w 966906"/>
                <a:gd name="connsiteY62" fmla="*/ 335307 h 675276"/>
                <a:gd name="connsiteX63" fmla="*/ 584777 w 966906"/>
                <a:gd name="connsiteY63" fmla="*/ 333683 h 675276"/>
                <a:gd name="connsiteX64" fmla="*/ 581532 w 966906"/>
                <a:gd name="connsiteY64" fmla="*/ 325564 h 675276"/>
                <a:gd name="connsiteX65" fmla="*/ 560438 w 966906"/>
                <a:gd name="connsiteY65" fmla="*/ 308514 h 675276"/>
                <a:gd name="connsiteX66" fmla="*/ 539343 w 966906"/>
                <a:gd name="connsiteY66" fmla="*/ 309326 h 675276"/>
                <a:gd name="connsiteX67" fmla="*/ 532042 w 966906"/>
                <a:gd name="connsiteY67" fmla="*/ 311762 h 675276"/>
                <a:gd name="connsiteX68" fmla="*/ 526362 w 966906"/>
                <a:gd name="connsiteY68" fmla="*/ 315010 h 675276"/>
                <a:gd name="connsiteX69" fmla="*/ 523117 w 966906"/>
                <a:gd name="connsiteY69" fmla="*/ 317445 h 675276"/>
                <a:gd name="connsiteX70" fmla="*/ 512570 w 966906"/>
                <a:gd name="connsiteY70" fmla="*/ 322316 h 675276"/>
                <a:gd name="connsiteX71" fmla="*/ 510136 w 966906"/>
                <a:gd name="connsiteY71" fmla="*/ 323128 h 675276"/>
                <a:gd name="connsiteX72" fmla="*/ 508514 w 966906"/>
                <a:gd name="connsiteY72" fmla="*/ 323940 h 675276"/>
                <a:gd name="connsiteX73" fmla="*/ 503646 w 966906"/>
                <a:gd name="connsiteY73" fmla="*/ 327188 h 675276"/>
                <a:gd name="connsiteX74" fmla="*/ 499589 w 966906"/>
                <a:gd name="connsiteY74" fmla="*/ 329623 h 675276"/>
                <a:gd name="connsiteX75" fmla="*/ 502023 w 966906"/>
                <a:gd name="connsiteY75" fmla="*/ 326376 h 675276"/>
                <a:gd name="connsiteX76" fmla="*/ 505268 w 966906"/>
                <a:gd name="connsiteY76" fmla="*/ 320693 h 675276"/>
                <a:gd name="connsiteX77" fmla="*/ 507702 w 966906"/>
                <a:gd name="connsiteY77" fmla="*/ 317445 h 675276"/>
                <a:gd name="connsiteX78" fmla="*/ 508514 w 966906"/>
                <a:gd name="connsiteY78" fmla="*/ 315010 h 675276"/>
                <a:gd name="connsiteX79" fmla="*/ 510947 w 966906"/>
                <a:gd name="connsiteY79" fmla="*/ 312574 h 675276"/>
                <a:gd name="connsiteX80" fmla="*/ 512570 w 966906"/>
                <a:gd name="connsiteY80" fmla="*/ 311762 h 675276"/>
                <a:gd name="connsiteX81" fmla="*/ 514193 w 966906"/>
                <a:gd name="connsiteY81" fmla="*/ 309326 h 675276"/>
                <a:gd name="connsiteX82" fmla="*/ 515004 w 966906"/>
                <a:gd name="connsiteY82" fmla="*/ 307703 h 675276"/>
                <a:gd name="connsiteX83" fmla="*/ 524740 w 966906"/>
                <a:gd name="connsiteY83" fmla="*/ 295524 h 675276"/>
                <a:gd name="connsiteX84" fmla="*/ 538532 w 966906"/>
                <a:gd name="connsiteY84" fmla="*/ 270356 h 675276"/>
                <a:gd name="connsiteX85" fmla="*/ 536098 w 966906"/>
                <a:gd name="connsiteY85" fmla="*/ 267109 h 675276"/>
                <a:gd name="connsiteX86" fmla="*/ 534476 w 966906"/>
                <a:gd name="connsiteY86" fmla="*/ 264673 h 675276"/>
                <a:gd name="connsiteX87" fmla="*/ 517438 w 966906"/>
                <a:gd name="connsiteY87" fmla="*/ 250871 h 675276"/>
                <a:gd name="connsiteX88" fmla="*/ 490665 w 966906"/>
                <a:gd name="connsiteY88" fmla="*/ 267920 h 675276"/>
                <a:gd name="connsiteX89" fmla="*/ 488231 w 966906"/>
                <a:gd name="connsiteY89" fmla="*/ 271168 h 675276"/>
                <a:gd name="connsiteX90" fmla="*/ 480929 w 966906"/>
                <a:gd name="connsiteY90" fmla="*/ 280911 h 675276"/>
                <a:gd name="connsiteX91" fmla="*/ 478495 w 966906"/>
                <a:gd name="connsiteY91" fmla="*/ 282534 h 675276"/>
                <a:gd name="connsiteX92" fmla="*/ 476872 w 966906"/>
                <a:gd name="connsiteY92" fmla="*/ 283346 h 675276"/>
                <a:gd name="connsiteX93" fmla="*/ 474438 w 966906"/>
                <a:gd name="connsiteY93" fmla="*/ 287406 h 675276"/>
                <a:gd name="connsiteX94" fmla="*/ 472816 w 966906"/>
                <a:gd name="connsiteY94" fmla="*/ 290653 h 675276"/>
                <a:gd name="connsiteX95" fmla="*/ 469570 w 966906"/>
                <a:gd name="connsiteY95" fmla="*/ 294713 h 675276"/>
                <a:gd name="connsiteX96" fmla="*/ 464703 w 966906"/>
                <a:gd name="connsiteY96" fmla="*/ 299584 h 675276"/>
                <a:gd name="connsiteX97" fmla="*/ 463080 w 966906"/>
                <a:gd name="connsiteY97" fmla="*/ 302831 h 675276"/>
                <a:gd name="connsiteX98" fmla="*/ 459835 w 966906"/>
                <a:gd name="connsiteY98" fmla="*/ 308514 h 675276"/>
                <a:gd name="connsiteX99" fmla="*/ 457401 w 966906"/>
                <a:gd name="connsiteY99" fmla="*/ 311762 h 675276"/>
                <a:gd name="connsiteX100" fmla="*/ 454155 w 966906"/>
                <a:gd name="connsiteY100" fmla="*/ 316633 h 675276"/>
                <a:gd name="connsiteX101" fmla="*/ 446854 w 966906"/>
                <a:gd name="connsiteY101" fmla="*/ 327188 h 675276"/>
                <a:gd name="connsiteX102" fmla="*/ 441986 w 966906"/>
                <a:gd name="connsiteY102" fmla="*/ 334495 h 675276"/>
                <a:gd name="connsiteX103" fmla="*/ 441986 w 966906"/>
                <a:gd name="connsiteY103" fmla="*/ 335307 h 675276"/>
                <a:gd name="connsiteX104" fmla="*/ 437118 w 966906"/>
                <a:gd name="connsiteY104" fmla="*/ 338554 h 675276"/>
                <a:gd name="connsiteX105" fmla="*/ 424137 w 966906"/>
                <a:gd name="connsiteY105" fmla="*/ 346673 h 675276"/>
                <a:gd name="connsiteX106" fmla="*/ 417646 w 966906"/>
                <a:gd name="connsiteY106" fmla="*/ 351544 h 675276"/>
                <a:gd name="connsiteX107" fmla="*/ 407099 w 966906"/>
                <a:gd name="connsiteY107" fmla="*/ 358039 h 675276"/>
                <a:gd name="connsiteX108" fmla="*/ 403043 w 966906"/>
                <a:gd name="connsiteY108" fmla="*/ 360475 h 675276"/>
                <a:gd name="connsiteX109" fmla="*/ 301628 w 966906"/>
                <a:gd name="connsiteY109" fmla="*/ 405940 h 675276"/>
                <a:gd name="connsiteX110" fmla="*/ 269987 w 966906"/>
                <a:gd name="connsiteY110" fmla="*/ 414059 h 675276"/>
                <a:gd name="connsiteX111" fmla="*/ 252949 w 966906"/>
                <a:gd name="connsiteY111" fmla="*/ 414871 h 675276"/>
                <a:gd name="connsiteX112" fmla="*/ 225365 w 966906"/>
                <a:gd name="connsiteY112" fmla="*/ 411623 h 675276"/>
                <a:gd name="connsiteX113" fmla="*/ 219685 w 966906"/>
                <a:gd name="connsiteY113" fmla="*/ 394574 h 675276"/>
                <a:gd name="connsiteX114" fmla="*/ 235912 w 966906"/>
                <a:gd name="connsiteY114" fmla="*/ 362099 h 675276"/>
                <a:gd name="connsiteX115" fmla="*/ 236723 w 966906"/>
                <a:gd name="connsiteY115" fmla="*/ 363722 h 675276"/>
                <a:gd name="connsiteX116" fmla="*/ 271609 w 966906"/>
                <a:gd name="connsiteY116" fmla="*/ 345861 h 675276"/>
                <a:gd name="connsiteX117" fmla="*/ 278911 w 966906"/>
                <a:gd name="connsiteY117" fmla="*/ 343425 h 675276"/>
                <a:gd name="connsiteX118" fmla="*/ 314609 w 966906"/>
                <a:gd name="connsiteY118" fmla="*/ 328000 h 675276"/>
                <a:gd name="connsiteX119" fmla="*/ 318666 w 966906"/>
                <a:gd name="connsiteY119" fmla="*/ 326376 h 675276"/>
                <a:gd name="connsiteX120" fmla="*/ 338949 w 966906"/>
                <a:gd name="connsiteY120" fmla="*/ 308514 h 675276"/>
                <a:gd name="connsiteX121" fmla="*/ 343005 w 966906"/>
                <a:gd name="connsiteY121" fmla="*/ 304455 h 675276"/>
                <a:gd name="connsiteX122" fmla="*/ 350307 w 966906"/>
                <a:gd name="connsiteY122" fmla="*/ 291465 h 675276"/>
                <a:gd name="connsiteX123" fmla="*/ 351118 w 966906"/>
                <a:gd name="connsiteY123" fmla="*/ 290653 h 675276"/>
                <a:gd name="connsiteX124" fmla="*/ 343005 w 966906"/>
                <a:gd name="connsiteY124" fmla="*/ 262237 h 675276"/>
                <a:gd name="connsiteX125" fmla="*/ 343005 w 966906"/>
                <a:gd name="connsiteY125" fmla="*/ 258990 h 675276"/>
                <a:gd name="connsiteX126" fmla="*/ 343005 w 966906"/>
                <a:gd name="connsiteY126" fmla="*/ 258178 h 675276"/>
                <a:gd name="connsiteX127" fmla="*/ 334081 w 966906"/>
                <a:gd name="connsiteY127" fmla="*/ 255742 h 675276"/>
                <a:gd name="connsiteX128" fmla="*/ 315420 w 966906"/>
                <a:gd name="connsiteY128" fmla="*/ 252495 h 675276"/>
                <a:gd name="connsiteX129" fmla="*/ 304062 w 966906"/>
                <a:gd name="connsiteY129" fmla="*/ 252495 h 675276"/>
                <a:gd name="connsiteX130" fmla="*/ 293515 w 966906"/>
                <a:gd name="connsiteY130" fmla="*/ 258990 h 675276"/>
                <a:gd name="connsiteX131" fmla="*/ 244025 w 966906"/>
                <a:gd name="connsiteY131" fmla="*/ 301208 h 675276"/>
                <a:gd name="connsiteX132" fmla="*/ 236723 w 966906"/>
                <a:gd name="connsiteY132" fmla="*/ 307703 h 675276"/>
                <a:gd name="connsiteX133" fmla="*/ 220497 w 966906"/>
                <a:gd name="connsiteY133" fmla="*/ 327188 h 675276"/>
                <a:gd name="connsiteX134" fmla="*/ 97988 w 966906"/>
                <a:gd name="connsiteY134" fmla="*/ 384019 h 675276"/>
                <a:gd name="connsiteX135" fmla="*/ 32271 w 966906"/>
                <a:gd name="connsiteY135" fmla="*/ 394574 h 675276"/>
                <a:gd name="connsiteX136" fmla="*/ 24158 w 966906"/>
                <a:gd name="connsiteY136" fmla="*/ 393762 h 675276"/>
                <a:gd name="connsiteX137" fmla="*/ 25781 w 966906"/>
                <a:gd name="connsiteY137" fmla="*/ 384831 h 675276"/>
                <a:gd name="connsiteX138" fmla="*/ 39573 w 966906"/>
                <a:gd name="connsiteY138" fmla="*/ 355604 h 675276"/>
                <a:gd name="connsiteX139" fmla="*/ 43630 w 966906"/>
                <a:gd name="connsiteY139" fmla="*/ 349108 h 675276"/>
                <a:gd name="connsiteX140" fmla="*/ 49309 w 966906"/>
                <a:gd name="connsiteY140" fmla="*/ 340990 h 675276"/>
                <a:gd name="connsiteX141" fmla="*/ 55799 w 966906"/>
                <a:gd name="connsiteY141" fmla="*/ 332059 h 675276"/>
                <a:gd name="connsiteX142" fmla="*/ 61479 w 966906"/>
                <a:gd name="connsiteY142" fmla="*/ 324752 h 675276"/>
                <a:gd name="connsiteX143" fmla="*/ 67969 w 966906"/>
                <a:gd name="connsiteY143" fmla="*/ 317445 h 675276"/>
                <a:gd name="connsiteX144" fmla="*/ 72837 w 966906"/>
                <a:gd name="connsiteY144" fmla="*/ 311762 h 675276"/>
                <a:gd name="connsiteX145" fmla="*/ 74460 w 966906"/>
                <a:gd name="connsiteY145" fmla="*/ 310138 h 675276"/>
                <a:gd name="connsiteX146" fmla="*/ 76894 w 966906"/>
                <a:gd name="connsiteY146" fmla="*/ 307703 h 675276"/>
                <a:gd name="connsiteX147" fmla="*/ 114214 w 966906"/>
                <a:gd name="connsiteY147" fmla="*/ 279287 h 675276"/>
                <a:gd name="connsiteX148" fmla="*/ 121516 w 966906"/>
                <a:gd name="connsiteY148" fmla="*/ 287406 h 675276"/>
                <a:gd name="connsiteX149" fmla="*/ 123950 w 966906"/>
                <a:gd name="connsiteY149" fmla="*/ 297960 h 675276"/>
                <a:gd name="connsiteX150" fmla="*/ 129629 w 966906"/>
                <a:gd name="connsiteY150" fmla="*/ 299584 h 675276"/>
                <a:gd name="connsiteX151" fmla="*/ 135309 w 966906"/>
                <a:gd name="connsiteY151" fmla="*/ 280099 h 675276"/>
                <a:gd name="connsiteX152" fmla="*/ 104478 w 966906"/>
                <a:gd name="connsiteY152" fmla="*/ 246000 h 675276"/>
                <a:gd name="connsiteX153" fmla="*/ 89875 w 966906"/>
                <a:gd name="connsiteY153" fmla="*/ 244376 h 675276"/>
                <a:gd name="connsiteX154" fmla="*/ 37951 w 966906"/>
                <a:gd name="connsiteY154" fmla="*/ 295524 h 675276"/>
                <a:gd name="connsiteX155" fmla="*/ 24970 w 966906"/>
                <a:gd name="connsiteY155" fmla="*/ 312574 h 675276"/>
                <a:gd name="connsiteX156" fmla="*/ 3875 w 966906"/>
                <a:gd name="connsiteY156" fmla="*/ 349108 h 675276"/>
                <a:gd name="connsiteX157" fmla="*/ 4687 w 966906"/>
                <a:gd name="connsiteY157" fmla="*/ 386455 h 675276"/>
                <a:gd name="connsiteX158" fmla="*/ 9555 w 966906"/>
                <a:gd name="connsiteY158" fmla="*/ 395386 h 675276"/>
                <a:gd name="connsiteX159" fmla="*/ 11989 w 966906"/>
                <a:gd name="connsiteY159" fmla="*/ 400257 h 675276"/>
                <a:gd name="connsiteX160" fmla="*/ 19290 w 966906"/>
                <a:gd name="connsiteY160" fmla="*/ 410811 h 675276"/>
                <a:gd name="connsiteX161" fmla="*/ 19290 w 966906"/>
                <a:gd name="connsiteY161" fmla="*/ 411623 h 675276"/>
                <a:gd name="connsiteX162" fmla="*/ 24158 w 966906"/>
                <a:gd name="connsiteY162" fmla="*/ 414059 h 675276"/>
                <a:gd name="connsiteX163" fmla="*/ 59856 w 966906"/>
                <a:gd name="connsiteY163" fmla="*/ 417306 h 675276"/>
                <a:gd name="connsiteX164" fmla="*/ 68781 w 966906"/>
                <a:gd name="connsiteY164" fmla="*/ 416495 h 675276"/>
                <a:gd name="connsiteX165" fmla="*/ 76894 w 966906"/>
                <a:gd name="connsiteY165" fmla="*/ 416495 h 675276"/>
                <a:gd name="connsiteX166" fmla="*/ 103667 w 966906"/>
                <a:gd name="connsiteY166" fmla="*/ 408376 h 675276"/>
                <a:gd name="connsiteX167" fmla="*/ 113403 w 966906"/>
                <a:gd name="connsiteY167" fmla="*/ 405128 h 675276"/>
                <a:gd name="connsiteX168" fmla="*/ 117459 w 966906"/>
                <a:gd name="connsiteY168" fmla="*/ 402693 h 675276"/>
                <a:gd name="connsiteX169" fmla="*/ 123950 w 966906"/>
                <a:gd name="connsiteY169" fmla="*/ 400257 h 675276"/>
                <a:gd name="connsiteX170" fmla="*/ 124761 w 966906"/>
                <a:gd name="connsiteY170" fmla="*/ 399445 h 675276"/>
                <a:gd name="connsiteX171" fmla="*/ 139365 w 966906"/>
                <a:gd name="connsiteY171" fmla="*/ 392950 h 675276"/>
                <a:gd name="connsiteX172" fmla="*/ 168573 w 966906"/>
                <a:gd name="connsiteY172" fmla="*/ 380772 h 675276"/>
                <a:gd name="connsiteX173" fmla="*/ 175874 w 966906"/>
                <a:gd name="connsiteY173" fmla="*/ 376712 h 675276"/>
                <a:gd name="connsiteX174" fmla="*/ 171818 w 966906"/>
                <a:gd name="connsiteY174" fmla="*/ 377524 h 675276"/>
                <a:gd name="connsiteX175" fmla="*/ 166138 w 966906"/>
                <a:gd name="connsiteY175" fmla="*/ 379148 h 675276"/>
                <a:gd name="connsiteX176" fmla="*/ 182365 w 966906"/>
                <a:gd name="connsiteY176" fmla="*/ 368594 h 675276"/>
                <a:gd name="connsiteX177" fmla="*/ 195346 w 966906"/>
                <a:gd name="connsiteY177" fmla="*/ 359663 h 675276"/>
                <a:gd name="connsiteX178" fmla="*/ 206704 w 966906"/>
                <a:gd name="connsiteY178" fmla="*/ 352356 h 675276"/>
                <a:gd name="connsiteX179" fmla="*/ 196157 w 966906"/>
                <a:gd name="connsiteY179" fmla="*/ 390514 h 675276"/>
                <a:gd name="connsiteX180" fmla="*/ 205082 w 966906"/>
                <a:gd name="connsiteY180" fmla="*/ 413247 h 675276"/>
                <a:gd name="connsiteX181" fmla="*/ 232666 w 966906"/>
                <a:gd name="connsiteY181" fmla="*/ 435980 h 675276"/>
                <a:gd name="connsiteX182" fmla="*/ 272421 w 966906"/>
                <a:gd name="connsiteY182" fmla="*/ 439227 h 675276"/>
                <a:gd name="connsiteX183" fmla="*/ 289458 w 966906"/>
                <a:gd name="connsiteY183" fmla="*/ 437603 h 675276"/>
                <a:gd name="connsiteX184" fmla="*/ 289458 w 966906"/>
                <a:gd name="connsiteY184" fmla="*/ 435980 h 675276"/>
                <a:gd name="connsiteX185" fmla="*/ 287024 w 966906"/>
                <a:gd name="connsiteY185" fmla="*/ 435168 h 675276"/>
                <a:gd name="connsiteX186" fmla="*/ 302440 w 966906"/>
                <a:gd name="connsiteY186" fmla="*/ 432732 h 675276"/>
                <a:gd name="connsiteX187" fmla="*/ 351930 w 966906"/>
                <a:gd name="connsiteY187" fmla="*/ 415683 h 675276"/>
                <a:gd name="connsiteX188" fmla="*/ 352741 w 966906"/>
                <a:gd name="connsiteY188" fmla="*/ 416495 h 675276"/>
                <a:gd name="connsiteX189" fmla="*/ 353552 w 966906"/>
                <a:gd name="connsiteY189" fmla="*/ 416495 h 675276"/>
                <a:gd name="connsiteX190" fmla="*/ 362477 w 966906"/>
                <a:gd name="connsiteY190" fmla="*/ 411623 h 675276"/>
                <a:gd name="connsiteX191" fmla="*/ 383571 w 966906"/>
                <a:gd name="connsiteY191" fmla="*/ 401069 h 675276"/>
                <a:gd name="connsiteX192" fmla="*/ 400608 w 966906"/>
                <a:gd name="connsiteY192" fmla="*/ 385643 h 675276"/>
                <a:gd name="connsiteX193" fmla="*/ 403854 w 966906"/>
                <a:gd name="connsiteY193" fmla="*/ 383207 h 675276"/>
                <a:gd name="connsiteX194" fmla="*/ 407099 w 966906"/>
                <a:gd name="connsiteY194" fmla="*/ 378336 h 675276"/>
                <a:gd name="connsiteX195" fmla="*/ 403854 w 966906"/>
                <a:gd name="connsiteY195" fmla="*/ 379960 h 675276"/>
                <a:gd name="connsiteX196" fmla="*/ 400608 w 966906"/>
                <a:gd name="connsiteY196" fmla="*/ 382396 h 675276"/>
                <a:gd name="connsiteX197" fmla="*/ 393307 w 966906"/>
                <a:gd name="connsiteY197" fmla="*/ 385643 h 675276"/>
                <a:gd name="connsiteX198" fmla="*/ 388439 w 966906"/>
                <a:gd name="connsiteY198" fmla="*/ 387267 h 675276"/>
                <a:gd name="connsiteX199" fmla="*/ 404665 w 966906"/>
                <a:gd name="connsiteY199" fmla="*/ 375901 h 675276"/>
                <a:gd name="connsiteX200" fmla="*/ 411967 w 966906"/>
                <a:gd name="connsiteY200" fmla="*/ 370217 h 675276"/>
                <a:gd name="connsiteX201" fmla="*/ 417646 w 966906"/>
                <a:gd name="connsiteY201" fmla="*/ 366158 h 675276"/>
                <a:gd name="connsiteX202" fmla="*/ 421703 w 966906"/>
                <a:gd name="connsiteY202" fmla="*/ 364534 h 675276"/>
                <a:gd name="connsiteX203" fmla="*/ 421703 w 966906"/>
                <a:gd name="connsiteY203" fmla="*/ 364534 h 675276"/>
                <a:gd name="connsiteX204" fmla="*/ 416024 w 966906"/>
                <a:gd name="connsiteY204" fmla="*/ 372653 h 675276"/>
                <a:gd name="connsiteX205" fmla="*/ 411156 w 966906"/>
                <a:gd name="connsiteY205" fmla="*/ 379960 h 675276"/>
                <a:gd name="connsiteX206" fmla="*/ 403854 w 966906"/>
                <a:gd name="connsiteY206" fmla="*/ 391326 h 675276"/>
                <a:gd name="connsiteX207" fmla="*/ 398986 w 966906"/>
                <a:gd name="connsiteY207" fmla="*/ 399445 h 675276"/>
                <a:gd name="connsiteX208" fmla="*/ 387628 w 966906"/>
                <a:gd name="connsiteY208" fmla="*/ 418118 h 675276"/>
                <a:gd name="connsiteX209" fmla="*/ 381948 w 966906"/>
                <a:gd name="connsiteY209" fmla="*/ 427861 h 675276"/>
                <a:gd name="connsiteX210" fmla="*/ 378703 w 966906"/>
                <a:gd name="connsiteY210" fmla="*/ 433544 h 675276"/>
                <a:gd name="connsiteX211" fmla="*/ 377080 w 966906"/>
                <a:gd name="connsiteY211" fmla="*/ 435980 h 675276"/>
                <a:gd name="connsiteX212" fmla="*/ 375458 w 966906"/>
                <a:gd name="connsiteY212" fmla="*/ 439227 h 675276"/>
                <a:gd name="connsiteX213" fmla="*/ 369779 w 966906"/>
                <a:gd name="connsiteY213" fmla="*/ 448158 h 675276"/>
                <a:gd name="connsiteX214" fmla="*/ 364099 w 966906"/>
                <a:gd name="connsiteY214" fmla="*/ 457089 h 675276"/>
                <a:gd name="connsiteX215" fmla="*/ 361665 w 966906"/>
                <a:gd name="connsiteY215" fmla="*/ 460336 h 675276"/>
                <a:gd name="connsiteX216" fmla="*/ 360854 w 966906"/>
                <a:gd name="connsiteY216" fmla="*/ 462772 h 675276"/>
                <a:gd name="connsiteX217" fmla="*/ 358420 w 966906"/>
                <a:gd name="connsiteY217" fmla="*/ 467643 h 675276"/>
                <a:gd name="connsiteX218" fmla="*/ 357609 w 966906"/>
                <a:gd name="connsiteY218" fmla="*/ 469267 h 675276"/>
                <a:gd name="connsiteX219" fmla="*/ 355986 w 966906"/>
                <a:gd name="connsiteY219" fmla="*/ 471702 h 675276"/>
                <a:gd name="connsiteX220" fmla="*/ 354364 w 966906"/>
                <a:gd name="connsiteY220" fmla="*/ 474138 h 675276"/>
                <a:gd name="connsiteX221" fmla="*/ 353552 w 966906"/>
                <a:gd name="connsiteY221" fmla="*/ 475762 h 675276"/>
                <a:gd name="connsiteX222" fmla="*/ 351118 w 966906"/>
                <a:gd name="connsiteY222" fmla="*/ 478197 h 675276"/>
                <a:gd name="connsiteX223" fmla="*/ 347873 w 966906"/>
                <a:gd name="connsiteY223" fmla="*/ 484692 h 675276"/>
                <a:gd name="connsiteX224" fmla="*/ 344628 w 966906"/>
                <a:gd name="connsiteY224" fmla="*/ 492811 h 675276"/>
                <a:gd name="connsiteX225" fmla="*/ 342194 w 966906"/>
                <a:gd name="connsiteY225" fmla="*/ 496059 h 675276"/>
                <a:gd name="connsiteX226" fmla="*/ 341383 w 966906"/>
                <a:gd name="connsiteY226" fmla="*/ 499306 h 675276"/>
                <a:gd name="connsiteX227" fmla="*/ 340571 w 966906"/>
                <a:gd name="connsiteY227" fmla="*/ 500118 h 675276"/>
                <a:gd name="connsiteX228" fmla="*/ 337326 w 966906"/>
                <a:gd name="connsiteY228" fmla="*/ 504989 h 675276"/>
                <a:gd name="connsiteX229" fmla="*/ 334081 w 966906"/>
                <a:gd name="connsiteY229" fmla="*/ 509861 h 675276"/>
                <a:gd name="connsiteX230" fmla="*/ 331647 w 966906"/>
                <a:gd name="connsiteY230" fmla="*/ 514732 h 675276"/>
                <a:gd name="connsiteX231" fmla="*/ 330836 w 966906"/>
                <a:gd name="connsiteY231" fmla="*/ 516356 h 675276"/>
                <a:gd name="connsiteX232" fmla="*/ 327590 w 966906"/>
                <a:gd name="connsiteY232" fmla="*/ 523663 h 675276"/>
                <a:gd name="connsiteX233" fmla="*/ 326779 w 966906"/>
                <a:gd name="connsiteY233" fmla="*/ 524475 h 675276"/>
                <a:gd name="connsiteX234" fmla="*/ 321911 w 966906"/>
                <a:gd name="connsiteY234" fmla="*/ 535029 h 675276"/>
                <a:gd name="connsiteX235" fmla="*/ 319477 w 966906"/>
                <a:gd name="connsiteY235" fmla="*/ 539089 h 675276"/>
                <a:gd name="connsiteX236" fmla="*/ 317043 w 966906"/>
                <a:gd name="connsiteY236" fmla="*/ 543960 h 675276"/>
                <a:gd name="connsiteX237" fmla="*/ 316232 w 966906"/>
                <a:gd name="connsiteY237" fmla="*/ 545583 h 675276"/>
                <a:gd name="connsiteX238" fmla="*/ 315420 w 966906"/>
                <a:gd name="connsiteY238" fmla="*/ 547207 h 675276"/>
                <a:gd name="connsiteX239" fmla="*/ 312987 w 966906"/>
                <a:gd name="connsiteY239" fmla="*/ 550455 h 675276"/>
                <a:gd name="connsiteX240" fmla="*/ 311364 w 966906"/>
                <a:gd name="connsiteY240" fmla="*/ 554514 h 675276"/>
                <a:gd name="connsiteX241" fmla="*/ 311364 w 966906"/>
                <a:gd name="connsiteY241" fmla="*/ 556138 h 675276"/>
                <a:gd name="connsiteX242" fmla="*/ 308930 w 966906"/>
                <a:gd name="connsiteY242" fmla="*/ 559386 h 675276"/>
                <a:gd name="connsiteX243" fmla="*/ 308119 w 966906"/>
                <a:gd name="connsiteY243" fmla="*/ 563445 h 675276"/>
                <a:gd name="connsiteX244" fmla="*/ 307307 w 966906"/>
                <a:gd name="connsiteY244" fmla="*/ 565880 h 675276"/>
                <a:gd name="connsiteX245" fmla="*/ 292704 w 966906"/>
                <a:gd name="connsiteY245" fmla="*/ 603227 h 675276"/>
                <a:gd name="connsiteX246" fmla="*/ 289458 w 966906"/>
                <a:gd name="connsiteY246" fmla="*/ 649504 h 675276"/>
                <a:gd name="connsiteX247" fmla="*/ 300005 w 966906"/>
                <a:gd name="connsiteY247" fmla="*/ 672237 h 675276"/>
                <a:gd name="connsiteX248" fmla="*/ 315420 w 966906"/>
                <a:gd name="connsiteY248" fmla="*/ 673861 h 675276"/>
                <a:gd name="connsiteX249" fmla="*/ 318666 w 966906"/>
                <a:gd name="connsiteY249" fmla="*/ 672237 h 675276"/>
                <a:gd name="connsiteX250" fmla="*/ 315420 w 966906"/>
                <a:gd name="connsiteY250" fmla="*/ 670613 h 675276"/>
                <a:gd name="connsiteX251" fmla="*/ 310553 w 966906"/>
                <a:gd name="connsiteY251" fmla="*/ 657623 h 675276"/>
                <a:gd name="connsiteX252" fmla="*/ 312987 w 966906"/>
                <a:gd name="connsiteY252" fmla="*/ 654375 h 675276"/>
                <a:gd name="connsiteX253" fmla="*/ 315420 w 966906"/>
                <a:gd name="connsiteY253" fmla="*/ 650316 h 675276"/>
                <a:gd name="connsiteX254" fmla="*/ 316232 w 966906"/>
                <a:gd name="connsiteY254" fmla="*/ 644633 h 675276"/>
                <a:gd name="connsiteX255" fmla="*/ 317043 w 966906"/>
                <a:gd name="connsiteY255" fmla="*/ 640574 h 675276"/>
                <a:gd name="connsiteX256" fmla="*/ 317854 w 966906"/>
                <a:gd name="connsiteY256" fmla="*/ 635702 h 675276"/>
                <a:gd name="connsiteX257" fmla="*/ 319477 w 966906"/>
                <a:gd name="connsiteY257" fmla="*/ 628395 h 675276"/>
                <a:gd name="connsiteX258" fmla="*/ 321100 w 966906"/>
                <a:gd name="connsiteY258" fmla="*/ 622712 h 675276"/>
                <a:gd name="connsiteX259" fmla="*/ 323534 w 966906"/>
                <a:gd name="connsiteY259" fmla="*/ 618653 h 675276"/>
                <a:gd name="connsiteX260" fmla="*/ 324345 w 966906"/>
                <a:gd name="connsiteY260" fmla="*/ 613781 h 675276"/>
                <a:gd name="connsiteX261" fmla="*/ 327590 w 966906"/>
                <a:gd name="connsiteY261" fmla="*/ 606474 h 675276"/>
                <a:gd name="connsiteX262" fmla="*/ 331647 w 966906"/>
                <a:gd name="connsiteY262" fmla="*/ 597544 h 675276"/>
                <a:gd name="connsiteX263" fmla="*/ 336515 w 966906"/>
                <a:gd name="connsiteY263" fmla="*/ 584554 h 675276"/>
                <a:gd name="connsiteX264" fmla="*/ 337326 w 966906"/>
                <a:gd name="connsiteY264" fmla="*/ 583742 h 675276"/>
                <a:gd name="connsiteX265" fmla="*/ 338949 w 966906"/>
                <a:gd name="connsiteY265" fmla="*/ 583742 h 675276"/>
                <a:gd name="connsiteX266" fmla="*/ 343005 w 966906"/>
                <a:gd name="connsiteY266" fmla="*/ 574811 h 675276"/>
                <a:gd name="connsiteX267" fmla="*/ 345439 w 966906"/>
                <a:gd name="connsiteY267" fmla="*/ 570752 h 675276"/>
                <a:gd name="connsiteX268" fmla="*/ 352741 w 966906"/>
                <a:gd name="connsiteY268" fmla="*/ 558574 h 675276"/>
                <a:gd name="connsiteX269" fmla="*/ 355175 w 966906"/>
                <a:gd name="connsiteY269" fmla="*/ 553702 h 675276"/>
                <a:gd name="connsiteX270" fmla="*/ 355986 w 966906"/>
                <a:gd name="connsiteY270" fmla="*/ 550455 h 675276"/>
                <a:gd name="connsiteX271" fmla="*/ 360043 w 966906"/>
                <a:gd name="connsiteY271" fmla="*/ 541524 h 675276"/>
                <a:gd name="connsiteX272" fmla="*/ 362477 w 966906"/>
                <a:gd name="connsiteY272" fmla="*/ 538277 h 675276"/>
                <a:gd name="connsiteX273" fmla="*/ 364911 w 966906"/>
                <a:gd name="connsiteY273" fmla="*/ 533405 h 675276"/>
                <a:gd name="connsiteX274" fmla="*/ 365722 w 966906"/>
                <a:gd name="connsiteY274" fmla="*/ 530970 h 675276"/>
                <a:gd name="connsiteX275" fmla="*/ 372212 w 966906"/>
                <a:gd name="connsiteY275" fmla="*/ 522039 h 675276"/>
                <a:gd name="connsiteX276" fmla="*/ 379514 w 966906"/>
                <a:gd name="connsiteY276" fmla="*/ 509861 h 675276"/>
                <a:gd name="connsiteX277" fmla="*/ 380326 w 966906"/>
                <a:gd name="connsiteY277" fmla="*/ 507425 h 675276"/>
                <a:gd name="connsiteX278" fmla="*/ 381948 w 966906"/>
                <a:gd name="connsiteY278" fmla="*/ 504178 h 675276"/>
                <a:gd name="connsiteX279" fmla="*/ 388439 w 966906"/>
                <a:gd name="connsiteY279" fmla="*/ 491187 h 675276"/>
                <a:gd name="connsiteX280" fmla="*/ 390061 w 966906"/>
                <a:gd name="connsiteY280" fmla="*/ 488752 h 675276"/>
                <a:gd name="connsiteX281" fmla="*/ 413590 w 966906"/>
                <a:gd name="connsiteY281" fmla="*/ 453029 h 675276"/>
                <a:gd name="connsiteX282" fmla="*/ 430627 w 966906"/>
                <a:gd name="connsiteY282" fmla="*/ 425425 h 675276"/>
                <a:gd name="connsiteX283" fmla="*/ 434684 w 966906"/>
                <a:gd name="connsiteY283" fmla="*/ 419742 h 675276"/>
                <a:gd name="connsiteX284" fmla="*/ 451721 w 966906"/>
                <a:gd name="connsiteY284" fmla="*/ 396198 h 675276"/>
                <a:gd name="connsiteX285" fmla="*/ 454155 w 966906"/>
                <a:gd name="connsiteY285" fmla="*/ 395386 h 675276"/>
                <a:gd name="connsiteX286" fmla="*/ 461457 w 966906"/>
                <a:gd name="connsiteY286" fmla="*/ 391326 h 675276"/>
                <a:gd name="connsiteX287" fmla="*/ 469570 w 966906"/>
                <a:gd name="connsiteY287" fmla="*/ 388079 h 675276"/>
                <a:gd name="connsiteX288" fmla="*/ 470382 w 966906"/>
                <a:gd name="connsiteY288" fmla="*/ 388079 h 675276"/>
                <a:gd name="connsiteX289" fmla="*/ 474438 w 966906"/>
                <a:gd name="connsiteY289" fmla="*/ 384831 h 675276"/>
                <a:gd name="connsiteX290" fmla="*/ 475250 w 966906"/>
                <a:gd name="connsiteY290" fmla="*/ 384019 h 675276"/>
                <a:gd name="connsiteX291" fmla="*/ 484174 w 966906"/>
                <a:gd name="connsiteY291" fmla="*/ 374277 h 675276"/>
                <a:gd name="connsiteX292" fmla="*/ 494721 w 966906"/>
                <a:gd name="connsiteY292" fmla="*/ 366970 h 675276"/>
                <a:gd name="connsiteX293" fmla="*/ 511759 w 966906"/>
                <a:gd name="connsiteY293" fmla="*/ 353980 h 675276"/>
                <a:gd name="connsiteX294" fmla="*/ 511759 w 966906"/>
                <a:gd name="connsiteY294" fmla="*/ 353168 h 675276"/>
                <a:gd name="connsiteX295" fmla="*/ 523117 w 966906"/>
                <a:gd name="connsiteY295" fmla="*/ 342613 h 675276"/>
                <a:gd name="connsiteX296" fmla="*/ 535287 w 966906"/>
                <a:gd name="connsiteY296" fmla="*/ 336118 h 675276"/>
                <a:gd name="connsiteX297" fmla="*/ 542589 w 966906"/>
                <a:gd name="connsiteY297" fmla="*/ 332871 h 675276"/>
                <a:gd name="connsiteX298" fmla="*/ 549891 w 966906"/>
                <a:gd name="connsiteY298" fmla="*/ 329623 h 675276"/>
                <a:gd name="connsiteX299" fmla="*/ 551513 w 966906"/>
                <a:gd name="connsiteY299" fmla="*/ 331247 h 675276"/>
                <a:gd name="connsiteX300" fmla="*/ 549079 w 966906"/>
                <a:gd name="connsiteY300" fmla="*/ 340990 h 675276"/>
                <a:gd name="connsiteX301" fmla="*/ 549079 w 966906"/>
                <a:gd name="connsiteY301" fmla="*/ 341802 h 675276"/>
                <a:gd name="connsiteX302" fmla="*/ 548268 w 966906"/>
                <a:gd name="connsiteY302" fmla="*/ 346673 h 675276"/>
                <a:gd name="connsiteX303" fmla="*/ 534476 w 966906"/>
                <a:gd name="connsiteY303" fmla="*/ 358851 h 675276"/>
                <a:gd name="connsiteX304" fmla="*/ 529608 w 966906"/>
                <a:gd name="connsiteY304" fmla="*/ 361287 h 675276"/>
                <a:gd name="connsiteX305" fmla="*/ 510947 w 966906"/>
                <a:gd name="connsiteY305" fmla="*/ 370217 h 675276"/>
                <a:gd name="connsiteX306" fmla="*/ 507702 w 966906"/>
                <a:gd name="connsiteY306" fmla="*/ 372653 h 675276"/>
                <a:gd name="connsiteX307" fmla="*/ 506891 w 966906"/>
                <a:gd name="connsiteY307" fmla="*/ 373465 h 675276"/>
                <a:gd name="connsiteX308" fmla="*/ 505268 w 966906"/>
                <a:gd name="connsiteY308" fmla="*/ 374277 h 675276"/>
                <a:gd name="connsiteX309" fmla="*/ 502834 w 966906"/>
                <a:gd name="connsiteY309" fmla="*/ 375089 h 675276"/>
                <a:gd name="connsiteX310" fmla="*/ 497155 w 966906"/>
                <a:gd name="connsiteY310" fmla="*/ 377524 h 675276"/>
                <a:gd name="connsiteX311" fmla="*/ 492287 w 966906"/>
                <a:gd name="connsiteY311" fmla="*/ 379960 h 675276"/>
                <a:gd name="connsiteX312" fmla="*/ 491476 w 966906"/>
                <a:gd name="connsiteY312" fmla="*/ 379960 h 675276"/>
                <a:gd name="connsiteX313" fmla="*/ 484174 w 966906"/>
                <a:gd name="connsiteY313" fmla="*/ 384831 h 675276"/>
                <a:gd name="connsiteX314" fmla="*/ 472004 w 966906"/>
                <a:gd name="connsiteY314" fmla="*/ 392950 h 675276"/>
                <a:gd name="connsiteX315" fmla="*/ 464703 w 966906"/>
                <a:gd name="connsiteY315" fmla="*/ 397009 h 675276"/>
                <a:gd name="connsiteX316" fmla="*/ 464703 w 966906"/>
                <a:gd name="connsiteY316" fmla="*/ 396198 h 675276"/>
                <a:gd name="connsiteX317" fmla="*/ 465514 w 966906"/>
                <a:gd name="connsiteY317" fmla="*/ 394574 h 675276"/>
                <a:gd name="connsiteX318" fmla="*/ 463891 w 966906"/>
                <a:gd name="connsiteY318" fmla="*/ 398633 h 675276"/>
                <a:gd name="connsiteX319" fmla="*/ 463891 w 966906"/>
                <a:gd name="connsiteY319" fmla="*/ 399445 h 675276"/>
                <a:gd name="connsiteX320" fmla="*/ 462268 w 966906"/>
                <a:gd name="connsiteY320" fmla="*/ 399445 h 675276"/>
                <a:gd name="connsiteX321" fmla="*/ 460646 w 966906"/>
                <a:gd name="connsiteY321" fmla="*/ 401069 h 675276"/>
                <a:gd name="connsiteX322" fmla="*/ 458212 w 966906"/>
                <a:gd name="connsiteY322" fmla="*/ 403504 h 675276"/>
                <a:gd name="connsiteX323" fmla="*/ 457401 w 966906"/>
                <a:gd name="connsiteY323" fmla="*/ 405128 h 675276"/>
                <a:gd name="connsiteX324" fmla="*/ 437118 w 966906"/>
                <a:gd name="connsiteY324" fmla="*/ 424613 h 675276"/>
                <a:gd name="connsiteX325" fmla="*/ 437118 w 966906"/>
                <a:gd name="connsiteY325" fmla="*/ 434356 h 675276"/>
                <a:gd name="connsiteX326" fmla="*/ 437929 w 966906"/>
                <a:gd name="connsiteY326" fmla="*/ 440039 h 675276"/>
                <a:gd name="connsiteX327" fmla="*/ 452533 w 966906"/>
                <a:gd name="connsiteY327" fmla="*/ 460336 h 675276"/>
                <a:gd name="connsiteX328" fmla="*/ 465514 w 966906"/>
                <a:gd name="connsiteY328" fmla="*/ 467643 h 675276"/>
                <a:gd name="connsiteX329" fmla="*/ 477683 w 966906"/>
                <a:gd name="connsiteY329" fmla="*/ 464395 h 675276"/>
                <a:gd name="connsiteX330" fmla="*/ 485797 w 966906"/>
                <a:gd name="connsiteY330" fmla="*/ 461148 h 675276"/>
                <a:gd name="connsiteX331" fmla="*/ 487419 w 966906"/>
                <a:gd name="connsiteY331" fmla="*/ 460336 h 675276"/>
                <a:gd name="connsiteX332" fmla="*/ 490665 w 966906"/>
                <a:gd name="connsiteY332" fmla="*/ 457900 h 675276"/>
                <a:gd name="connsiteX333" fmla="*/ 502834 w 966906"/>
                <a:gd name="connsiteY333" fmla="*/ 449782 h 675276"/>
                <a:gd name="connsiteX334" fmla="*/ 575853 w 966906"/>
                <a:gd name="connsiteY334" fmla="*/ 367782 h 675276"/>
                <a:gd name="connsiteX335" fmla="*/ 588834 w 966906"/>
                <a:gd name="connsiteY335" fmla="*/ 358851 h 675276"/>
                <a:gd name="connsiteX336" fmla="*/ 609928 w 966906"/>
                <a:gd name="connsiteY336" fmla="*/ 350732 h 675276"/>
                <a:gd name="connsiteX337" fmla="*/ 618041 w 966906"/>
                <a:gd name="connsiteY337" fmla="*/ 346673 h 675276"/>
                <a:gd name="connsiteX338" fmla="*/ 620475 w 966906"/>
                <a:gd name="connsiteY338" fmla="*/ 345861 h 675276"/>
                <a:gd name="connsiteX339" fmla="*/ 639946 w 966906"/>
                <a:gd name="connsiteY339" fmla="*/ 342613 h 675276"/>
                <a:gd name="connsiteX340" fmla="*/ 652116 w 966906"/>
                <a:gd name="connsiteY340" fmla="*/ 339366 h 675276"/>
                <a:gd name="connsiteX341" fmla="*/ 659418 w 966906"/>
                <a:gd name="connsiteY341" fmla="*/ 336118 h 675276"/>
                <a:gd name="connsiteX342" fmla="*/ 660229 w 966906"/>
                <a:gd name="connsiteY342" fmla="*/ 335307 h 675276"/>
                <a:gd name="connsiteX343" fmla="*/ 646437 w 966906"/>
                <a:gd name="connsiteY343" fmla="*/ 363722 h 675276"/>
                <a:gd name="connsiteX344" fmla="*/ 642381 w 966906"/>
                <a:gd name="connsiteY344" fmla="*/ 501742 h 675276"/>
                <a:gd name="connsiteX345" fmla="*/ 674833 w 966906"/>
                <a:gd name="connsiteY345" fmla="*/ 517168 h 675276"/>
                <a:gd name="connsiteX346" fmla="*/ 675645 w 966906"/>
                <a:gd name="connsiteY346" fmla="*/ 511485 h 675276"/>
                <a:gd name="connsiteX347" fmla="*/ 657796 w 966906"/>
                <a:gd name="connsiteY347" fmla="*/ 491187 h 675276"/>
                <a:gd name="connsiteX348" fmla="*/ 656173 w 966906"/>
                <a:gd name="connsiteY348" fmla="*/ 470079 h 675276"/>
                <a:gd name="connsiteX349" fmla="*/ 656173 w 966906"/>
                <a:gd name="connsiteY349" fmla="*/ 468455 h 675276"/>
                <a:gd name="connsiteX350" fmla="*/ 654550 w 966906"/>
                <a:gd name="connsiteY350" fmla="*/ 463584 h 675276"/>
                <a:gd name="connsiteX351" fmla="*/ 656173 w 966906"/>
                <a:gd name="connsiteY351" fmla="*/ 457900 h 675276"/>
                <a:gd name="connsiteX352" fmla="*/ 660229 w 966906"/>
                <a:gd name="connsiteY352" fmla="*/ 448158 h 675276"/>
                <a:gd name="connsiteX353" fmla="*/ 670777 w 966906"/>
                <a:gd name="connsiteY353" fmla="*/ 416495 h 675276"/>
                <a:gd name="connsiteX354" fmla="*/ 672399 w 966906"/>
                <a:gd name="connsiteY354" fmla="*/ 409999 h 675276"/>
                <a:gd name="connsiteX355" fmla="*/ 673210 w 966906"/>
                <a:gd name="connsiteY355" fmla="*/ 402693 h 675276"/>
                <a:gd name="connsiteX356" fmla="*/ 676456 w 966906"/>
                <a:gd name="connsiteY356" fmla="*/ 398633 h 675276"/>
                <a:gd name="connsiteX357" fmla="*/ 677267 w 966906"/>
                <a:gd name="connsiteY357" fmla="*/ 394574 h 675276"/>
                <a:gd name="connsiteX358" fmla="*/ 675645 w 966906"/>
                <a:gd name="connsiteY358" fmla="*/ 392138 h 675276"/>
                <a:gd name="connsiteX359" fmla="*/ 674022 w 966906"/>
                <a:gd name="connsiteY359" fmla="*/ 394574 h 675276"/>
                <a:gd name="connsiteX360" fmla="*/ 672399 w 966906"/>
                <a:gd name="connsiteY360" fmla="*/ 396198 h 675276"/>
                <a:gd name="connsiteX361" fmla="*/ 669154 w 966906"/>
                <a:gd name="connsiteY361" fmla="*/ 398633 h 675276"/>
                <a:gd name="connsiteX362" fmla="*/ 667531 w 966906"/>
                <a:gd name="connsiteY362" fmla="*/ 401069 h 675276"/>
                <a:gd name="connsiteX363" fmla="*/ 669965 w 966906"/>
                <a:gd name="connsiteY363" fmla="*/ 392950 h 675276"/>
                <a:gd name="connsiteX364" fmla="*/ 674833 w 966906"/>
                <a:gd name="connsiteY364" fmla="*/ 387267 h 675276"/>
                <a:gd name="connsiteX365" fmla="*/ 676456 w 966906"/>
                <a:gd name="connsiteY365" fmla="*/ 390514 h 675276"/>
                <a:gd name="connsiteX366" fmla="*/ 677267 w 966906"/>
                <a:gd name="connsiteY366" fmla="*/ 391326 h 675276"/>
                <a:gd name="connsiteX367" fmla="*/ 678890 w 966906"/>
                <a:gd name="connsiteY367" fmla="*/ 389702 h 675276"/>
                <a:gd name="connsiteX368" fmla="*/ 680512 w 966906"/>
                <a:gd name="connsiteY368" fmla="*/ 388891 h 675276"/>
                <a:gd name="connsiteX369" fmla="*/ 689437 w 966906"/>
                <a:gd name="connsiteY369" fmla="*/ 378336 h 675276"/>
                <a:gd name="connsiteX370" fmla="*/ 690248 w 966906"/>
                <a:gd name="connsiteY370" fmla="*/ 371841 h 675276"/>
                <a:gd name="connsiteX371" fmla="*/ 690248 w 966906"/>
                <a:gd name="connsiteY371" fmla="*/ 369405 h 675276"/>
                <a:gd name="connsiteX372" fmla="*/ 702418 w 966906"/>
                <a:gd name="connsiteY372" fmla="*/ 352356 h 675276"/>
                <a:gd name="connsiteX373" fmla="*/ 704041 w 966906"/>
                <a:gd name="connsiteY373" fmla="*/ 341802 h 675276"/>
                <a:gd name="connsiteX374" fmla="*/ 704041 w 966906"/>
                <a:gd name="connsiteY374" fmla="*/ 340990 h 675276"/>
                <a:gd name="connsiteX375" fmla="*/ 721890 w 966906"/>
                <a:gd name="connsiteY375" fmla="*/ 317445 h 675276"/>
                <a:gd name="connsiteX376" fmla="*/ 730003 w 966906"/>
                <a:gd name="connsiteY376" fmla="*/ 314198 h 675276"/>
                <a:gd name="connsiteX377" fmla="*/ 724323 w 966906"/>
                <a:gd name="connsiteY377" fmla="*/ 313386 h 675276"/>
                <a:gd name="connsiteX378" fmla="*/ 736493 w 966906"/>
                <a:gd name="connsiteY378" fmla="*/ 293089 h 675276"/>
                <a:gd name="connsiteX379" fmla="*/ 747040 w 966906"/>
                <a:gd name="connsiteY379" fmla="*/ 276851 h 675276"/>
                <a:gd name="connsiteX380" fmla="*/ 760021 w 966906"/>
                <a:gd name="connsiteY380" fmla="*/ 256554 h 675276"/>
                <a:gd name="connsiteX381" fmla="*/ 773814 w 966906"/>
                <a:gd name="connsiteY381" fmla="*/ 236257 h 675276"/>
                <a:gd name="connsiteX382" fmla="*/ 783549 w 966906"/>
                <a:gd name="connsiteY382" fmla="*/ 223267 h 675276"/>
                <a:gd name="connsiteX383" fmla="*/ 794908 w 966906"/>
                <a:gd name="connsiteY383" fmla="*/ 207029 h 675276"/>
                <a:gd name="connsiteX384" fmla="*/ 823304 w 966906"/>
                <a:gd name="connsiteY384" fmla="*/ 104733 h 675276"/>
                <a:gd name="connsiteX385" fmla="*/ 825738 w 966906"/>
                <a:gd name="connsiteY385" fmla="*/ 99861 h 675276"/>
                <a:gd name="connsiteX386" fmla="*/ 827361 w 966906"/>
                <a:gd name="connsiteY386" fmla="*/ 98238 h 675276"/>
                <a:gd name="connsiteX387" fmla="*/ 827361 w 966906"/>
                <a:gd name="connsiteY387" fmla="*/ 102297 h 675276"/>
                <a:gd name="connsiteX388" fmla="*/ 826549 w 966906"/>
                <a:gd name="connsiteY388" fmla="*/ 103921 h 675276"/>
                <a:gd name="connsiteX389" fmla="*/ 824926 w 966906"/>
                <a:gd name="connsiteY389" fmla="*/ 106356 h 675276"/>
                <a:gd name="connsiteX390" fmla="*/ 823304 w 966906"/>
                <a:gd name="connsiteY390" fmla="*/ 104733 h 675276"/>
                <a:gd name="connsiteX391" fmla="*/ 818436 w 966906"/>
                <a:gd name="connsiteY391" fmla="*/ 112039 h 675276"/>
                <a:gd name="connsiteX392" fmla="*/ 820870 w 966906"/>
                <a:gd name="connsiteY392" fmla="*/ 112039 h 675276"/>
                <a:gd name="connsiteX393" fmla="*/ 820870 w 966906"/>
                <a:gd name="connsiteY393" fmla="*/ 113663 h 675276"/>
                <a:gd name="connsiteX394" fmla="*/ 818436 w 966906"/>
                <a:gd name="connsiteY394" fmla="*/ 112039 h 675276"/>
                <a:gd name="connsiteX395" fmla="*/ 807078 w 966906"/>
                <a:gd name="connsiteY395" fmla="*/ 121782 h 675276"/>
                <a:gd name="connsiteX396" fmla="*/ 808700 w 966906"/>
                <a:gd name="connsiteY396" fmla="*/ 122594 h 675276"/>
                <a:gd name="connsiteX397" fmla="*/ 807889 w 966906"/>
                <a:gd name="connsiteY397" fmla="*/ 125841 h 675276"/>
                <a:gd name="connsiteX398" fmla="*/ 806266 w 966906"/>
                <a:gd name="connsiteY398" fmla="*/ 124218 h 675276"/>
                <a:gd name="connsiteX399" fmla="*/ 807078 w 966906"/>
                <a:gd name="connsiteY399" fmla="*/ 121782 h 675276"/>
                <a:gd name="connsiteX400" fmla="*/ 803832 w 966906"/>
                <a:gd name="connsiteY400" fmla="*/ 176178 h 675276"/>
                <a:gd name="connsiteX401" fmla="*/ 806266 w 966906"/>
                <a:gd name="connsiteY401" fmla="*/ 173742 h 675276"/>
                <a:gd name="connsiteX402" fmla="*/ 803832 w 966906"/>
                <a:gd name="connsiteY402" fmla="*/ 176178 h 675276"/>
                <a:gd name="connsiteX403" fmla="*/ 803832 w 966906"/>
                <a:gd name="connsiteY403" fmla="*/ 176178 h 675276"/>
                <a:gd name="connsiteX404" fmla="*/ 798965 w 966906"/>
                <a:gd name="connsiteY404" fmla="*/ 181049 h 675276"/>
                <a:gd name="connsiteX405" fmla="*/ 802210 w 966906"/>
                <a:gd name="connsiteY405" fmla="*/ 181049 h 675276"/>
                <a:gd name="connsiteX406" fmla="*/ 800587 w 966906"/>
                <a:gd name="connsiteY406" fmla="*/ 181861 h 675276"/>
                <a:gd name="connsiteX407" fmla="*/ 798965 w 966906"/>
                <a:gd name="connsiteY407" fmla="*/ 181049 h 675276"/>
                <a:gd name="connsiteX408" fmla="*/ 794908 w 966906"/>
                <a:gd name="connsiteY408" fmla="*/ 185109 h 675276"/>
                <a:gd name="connsiteX409" fmla="*/ 796530 w 966906"/>
                <a:gd name="connsiteY409" fmla="*/ 185921 h 675276"/>
                <a:gd name="connsiteX410" fmla="*/ 794908 w 966906"/>
                <a:gd name="connsiteY410" fmla="*/ 187544 h 675276"/>
                <a:gd name="connsiteX411" fmla="*/ 793285 w 966906"/>
                <a:gd name="connsiteY411" fmla="*/ 185921 h 675276"/>
                <a:gd name="connsiteX412" fmla="*/ 794908 w 966906"/>
                <a:gd name="connsiteY412" fmla="*/ 185109 h 675276"/>
                <a:gd name="connsiteX413" fmla="*/ 188855 w 966906"/>
                <a:gd name="connsiteY413" fmla="*/ 359663 h 675276"/>
                <a:gd name="connsiteX414" fmla="*/ 186421 w 966906"/>
                <a:gd name="connsiteY414" fmla="*/ 359663 h 675276"/>
                <a:gd name="connsiteX415" fmla="*/ 188044 w 966906"/>
                <a:gd name="connsiteY415" fmla="*/ 358851 h 675276"/>
                <a:gd name="connsiteX416" fmla="*/ 188855 w 966906"/>
                <a:gd name="connsiteY416" fmla="*/ 359663 h 675276"/>
                <a:gd name="connsiteX417" fmla="*/ 272421 w 966906"/>
                <a:gd name="connsiteY417" fmla="*/ 331247 h 675276"/>
                <a:gd name="connsiteX418" fmla="*/ 271609 w 966906"/>
                <a:gd name="connsiteY418" fmla="*/ 329623 h 675276"/>
                <a:gd name="connsiteX419" fmla="*/ 273232 w 966906"/>
                <a:gd name="connsiteY419" fmla="*/ 327188 h 675276"/>
                <a:gd name="connsiteX420" fmla="*/ 274855 w 966906"/>
                <a:gd name="connsiteY420" fmla="*/ 327188 h 675276"/>
                <a:gd name="connsiteX421" fmla="*/ 272421 w 966906"/>
                <a:gd name="connsiteY421" fmla="*/ 331247 h 675276"/>
                <a:gd name="connsiteX422" fmla="*/ 306496 w 966906"/>
                <a:gd name="connsiteY422" fmla="*/ 296336 h 675276"/>
                <a:gd name="connsiteX423" fmla="*/ 329213 w 966906"/>
                <a:gd name="connsiteY423" fmla="*/ 289841 h 675276"/>
                <a:gd name="connsiteX424" fmla="*/ 331647 w 966906"/>
                <a:gd name="connsiteY424" fmla="*/ 289841 h 675276"/>
                <a:gd name="connsiteX425" fmla="*/ 328401 w 966906"/>
                <a:gd name="connsiteY425" fmla="*/ 297148 h 675276"/>
                <a:gd name="connsiteX426" fmla="*/ 327590 w 966906"/>
                <a:gd name="connsiteY426" fmla="*/ 297960 h 675276"/>
                <a:gd name="connsiteX427" fmla="*/ 319477 w 966906"/>
                <a:gd name="connsiteY427" fmla="*/ 305267 h 675276"/>
                <a:gd name="connsiteX428" fmla="*/ 298383 w 966906"/>
                <a:gd name="connsiteY428" fmla="*/ 317445 h 675276"/>
                <a:gd name="connsiteX429" fmla="*/ 284590 w 966906"/>
                <a:gd name="connsiteY429" fmla="*/ 324752 h 675276"/>
                <a:gd name="connsiteX430" fmla="*/ 281345 w 966906"/>
                <a:gd name="connsiteY430" fmla="*/ 325564 h 675276"/>
                <a:gd name="connsiteX431" fmla="*/ 278911 w 966906"/>
                <a:gd name="connsiteY431" fmla="*/ 326376 h 675276"/>
                <a:gd name="connsiteX432" fmla="*/ 277289 w 966906"/>
                <a:gd name="connsiteY432" fmla="*/ 324752 h 675276"/>
                <a:gd name="connsiteX433" fmla="*/ 287024 w 966906"/>
                <a:gd name="connsiteY433" fmla="*/ 315010 h 675276"/>
                <a:gd name="connsiteX434" fmla="*/ 269176 w 966906"/>
                <a:gd name="connsiteY434" fmla="*/ 324752 h 675276"/>
                <a:gd name="connsiteX435" fmla="*/ 306496 w 966906"/>
                <a:gd name="connsiteY435" fmla="*/ 296336 h 675276"/>
                <a:gd name="connsiteX436" fmla="*/ 203459 w 966906"/>
                <a:gd name="connsiteY436" fmla="*/ 352356 h 675276"/>
                <a:gd name="connsiteX437" fmla="*/ 200214 w 966906"/>
                <a:gd name="connsiteY437" fmla="*/ 352356 h 675276"/>
                <a:gd name="connsiteX438" fmla="*/ 205893 w 966906"/>
                <a:gd name="connsiteY438" fmla="*/ 348297 h 675276"/>
                <a:gd name="connsiteX439" fmla="*/ 203459 w 966906"/>
                <a:gd name="connsiteY439" fmla="*/ 352356 h 675276"/>
                <a:gd name="connsiteX440" fmla="*/ 210761 w 966906"/>
                <a:gd name="connsiteY440" fmla="*/ 345861 h 675276"/>
                <a:gd name="connsiteX441" fmla="*/ 210761 w 966906"/>
                <a:gd name="connsiteY441" fmla="*/ 345861 h 675276"/>
                <a:gd name="connsiteX442" fmla="*/ 209949 w 966906"/>
                <a:gd name="connsiteY442" fmla="*/ 348297 h 675276"/>
                <a:gd name="connsiteX443" fmla="*/ 210761 w 966906"/>
                <a:gd name="connsiteY443" fmla="*/ 345861 h 675276"/>
                <a:gd name="connsiteX444" fmla="*/ 342194 w 966906"/>
                <a:gd name="connsiteY444" fmla="*/ 414059 h 675276"/>
                <a:gd name="connsiteX445" fmla="*/ 341383 w 966906"/>
                <a:gd name="connsiteY445" fmla="*/ 413247 h 675276"/>
                <a:gd name="connsiteX446" fmla="*/ 343816 w 966906"/>
                <a:gd name="connsiteY446" fmla="*/ 412435 h 675276"/>
                <a:gd name="connsiteX447" fmla="*/ 342194 w 966906"/>
                <a:gd name="connsiteY447" fmla="*/ 414059 h 675276"/>
                <a:gd name="connsiteX448" fmla="*/ 346251 w 966906"/>
                <a:gd name="connsiteY448" fmla="*/ 412435 h 675276"/>
                <a:gd name="connsiteX449" fmla="*/ 349496 w 966906"/>
                <a:gd name="connsiteY449" fmla="*/ 409188 h 675276"/>
                <a:gd name="connsiteX450" fmla="*/ 350307 w 966906"/>
                <a:gd name="connsiteY450" fmla="*/ 409999 h 675276"/>
                <a:gd name="connsiteX451" fmla="*/ 346251 w 966906"/>
                <a:gd name="connsiteY451" fmla="*/ 412435 h 675276"/>
                <a:gd name="connsiteX452" fmla="*/ 398175 w 966906"/>
                <a:gd name="connsiteY452" fmla="*/ 387267 h 675276"/>
                <a:gd name="connsiteX453" fmla="*/ 400608 w 966906"/>
                <a:gd name="connsiteY453" fmla="*/ 386455 h 675276"/>
                <a:gd name="connsiteX454" fmla="*/ 398175 w 966906"/>
                <a:gd name="connsiteY454" fmla="*/ 387267 h 675276"/>
                <a:gd name="connsiteX455" fmla="*/ 398175 w 966906"/>
                <a:gd name="connsiteY455" fmla="*/ 387267 h 675276"/>
                <a:gd name="connsiteX456" fmla="*/ 425759 w 966906"/>
                <a:gd name="connsiteY456" fmla="*/ 352356 h 675276"/>
                <a:gd name="connsiteX457" fmla="*/ 431439 w 966906"/>
                <a:gd name="connsiteY457" fmla="*/ 349108 h 675276"/>
                <a:gd name="connsiteX458" fmla="*/ 419269 w 966906"/>
                <a:gd name="connsiteY458" fmla="*/ 356415 h 675276"/>
                <a:gd name="connsiteX459" fmla="*/ 425759 w 966906"/>
                <a:gd name="connsiteY459" fmla="*/ 352356 h 675276"/>
                <a:gd name="connsiteX460" fmla="*/ 381137 w 966906"/>
                <a:gd name="connsiteY460" fmla="*/ 452217 h 675276"/>
                <a:gd name="connsiteX461" fmla="*/ 382760 w 966906"/>
                <a:gd name="connsiteY461" fmla="*/ 450593 h 675276"/>
                <a:gd name="connsiteX462" fmla="*/ 382760 w 966906"/>
                <a:gd name="connsiteY462" fmla="*/ 453841 h 675276"/>
                <a:gd name="connsiteX463" fmla="*/ 381137 w 966906"/>
                <a:gd name="connsiteY463" fmla="*/ 452217 h 675276"/>
                <a:gd name="connsiteX464" fmla="*/ 355175 w 966906"/>
                <a:gd name="connsiteY464" fmla="*/ 494435 h 675276"/>
                <a:gd name="connsiteX465" fmla="*/ 357609 w 966906"/>
                <a:gd name="connsiteY465" fmla="*/ 491187 h 675276"/>
                <a:gd name="connsiteX466" fmla="*/ 355986 w 966906"/>
                <a:gd name="connsiteY466" fmla="*/ 495247 h 675276"/>
                <a:gd name="connsiteX467" fmla="*/ 355175 w 966906"/>
                <a:gd name="connsiteY467" fmla="*/ 494435 h 675276"/>
                <a:gd name="connsiteX468" fmla="*/ 344628 w 966906"/>
                <a:gd name="connsiteY468" fmla="*/ 513108 h 675276"/>
                <a:gd name="connsiteX469" fmla="*/ 345439 w 966906"/>
                <a:gd name="connsiteY469" fmla="*/ 513920 h 675276"/>
                <a:gd name="connsiteX470" fmla="*/ 343005 w 966906"/>
                <a:gd name="connsiteY470" fmla="*/ 514732 h 675276"/>
                <a:gd name="connsiteX471" fmla="*/ 344628 w 966906"/>
                <a:gd name="connsiteY471" fmla="*/ 513108 h 675276"/>
                <a:gd name="connsiteX472" fmla="*/ 336515 w 966906"/>
                <a:gd name="connsiteY472" fmla="*/ 526910 h 675276"/>
                <a:gd name="connsiteX473" fmla="*/ 338949 w 966906"/>
                <a:gd name="connsiteY473" fmla="*/ 526910 h 675276"/>
                <a:gd name="connsiteX474" fmla="*/ 334892 w 966906"/>
                <a:gd name="connsiteY474" fmla="*/ 530158 h 675276"/>
                <a:gd name="connsiteX475" fmla="*/ 336515 w 966906"/>
                <a:gd name="connsiteY475" fmla="*/ 526910 h 675276"/>
                <a:gd name="connsiteX476" fmla="*/ 313798 w 966906"/>
                <a:gd name="connsiteY476" fmla="*/ 573999 h 675276"/>
                <a:gd name="connsiteX477" fmla="*/ 316232 w 966906"/>
                <a:gd name="connsiteY477" fmla="*/ 569940 h 675276"/>
                <a:gd name="connsiteX478" fmla="*/ 321100 w 966906"/>
                <a:gd name="connsiteY478" fmla="*/ 562633 h 675276"/>
                <a:gd name="connsiteX479" fmla="*/ 321911 w 966906"/>
                <a:gd name="connsiteY479" fmla="*/ 562633 h 675276"/>
                <a:gd name="connsiteX480" fmla="*/ 321100 w 966906"/>
                <a:gd name="connsiteY480" fmla="*/ 565069 h 675276"/>
                <a:gd name="connsiteX481" fmla="*/ 319477 w 966906"/>
                <a:gd name="connsiteY481" fmla="*/ 567504 h 675276"/>
                <a:gd name="connsiteX482" fmla="*/ 317854 w 966906"/>
                <a:gd name="connsiteY482" fmla="*/ 571564 h 675276"/>
                <a:gd name="connsiteX483" fmla="*/ 312987 w 966906"/>
                <a:gd name="connsiteY483" fmla="*/ 575623 h 675276"/>
                <a:gd name="connsiteX484" fmla="*/ 313798 w 966906"/>
                <a:gd name="connsiteY484" fmla="*/ 573999 h 675276"/>
                <a:gd name="connsiteX485" fmla="*/ 306496 w 966906"/>
                <a:gd name="connsiteY485" fmla="*/ 589425 h 675276"/>
                <a:gd name="connsiteX486" fmla="*/ 310553 w 966906"/>
                <a:gd name="connsiteY486" fmla="*/ 578871 h 675276"/>
                <a:gd name="connsiteX487" fmla="*/ 311364 w 966906"/>
                <a:gd name="connsiteY487" fmla="*/ 578059 h 675276"/>
                <a:gd name="connsiteX488" fmla="*/ 310553 w 966906"/>
                <a:gd name="connsiteY488" fmla="*/ 585366 h 675276"/>
                <a:gd name="connsiteX489" fmla="*/ 308930 w 966906"/>
                <a:gd name="connsiteY489" fmla="*/ 592673 h 675276"/>
                <a:gd name="connsiteX490" fmla="*/ 303251 w 966906"/>
                <a:gd name="connsiteY490" fmla="*/ 599980 h 675276"/>
                <a:gd name="connsiteX491" fmla="*/ 306496 w 966906"/>
                <a:gd name="connsiteY491" fmla="*/ 589425 h 675276"/>
                <a:gd name="connsiteX492" fmla="*/ 309741 w 966906"/>
                <a:gd name="connsiteY492" fmla="*/ 604039 h 675276"/>
                <a:gd name="connsiteX493" fmla="*/ 308119 w 966906"/>
                <a:gd name="connsiteY493" fmla="*/ 604851 h 675276"/>
                <a:gd name="connsiteX494" fmla="*/ 307307 w 966906"/>
                <a:gd name="connsiteY494" fmla="*/ 602415 h 675276"/>
                <a:gd name="connsiteX495" fmla="*/ 308119 w 966906"/>
                <a:gd name="connsiteY495" fmla="*/ 602415 h 675276"/>
                <a:gd name="connsiteX496" fmla="*/ 309741 w 966906"/>
                <a:gd name="connsiteY496" fmla="*/ 604039 h 675276"/>
                <a:gd name="connsiteX497" fmla="*/ 300817 w 966906"/>
                <a:gd name="connsiteY497" fmla="*/ 606474 h 675276"/>
                <a:gd name="connsiteX498" fmla="*/ 302440 w 966906"/>
                <a:gd name="connsiteY498" fmla="*/ 603227 h 675276"/>
                <a:gd name="connsiteX499" fmla="*/ 303251 w 966906"/>
                <a:gd name="connsiteY499" fmla="*/ 600791 h 675276"/>
                <a:gd name="connsiteX500" fmla="*/ 305685 w 966906"/>
                <a:gd name="connsiteY500" fmla="*/ 600791 h 675276"/>
                <a:gd name="connsiteX501" fmla="*/ 300817 w 966906"/>
                <a:gd name="connsiteY501" fmla="*/ 611346 h 675276"/>
                <a:gd name="connsiteX502" fmla="*/ 300817 w 966906"/>
                <a:gd name="connsiteY502" fmla="*/ 606474 h 675276"/>
                <a:gd name="connsiteX503" fmla="*/ 303251 w 966906"/>
                <a:gd name="connsiteY503" fmla="*/ 621900 h 675276"/>
                <a:gd name="connsiteX504" fmla="*/ 304062 w 966906"/>
                <a:gd name="connsiteY504" fmla="*/ 621900 h 675276"/>
                <a:gd name="connsiteX505" fmla="*/ 303251 w 966906"/>
                <a:gd name="connsiteY505" fmla="*/ 626771 h 675276"/>
                <a:gd name="connsiteX506" fmla="*/ 302440 w 966906"/>
                <a:gd name="connsiteY506" fmla="*/ 630831 h 675276"/>
                <a:gd name="connsiteX507" fmla="*/ 302440 w 966906"/>
                <a:gd name="connsiteY507" fmla="*/ 627583 h 675276"/>
                <a:gd name="connsiteX508" fmla="*/ 303251 w 966906"/>
                <a:gd name="connsiteY508" fmla="*/ 621900 h 675276"/>
                <a:gd name="connsiteX509" fmla="*/ 297572 w 966906"/>
                <a:gd name="connsiteY509" fmla="*/ 624336 h 675276"/>
                <a:gd name="connsiteX510" fmla="*/ 296760 w 966906"/>
                <a:gd name="connsiteY510" fmla="*/ 624336 h 675276"/>
                <a:gd name="connsiteX511" fmla="*/ 297572 w 966906"/>
                <a:gd name="connsiteY511" fmla="*/ 621088 h 675276"/>
                <a:gd name="connsiteX512" fmla="*/ 297572 w 966906"/>
                <a:gd name="connsiteY512" fmla="*/ 624336 h 675276"/>
                <a:gd name="connsiteX513" fmla="*/ 299194 w 966906"/>
                <a:gd name="connsiteY513" fmla="*/ 617841 h 675276"/>
                <a:gd name="connsiteX514" fmla="*/ 298383 w 966906"/>
                <a:gd name="connsiteY514" fmla="*/ 615405 h 675276"/>
                <a:gd name="connsiteX515" fmla="*/ 299194 w 966906"/>
                <a:gd name="connsiteY515" fmla="*/ 612970 h 675276"/>
                <a:gd name="connsiteX516" fmla="*/ 300005 w 966906"/>
                <a:gd name="connsiteY516" fmla="*/ 615405 h 675276"/>
                <a:gd name="connsiteX517" fmla="*/ 299194 w 966906"/>
                <a:gd name="connsiteY517" fmla="*/ 617841 h 675276"/>
                <a:gd name="connsiteX518" fmla="*/ 302440 w 966906"/>
                <a:gd name="connsiteY518" fmla="*/ 647880 h 675276"/>
                <a:gd name="connsiteX519" fmla="*/ 301628 w 966906"/>
                <a:gd name="connsiteY519" fmla="*/ 646257 h 675276"/>
                <a:gd name="connsiteX520" fmla="*/ 304062 w 966906"/>
                <a:gd name="connsiteY520" fmla="*/ 645445 h 675276"/>
                <a:gd name="connsiteX521" fmla="*/ 302440 w 966906"/>
                <a:gd name="connsiteY521" fmla="*/ 647880 h 675276"/>
                <a:gd name="connsiteX522" fmla="*/ 303251 w 966906"/>
                <a:gd name="connsiteY522" fmla="*/ 638138 h 675276"/>
                <a:gd name="connsiteX523" fmla="*/ 300817 w 966906"/>
                <a:gd name="connsiteY523" fmla="*/ 640574 h 675276"/>
                <a:gd name="connsiteX524" fmla="*/ 302440 w 966906"/>
                <a:gd name="connsiteY524" fmla="*/ 637326 h 675276"/>
                <a:gd name="connsiteX525" fmla="*/ 304873 w 966906"/>
                <a:gd name="connsiteY525" fmla="*/ 634078 h 675276"/>
                <a:gd name="connsiteX526" fmla="*/ 303251 w 966906"/>
                <a:gd name="connsiteY526" fmla="*/ 638138 h 675276"/>
                <a:gd name="connsiteX527" fmla="*/ 304873 w 966906"/>
                <a:gd name="connsiteY527" fmla="*/ 617841 h 675276"/>
                <a:gd name="connsiteX528" fmla="*/ 303251 w 966906"/>
                <a:gd name="connsiteY528" fmla="*/ 617029 h 675276"/>
                <a:gd name="connsiteX529" fmla="*/ 304873 w 966906"/>
                <a:gd name="connsiteY529" fmla="*/ 615405 h 675276"/>
                <a:gd name="connsiteX530" fmla="*/ 305685 w 966906"/>
                <a:gd name="connsiteY530" fmla="*/ 616217 h 675276"/>
                <a:gd name="connsiteX531" fmla="*/ 304873 w 966906"/>
                <a:gd name="connsiteY531" fmla="*/ 617841 h 675276"/>
                <a:gd name="connsiteX532" fmla="*/ 304873 w 966906"/>
                <a:gd name="connsiteY532" fmla="*/ 611346 h 675276"/>
                <a:gd name="connsiteX533" fmla="*/ 307307 w 966906"/>
                <a:gd name="connsiteY533" fmla="*/ 607286 h 675276"/>
                <a:gd name="connsiteX534" fmla="*/ 307307 w 966906"/>
                <a:gd name="connsiteY534" fmla="*/ 610534 h 675276"/>
                <a:gd name="connsiteX535" fmla="*/ 304873 w 966906"/>
                <a:gd name="connsiteY535" fmla="*/ 611346 h 675276"/>
                <a:gd name="connsiteX536" fmla="*/ 314609 w 966906"/>
                <a:gd name="connsiteY536" fmla="*/ 609722 h 675276"/>
                <a:gd name="connsiteX537" fmla="*/ 312987 w 966906"/>
                <a:gd name="connsiteY537" fmla="*/ 609722 h 675276"/>
                <a:gd name="connsiteX538" fmla="*/ 310553 w 966906"/>
                <a:gd name="connsiteY538" fmla="*/ 611346 h 675276"/>
                <a:gd name="connsiteX539" fmla="*/ 309741 w 966906"/>
                <a:gd name="connsiteY539" fmla="*/ 608098 h 675276"/>
                <a:gd name="connsiteX540" fmla="*/ 314609 w 966906"/>
                <a:gd name="connsiteY540" fmla="*/ 605663 h 675276"/>
                <a:gd name="connsiteX541" fmla="*/ 313798 w 966906"/>
                <a:gd name="connsiteY541" fmla="*/ 606474 h 675276"/>
                <a:gd name="connsiteX542" fmla="*/ 312175 w 966906"/>
                <a:gd name="connsiteY542" fmla="*/ 606474 h 675276"/>
                <a:gd name="connsiteX543" fmla="*/ 313798 w 966906"/>
                <a:gd name="connsiteY543" fmla="*/ 608098 h 675276"/>
                <a:gd name="connsiteX544" fmla="*/ 314609 w 966906"/>
                <a:gd name="connsiteY544" fmla="*/ 609722 h 675276"/>
                <a:gd name="connsiteX545" fmla="*/ 315420 w 966906"/>
                <a:gd name="connsiteY545" fmla="*/ 587801 h 675276"/>
                <a:gd name="connsiteX546" fmla="*/ 312987 w 966906"/>
                <a:gd name="connsiteY546" fmla="*/ 593484 h 675276"/>
                <a:gd name="connsiteX547" fmla="*/ 311364 w 966906"/>
                <a:gd name="connsiteY547" fmla="*/ 597544 h 675276"/>
                <a:gd name="connsiteX548" fmla="*/ 312175 w 966906"/>
                <a:gd name="connsiteY548" fmla="*/ 590237 h 675276"/>
                <a:gd name="connsiteX549" fmla="*/ 317043 w 966906"/>
                <a:gd name="connsiteY549" fmla="*/ 581306 h 675276"/>
                <a:gd name="connsiteX550" fmla="*/ 315420 w 966906"/>
                <a:gd name="connsiteY550" fmla="*/ 587801 h 675276"/>
                <a:gd name="connsiteX551" fmla="*/ 318666 w 966906"/>
                <a:gd name="connsiteY551" fmla="*/ 606474 h 675276"/>
                <a:gd name="connsiteX552" fmla="*/ 318666 w 966906"/>
                <a:gd name="connsiteY552" fmla="*/ 604039 h 675276"/>
                <a:gd name="connsiteX553" fmla="*/ 319477 w 966906"/>
                <a:gd name="connsiteY553" fmla="*/ 605663 h 675276"/>
                <a:gd name="connsiteX554" fmla="*/ 318666 w 966906"/>
                <a:gd name="connsiteY554" fmla="*/ 606474 h 675276"/>
                <a:gd name="connsiteX555" fmla="*/ 321100 w 966906"/>
                <a:gd name="connsiteY555" fmla="*/ 584554 h 675276"/>
                <a:gd name="connsiteX556" fmla="*/ 319477 w 966906"/>
                <a:gd name="connsiteY556" fmla="*/ 586989 h 675276"/>
                <a:gd name="connsiteX557" fmla="*/ 318666 w 966906"/>
                <a:gd name="connsiteY557" fmla="*/ 590237 h 675276"/>
                <a:gd name="connsiteX558" fmla="*/ 317043 w 966906"/>
                <a:gd name="connsiteY558" fmla="*/ 589425 h 675276"/>
                <a:gd name="connsiteX559" fmla="*/ 321911 w 966906"/>
                <a:gd name="connsiteY559" fmla="*/ 579683 h 675276"/>
                <a:gd name="connsiteX560" fmla="*/ 322722 w 966906"/>
                <a:gd name="connsiteY560" fmla="*/ 582118 h 675276"/>
                <a:gd name="connsiteX561" fmla="*/ 321100 w 966906"/>
                <a:gd name="connsiteY561" fmla="*/ 584554 h 675276"/>
                <a:gd name="connsiteX562" fmla="*/ 317854 w 966906"/>
                <a:gd name="connsiteY562" fmla="*/ 580494 h 675276"/>
                <a:gd name="connsiteX563" fmla="*/ 319477 w 966906"/>
                <a:gd name="connsiteY563" fmla="*/ 573187 h 675276"/>
                <a:gd name="connsiteX564" fmla="*/ 321911 w 966906"/>
                <a:gd name="connsiteY564" fmla="*/ 570752 h 675276"/>
                <a:gd name="connsiteX565" fmla="*/ 317854 w 966906"/>
                <a:gd name="connsiteY565" fmla="*/ 580494 h 675276"/>
                <a:gd name="connsiteX566" fmla="*/ 321911 w 966906"/>
                <a:gd name="connsiteY566" fmla="*/ 568316 h 675276"/>
                <a:gd name="connsiteX567" fmla="*/ 322722 w 966906"/>
                <a:gd name="connsiteY567" fmla="*/ 565069 h 675276"/>
                <a:gd name="connsiteX568" fmla="*/ 325968 w 966906"/>
                <a:gd name="connsiteY568" fmla="*/ 562633 h 675276"/>
                <a:gd name="connsiteX569" fmla="*/ 325156 w 966906"/>
                <a:gd name="connsiteY569" fmla="*/ 566692 h 675276"/>
                <a:gd name="connsiteX570" fmla="*/ 321911 w 966906"/>
                <a:gd name="connsiteY570" fmla="*/ 568316 h 675276"/>
                <a:gd name="connsiteX571" fmla="*/ 325968 w 966906"/>
                <a:gd name="connsiteY571" fmla="*/ 573187 h 675276"/>
                <a:gd name="connsiteX572" fmla="*/ 323534 w 966906"/>
                <a:gd name="connsiteY572" fmla="*/ 575623 h 675276"/>
                <a:gd name="connsiteX573" fmla="*/ 325968 w 966906"/>
                <a:gd name="connsiteY573" fmla="*/ 571564 h 675276"/>
                <a:gd name="connsiteX574" fmla="*/ 325968 w 966906"/>
                <a:gd name="connsiteY574" fmla="*/ 573187 h 675276"/>
                <a:gd name="connsiteX575" fmla="*/ 327590 w 966906"/>
                <a:gd name="connsiteY575" fmla="*/ 588613 h 675276"/>
                <a:gd name="connsiteX576" fmla="*/ 326779 w 966906"/>
                <a:gd name="connsiteY576" fmla="*/ 587801 h 675276"/>
                <a:gd name="connsiteX577" fmla="*/ 327590 w 966906"/>
                <a:gd name="connsiteY577" fmla="*/ 585366 h 675276"/>
                <a:gd name="connsiteX578" fmla="*/ 329213 w 966906"/>
                <a:gd name="connsiteY578" fmla="*/ 586177 h 675276"/>
                <a:gd name="connsiteX579" fmla="*/ 327590 w 966906"/>
                <a:gd name="connsiteY579" fmla="*/ 588613 h 675276"/>
                <a:gd name="connsiteX580" fmla="*/ 335703 w 966906"/>
                <a:gd name="connsiteY580" fmla="*/ 582118 h 675276"/>
                <a:gd name="connsiteX581" fmla="*/ 335703 w 966906"/>
                <a:gd name="connsiteY581" fmla="*/ 577247 h 675276"/>
                <a:gd name="connsiteX582" fmla="*/ 336515 w 966906"/>
                <a:gd name="connsiteY582" fmla="*/ 578059 h 675276"/>
                <a:gd name="connsiteX583" fmla="*/ 335703 w 966906"/>
                <a:gd name="connsiteY583" fmla="*/ 582118 h 675276"/>
                <a:gd name="connsiteX584" fmla="*/ 338137 w 966906"/>
                <a:gd name="connsiteY584" fmla="*/ 568316 h 675276"/>
                <a:gd name="connsiteX585" fmla="*/ 335703 w 966906"/>
                <a:gd name="connsiteY585" fmla="*/ 568316 h 675276"/>
                <a:gd name="connsiteX586" fmla="*/ 336515 w 966906"/>
                <a:gd name="connsiteY586" fmla="*/ 565880 h 675276"/>
                <a:gd name="connsiteX587" fmla="*/ 338137 w 966906"/>
                <a:gd name="connsiteY587" fmla="*/ 568316 h 675276"/>
                <a:gd name="connsiteX588" fmla="*/ 338949 w 966906"/>
                <a:gd name="connsiteY588" fmla="*/ 547207 h 675276"/>
                <a:gd name="connsiteX589" fmla="*/ 334892 w 966906"/>
                <a:gd name="connsiteY589" fmla="*/ 553702 h 675276"/>
                <a:gd name="connsiteX590" fmla="*/ 331647 w 966906"/>
                <a:gd name="connsiteY590" fmla="*/ 559386 h 675276"/>
                <a:gd name="connsiteX591" fmla="*/ 333269 w 966906"/>
                <a:gd name="connsiteY591" fmla="*/ 549643 h 675276"/>
                <a:gd name="connsiteX592" fmla="*/ 330836 w 966906"/>
                <a:gd name="connsiteY592" fmla="*/ 555326 h 675276"/>
                <a:gd name="connsiteX593" fmla="*/ 326779 w 966906"/>
                <a:gd name="connsiteY593" fmla="*/ 560197 h 675276"/>
                <a:gd name="connsiteX594" fmla="*/ 323534 w 966906"/>
                <a:gd name="connsiteY594" fmla="*/ 559386 h 675276"/>
                <a:gd name="connsiteX595" fmla="*/ 321911 w 966906"/>
                <a:gd name="connsiteY595" fmla="*/ 558574 h 675276"/>
                <a:gd name="connsiteX596" fmla="*/ 324345 w 966906"/>
                <a:gd name="connsiteY596" fmla="*/ 557762 h 675276"/>
                <a:gd name="connsiteX597" fmla="*/ 328401 w 966906"/>
                <a:gd name="connsiteY597" fmla="*/ 556950 h 675276"/>
                <a:gd name="connsiteX598" fmla="*/ 329213 w 966906"/>
                <a:gd name="connsiteY598" fmla="*/ 555326 h 675276"/>
                <a:gd name="connsiteX599" fmla="*/ 330024 w 966906"/>
                <a:gd name="connsiteY599" fmla="*/ 552079 h 675276"/>
                <a:gd name="connsiteX600" fmla="*/ 330024 w 966906"/>
                <a:gd name="connsiteY600" fmla="*/ 548019 h 675276"/>
                <a:gd name="connsiteX601" fmla="*/ 327590 w 966906"/>
                <a:gd name="connsiteY601" fmla="*/ 551267 h 675276"/>
                <a:gd name="connsiteX602" fmla="*/ 325156 w 966906"/>
                <a:gd name="connsiteY602" fmla="*/ 554514 h 675276"/>
                <a:gd name="connsiteX603" fmla="*/ 322722 w 966906"/>
                <a:gd name="connsiteY603" fmla="*/ 555326 h 675276"/>
                <a:gd name="connsiteX604" fmla="*/ 323534 w 966906"/>
                <a:gd name="connsiteY604" fmla="*/ 553702 h 675276"/>
                <a:gd name="connsiteX605" fmla="*/ 325156 w 966906"/>
                <a:gd name="connsiteY605" fmla="*/ 552079 h 675276"/>
                <a:gd name="connsiteX606" fmla="*/ 334892 w 966906"/>
                <a:gd name="connsiteY606" fmla="*/ 532593 h 675276"/>
                <a:gd name="connsiteX607" fmla="*/ 333269 w 966906"/>
                <a:gd name="connsiteY607" fmla="*/ 538277 h 675276"/>
                <a:gd name="connsiteX608" fmla="*/ 330024 w 966906"/>
                <a:gd name="connsiteY608" fmla="*/ 541524 h 675276"/>
                <a:gd name="connsiteX609" fmla="*/ 333269 w 966906"/>
                <a:gd name="connsiteY609" fmla="*/ 542336 h 675276"/>
                <a:gd name="connsiteX610" fmla="*/ 334892 w 966906"/>
                <a:gd name="connsiteY610" fmla="*/ 546395 h 675276"/>
                <a:gd name="connsiteX611" fmla="*/ 334892 w 966906"/>
                <a:gd name="connsiteY611" fmla="*/ 548831 h 675276"/>
                <a:gd name="connsiteX612" fmla="*/ 336515 w 966906"/>
                <a:gd name="connsiteY612" fmla="*/ 547207 h 675276"/>
                <a:gd name="connsiteX613" fmla="*/ 338949 w 966906"/>
                <a:gd name="connsiteY613" fmla="*/ 544772 h 675276"/>
                <a:gd name="connsiteX614" fmla="*/ 338949 w 966906"/>
                <a:gd name="connsiteY614" fmla="*/ 547207 h 675276"/>
                <a:gd name="connsiteX615" fmla="*/ 341383 w 966906"/>
                <a:gd name="connsiteY615" fmla="*/ 542336 h 675276"/>
                <a:gd name="connsiteX616" fmla="*/ 340571 w 966906"/>
                <a:gd name="connsiteY616" fmla="*/ 540712 h 675276"/>
                <a:gd name="connsiteX617" fmla="*/ 341383 w 966906"/>
                <a:gd name="connsiteY617" fmla="*/ 539089 h 675276"/>
                <a:gd name="connsiteX618" fmla="*/ 342194 w 966906"/>
                <a:gd name="connsiteY618" fmla="*/ 539900 h 675276"/>
                <a:gd name="connsiteX619" fmla="*/ 341383 w 966906"/>
                <a:gd name="connsiteY619" fmla="*/ 542336 h 675276"/>
                <a:gd name="connsiteX620" fmla="*/ 350307 w 966906"/>
                <a:gd name="connsiteY620" fmla="*/ 543148 h 675276"/>
                <a:gd name="connsiteX621" fmla="*/ 349496 w 966906"/>
                <a:gd name="connsiteY621" fmla="*/ 542336 h 675276"/>
                <a:gd name="connsiteX622" fmla="*/ 351930 w 966906"/>
                <a:gd name="connsiteY622" fmla="*/ 541524 h 675276"/>
                <a:gd name="connsiteX623" fmla="*/ 350307 w 966906"/>
                <a:gd name="connsiteY623" fmla="*/ 543148 h 675276"/>
                <a:gd name="connsiteX624" fmla="*/ 388439 w 966906"/>
                <a:gd name="connsiteY624" fmla="*/ 455465 h 675276"/>
                <a:gd name="connsiteX625" fmla="*/ 385194 w 966906"/>
                <a:gd name="connsiteY625" fmla="*/ 457900 h 675276"/>
                <a:gd name="connsiteX626" fmla="*/ 385194 w 966906"/>
                <a:gd name="connsiteY626" fmla="*/ 461960 h 675276"/>
                <a:gd name="connsiteX627" fmla="*/ 386005 w 966906"/>
                <a:gd name="connsiteY627" fmla="*/ 463584 h 675276"/>
                <a:gd name="connsiteX628" fmla="*/ 382760 w 966906"/>
                <a:gd name="connsiteY628" fmla="*/ 463584 h 675276"/>
                <a:gd name="connsiteX629" fmla="*/ 381948 w 966906"/>
                <a:gd name="connsiteY629" fmla="*/ 464395 h 675276"/>
                <a:gd name="connsiteX630" fmla="*/ 380326 w 966906"/>
                <a:gd name="connsiteY630" fmla="*/ 467643 h 675276"/>
                <a:gd name="connsiteX631" fmla="*/ 377080 w 966906"/>
                <a:gd name="connsiteY631" fmla="*/ 464395 h 675276"/>
                <a:gd name="connsiteX632" fmla="*/ 376269 w 966906"/>
                <a:gd name="connsiteY632" fmla="*/ 464395 h 675276"/>
                <a:gd name="connsiteX633" fmla="*/ 380326 w 966906"/>
                <a:gd name="connsiteY633" fmla="*/ 469267 h 675276"/>
                <a:gd name="connsiteX634" fmla="*/ 383571 w 966906"/>
                <a:gd name="connsiteY634" fmla="*/ 470079 h 675276"/>
                <a:gd name="connsiteX635" fmla="*/ 381137 w 966906"/>
                <a:gd name="connsiteY635" fmla="*/ 471702 h 675276"/>
                <a:gd name="connsiteX636" fmla="*/ 378703 w 966906"/>
                <a:gd name="connsiteY636" fmla="*/ 473326 h 675276"/>
                <a:gd name="connsiteX637" fmla="*/ 377080 w 966906"/>
                <a:gd name="connsiteY637" fmla="*/ 474950 h 675276"/>
                <a:gd name="connsiteX638" fmla="*/ 373835 w 966906"/>
                <a:gd name="connsiteY638" fmla="*/ 475762 h 675276"/>
                <a:gd name="connsiteX639" fmla="*/ 374647 w 966906"/>
                <a:gd name="connsiteY639" fmla="*/ 475762 h 675276"/>
                <a:gd name="connsiteX640" fmla="*/ 373835 w 966906"/>
                <a:gd name="connsiteY640" fmla="*/ 479009 h 675276"/>
                <a:gd name="connsiteX641" fmla="*/ 373835 w 966906"/>
                <a:gd name="connsiteY641" fmla="*/ 479821 h 675276"/>
                <a:gd name="connsiteX642" fmla="*/ 374647 w 966906"/>
                <a:gd name="connsiteY642" fmla="*/ 480633 h 675276"/>
                <a:gd name="connsiteX643" fmla="*/ 373835 w 966906"/>
                <a:gd name="connsiteY643" fmla="*/ 483881 h 675276"/>
                <a:gd name="connsiteX644" fmla="*/ 371401 w 966906"/>
                <a:gd name="connsiteY644" fmla="*/ 484692 h 675276"/>
                <a:gd name="connsiteX645" fmla="*/ 368967 w 966906"/>
                <a:gd name="connsiteY645" fmla="*/ 485504 h 675276"/>
                <a:gd name="connsiteX646" fmla="*/ 366533 w 966906"/>
                <a:gd name="connsiteY646" fmla="*/ 488752 h 675276"/>
                <a:gd name="connsiteX647" fmla="*/ 364911 w 966906"/>
                <a:gd name="connsiteY647" fmla="*/ 493623 h 675276"/>
                <a:gd name="connsiteX648" fmla="*/ 364911 w 966906"/>
                <a:gd name="connsiteY648" fmla="*/ 494435 h 675276"/>
                <a:gd name="connsiteX649" fmla="*/ 360043 w 966906"/>
                <a:gd name="connsiteY649" fmla="*/ 498494 h 675276"/>
                <a:gd name="connsiteX650" fmla="*/ 359232 w 966906"/>
                <a:gd name="connsiteY650" fmla="*/ 503366 h 675276"/>
                <a:gd name="connsiteX651" fmla="*/ 360854 w 966906"/>
                <a:gd name="connsiteY651" fmla="*/ 504989 h 675276"/>
                <a:gd name="connsiteX652" fmla="*/ 355175 w 966906"/>
                <a:gd name="connsiteY652" fmla="*/ 509861 h 675276"/>
                <a:gd name="connsiteX653" fmla="*/ 354364 w 966906"/>
                <a:gd name="connsiteY653" fmla="*/ 510673 h 675276"/>
                <a:gd name="connsiteX654" fmla="*/ 355986 w 966906"/>
                <a:gd name="connsiteY654" fmla="*/ 512296 h 675276"/>
                <a:gd name="connsiteX655" fmla="*/ 353552 w 966906"/>
                <a:gd name="connsiteY655" fmla="*/ 514732 h 675276"/>
                <a:gd name="connsiteX656" fmla="*/ 348684 w 966906"/>
                <a:gd name="connsiteY656" fmla="*/ 520415 h 675276"/>
                <a:gd name="connsiteX657" fmla="*/ 351118 w 966906"/>
                <a:gd name="connsiteY657" fmla="*/ 522039 h 675276"/>
                <a:gd name="connsiteX658" fmla="*/ 353552 w 966906"/>
                <a:gd name="connsiteY658" fmla="*/ 522039 h 675276"/>
                <a:gd name="connsiteX659" fmla="*/ 354364 w 966906"/>
                <a:gd name="connsiteY659" fmla="*/ 523663 h 675276"/>
                <a:gd name="connsiteX660" fmla="*/ 352741 w 966906"/>
                <a:gd name="connsiteY660" fmla="*/ 524475 h 675276"/>
                <a:gd name="connsiteX661" fmla="*/ 350307 w 966906"/>
                <a:gd name="connsiteY661" fmla="*/ 525287 h 675276"/>
                <a:gd name="connsiteX662" fmla="*/ 348684 w 966906"/>
                <a:gd name="connsiteY662" fmla="*/ 526098 h 675276"/>
                <a:gd name="connsiteX663" fmla="*/ 345439 w 966906"/>
                <a:gd name="connsiteY663" fmla="*/ 527722 h 675276"/>
                <a:gd name="connsiteX664" fmla="*/ 343816 w 966906"/>
                <a:gd name="connsiteY664" fmla="*/ 530158 h 675276"/>
                <a:gd name="connsiteX665" fmla="*/ 338137 w 966906"/>
                <a:gd name="connsiteY665" fmla="*/ 542336 h 675276"/>
                <a:gd name="connsiteX666" fmla="*/ 340571 w 966906"/>
                <a:gd name="connsiteY666" fmla="*/ 532593 h 675276"/>
                <a:gd name="connsiteX667" fmla="*/ 341383 w 966906"/>
                <a:gd name="connsiteY667" fmla="*/ 523663 h 675276"/>
                <a:gd name="connsiteX668" fmla="*/ 342194 w 966906"/>
                <a:gd name="connsiteY668" fmla="*/ 519603 h 675276"/>
                <a:gd name="connsiteX669" fmla="*/ 343816 w 966906"/>
                <a:gd name="connsiteY669" fmla="*/ 518791 h 675276"/>
                <a:gd name="connsiteX670" fmla="*/ 347873 w 966906"/>
                <a:gd name="connsiteY670" fmla="*/ 517980 h 675276"/>
                <a:gd name="connsiteX671" fmla="*/ 350307 w 966906"/>
                <a:gd name="connsiteY671" fmla="*/ 513920 h 675276"/>
                <a:gd name="connsiteX672" fmla="*/ 348684 w 966906"/>
                <a:gd name="connsiteY672" fmla="*/ 510673 h 675276"/>
                <a:gd name="connsiteX673" fmla="*/ 348684 w 966906"/>
                <a:gd name="connsiteY673" fmla="*/ 509049 h 675276"/>
                <a:gd name="connsiteX674" fmla="*/ 351930 w 966906"/>
                <a:gd name="connsiteY674" fmla="*/ 507425 h 675276"/>
                <a:gd name="connsiteX675" fmla="*/ 355986 w 966906"/>
                <a:gd name="connsiteY675" fmla="*/ 504178 h 675276"/>
                <a:gd name="connsiteX676" fmla="*/ 355175 w 966906"/>
                <a:gd name="connsiteY676" fmla="*/ 503366 h 675276"/>
                <a:gd name="connsiteX677" fmla="*/ 352741 w 966906"/>
                <a:gd name="connsiteY677" fmla="*/ 500930 h 675276"/>
                <a:gd name="connsiteX678" fmla="*/ 355986 w 966906"/>
                <a:gd name="connsiteY678" fmla="*/ 500118 h 675276"/>
                <a:gd name="connsiteX679" fmla="*/ 359232 w 966906"/>
                <a:gd name="connsiteY679" fmla="*/ 497683 h 675276"/>
                <a:gd name="connsiteX680" fmla="*/ 362477 w 966906"/>
                <a:gd name="connsiteY680" fmla="*/ 494435 h 675276"/>
                <a:gd name="connsiteX681" fmla="*/ 361665 w 966906"/>
                <a:gd name="connsiteY681" fmla="*/ 492811 h 675276"/>
                <a:gd name="connsiteX682" fmla="*/ 360854 w 966906"/>
                <a:gd name="connsiteY682" fmla="*/ 487940 h 675276"/>
                <a:gd name="connsiteX683" fmla="*/ 364099 w 966906"/>
                <a:gd name="connsiteY683" fmla="*/ 481445 h 675276"/>
                <a:gd name="connsiteX684" fmla="*/ 367345 w 966906"/>
                <a:gd name="connsiteY684" fmla="*/ 477386 h 675276"/>
                <a:gd name="connsiteX685" fmla="*/ 368156 w 966906"/>
                <a:gd name="connsiteY685" fmla="*/ 474950 h 675276"/>
                <a:gd name="connsiteX686" fmla="*/ 369779 w 966906"/>
                <a:gd name="connsiteY686" fmla="*/ 473326 h 675276"/>
                <a:gd name="connsiteX687" fmla="*/ 372212 w 966906"/>
                <a:gd name="connsiteY687" fmla="*/ 470890 h 675276"/>
                <a:gd name="connsiteX688" fmla="*/ 378703 w 966906"/>
                <a:gd name="connsiteY688" fmla="*/ 460336 h 675276"/>
                <a:gd name="connsiteX689" fmla="*/ 378703 w 966906"/>
                <a:gd name="connsiteY689" fmla="*/ 461960 h 675276"/>
                <a:gd name="connsiteX690" fmla="*/ 379514 w 966906"/>
                <a:gd name="connsiteY690" fmla="*/ 463584 h 675276"/>
                <a:gd name="connsiteX691" fmla="*/ 381948 w 966906"/>
                <a:gd name="connsiteY691" fmla="*/ 461960 h 675276"/>
                <a:gd name="connsiteX692" fmla="*/ 383571 w 966906"/>
                <a:gd name="connsiteY692" fmla="*/ 457089 h 675276"/>
                <a:gd name="connsiteX693" fmla="*/ 386816 w 966906"/>
                <a:gd name="connsiteY693" fmla="*/ 451405 h 675276"/>
                <a:gd name="connsiteX694" fmla="*/ 386005 w 966906"/>
                <a:gd name="connsiteY694" fmla="*/ 450593 h 675276"/>
                <a:gd name="connsiteX695" fmla="*/ 386005 w 966906"/>
                <a:gd name="connsiteY695" fmla="*/ 448158 h 675276"/>
                <a:gd name="connsiteX696" fmla="*/ 390873 w 966906"/>
                <a:gd name="connsiteY696" fmla="*/ 444098 h 675276"/>
                <a:gd name="connsiteX697" fmla="*/ 392495 w 966906"/>
                <a:gd name="connsiteY697" fmla="*/ 448158 h 675276"/>
                <a:gd name="connsiteX698" fmla="*/ 392495 w 966906"/>
                <a:gd name="connsiteY698" fmla="*/ 450593 h 675276"/>
                <a:gd name="connsiteX699" fmla="*/ 393307 w 966906"/>
                <a:gd name="connsiteY699" fmla="*/ 453029 h 675276"/>
                <a:gd name="connsiteX700" fmla="*/ 394929 w 966906"/>
                <a:gd name="connsiteY700" fmla="*/ 455465 h 675276"/>
                <a:gd name="connsiteX701" fmla="*/ 388439 w 966906"/>
                <a:gd name="connsiteY701" fmla="*/ 455465 h 675276"/>
                <a:gd name="connsiteX702" fmla="*/ 394118 w 966906"/>
                <a:gd name="connsiteY702" fmla="*/ 463584 h 675276"/>
                <a:gd name="connsiteX703" fmla="*/ 392495 w 966906"/>
                <a:gd name="connsiteY703" fmla="*/ 462772 h 675276"/>
                <a:gd name="connsiteX704" fmla="*/ 394118 w 966906"/>
                <a:gd name="connsiteY704" fmla="*/ 461148 h 675276"/>
                <a:gd name="connsiteX705" fmla="*/ 394929 w 966906"/>
                <a:gd name="connsiteY705" fmla="*/ 461960 h 675276"/>
                <a:gd name="connsiteX706" fmla="*/ 394118 w 966906"/>
                <a:gd name="connsiteY706" fmla="*/ 463584 h 675276"/>
                <a:gd name="connsiteX707" fmla="*/ 399797 w 966906"/>
                <a:gd name="connsiteY707" fmla="*/ 453841 h 675276"/>
                <a:gd name="connsiteX708" fmla="*/ 397363 w 966906"/>
                <a:gd name="connsiteY708" fmla="*/ 452217 h 675276"/>
                <a:gd name="connsiteX709" fmla="*/ 399797 w 966906"/>
                <a:gd name="connsiteY709" fmla="*/ 452217 h 675276"/>
                <a:gd name="connsiteX710" fmla="*/ 399797 w 966906"/>
                <a:gd name="connsiteY710" fmla="*/ 453841 h 675276"/>
                <a:gd name="connsiteX711" fmla="*/ 421703 w 966906"/>
                <a:gd name="connsiteY711" fmla="*/ 402693 h 675276"/>
                <a:gd name="connsiteX712" fmla="*/ 421703 w 966906"/>
                <a:gd name="connsiteY712" fmla="*/ 403504 h 675276"/>
                <a:gd name="connsiteX713" fmla="*/ 418458 w 966906"/>
                <a:gd name="connsiteY713" fmla="*/ 401069 h 675276"/>
                <a:gd name="connsiteX714" fmla="*/ 418458 w 966906"/>
                <a:gd name="connsiteY714" fmla="*/ 403504 h 675276"/>
                <a:gd name="connsiteX715" fmla="*/ 419269 w 966906"/>
                <a:gd name="connsiteY715" fmla="*/ 405940 h 675276"/>
                <a:gd name="connsiteX716" fmla="*/ 411156 w 966906"/>
                <a:gd name="connsiteY716" fmla="*/ 418118 h 675276"/>
                <a:gd name="connsiteX717" fmla="*/ 410344 w 966906"/>
                <a:gd name="connsiteY717" fmla="*/ 420554 h 675276"/>
                <a:gd name="connsiteX718" fmla="*/ 402231 w 966906"/>
                <a:gd name="connsiteY718" fmla="*/ 431920 h 675276"/>
                <a:gd name="connsiteX719" fmla="*/ 398986 w 966906"/>
                <a:gd name="connsiteY719" fmla="*/ 435980 h 675276"/>
                <a:gd name="connsiteX720" fmla="*/ 395741 w 966906"/>
                <a:gd name="connsiteY720" fmla="*/ 441663 h 675276"/>
                <a:gd name="connsiteX721" fmla="*/ 393307 w 966906"/>
                <a:gd name="connsiteY721" fmla="*/ 444098 h 675276"/>
                <a:gd name="connsiteX722" fmla="*/ 392495 w 966906"/>
                <a:gd name="connsiteY722" fmla="*/ 439227 h 675276"/>
                <a:gd name="connsiteX723" fmla="*/ 393307 w 966906"/>
                <a:gd name="connsiteY723" fmla="*/ 436792 h 675276"/>
                <a:gd name="connsiteX724" fmla="*/ 393307 w 966906"/>
                <a:gd name="connsiteY724" fmla="*/ 432732 h 675276"/>
                <a:gd name="connsiteX725" fmla="*/ 395741 w 966906"/>
                <a:gd name="connsiteY725" fmla="*/ 431920 h 675276"/>
                <a:gd name="connsiteX726" fmla="*/ 398175 w 966906"/>
                <a:gd name="connsiteY726" fmla="*/ 431920 h 675276"/>
                <a:gd name="connsiteX727" fmla="*/ 403043 w 966906"/>
                <a:gd name="connsiteY727" fmla="*/ 426237 h 675276"/>
                <a:gd name="connsiteX728" fmla="*/ 405476 w 966906"/>
                <a:gd name="connsiteY728" fmla="*/ 418930 h 675276"/>
                <a:gd name="connsiteX729" fmla="*/ 406288 w 966906"/>
                <a:gd name="connsiteY729" fmla="*/ 417306 h 675276"/>
                <a:gd name="connsiteX730" fmla="*/ 408722 w 966906"/>
                <a:gd name="connsiteY730" fmla="*/ 414059 h 675276"/>
                <a:gd name="connsiteX731" fmla="*/ 409533 w 966906"/>
                <a:gd name="connsiteY731" fmla="*/ 414059 h 675276"/>
                <a:gd name="connsiteX732" fmla="*/ 410344 w 966906"/>
                <a:gd name="connsiteY732" fmla="*/ 413247 h 675276"/>
                <a:gd name="connsiteX733" fmla="*/ 411967 w 966906"/>
                <a:gd name="connsiteY733" fmla="*/ 410811 h 675276"/>
                <a:gd name="connsiteX734" fmla="*/ 412778 w 966906"/>
                <a:gd name="connsiteY734" fmla="*/ 407564 h 675276"/>
                <a:gd name="connsiteX735" fmla="*/ 420080 w 966906"/>
                <a:gd name="connsiteY735" fmla="*/ 399445 h 675276"/>
                <a:gd name="connsiteX736" fmla="*/ 420891 w 966906"/>
                <a:gd name="connsiteY736" fmla="*/ 397821 h 675276"/>
                <a:gd name="connsiteX737" fmla="*/ 421703 w 966906"/>
                <a:gd name="connsiteY737" fmla="*/ 395386 h 675276"/>
                <a:gd name="connsiteX738" fmla="*/ 421703 w 966906"/>
                <a:gd name="connsiteY738" fmla="*/ 401881 h 675276"/>
                <a:gd name="connsiteX739" fmla="*/ 421703 w 966906"/>
                <a:gd name="connsiteY739" fmla="*/ 402693 h 675276"/>
                <a:gd name="connsiteX740" fmla="*/ 427382 w 966906"/>
                <a:gd name="connsiteY740" fmla="*/ 391326 h 675276"/>
                <a:gd name="connsiteX741" fmla="*/ 423325 w 966906"/>
                <a:gd name="connsiteY741" fmla="*/ 393762 h 675276"/>
                <a:gd name="connsiteX742" fmla="*/ 425759 w 966906"/>
                <a:gd name="connsiteY742" fmla="*/ 390514 h 675276"/>
                <a:gd name="connsiteX743" fmla="*/ 429816 w 966906"/>
                <a:gd name="connsiteY743" fmla="*/ 386455 h 675276"/>
                <a:gd name="connsiteX744" fmla="*/ 427382 w 966906"/>
                <a:gd name="connsiteY744" fmla="*/ 391326 h 675276"/>
                <a:gd name="connsiteX745" fmla="*/ 434684 w 966906"/>
                <a:gd name="connsiteY745" fmla="*/ 377524 h 675276"/>
                <a:gd name="connsiteX746" fmla="*/ 433872 w 966906"/>
                <a:gd name="connsiteY746" fmla="*/ 377524 h 675276"/>
                <a:gd name="connsiteX747" fmla="*/ 436307 w 966906"/>
                <a:gd name="connsiteY747" fmla="*/ 374277 h 675276"/>
                <a:gd name="connsiteX748" fmla="*/ 434684 w 966906"/>
                <a:gd name="connsiteY748" fmla="*/ 377524 h 675276"/>
                <a:gd name="connsiteX749" fmla="*/ 499589 w 966906"/>
                <a:gd name="connsiteY749" fmla="*/ 410811 h 675276"/>
                <a:gd name="connsiteX750" fmla="*/ 480929 w 966906"/>
                <a:gd name="connsiteY750" fmla="*/ 426237 h 675276"/>
                <a:gd name="connsiteX751" fmla="*/ 478495 w 966906"/>
                <a:gd name="connsiteY751" fmla="*/ 427861 h 675276"/>
                <a:gd name="connsiteX752" fmla="*/ 460646 w 966906"/>
                <a:gd name="connsiteY752" fmla="*/ 435980 h 675276"/>
                <a:gd name="connsiteX753" fmla="*/ 462268 w 966906"/>
                <a:gd name="connsiteY753" fmla="*/ 428673 h 675276"/>
                <a:gd name="connsiteX754" fmla="*/ 474438 w 966906"/>
                <a:gd name="connsiteY754" fmla="*/ 419742 h 675276"/>
                <a:gd name="connsiteX755" fmla="*/ 484174 w 966906"/>
                <a:gd name="connsiteY755" fmla="*/ 413247 h 675276"/>
                <a:gd name="connsiteX756" fmla="*/ 497155 w 966906"/>
                <a:gd name="connsiteY756" fmla="*/ 406752 h 675276"/>
                <a:gd name="connsiteX757" fmla="*/ 502834 w 966906"/>
                <a:gd name="connsiteY757" fmla="*/ 404316 h 675276"/>
                <a:gd name="connsiteX758" fmla="*/ 499589 w 966906"/>
                <a:gd name="connsiteY758" fmla="*/ 410811 h 675276"/>
                <a:gd name="connsiteX759" fmla="*/ 769757 w 966906"/>
                <a:gd name="connsiteY759" fmla="*/ 172119 h 675276"/>
                <a:gd name="connsiteX760" fmla="*/ 769757 w 966906"/>
                <a:gd name="connsiteY760" fmla="*/ 174554 h 675276"/>
                <a:gd name="connsiteX761" fmla="*/ 768134 w 966906"/>
                <a:gd name="connsiteY761" fmla="*/ 174554 h 675276"/>
                <a:gd name="connsiteX762" fmla="*/ 769757 w 966906"/>
                <a:gd name="connsiteY762" fmla="*/ 172119 h 675276"/>
                <a:gd name="connsiteX763" fmla="*/ 753531 w 966906"/>
                <a:gd name="connsiteY763" fmla="*/ 193227 h 675276"/>
                <a:gd name="connsiteX764" fmla="*/ 756776 w 966906"/>
                <a:gd name="connsiteY764" fmla="*/ 191604 h 675276"/>
                <a:gd name="connsiteX765" fmla="*/ 752720 w 966906"/>
                <a:gd name="connsiteY765" fmla="*/ 196475 h 675276"/>
                <a:gd name="connsiteX766" fmla="*/ 753531 w 966906"/>
                <a:gd name="connsiteY766" fmla="*/ 193227 h 675276"/>
                <a:gd name="connsiteX767" fmla="*/ 734870 w 966906"/>
                <a:gd name="connsiteY767" fmla="*/ 221643 h 675276"/>
                <a:gd name="connsiteX768" fmla="*/ 738927 w 966906"/>
                <a:gd name="connsiteY768" fmla="*/ 217584 h 675276"/>
                <a:gd name="connsiteX769" fmla="*/ 738927 w 966906"/>
                <a:gd name="connsiteY769" fmla="*/ 215960 h 675276"/>
                <a:gd name="connsiteX770" fmla="*/ 738116 w 966906"/>
                <a:gd name="connsiteY770" fmla="*/ 214336 h 675276"/>
                <a:gd name="connsiteX771" fmla="*/ 742173 w 966906"/>
                <a:gd name="connsiteY771" fmla="*/ 215960 h 675276"/>
                <a:gd name="connsiteX772" fmla="*/ 741361 w 966906"/>
                <a:gd name="connsiteY772" fmla="*/ 221643 h 675276"/>
                <a:gd name="connsiteX773" fmla="*/ 738116 w 966906"/>
                <a:gd name="connsiteY773" fmla="*/ 221643 h 675276"/>
                <a:gd name="connsiteX774" fmla="*/ 734870 w 966906"/>
                <a:gd name="connsiteY774" fmla="*/ 221643 h 675276"/>
                <a:gd name="connsiteX775" fmla="*/ 734870 w 966906"/>
                <a:gd name="connsiteY775" fmla="*/ 221643 h 675276"/>
                <a:gd name="connsiteX776" fmla="*/ 695116 w 966906"/>
                <a:gd name="connsiteY776" fmla="*/ 288217 h 675276"/>
                <a:gd name="connsiteX777" fmla="*/ 699172 w 966906"/>
                <a:gd name="connsiteY777" fmla="*/ 287406 h 675276"/>
                <a:gd name="connsiteX778" fmla="*/ 702418 w 966906"/>
                <a:gd name="connsiteY778" fmla="*/ 287406 h 675276"/>
                <a:gd name="connsiteX779" fmla="*/ 701607 w 966906"/>
                <a:gd name="connsiteY779" fmla="*/ 288217 h 675276"/>
                <a:gd name="connsiteX780" fmla="*/ 698361 w 966906"/>
                <a:gd name="connsiteY780" fmla="*/ 289841 h 675276"/>
                <a:gd name="connsiteX781" fmla="*/ 694305 w 966906"/>
                <a:gd name="connsiteY781" fmla="*/ 291465 h 675276"/>
                <a:gd name="connsiteX782" fmla="*/ 695116 w 966906"/>
                <a:gd name="connsiteY782" fmla="*/ 288217 h 675276"/>
                <a:gd name="connsiteX783" fmla="*/ 708097 w 966906"/>
                <a:gd name="connsiteY783" fmla="*/ 298772 h 675276"/>
                <a:gd name="connsiteX784" fmla="*/ 706474 w 966906"/>
                <a:gd name="connsiteY784" fmla="*/ 297960 h 675276"/>
                <a:gd name="connsiteX785" fmla="*/ 708097 w 966906"/>
                <a:gd name="connsiteY785" fmla="*/ 296336 h 675276"/>
                <a:gd name="connsiteX786" fmla="*/ 709720 w 966906"/>
                <a:gd name="connsiteY786" fmla="*/ 297148 h 675276"/>
                <a:gd name="connsiteX787" fmla="*/ 708097 w 966906"/>
                <a:gd name="connsiteY787" fmla="*/ 298772 h 675276"/>
                <a:gd name="connsiteX788" fmla="*/ 711342 w 966906"/>
                <a:gd name="connsiteY788" fmla="*/ 304455 h 675276"/>
                <a:gd name="connsiteX789" fmla="*/ 711342 w 966906"/>
                <a:gd name="connsiteY789" fmla="*/ 304455 h 675276"/>
                <a:gd name="connsiteX790" fmla="*/ 708908 w 966906"/>
                <a:gd name="connsiteY790" fmla="*/ 309326 h 675276"/>
                <a:gd name="connsiteX791" fmla="*/ 707286 w 966906"/>
                <a:gd name="connsiteY791" fmla="*/ 306891 h 675276"/>
                <a:gd name="connsiteX792" fmla="*/ 708908 w 966906"/>
                <a:gd name="connsiteY792" fmla="*/ 306079 h 675276"/>
                <a:gd name="connsiteX793" fmla="*/ 711342 w 966906"/>
                <a:gd name="connsiteY793" fmla="*/ 304455 h 675276"/>
                <a:gd name="connsiteX794" fmla="*/ 719455 w 966906"/>
                <a:gd name="connsiteY794" fmla="*/ 297148 h 675276"/>
                <a:gd name="connsiteX795" fmla="*/ 720267 w 966906"/>
                <a:gd name="connsiteY795" fmla="*/ 298772 h 675276"/>
                <a:gd name="connsiteX796" fmla="*/ 715399 w 966906"/>
                <a:gd name="connsiteY796" fmla="*/ 299584 h 675276"/>
                <a:gd name="connsiteX797" fmla="*/ 714588 w 966906"/>
                <a:gd name="connsiteY797" fmla="*/ 293901 h 675276"/>
                <a:gd name="connsiteX798" fmla="*/ 722701 w 966906"/>
                <a:gd name="connsiteY798" fmla="*/ 289029 h 675276"/>
                <a:gd name="connsiteX799" fmla="*/ 721078 w 966906"/>
                <a:gd name="connsiteY799" fmla="*/ 291465 h 675276"/>
                <a:gd name="connsiteX800" fmla="*/ 717833 w 966906"/>
                <a:gd name="connsiteY800" fmla="*/ 294713 h 675276"/>
                <a:gd name="connsiteX801" fmla="*/ 719455 w 966906"/>
                <a:gd name="connsiteY801" fmla="*/ 297148 h 675276"/>
                <a:gd name="connsiteX802" fmla="*/ 692682 w 966906"/>
                <a:gd name="connsiteY802" fmla="*/ 326376 h 675276"/>
                <a:gd name="connsiteX803" fmla="*/ 690248 w 966906"/>
                <a:gd name="connsiteY803" fmla="*/ 328000 h 675276"/>
                <a:gd name="connsiteX804" fmla="*/ 690248 w 966906"/>
                <a:gd name="connsiteY804" fmla="*/ 326376 h 675276"/>
                <a:gd name="connsiteX805" fmla="*/ 691871 w 966906"/>
                <a:gd name="connsiteY805" fmla="*/ 324752 h 675276"/>
                <a:gd name="connsiteX806" fmla="*/ 692682 w 966906"/>
                <a:gd name="connsiteY806" fmla="*/ 326376 h 675276"/>
                <a:gd name="connsiteX807" fmla="*/ 665097 w 966906"/>
                <a:gd name="connsiteY807" fmla="*/ 372653 h 675276"/>
                <a:gd name="connsiteX808" fmla="*/ 666720 w 966906"/>
                <a:gd name="connsiteY808" fmla="*/ 371029 h 675276"/>
                <a:gd name="connsiteX809" fmla="*/ 665097 w 966906"/>
                <a:gd name="connsiteY809" fmla="*/ 376712 h 675276"/>
                <a:gd name="connsiteX810" fmla="*/ 665097 w 966906"/>
                <a:gd name="connsiteY810" fmla="*/ 372653 h 675276"/>
                <a:gd name="connsiteX811" fmla="*/ 666720 w 966906"/>
                <a:gd name="connsiteY811" fmla="*/ 347485 h 675276"/>
                <a:gd name="connsiteX812" fmla="*/ 665909 w 966906"/>
                <a:gd name="connsiteY812" fmla="*/ 346673 h 675276"/>
                <a:gd name="connsiteX813" fmla="*/ 667531 w 966906"/>
                <a:gd name="connsiteY813" fmla="*/ 343425 h 675276"/>
                <a:gd name="connsiteX814" fmla="*/ 666720 w 966906"/>
                <a:gd name="connsiteY814" fmla="*/ 347485 h 675276"/>
                <a:gd name="connsiteX815" fmla="*/ 684569 w 966906"/>
                <a:gd name="connsiteY815" fmla="*/ 334495 h 675276"/>
                <a:gd name="connsiteX816" fmla="*/ 685380 w 966906"/>
                <a:gd name="connsiteY816" fmla="*/ 336118 h 675276"/>
                <a:gd name="connsiteX817" fmla="*/ 682946 w 966906"/>
                <a:gd name="connsiteY817" fmla="*/ 336118 h 675276"/>
                <a:gd name="connsiteX818" fmla="*/ 684569 w 966906"/>
                <a:gd name="connsiteY818" fmla="*/ 334495 h 675276"/>
                <a:gd name="connsiteX819" fmla="*/ 708097 w 966906"/>
                <a:gd name="connsiteY819" fmla="*/ 319881 h 675276"/>
                <a:gd name="connsiteX820" fmla="*/ 708097 w 966906"/>
                <a:gd name="connsiteY820" fmla="*/ 319881 h 675276"/>
                <a:gd name="connsiteX821" fmla="*/ 708097 w 966906"/>
                <a:gd name="connsiteY821" fmla="*/ 319881 h 675276"/>
                <a:gd name="connsiteX822" fmla="*/ 699172 w 966906"/>
                <a:gd name="connsiteY822" fmla="*/ 310950 h 675276"/>
                <a:gd name="connsiteX823" fmla="*/ 701607 w 966906"/>
                <a:gd name="connsiteY823" fmla="*/ 307703 h 675276"/>
                <a:gd name="connsiteX824" fmla="*/ 704041 w 966906"/>
                <a:gd name="connsiteY824" fmla="*/ 307703 h 675276"/>
                <a:gd name="connsiteX825" fmla="*/ 700795 w 966906"/>
                <a:gd name="connsiteY825" fmla="*/ 310950 h 675276"/>
                <a:gd name="connsiteX826" fmla="*/ 699172 w 966906"/>
                <a:gd name="connsiteY826" fmla="*/ 310950 h 675276"/>
                <a:gd name="connsiteX827" fmla="*/ 704041 w 966906"/>
                <a:gd name="connsiteY827" fmla="*/ 303643 h 675276"/>
                <a:gd name="connsiteX828" fmla="*/ 701607 w 966906"/>
                <a:gd name="connsiteY828" fmla="*/ 303643 h 675276"/>
                <a:gd name="connsiteX829" fmla="*/ 704041 w 966906"/>
                <a:gd name="connsiteY829" fmla="*/ 302019 h 675276"/>
                <a:gd name="connsiteX830" fmla="*/ 706474 w 966906"/>
                <a:gd name="connsiteY830" fmla="*/ 302831 h 675276"/>
                <a:gd name="connsiteX831" fmla="*/ 704041 w 966906"/>
                <a:gd name="connsiteY831" fmla="*/ 303643 h 675276"/>
                <a:gd name="connsiteX832" fmla="*/ 692682 w 966906"/>
                <a:gd name="connsiteY832" fmla="*/ 291465 h 675276"/>
                <a:gd name="connsiteX833" fmla="*/ 694305 w 966906"/>
                <a:gd name="connsiteY833" fmla="*/ 292277 h 675276"/>
                <a:gd name="connsiteX834" fmla="*/ 692682 w 966906"/>
                <a:gd name="connsiteY834" fmla="*/ 293901 h 675276"/>
                <a:gd name="connsiteX835" fmla="*/ 691059 w 966906"/>
                <a:gd name="connsiteY835" fmla="*/ 293089 h 675276"/>
                <a:gd name="connsiteX836" fmla="*/ 692682 w 966906"/>
                <a:gd name="connsiteY836" fmla="*/ 291465 h 675276"/>
                <a:gd name="connsiteX837" fmla="*/ 687814 w 966906"/>
                <a:gd name="connsiteY837" fmla="*/ 300396 h 675276"/>
                <a:gd name="connsiteX838" fmla="*/ 691871 w 966906"/>
                <a:gd name="connsiteY838" fmla="*/ 297960 h 675276"/>
                <a:gd name="connsiteX839" fmla="*/ 693493 w 966906"/>
                <a:gd name="connsiteY839" fmla="*/ 297148 h 675276"/>
                <a:gd name="connsiteX840" fmla="*/ 695927 w 966906"/>
                <a:gd name="connsiteY840" fmla="*/ 295524 h 675276"/>
                <a:gd name="connsiteX841" fmla="*/ 687814 w 966906"/>
                <a:gd name="connsiteY841" fmla="*/ 304455 h 675276"/>
                <a:gd name="connsiteX842" fmla="*/ 687814 w 966906"/>
                <a:gd name="connsiteY842" fmla="*/ 300396 h 675276"/>
                <a:gd name="connsiteX843" fmla="*/ 684569 w 966906"/>
                <a:gd name="connsiteY843" fmla="*/ 310138 h 675276"/>
                <a:gd name="connsiteX844" fmla="*/ 687003 w 966906"/>
                <a:gd name="connsiteY844" fmla="*/ 310138 h 675276"/>
                <a:gd name="connsiteX845" fmla="*/ 686192 w 966906"/>
                <a:gd name="connsiteY845" fmla="*/ 311762 h 675276"/>
                <a:gd name="connsiteX846" fmla="*/ 681324 w 966906"/>
                <a:gd name="connsiteY846" fmla="*/ 312574 h 675276"/>
                <a:gd name="connsiteX847" fmla="*/ 684569 w 966906"/>
                <a:gd name="connsiteY847" fmla="*/ 310138 h 675276"/>
                <a:gd name="connsiteX848" fmla="*/ 657796 w 966906"/>
                <a:gd name="connsiteY848" fmla="*/ 358851 h 675276"/>
                <a:gd name="connsiteX849" fmla="*/ 658607 w 966906"/>
                <a:gd name="connsiteY849" fmla="*/ 357227 h 675276"/>
                <a:gd name="connsiteX850" fmla="*/ 659418 w 966906"/>
                <a:gd name="connsiteY850" fmla="*/ 356415 h 675276"/>
                <a:gd name="connsiteX851" fmla="*/ 661041 w 966906"/>
                <a:gd name="connsiteY851" fmla="*/ 358039 h 675276"/>
                <a:gd name="connsiteX852" fmla="*/ 656984 w 966906"/>
                <a:gd name="connsiteY852" fmla="*/ 359663 h 675276"/>
                <a:gd name="connsiteX853" fmla="*/ 657796 w 966906"/>
                <a:gd name="connsiteY853" fmla="*/ 358851 h 675276"/>
                <a:gd name="connsiteX854" fmla="*/ 647249 w 966906"/>
                <a:gd name="connsiteY854" fmla="*/ 388891 h 675276"/>
                <a:gd name="connsiteX855" fmla="*/ 647249 w 966906"/>
                <a:gd name="connsiteY855" fmla="*/ 383207 h 675276"/>
                <a:gd name="connsiteX856" fmla="*/ 648871 w 966906"/>
                <a:gd name="connsiteY856" fmla="*/ 384831 h 675276"/>
                <a:gd name="connsiteX857" fmla="*/ 647249 w 966906"/>
                <a:gd name="connsiteY857" fmla="*/ 388891 h 675276"/>
                <a:gd name="connsiteX858" fmla="*/ 661041 w 966906"/>
                <a:gd name="connsiteY858" fmla="*/ 434356 h 675276"/>
                <a:gd name="connsiteX859" fmla="*/ 659418 w 966906"/>
                <a:gd name="connsiteY859" fmla="*/ 446534 h 675276"/>
                <a:gd name="connsiteX860" fmla="*/ 656984 w 966906"/>
                <a:gd name="connsiteY860" fmla="*/ 453841 h 675276"/>
                <a:gd name="connsiteX861" fmla="*/ 656984 w 966906"/>
                <a:gd name="connsiteY861" fmla="*/ 450593 h 675276"/>
                <a:gd name="connsiteX862" fmla="*/ 657796 w 966906"/>
                <a:gd name="connsiteY862" fmla="*/ 441663 h 675276"/>
                <a:gd name="connsiteX863" fmla="*/ 661852 w 966906"/>
                <a:gd name="connsiteY863" fmla="*/ 422990 h 675276"/>
                <a:gd name="connsiteX864" fmla="*/ 661041 w 966906"/>
                <a:gd name="connsiteY864" fmla="*/ 434356 h 675276"/>
                <a:gd name="connsiteX865" fmla="*/ 665909 w 966906"/>
                <a:gd name="connsiteY865" fmla="*/ 409999 h 675276"/>
                <a:gd name="connsiteX866" fmla="*/ 664286 w 966906"/>
                <a:gd name="connsiteY866" fmla="*/ 408376 h 675276"/>
                <a:gd name="connsiteX867" fmla="*/ 668343 w 966906"/>
                <a:gd name="connsiteY867" fmla="*/ 404316 h 675276"/>
                <a:gd name="connsiteX868" fmla="*/ 665909 w 966906"/>
                <a:gd name="connsiteY868" fmla="*/ 409999 h 675276"/>
                <a:gd name="connsiteX869" fmla="*/ 671588 w 966906"/>
                <a:gd name="connsiteY869" fmla="*/ 408376 h 675276"/>
                <a:gd name="connsiteX870" fmla="*/ 673210 w 966906"/>
                <a:gd name="connsiteY870" fmla="*/ 409999 h 675276"/>
                <a:gd name="connsiteX871" fmla="*/ 670777 w 966906"/>
                <a:gd name="connsiteY871" fmla="*/ 411623 h 675276"/>
                <a:gd name="connsiteX872" fmla="*/ 669154 w 966906"/>
                <a:gd name="connsiteY872" fmla="*/ 409999 h 675276"/>
                <a:gd name="connsiteX873" fmla="*/ 671588 w 966906"/>
                <a:gd name="connsiteY873" fmla="*/ 408376 h 675276"/>
                <a:gd name="connsiteX874" fmla="*/ 673210 w 966906"/>
                <a:gd name="connsiteY874" fmla="*/ 361287 h 675276"/>
                <a:gd name="connsiteX875" fmla="*/ 668343 w 966906"/>
                <a:gd name="connsiteY875" fmla="*/ 364534 h 675276"/>
                <a:gd name="connsiteX876" fmla="*/ 669965 w 966906"/>
                <a:gd name="connsiteY876" fmla="*/ 362099 h 675276"/>
                <a:gd name="connsiteX877" fmla="*/ 671588 w 966906"/>
                <a:gd name="connsiteY877" fmla="*/ 360475 h 675276"/>
                <a:gd name="connsiteX878" fmla="*/ 675645 w 966906"/>
                <a:gd name="connsiteY878" fmla="*/ 353980 h 675276"/>
                <a:gd name="connsiteX879" fmla="*/ 673210 w 966906"/>
                <a:gd name="connsiteY879" fmla="*/ 361287 h 675276"/>
                <a:gd name="connsiteX880" fmla="*/ 687003 w 966906"/>
                <a:gd name="connsiteY880" fmla="*/ 366970 h 675276"/>
                <a:gd name="connsiteX881" fmla="*/ 685380 w 966906"/>
                <a:gd name="connsiteY881" fmla="*/ 368594 h 675276"/>
                <a:gd name="connsiteX882" fmla="*/ 678890 w 966906"/>
                <a:gd name="connsiteY882" fmla="*/ 379960 h 675276"/>
                <a:gd name="connsiteX883" fmla="*/ 678078 w 966906"/>
                <a:gd name="connsiteY883" fmla="*/ 378336 h 675276"/>
                <a:gd name="connsiteX884" fmla="*/ 679701 w 966906"/>
                <a:gd name="connsiteY884" fmla="*/ 373465 h 675276"/>
                <a:gd name="connsiteX885" fmla="*/ 681324 w 966906"/>
                <a:gd name="connsiteY885" fmla="*/ 371029 h 675276"/>
                <a:gd name="connsiteX886" fmla="*/ 681324 w 966906"/>
                <a:gd name="connsiteY886" fmla="*/ 367782 h 675276"/>
                <a:gd name="connsiteX887" fmla="*/ 683758 w 966906"/>
                <a:gd name="connsiteY887" fmla="*/ 364534 h 675276"/>
                <a:gd name="connsiteX888" fmla="*/ 687003 w 966906"/>
                <a:gd name="connsiteY888" fmla="*/ 365346 h 675276"/>
                <a:gd name="connsiteX889" fmla="*/ 687003 w 966906"/>
                <a:gd name="connsiteY889" fmla="*/ 366970 h 675276"/>
                <a:gd name="connsiteX890" fmla="*/ 689437 w 966906"/>
                <a:gd name="connsiteY890" fmla="*/ 356415 h 675276"/>
                <a:gd name="connsiteX891" fmla="*/ 687814 w 966906"/>
                <a:gd name="connsiteY891" fmla="*/ 354792 h 675276"/>
                <a:gd name="connsiteX892" fmla="*/ 689437 w 966906"/>
                <a:gd name="connsiteY892" fmla="*/ 353980 h 675276"/>
                <a:gd name="connsiteX893" fmla="*/ 691059 w 966906"/>
                <a:gd name="connsiteY893" fmla="*/ 354792 h 675276"/>
                <a:gd name="connsiteX894" fmla="*/ 692682 w 966906"/>
                <a:gd name="connsiteY894" fmla="*/ 354792 h 675276"/>
                <a:gd name="connsiteX895" fmla="*/ 689437 w 966906"/>
                <a:gd name="connsiteY895" fmla="*/ 356415 h 675276"/>
                <a:gd name="connsiteX896" fmla="*/ 697550 w 966906"/>
                <a:gd name="connsiteY896" fmla="*/ 349108 h 675276"/>
                <a:gd name="connsiteX897" fmla="*/ 695116 w 966906"/>
                <a:gd name="connsiteY897" fmla="*/ 347485 h 675276"/>
                <a:gd name="connsiteX898" fmla="*/ 692682 w 966906"/>
                <a:gd name="connsiteY898" fmla="*/ 347485 h 675276"/>
                <a:gd name="connsiteX899" fmla="*/ 691059 w 966906"/>
                <a:gd name="connsiteY899" fmla="*/ 345861 h 675276"/>
                <a:gd name="connsiteX900" fmla="*/ 689437 w 966906"/>
                <a:gd name="connsiteY900" fmla="*/ 342613 h 675276"/>
                <a:gd name="connsiteX901" fmla="*/ 688625 w 966906"/>
                <a:gd name="connsiteY901" fmla="*/ 341802 h 675276"/>
                <a:gd name="connsiteX902" fmla="*/ 694305 w 966906"/>
                <a:gd name="connsiteY902" fmla="*/ 345049 h 675276"/>
                <a:gd name="connsiteX903" fmla="*/ 697550 w 966906"/>
                <a:gd name="connsiteY903" fmla="*/ 349108 h 675276"/>
                <a:gd name="connsiteX904" fmla="*/ 701607 w 966906"/>
                <a:gd name="connsiteY904" fmla="*/ 339366 h 675276"/>
                <a:gd name="connsiteX905" fmla="*/ 699984 w 966906"/>
                <a:gd name="connsiteY905" fmla="*/ 337742 h 675276"/>
                <a:gd name="connsiteX906" fmla="*/ 694305 w 966906"/>
                <a:gd name="connsiteY906" fmla="*/ 336118 h 675276"/>
                <a:gd name="connsiteX907" fmla="*/ 691871 w 966906"/>
                <a:gd name="connsiteY907" fmla="*/ 336930 h 675276"/>
                <a:gd name="connsiteX908" fmla="*/ 697550 w 966906"/>
                <a:gd name="connsiteY908" fmla="*/ 331247 h 675276"/>
                <a:gd name="connsiteX909" fmla="*/ 698361 w 966906"/>
                <a:gd name="connsiteY909" fmla="*/ 332871 h 675276"/>
                <a:gd name="connsiteX910" fmla="*/ 702418 w 966906"/>
                <a:gd name="connsiteY910" fmla="*/ 334495 h 675276"/>
                <a:gd name="connsiteX911" fmla="*/ 703229 w 966906"/>
                <a:gd name="connsiteY911" fmla="*/ 336118 h 675276"/>
                <a:gd name="connsiteX912" fmla="*/ 701607 w 966906"/>
                <a:gd name="connsiteY912" fmla="*/ 339366 h 675276"/>
                <a:gd name="connsiteX913" fmla="*/ 706474 w 966906"/>
                <a:gd name="connsiteY913" fmla="*/ 333683 h 675276"/>
                <a:gd name="connsiteX914" fmla="*/ 705663 w 966906"/>
                <a:gd name="connsiteY914" fmla="*/ 330435 h 675276"/>
                <a:gd name="connsiteX915" fmla="*/ 704852 w 966906"/>
                <a:gd name="connsiteY915" fmla="*/ 327188 h 675276"/>
                <a:gd name="connsiteX916" fmla="*/ 704852 w 966906"/>
                <a:gd name="connsiteY916" fmla="*/ 325564 h 675276"/>
                <a:gd name="connsiteX917" fmla="*/ 708908 w 966906"/>
                <a:gd name="connsiteY917" fmla="*/ 327188 h 675276"/>
                <a:gd name="connsiteX918" fmla="*/ 706474 w 966906"/>
                <a:gd name="connsiteY918" fmla="*/ 333683 h 675276"/>
                <a:gd name="connsiteX919" fmla="*/ 725946 w 966906"/>
                <a:gd name="connsiteY919" fmla="*/ 281722 h 675276"/>
                <a:gd name="connsiteX920" fmla="*/ 722701 w 966906"/>
                <a:gd name="connsiteY920" fmla="*/ 280911 h 675276"/>
                <a:gd name="connsiteX921" fmla="*/ 725946 w 966906"/>
                <a:gd name="connsiteY921" fmla="*/ 277663 h 675276"/>
                <a:gd name="connsiteX922" fmla="*/ 729191 w 966906"/>
                <a:gd name="connsiteY922" fmla="*/ 278475 h 675276"/>
                <a:gd name="connsiteX923" fmla="*/ 725946 w 966906"/>
                <a:gd name="connsiteY923" fmla="*/ 281722 h 675276"/>
                <a:gd name="connsiteX924" fmla="*/ 728380 w 966906"/>
                <a:gd name="connsiteY924" fmla="*/ 265485 h 675276"/>
                <a:gd name="connsiteX925" fmla="*/ 725135 w 966906"/>
                <a:gd name="connsiteY925" fmla="*/ 268732 h 675276"/>
                <a:gd name="connsiteX926" fmla="*/ 728380 w 966906"/>
                <a:gd name="connsiteY926" fmla="*/ 265485 h 675276"/>
                <a:gd name="connsiteX927" fmla="*/ 731625 w 966906"/>
                <a:gd name="connsiteY927" fmla="*/ 261425 h 675276"/>
                <a:gd name="connsiteX928" fmla="*/ 728380 w 966906"/>
                <a:gd name="connsiteY928" fmla="*/ 265485 h 675276"/>
                <a:gd name="connsiteX929" fmla="*/ 730003 w 966906"/>
                <a:gd name="connsiteY929" fmla="*/ 237881 h 675276"/>
                <a:gd name="connsiteX930" fmla="*/ 728380 w 966906"/>
                <a:gd name="connsiteY930" fmla="*/ 241940 h 675276"/>
                <a:gd name="connsiteX931" fmla="*/ 725946 w 966906"/>
                <a:gd name="connsiteY931" fmla="*/ 246812 h 675276"/>
                <a:gd name="connsiteX932" fmla="*/ 721078 w 966906"/>
                <a:gd name="connsiteY932" fmla="*/ 249247 h 675276"/>
                <a:gd name="connsiteX933" fmla="*/ 717021 w 966906"/>
                <a:gd name="connsiteY933" fmla="*/ 250059 h 675276"/>
                <a:gd name="connsiteX934" fmla="*/ 718644 w 966906"/>
                <a:gd name="connsiteY934" fmla="*/ 250871 h 675276"/>
                <a:gd name="connsiteX935" fmla="*/ 721078 w 966906"/>
                <a:gd name="connsiteY935" fmla="*/ 252495 h 675276"/>
                <a:gd name="connsiteX936" fmla="*/ 717833 w 966906"/>
                <a:gd name="connsiteY936" fmla="*/ 253307 h 675276"/>
                <a:gd name="connsiteX937" fmla="*/ 716210 w 966906"/>
                <a:gd name="connsiteY937" fmla="*/ 253307 h 675276"/>
                <a:gd name="connsiteX938" fmla="*/ 716210 w 966906"/>
                <a:gd name="connsiteY938" fmla="*/ 259802 h 675276"/>
                <a:gd name="connsiteX939" fmla="*/ 712154 w 966906"/>
                <a:gd name="connsiteY939" fmla="*/ 259802 h 675276"/>
                <a:gd name="connsiteX940" fmla="*/ 712154 w 966906"/>
                <a:gd name="connsiteY940" fmla="*/ 261425 h 675276"/>
                <a:gd name="connsiteX941" fmla="*/ 712154 w 966906"/>
                <a:gd name="connsiteY941" fmla="*/ 267920 h 675276"/>
                <a:gd name="connsiteX942" fmla="*/ 711342 w 966906"/>
                <a:gd name="connsiteY942" fmla="*/ 271168 h 675276"/>
                <a:gd name="connsiteX943" fmla="*/ 708908 w 966906"/>
                <a:gd name="connsiteY943" fmla="*/ 274416 h 675276"/>
                <a:gd name="connsiteX944" fmla="*/ 703229 w 966906"/>
                <a:gd name="connsiteY944" fmla="*/ 274416 h 675276"/>
                <a:gd name="connsiteX945" fmla="*/ 701607 w 966906"/>
                <a:gd name="connsiteY945" fmla="*/ 276039 h 675276"/>
                <a:gd name="connsiteX946" fmla="*/ 703229 w 966906"/>
                <a:gd name="connsiteY946" fmla="*/ 279287 h 675276"/>
                <a:gd name="connsiteX947" fmla="*/ 703229 w 966906"/>
                <a:gd name="connsiteY947" fmla="*/ 280911 h 675276"/>
                <a:gd name="connsiteX948" fmla="*/ 701607 w 966906"/>
                <a:gd name="connsiteY948" fmla="*/ 282534 h 675276"/>
                <a:gd name="connsiteX949" fmla="*/ 699172 w 966906"/>
                <a:gd name="connsiteY949" fmla="*/ 283346 h 675276"/>
                <a:gd name="connsiteX950" fmla="*/ 696739 w 966906"/>
                <a:gd name="connsiteY950" fmla="*/ 283346 h 675276"/>
                <a:gd name="connsiteX951" fmla="*/ 705663 w 966906"/>
                <a:gd name="connsiteY951" fmla="*/ 267920 h 675276"/>
                <a:gd name="connsiteX952" fmla="*/ 708097 w 966906"/>
                <a:gd name="connsiteY952" fmla="*/ 263861 h 675276"/>
                <a:gd name="connsiteX953" fmla="*/ 712154 w 966906"/>
                <a:gd name="connsiteY953" fmla="*/ 258990 h 675276"/>
                <a:gd name="connsiteX954" fmla="*/ 712965 w 966906"/>
                <a:gd name="connsiteY954" fmla="*/ 258178 h 675276"/>
                <a:gd name="connsiteX955" fmla="*/ 719455 w 966906"/>
                <a:gd name="connsiteY955" fmla="*/ 245188 h 675276"/>
                <a:gd name="connsiteX956" fmla="*/ 720267 w 966906"/>
                <a:gd name="connsiteY956" fmla="*/ 246812 h 675276"/>
                <a:gd name="connsiteX957" fmla="*/ 721890 w 966906"/>
                <a:gd name="connsiteY957" fmla="*/ 247623 h 675276"/>
                <a:gd name="connsiteX958" fmla="*/ 722701 w 966906"/>
                <a:gd name="connsiteY958" fmla="*/ 243564 h 675276"/>
                <a:gd name="connsiteX959" fmla="*/ 722701 w 966906"/>
                <a:gd name="connsiteY959" fmla="*/ 237881 h 675276"/>
                <a:gd name="connsiteX960" fmla="*/ 725946 w 966906"/>
                <a:gd name="connsiteY960" fmla="*/ 237881 h 675276"/>
                <a:gd name="connsiteX961" fmla="*/ 724323 w 966906"/>
                <a:gd name="connsiteY961" fmla="*/ 241128 h 675276"/>
                <a:gd name="connsiteX962" fmla="*/ 724323 w 966906"/>
                <a:gd name="connsiteY962" fmla="*/ 241940 h 675276"/>
                <a:gd name="connsiteX963" fmla="*/ 726757 w 966906"/>
                <a:gd name="connsiteY963" fmla="*/ 236257 h 675276"/>
                <a:gd name="connsiteX964" fmla="*/ 730814 w 966906"/>
                <a:gd name="connsiteY964" fmla="*/ 228138 h 675276"/>
                <a:gd name="connsiteX965" fmla="*/ 737304 w 966906"/>
                <a:gd name="connsiteY965" fmla="*/ 224079 h 675276"/>
                <a:gd name="connsiteX966" fmla="*/ 736493 w 966906"/>
                <a:gd name="connsiteY966" fmla="*/ 228950 h 675276"/>
                <a:gd name="connsiteX967" fmla="*/ 733248 w 966906"/>
                <a:gd name="connsiteY967" fmla="*/ 233010 h 675276"/>
                <a:gd name="connsiteX968" fmla="*/ 730814 w 966906"/>
                <a:gd name="connsiteY968" fmla="*/ 237069 h 675276"/>
                <a:gd name="connsiteX969" fmla="*/ 730003 w 966906"/>
                <a:gd name="connsiteY969" fmla="*/ 237881 h 675276"/>
                <a:gd name="connsiteX970" fmla="*/ 732437 w 966906"/>
                <a:gd name="connsiteY970" fmla="*/ 269544 h 675276"/>
                <a:gd name="connsiteX971" fmla="*/ 734059 w 966906"/>
                <a:gd name="connsiteY971" fmla="*/ 264673 h 675276"/>
                <a:gd name="connsiteX972" fmla="*/ 736493 w 966906"/>
                <a:gd name="connsiteY972" fmla="*/ 263049 h 675276"/>
                <a:gd name="connsiteX973" fmla="*/ 732437 w 966906"/>
                <a:gd name="connsiteY973" fmla="*/ 269544 h 675276"/>
                <a:gd name="connsiteX974" fmla="*/ 747040 w 966906"/>
                <a:gd name="connsiteY974" fmla="*/ 267109 h 675276"/>
                <a:gd name="connsiteX975" fmla="*/ 745417 w 966906"/>
                <a:gd name="connsiteY975" fmla="*/ 267109 h 675276"/>
                <a:gd name="connsiteX976" fmla="*/ 747040 w 966906"/>
                <a:gd name="connsiteY976" fmla="*/ 264673 h 675276"/>
                <a:gd name="connsiteX977" fmla="*/ 747040 w 966906"/>
                <a:gd name="connsiteY977" fmla="*/ 267109 h 675276"/>
                <a:gd name="connsiteX978" fmla="*/ 747040 w 966906"/>
                <a:gd name="connsiteY978" fmla="*/ 250059 h 675276"/>
                <a:gd name="connsiteX979" fmla="*/ 736493 w 966906"/>
                <a:gd name="connsiteY979" fmla="*/ 260614 h 675276"/>
                <a:gd name="connsiteX980" fmla="*/ 738116 w 966906"/>
                <a:gd name="connsiteY980" fmla="*/ 256554 h 675276"/>
                <a:gd name="connsiteX981" fmla="*/ 742173 w 966906"/>
                <a:gd name="connsiteY981" fmla="*/ 250871 h 675276"/>
                <a:gd name="connsiteX982" fmla="*/ 745417 w 966906"/>
                <a:gd name="connsiteY982" fmla="*/ 246812 h 675276"/>
                <a:gd name="connsiteX983" fmla="*/ 747040 w 966906"/>
                <a:gd name="connsiteY983" fmla="*/ 246812 h 675276"/>
                <a:gd name="connsiteX984" fmla="*/ 747040 w 966906"/>
                <a:gd name="connsiteY984" fmla="*/ 250059 h 675276"/>
                <a:gd name="connsiteX985" fmla="*/ 743795 w 966906"/>
                <a:gd name="connsiteY985" fmla="*/ 216772 h 675276"/>
                <a:gd name="connsiteX986" fmla="*/ 745417 w 966906"/>
                <a:gd name="connsiteY986" fmla="*/ 214336 h 675276"/>
                <a:gd name="connsiteX987" fmla="*/ 747040 w 966906"/>
                <a:gd name="connsiteY987" fmla="*/ 215960 h 675276"/>
                <a:gd name="connsiteX988" fmla="*/ 745417 w 966906"/>
                <a:gd name="connsiteY988" fmla="*/ 218396 h 675276"/>
                <a:gd name="connsiteX989" fmla="*/ 743795 w 966906"/>
                <a:gd name="connsiteY989" fmla="*/ 216772 h 675276"/>
                <a:gd name="connsiteX990" fmla="*/ 747040 w 966906"/>
                <a:gd name="connsiteY990" fmla="*/ 211089 h 675276"/>
                <a:gd name="connsiteX991" fmla="*/ 742173 w 966906"/>
                <a:gd name="connsiteY991" fmla="*/ 211089 h 675276"/>
                <a:gd name="connsiteX992" fmla="*/ 746229 w 966906"/>
                <a:gd name="connsiteY992" fmla="*/ 209465 h 675276"/>
                <a:gd name="connsiteX993" fmla="*/ 747040 w 966906"/>
                <a:gd name="connsiteY993" fmla="*/ 211089 h 675276"/>
                <a:gd name="connsiteX994" fmla="*/ 752720 w 966906"/>
                <a:gd name="connsiteY994" fmla="*/ 241128 h 675276"/>
                <a:gd name="connsiteX995" fmla="*/ 751097 w 966906"/>
                <a:gd name="connsiteY995" fmla="*/ 238693 h 675276"/>
                <a:gd name="connsiteX996" fmla="*/ 752720 w 966906"/>
                <a:gd name="connsiteY996" fmla="*/ 237069 h 675276"/>
                <a:gd name="connsiteX997" fmla="*/ 752720 w 966906"/>
                <a:gd name="connsiteY997" fmla="*/ 241128 h 675276"/>
                <a:gd name="connsiteX998" fmla="*/ 752720 w 966906"/>
                <a:gd name="connsiteY998" fmla="*/ 205406 h 675276"/>
                <a:gd name="connsiteX999" fmla="*/ 751097 w 966906"/>
                <a:gd name="connsiteY999" fmla="*/ 204594 h 675276"/>
                <a:gd name="connsiteX1000" fmla="*/ 752720 w 966906"/>
                <a:gd name="connsiteY1000" fmla="*/ 202970 h 675276"/>
                <a:gd name="connsiteX1001" fmla="*/ 754342 w 966906"/>
                <a:gd name="connsiteY1001" fmla="*/ 203782 h 675276"/>
                <a:gd name="connsiteX1002" fmla="*/ 752720 w 966906"/>
                <a:gd name="connsiteY1002" fmla="*/ 205406 h 675276"/>
                <a:gd name="connsiteX1003" fmla="*/ 752720 w 966906"/>
                <a:gd name="connsiteY1003" fmla="*/ 201346 h 675276"/>
                <a:gd name="connsiteX1004" fmla="*/ 747040 w 966906"/>
                <a:gd name="connsiteY1004" fmla="*/ 202970 h 675276"/>
                <a:gd name="connsiteX1005" fmla="*/ 747851 w 966906"/>
                <a:gd name="connsiteY1005" fmla="*/ 201346 h 675276"/>
                <a:gd name="connsiteX1006" fmla="*/ 753531 w 966906"/>
                <a:gd name="connsiteY1006" fmla="*/ 198911 h 675276"/>
                <a:gd name="connsiteX1007" fmla="*/ 752720 w 966906"/>
                <a:gd name="connsiteY1007" fmla="*/ 201346 h 675276"/>
                <a:gd name="connsiteX1008" fmla="*/ 758399 w 966906"/>
                <a:gd name="connsiteY1008" fmla="*/ 236257 h 675276"/>
                <a:gd name="connsiteX1009" fmla="*/ 756776 w 966906"/>
                <a:gd name="connsiteY1009" fmla="*/ 235445 h 675276"/>
                <a:gd name="connsiteX1010" fmla="*/ 759210 w 966906"/>
                <a:gd name="connsiteY1010" fmla="*/ 233821 h 675276"/>
                <a:gd name="connsiteX1011" fmla="*/ 760833 w 966906"/>
                <a:gd name="connsiteY1011" fmla="*/ 235445 h 675276"/>
                <a:gd name="connsiteX1012" fmla="*/ 758399 w 966906"/>
                <a:gd name="connsiteY1012" fmla="*/ 236257 h 675276"/>
                <a:gd name="connsiteX1013" fmla="*/ 761644 w 966906"/>
                <a:gd name="connsiteY1013" fmla="*/ 224891 h 675276"/>
                <a:gd name="connsiteX1014" fmla="*/ 760021 w 966906"/>
                <a:gd name="connsiteY1014" fmla="*/ 224079 h 675276"/>
                <a:gd name="connsiteX1015" fmla="*/ 761644 w 966906"/>
                <a:gd name="connsiteY1015" fmla="*/ 222455 h 675276"/>
                <a:gd name="connsiteX1016" fmla="*/ 763267 w 966906"/>
                <a:gd name="connsiteY1016" fmla="*/ 223267 h 675276"/>
                <a:gd name="connsiteX1017" fmla="*/ 761644 w 966906"/>
                <a:gd name="connsiteY1017" fmla="*/ 224891 h 675276"/>
                <a:gd name="connsiteX1018" fmla="*/ 770569 w 966906"/>
                <a:gd name="connsiteY1018" fmla="*/ 215148 h 675276"/>
                <a:gd name="connsiteX1019" fmla="*/ 770569 w 966906"/>
                <a:gd name="connsiteY1019" fmla="*/ 213524 h 675276"/>
                <a:gd name="connsiteX1020" fmla="*/ 773002 w 966906"/>
                <a:gd name="connsiteY1020" fmla="*/ 212713 h 675276"/>
                <a:gd name="connsiteX1021" fmla="*/ 770569 w 966906"/>
                <a:gd name="connsiteY1021" fmla="*/ 215148 h 675276"/>
                <a:gd name="connsiteX1022" fmla="*/ 764078 w 966906"/>
                <a:gd name="connsiteY1022" fmla="*/ 186732 h 675276"/>
                <a:gd name="connsiteX1023" fmla="*/ 764078 w 966906"/>
                <a:gd name="connsiteY1023" fmla="*/ 184297 h 675276"/>
                <a:gd name="connsiteX1024" fmla="*/ 763267 w 966906"/>
                <a:gd name="connsiteY1024" fmla="*/ 182673 h 675276"/>
                <a:gd name="connsiteX1025" fmla="*/ 761644 w 966906"/>
                <a:gd name="connsiteY1025" fmla="*/ 186732 h 675276"/>
                <a:gd name="connsiteX1026" fmla="*/ 757587 w 966906"/>
                <a:gd name="connsiteY1026" fmla="*/ 190792 h 675276"/>
                <a:gd name="connsiteX1027" fmla="*/ 758399 w 966906"/>
                <a:gd name="connsiteY1027" fmla="*/ 189168 h 675276"/>
                <a:gd name="connsiteX1028" fmla="*/ 760021 w 966906"/>
                <a:gd name="connsiteY1028" fmla="*/ 187544 h 675276"/>
                <a:gd name="connsiteX1029" fmla="*/ 763267 w 966906"/>
                <a:gd name="connsiteY1029" fmla="*/ 181861 h 675276"/>
                <a:gd name="connsiteX1030" fmla="*/ 767323 w 966906"/>
                <a:gd name="connsiteY1030" fmla="*/ 180237 h 675276"/>
                <a:gd name="connsiteX1031" fmla="*/ 772191 w 966906"/>
                <a:gd name="connsiteY1031" fmla="*/ 179426 h 675276"/>
                <a:gd name="connsiteX1032" fmla="*/ 774625 w 966906"/>
                <a:gd name="connsiteY1032" fmla="*/ 177802 h 675276"/>
                <a:gd name="connsiteX1033" fmla="*/ 764078 w 966906"/>
                <a:gd name="connsiteY1033" fmla="*/ 186732 h 67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Lst>
              <a:rect l="l" t="t" r="r" b="b"/>
              <a:pathLst>
                <a:path w="966906" h="675276">
                  <a:moveTo>
                    <a:pt x="794908" y="207029"/>
                  </a:moveTo>
                  <a:cubicBezTo>
                    <a:pt x="794908" y="206218"/>
                    <a:pt x="795719" y="205406"/>
                    <a:pt x="796530" y="203782"/>
                  </a:cubicBezTo>
                  <a:cubicBezTo>
                    <a:pt x="804643" y="195663"/>
                    <a:pt x="806266" y="191604"/>
                    <a:pt x="813568" y="181049"/>
                  </a:cubicBezTo>
                  <a:cubicBezTo>
                    <a:pt x="818436" y="174554"/>
                    <a:pt x="823304" y="166435"/>
                    <a:pt x="826549" y="164000"/>
                  </a:cubicBezTo>
                  <a:cubicBezTo>
                    <a:pt x="828983" y="161564"/>
                    <a:pt x="831417" y="158317"/>
                    <a:pt x="832228" y="156693"/>
                  </a:cubicBezTo>
                  <a:cubicBezTo>
                    <a:pt x="833039" y="155069"/>
                    <a:pt x="834662" y="153445"/>
                    <a:pt x="836285" y="152633"/>
                  </a:cubicBezTo>
                  <a:cubicBezTo>
                    <a:pt x="837908" y="151822"/>
                    <a:pt x="839530" y="151010"/>
                    <a:pt x="839530" y="150198"/>
                  </a:cubicBezTo>
                  <a:cubicBezTo>
                    <a:pt x="839530" y="148574"/>
                    <a:pt x="848455" y="146138"/>
                    <a:pt x="855757" y="145327"/>
                  </a:cubicBezTo>
                  <a:cubicBezTo>
                    <a:pt x="857379" y="145327"/>
                    <a:pt x="859002" y="145327"/>
                    <a:pt x="859813" y="143703"/>
                  </a:cubicBezTo>
                  <a:cubicBezTo>
                    <a:pt x="860624" y="142891"/>
                    <a:pt x="863870" y="142891"/>
                    <a:pt x="866304" y="142891"/>
                  </a:cubicBezTo>
                  <a:cubicBezTo>
                    <a:pt x="868737" y="142891"/>
                    <a:pt x="871171" y="142891"/>
                    <a:pt x="871171" y="142079"/>
                  </a:cubicBezTo>
                  <a:cubicBezTo>
                    <a:pt x="871171" y="140455"/>
                    <a:pt x="882530" y="138020"/>
                    <a:pt x="890643" y="136396"/>
                  </a:cubicBezTo>
                  <a:cubicBezTo>
                    <a:pt x="912549" y="133960"/>
                    <a:pt x="935265" y="132336"/>
                    <a:pt x="949869" y="132336"/>
                  </a:cubicBezTo>
                  <a:cubicBezTo>
                    <a:pt x="958793" y="132336"/>
                    <a:pt x="966906" y="132336"/>
                    <a:pt x="966906" y="131525"/>
                  </a:cubicBezTo>
                  <a:cubicBezTo>
                    <a:pt x="966906" y="129089"/>
                    <a:pt x="961228" y="125030"/>
                    <a:pt x="952303" y="124218"/>
                  </a:cubicBezTo>
                  <a:cubicBezTo>
                    <a:pt x="941756" y="122594"/>
                    <a:pt x="907681" y="122594"/>
                    <a:pt x="877662" y="123406"/>
                  </a:cubicBezTo>
                  <a:cubicBezTo>
                    <a:pt x="863058" y="124218"/>
                    <a:pt x="857379" y="123406"/>
                    <a:pt x="857379" y="122594"/>
                  </a:cubicBezTo>
                  <a:cubicBezTo>
                    <a:pt x="857379" y="121782"/>
                    <a:pt x="857379" y="120970"/>
                    <a:pt x="858190" y="120970"/>
                  </a:cubicBezTo>
                  <a:cubicBezTo>
                    <a:pt x="859002" y="120970"/>
                    <a:pt x="861435" y="117723"/>
                    <a:pt x="863870" y="113663"/>
                  </a:cubicBezTo>
                  <a:cubicBezTo>
                    <a:pt x="866304" y="109604"/>
                    <a:pt x="869549" y="107168"/>
                    <a:pt x="869549" y="107168"/>
                  </a:cubicBezTo>
                  <a:cubicBezTo>
                    <a:pt x="871171" y="107168"/>
                    <a:pt x="885775" y="90119"/>
                    <a:pt x="888209" y="85247"/>
                  </a:cubicBezTo>
                  <a:cubicBezTo>
                    <a:pt x="889020" y="82812"/>
                    <a:pt x="897134" y="73881"/>
                    <a:pt x="907681" y="64139"/>
                  </a:cubicBezTo>
                  <a:cubicBezTo>
                    <a:pt x="917416" y="55208"/>
                    <a:pt x="926341" y="45465"/>
                    <a:pt x="927152" y="42218"/>
                  </a:cubicBezTo>
                  <a:cubicBezTo>
                    <a:pt x="927963" y="39782"/>
                    <a:pt x="931209" y="35723"/>
                    <a:pt x="932832" y="33287"/>
                  </a:cubicBezTo>
                  <a:cubicBezTo>
                    <a:pt x="934454" y="30851"/>
                    <a:pt x="936077" y="27604"/>
                    <a:pt x="935265" y="26792"/>
                  </a:cubicBezTo>
                  <a:cubicBezTo>
                    <a:pt x="934454" y="25980"/>
                    <a:pt x="934454" y="22733"/>
                    <a:pt x="934454" y="19485"/>
                  </a:cubicBezTo>
                  <a:cubicBezTo>
                    <a:pt x="934454" y="11366"/>
                    <a:pt x="929586" y="5683"/>
                    <a:pt x="919850" y="2436"/>
                  </a:cubicBezTo>
                  <a:cubicBezTo>
                    <a:pt x="914983" y="812"/>
                    <a:pt x="912549" y="0"/>
                    <a:pt x="909303" y="0"/>
                  </a:cubicBezTo>
                  <a:cubicBezTo>
                    <a:pt x="897134" y="0"/>
                    <a:pt x="879284" y="22733"/>
                    <a:pt x="871983" y="30851"/>
                  </a:cubicBezTo>
                  <a:cubicBezTo>
                    <a:pt x="867926" y="34911"/>
                    <a:pt x="850077" y="55208"/>
                    <a:pt x="846832" y="60079"/>
                  </a:cubicBezTo>
                  <a:cubicBezTo>
                    <a:pt x="846021" y="60891"/>
                    <a:pt x="843587" y="63327"/>
                    <a:pt x="841964" y="65762"/>
                  </a:cubicBezTo>
                  <a:cubicBezTo>
                    <a:pt x="840341" y="67386"/>
                    <a:pt x="837096" y="71445"/>
                    <a:pt x="835474" y="74693"/>
                  </a:cubicBezTo>
                  <a:cubicBezTo>
                    <a:pt x="831417" y="80376"/>
                    <a:pt x="807078" y="113663"/>
                    <a:pt x="807078" y="113663"/>
                  </a:cubicBezTo>
                  <a:cubicBezTo>
                    <a:pt x="807078" y="114475"/>
                    <a:pt x="808700" y="113663"/>
                    <a:pt x="810323" y="113663"/>
                  </a:cubicBezTo>
                  <a:cubicBezTo>
                    <a:pt x="811945" y="113663"/>
                    <a:pt x="813568" y="113663"/>
                    <a:pt x="813568" y="114475"/>
                  </a:cubicBezTo>
                  <a:cubicBezTo>
                    <a:pt x="813568" y="116099"/>
                    <a:pt x="809512" y="116911"/>
                    <a:pt x="805455" y="116099"/>
                  </a:cubicBezTo>
                  <a:cubicBezTo>
                    <a:pt x="805455" y="116099"/>
                    <a:pt x="804643" y="116099"/>
                    <a:pt x="804643" y="117723"/>
                  </a:cubicBezTo>
                  <a:cubicBezTo>
                    <a:pt x="804643" y="118535"/>
                    <a:pt x="803021" y="120970"/>
                    <a:pt x="800587" y="123406"/>
                  </a:cubicBezTo>
                  <a:cubicBezTo>
                    <a:pt x="798153" y="125841"/>
                    <a:pt x="795719" y="129089"/>
                    <a:pt x="794908" y="130713"/>
                  </a:cubicBezTo>
                  <a:cubicBezTo>
                    <a:pt x="794096" y="132336"/>
                    <a:pt x="790851" y="133960"/>
                    <a:pt x="787606" y="134772"/>
                  </a:cubicBezTo>
                  <a:cubicBezTo>
                    <a:pt x="737304" y="144515"/>
                    <a:pt x="730003" y="146138"/>
                    <a:pt x="699984" y="154257"/>
                  </a:cubicBezTo>
                  <a:cubicBezTo>
                    <a:pt x="688625" y="157505"/>
                    <a:pt x="678078" y="159129"/>
                    <a:pt x="675645" y="158317"/>
                  </a:cubicBezTo>
                  <a:cubicBezTo>
                    <a:pt x="673210" y="157505"/>
                    <a:pt x="671588" y="158317"/>
                    <a:pt x="670777" y="161564"/>
                  </a:cubicBezTo>
                  <a:cubicBezTo>
                    <a:pt x="667531" y="172119"/>
                    <a:pt x="679701" y="182673"/>
                    <a:pt x="695116" y="183485"/>
                  </a:cubicBezTo>
                  <a:cubicBezTo>
                    <a:pt x="703229" y="184297"/>
                    <a:pt x="717021" y="183485"/>
                    <a:pt x="719455" y="181049"/>
                  </a:cubicBezTo>
                  <a:cubicBezTo>
                    <a:pt x="720267" y="180237"/>
                    <a:pt x="739738" y="175366"/>
                    <a:pt x="741361" y="175366"/>
                  </a:cubicBezTo>
                  <a:cubicBezTo>
                    <a:pt x="746229" y="174554"/>
                    <a:pt x="751097" y="172119"/>
                    <a:pt x="752720" y="172119"/>
                  </a:cubicBezTo>
                  <a:cubicBezTo>
                    <a:pt x="754342" y="172119"/>
                    <a:pt x="757587" y="171307"/>
                    <a:pt x="759210" y="170495"/>
                  </a:cubicBezTo>
                  <a:cubicBezTo>
                    <a:pt x="760833" y="170495"/>
                    <a:pt x="762455" y="169683"/>
                    <a:pt x="762455" y="170495"/>
                  </a:cubicBezTo>
                  <a:cubicBezTo>
                    <a:pt x="762455" y="172119"/>
                    <a:pt x="755153" y="187544"/>
                    <a:pt x="753531" y="187544"/>
                  </a:cubicBezTo>
                  <a:cubicBezTo>
                    <a:pt x="752720" y="187544"/>
                    <a:pt x="738116" y="206218"/>
                    <a:pt x="738116" y="207841"/>
                  </a:cubicBezTo>
                  <a:cubicBezTo>
                    <a:pt x="738116" y="208653"/>
                    <a:pt x="725135" y="228138"/>
                    <a:pt x="723512" y="229762"/>
                  </a:cubicBezTo>
                  <a:cubicBezTo>
                    <a:pt x="721890" y="231386"/>
                    <a:pt x="717021" y="238693"/>
                    <a:pt x="717021" y="241128"/>
                  </a:cubicBezTo>
                  <a:cubicBezTo>
                    <a:pt x="717021" y="241940"/>
                    <a:pt x="715399" y="245188"/>
                    <a:pt x="712965" y="247623"/>
                  </a:cubicBezTo>
                  <a:cubicBezTo>
                    <a:pt x="708908" y="251683"/>
                    <a:pt x="708908" y="253307"/>
                    <a:pt x="709720" y="253307"/>
                  </a:cubicBezTo>
                  <a:cubicBezTo>
                    <a:pt x="711342" y="254118"/>
                    <a:pt x="709720" y="254118"/>
                    <a:pt x="708097" y="257366"/>
                  </a:cubicBezTo>
                  <a:cubicBezTo>
                    <a:pt x="706474" y="259802"/>
                    <a:pt x="699984" y="267920"/>
                    <a:pt x="694305" y="276851"/>
                  </a:cubicBezTo>
                  <a:cubicBezTo>
                    <a:pt x="688625" y="285782"/>
                    <a:pt x="682946" y="295524"/>
                    <a:pt x="681324" y="297148"/>
                  </a:cubicBezTo>
                  <a:cubicBezTo>
                    <a:pt x="679701" y="299584"/>
                    <a:pt x="675645" y="305267"/>
                    <a:pt x="671588" y="313386"/>
                  </a:cubicBezTo>
                  <a:cubicBezTo>
                    <a:pt x="666720" y="314198"/>
                    <a:pt x="661852" y="315010"/>
                    <a:pt x="657796" y="316633"/>
                  </a:cubicBezTo>
                  <a:cubicBezTo>
                    <a:pt x="655362" y="317445"/>
                    <a:pt x="648871" y="319069"/>
                    <a:pt x="643192" y="319881"/>
                  </a:cubicBezTo>
                  <a:cubicBezTo>
                    <a:pt x="637513" y="321505"/>
                    <a:pt x="625343" y="323940"/>
                    <a:pt x="616418" y="327188"/>
                  </a:cubicBezTo>
                  <a:cubicBezTo>
                    <a:pt x="596136" y="333683"/>
                    <a:pt x="588834" y="335307"/>
                    <a:pt x="586400" y="335307"/>
                  </a:cubicBezTo>
                  <a:cubicBezTo>
                    <a:pt x="584777" y="335307"/>
                    <a:pt x="584777" y="334495"/>
                    <a:pt x="584777" y="333683"/>
                  </a:cubicBezTo>
                  <a:cubicBezTo>
                    <a:pt x="584777" y="332871"/>
                    <a:pt x="583154" y="328811"/>
                    <a:pt x="581532" y="325564"/>
                  </a:cubicBezTo>
                  <a:cubicBezTo>
                    <a:pt x="577475" y="318257"/>
                    <a:pt x="569362" y="310950"/>
                    <a:pt x="560438" y="308514"/>
                  </a:cubicBezTo>
                  <a:cubicBezTo>
                    <a:pt x="554758" y="306891"/>
                    <a:pt x="543400" y="307703"/>
                    <a:pt x="539343" y="309326"/>
                  </a:cubicBezTo>
                  <a:cubicBezTo>
                    <a:pt x="537721" y="310138"/>
                    <a:pt x="534476" y="310950"/>
                    <a:pt x="532042" y="311762"/>
                  </a:cubicBezTo>
                  <a:cubicBezTo>
                    <a:pt x="529608" y="312574"/>
                    <a:pt x="526362" y="313386"/>
                    <a:pt x="526362" y="315010"/>
                  </a:cubicBezTo>
                  <a:cubicBezTo>
                    <a:pt x="525551" y="315821"/>
                    <a:pt x="523928" y="316633"/>
                    <a:pt x="523117" y="317445"/>
                  </a:cubicBezTo>
                  <a:cubicBezTo>
                    <a:pt x="519872" y="318257"/>
                    <a:pt x="512570" y="321505"/>
                    <a:pt x="512570" y="322316"/>
                  </a:cubicBezTo>
                  <a:cubicBezTo>
                    <a:pt x="512570" y="323128"/>
                    <a:pt x="511759" y="323128"/>
                    <a:pt x="510136" y="323128"/>
                  </a:cubicBezTo>
                  <a:cubicBezTo>
                    <a:pt x="509325" y="323128"/>
                    <a:pt x="508514" y="323128"/>
                    <a:pt x="508514" y="323940"/>
                  </a:cubicBezTo>
                  <a:cubicBezTo>
                    <a:pt x="508514" y="324752"/>
                    <a:pt x="506079" y="326376"/>
                    <a:pt x="503646" y="327188"/>
                  </a:cubicBezTo>
                  <a:lnTo>
                    <a:pt x="499589" y="329623"/>
                  </a:lnTo>
                  <a:lnTo>
                    <a:pt x="502023" y="326376"/>
                  </a:lnTo>
                  <a:cubicBezTo>
                    <a:pt x="502834" y="324752"/>
                    <a:pt x="504457" y="322316"/>
                    <a:pt x="505268" y="320693"/>
                  </a:cubicBezTo>
                  <a:cubicBezTo>
                    <a:pt x="506079" y="319069"/>
                    <a:pt x="507702" y="317445"/>
                    <a:pt x="507702" y="317445"/>
                  </a:cubicBezTo>
                  <a:cubicBezTo>
                    <a:pt x="508514" y="317445"/>
                    <a:pt x="508514" y="316633"/>
                    <a:pt x="508514" y="315010"/>
                  </a:cubicBezTo>
                  <a:cubicBezTo>
                    <a:pt x="508514" y="313386"/>
                    <a:pt x="509325" y="312574"/>
                    <a:pt x="510947" y="312574"/>
                  </a:cubicBezTo>
                  <a:cubicBezTo>
                    <a:pt x="511759" y="312574"/>
                    <a:pt x="513381" y="311762"/>
                    <a:pt x="512570" y="311762"/>
                  </a:cubicBezTo>
                  <a:cubicBezTo>
                    <a:pt x="511759" y="310950"/>
                    <a:pt x="512570" y="310138"/>
                    <a:pt x="514193" y="309326"/>
                  </a:cubicBezTo>
                  <a:cubicBezTo>
                    <a:pt x="515815" y="308514"/>
                    <a:pt x="515815" y="308514"/>
                    <a:pt x="515004" y="307703"/>
                  </a:cubicBezTo>
                  <a:cubicBezTo>
                    <a:pt x="513381" y="307703"/>
                    <a:pt x="517438" y="303643"/>
                    <a:pt x="524740" y="295524"/>
                  </a:cubicBezTo>
                  <a:cubicBezTo>
                    <a:pt x="532853" y="286594"/>
                    <a:pt x="540155" y="274416"/>
                    <a:pt x="538532" y="270356"/>
                  </a:cubicBezTo>
                  <a:cubicBezTo>
                    <a:pt x="537721" y="268732"/>
                    <a:pt x="536910" y="267109"/>
                    <a:pt x="536098" y="267109"/>
                  </a:cubicBezTo>
                  <a:cubicBezTo>
                    <a:pt x="535287" y="267109"/>
                    <a:pt x="534476" y="266297"/>
                    <a:pt x="534476" y="264673"/>
                  </a:cubicBezTo>
                  <a:cubicBezTo>
                    <a:pt x="534476" y="256554"/>
                    <a:pt x="524740" y="250871"/>
                    <a:pt x="517438" y="250871"/>
                  </a:cubicBezTo>
                  <a:cubicBezTo>
                    <a:pt x="510136" y="250871"/>
                    <a:pt x="490665" y="263049"/>
                    <a:pt x="490665" y="267920"/>
                  </a:cubicBezTo>
                  <a:cubicBezTo>
                    <a:pt x="490665" y="267920"/>
                    <a:pt x="489853" y="270356"/>
                    <a:pt x="488231" y="271168"/>
                  </a:cubicBezTo>
                  <a:cubicBezTo>
                    <a:pt x="482551" y="278475"/>
                    <a:pt x="480929" y="279287"/>
                    <a:pt x="480929" y="280911"/>
                  </a:cubicBezTo>
                  <a:cubicBezTo>
                    <a:pt x="480929" y="281722"/>
                    <a:pt x="480118" y="282534"/>
                    <a:pt x="478495" y="282534"/>
                  </a:cubicBezTo>
                  <a:cubicBezTo>
                    <a:pt x="477683" y="282534"/>
                    <a:pt x="476061" y="282534"/>
                    <a:pt x="476872" y="283346"/>
                  </a:cubicBezTo>
                  <a:cubicBezTo>
                    <a:pt x="477683" y="284158"/>
                    <a:pt x="476061" y="285782"/>
                    <a:pt x="474438" y="287406"/>
                  </a:cubicBezTo>
                  <a:cubicBezTo>
                    <a:pt x="472816" y="289029"/>
                    <a:pt x="472004" y="290653"/>
                    <a:pt x="472816" y="290653"/>
                  </a:cubicBezTo>
                  <a:cubicBezTo>
                    <a:pt x="473627" y="290653"/>
                    <a:pt x="472004" y="292277"/>
                    <a:pt x="469570" y="294713"/>
                  </a:cubicBezTo>
                  <a:cubicBezTo>
                    <a:pt x="467136" y="297148"/>
                    <a:pt x="464703" y="299584"/>
                    <a:pt x="464703" y="299584"/>
                  </a:cubicBezTo>
                  <a:cubicBezTo>
                    <a:pt x="464703" y="300396"/>
                    <a:pt x="464703" y="302019"/>
                    <a:pt x="463080" y="302831"/>
                  </a:cubicBezTo>
                  <a:cubicBezTo>
                    <a:pt x="462268" y="303643"/>
                    <a:pt x="460646" y="306079"/>
                    <a:pt x="459835" y="308514"/>
                  </a:cubicBezTo>
                  <a:cubicBezTo>
                    <a:pt x="459023" y="310138"/>
                    <a:pt x="457401" y="311762"/>
                    <a:pt x="457401" y="311762"/>
                  </a:cubicBezTo>
                  <a:cubicBezTo>
                    <a:pt x="456589" y="311762"/>
                    <a:pt x="454967" y="313386"/>
                    <a:pt x="454155" y="316633"/>
                  </a:cubicBezTo>
                  <a:cubicBezTo>
                    <a:pt x="453344" y="319069"/>
                    <a:pt x="449287" y="323940"/>
                    <a:pt x="446854" y="327188"/>
                  </a:cubicBezTo>
                  <a:cubicBezTo>
                    <a:pt x="444420" y="330435"/>
                    <a:pt x="441986" y="333683"/>
                    <a:pt x="441986" y="334495"/>
                  </a:cubicBezTo>
                  <a:cubicBezTo>
                    <a:pt x="441986" y="334495"/>
                    <a:pt x="441986" y="335307"/>
                    <a:pt x="441986" y="335307"/>
                  </a:cubicBezTo>
                  <a:cubicBezTo>
                    <a:pt x="440363" y="336930"/>
                    <a:pt x="438740" y="337742"/>
                    <a:pt x="437118" y="338554"/>
                  </a:cubicBezTo>
                  <a:cubicBezTo>
                    <a:pt x="433872" y="340990"/>
                    <a:pt x="427382" y="345049"/>
                    <a:pt x="424137" y="346673"/>
                  </a:cubicBezTo>
                  <a:cubicBezTo>
                    <a:pt x="420891" y="348297"/>
                    <a:pt x="418458" y="350732"/>
                    <a:pt x="417646" y="351544"/>
                  </a:cubicBezTo>
                  <a:cubicBezTo>
                    <a:pt x="416835" y="353168"/>
                    <a:pt x="410344" y="357227"/>
                    <a:pt x="407099" y="358039"/>
                  </a:cubicBezTo>
                  <a:cubicBezTo>
                    <a:pt x="406288" y="358039"/>
                    <a:pt x="403854" y="358851"/>
                    <a:pt x="403043" y="360475"/>
                  </a:cubicBezTo>
                  <a:cubicBezTo>
                    <a:pt x="394929" y="370217"/>
                    <a:pt x="321100" y="401069"/>
                    <a:pt x="301628" y="405940"/>
                  </a:cubicBezTo>
                  <a:cubicBezTo>
                    <a:pt x="296760" y="407564"/>
                    <a:pt x="278911" y="412435"/>
                    <a:pt x="269987" y="414059"/>
                  </a:cubicBezTo>
                  <a:cubicBezTo>
                    <a:pt x="265930" y="414871"/>
                    <a:pt x="259440" y="414871"/>
                    <a:pt x="252949" y="414871"/>
                  </a:cubicBezTo>
                  <a:cubicBezTo>
                    <a:pt x="241591" y="414871"/>
                    <a:pt x="229421" y="414059"/>
                    <a:pt x="225365" y="411623"/>
                  </a:cubicBezTo>
                  <a:cubicBezTo>
                    <a:pt x="220497" y="409188"/>
                    <a:pt x="217251" y="402693"/>
                    <a:pt x="219685" y="394574"/>
                  </a:cubicBezTo>
                  <a:cubicBezTo>
                    <a:pt x="221308" y="388891"/>
                    <a:pt x="230232" y="368594"/>
                    <a:pt x="235912" y="362099"/>
                  </a:cubicBezTo>
                  <a:lnTo>
                    <a:pt x="236723" y="363722"/>
                  </a:lnTo>
                  <a:cubicBezTo>
                    <a:pt x="245647" y="351544"/>
                    <a:pt x="257006" y="347485"/>
                    <a:pt x="271609" y="345861"/>
                  </a:cubicBezTo>
                  <a:cubicBezTo>
                    <a:pt x="273232" y="345861"/>
                    <a:pt x="276477" y="345049"/>
                    <a:pt x="278911" y="343425"/>
                  </a:cubicBezTo>
                  <a:cubicBezTo>
                    <a:pt x="285402" y="339366"/>
                    <a:pt x="313798" y="328000"/>
                    <a:pt x="314609" y="328000"/>
                  </a:cubicBezTo>
                  <a:cubicBezTo>
                    <a:pt x="315420" y="328000"/>
                    <a:pt x="317043" y="327188"/>
                    <a:pt x="318666" y="326376"/>
                  </a:cubicBezTo>
                  <a:cubicBezTo>
                    <a:pt x="329213" y="318257"/>
                    <a:pt x="337326" y="311762"/>
                    <a:pt x="338949" y="308514"/>
                  </a:cubicBezTo>
                  <a:cubicBezTo>
                    <a:pt x="339760" y="306891"/>
                    <a:pt x="341383" y="305267"/>
                    <a:pt x="343005" y="304455"/>
                  </a:cubicBezTo>
                  <a:cubicBezTo>
                    <a:pt x="345439" y="303643"/>
                    <a:pt x="348684" y="293901"/>
                    <a:pt x="350307" y="291465"/>
                  </a:cubicBezTo>
                  <a:lnTo>
                    <a:pt x="351118" y="290653"/>
                  </a:lnTo>
                  <a:cubicBezTo>
                    <a:pt x="355175" y="286594"/>
                    <a:pt x="348684" y="265485"/>
                    <a:pt x="343005" y="262237"/>
                  </a:cubicBezTo>
                  <a:cubicBezTo>
                    <a:pt x="340571" y="261425"/>
                    <a:pt x="340571" y="260614"/>
                    <a:pt x="343005" y="258990"/>
                  </a:cubicBezTo>
                  <a:cubicBezTo>
                    <a:pt x="345439" y="256554"/>
                    <a:pt x="345439" y="257366"/>
                    <a:pt x="343005" y="258178"/>
                  </a:cubicBezTo>
                  <a:cubicBezTo>
                    <a:pt x="340571" y="258990"/>
                    <a:pt x="338949" y="258178"/>
                    <a:pt x="334081" y="255742"/>
                  </a:cubicBezTo>
                  <a:cubicBezTo>
                    <a:pt x="328401" y="253307"/>
                    <a:pt x="324345" y="252495"/>
                    <a:pt x="315420" y="252495"/>
                  </a:cubicBezTo>
                  <a:lnTo>
                    <a:pt x="304062" y="252495"/>
                  </a:lnTo>
                  <a:lnTo>
                    <a:pt x="293515" y="258990"/>
                  </a:lnTo>
                  <a:cubicBezTo>
                    <a:pt x="285402" y="263861"/>
                    <a:pt x="244836" y="297148"/>
                    <a:pt x="244025" y="301208"/>
                  </a:cubicBezTo>
                  <a:cubicBezTo>
                    <a:pt x="244025" y="301208"/>
                    <a:pt x="240780" y="304455"/>
                    <a:pt x="236723" y="307703"/>
                  </a:cubicBezTo>
                  <a:cubicBezTo>
                    <a:pt x="232666" y="311762"/>
                    <a:pt x="224553" y="320693"/>
                    <a:pt x="220497" y="327188"/>
                  </a:cubicBezTo>
                  <a:cubicBezTo>
                    <a:pt x="175063" y="353980"/>
                    <a:pt x="146667" y="367782"/>
                    <a:pt x="97988" y="384019"/>
                  </a:cubicBezTo>
                  <a:cubicBezTo>
                    <a:pt x="70403" y="393762"/>
                    <a:pt x="48498" y="397009"/>
                    <a:pt x="32271" y="394574"/>
                  </a:cubicBezTo>
                  <a:lnTo>
                    <a:pt x="24158" y="393762"/>
                  </a:lnTo>
                  <a:lnTo>
                    <a:pt x="25781" y="384831"/>
                  </a:lnTo>
                  <a:cubicBezTo>
                    <a:pt x="27403" y="375901"/>
                    <a:pt x="33083" y="362099"/>
                    <a:pt x="39573" y="355604"/>
                  </a:cubicBezTo>
                  <a:cubicBezTo>
                    <a:pt x="41196" y="353980"/>
                    <a:pt x="42819" y="350732"/>
                    <a:pt x="43630" y="349108"/>
                  </a:cubicBezTo>
                  <a:cubicBezTo>
                    <a:pt x="44441" y="347485"/>
                    <a:pt x="46875" y="344237"/>
                    <a:pt x="49309" y="340990"/>
                  </a:cubicBezTo>
                  <a:cubicBezTo>
                    <a:pt x="51743" y="338554"/>
                    <a:pt x="54177" y="333683"/>
                    <a:pt x="55799" y="332059"/>
                  </a:cubicBezTo>
                  <a:cubicBezTo>
                    <a:pt x="57422" y="329623"/>
                    <a:pt x="60667" y="326376"/>
                    <a:pt x="61479" y="324752"/>
                  </a:cubicBezTo>
                  <a:cubicBezTo>
                    <a:pt x="62290" y="323128"/>
                    <a:pt x="65535" y="319881"/>
                    <a:pt x="67969" y="317445"/>
                  </a:cubicBezTo>
                  <a:cubicBezTo>
                    <a:pt x="70403" y="315010"/>
                    <a:pt x="72837" y="312574"/>
                    <a:pt x="72837" y="311762"/>
                  </a:cubicBezTo>
                  <a:cubicBezTo>
                    <a:pt x="72837" y="310950"/>
                    <a:pt x="73649" y="310138"/>
                    <a:pt x="74460" y="310138"/>
                  </a:cubicBezTo>
                  <a:cubicBezTo>
                    <a:pt x="75271" y="310138"/>
                    <a:pt x="76082" y="309326"/>
                    <a:pt x="76894" y="307703"/>
                  </a:cubicBezTo>
                  <a:cubicBezTo>
                    <a:pt x="79328" y="299584"/>
                    <a:pt x="105290" y="280099"/>
                    <a:pt x="114214" y="279287"/>
                  </a:cubicBezTo>
                  <a:cubicBezTo>
                    <a:pt x="117459" y="279287"/>
                    <a:pt x="118271" y="280099"/>
                    <a:pt x="121516" y="287406"/>
                  </a:cubicBezTo>
                  <a:cubicBezTo>
                    <a:pt x="124761" y="293901"/>
                    <a:pt x="124761" y="296336"/>
                    <a:pt x="123950" y="297960"/>
                  </a:cubicBezTo>
                  <a:cubicBezTo>
                    <a:pt x="121516" y="302831"/>
                    <a:pt x="123950" y="302831"/>
                    <a:pt x="129629" y="299584"/>
                  </a:cubicBezTo>
                  <a:cubicBezTo>
                    <a:pt x="136931" y="295524"/>
                    <a:pt x="136931" y="297148"/>
                    <a:pt x="135309" y="280099"/>
                  </a:cubicBezTo>
                  <a:cubicBezTo>
                    <a:pt x="134497" y="260614"/>
                    <a:pt x="124761" y="250871"/>
                    <a:pt x="104478" y="246000"/>
                  </a:cubicBezTo>
                  <a:cubicBezTo>
                    <a:pt x="98799" y="245188"/>
                    <a:pt x="92309" y="244376"/>
                    <a:pt x="89875" y="244376"/>
                  </a:cubicBezTo>
                  <a:cubicBezTo>
                    <a:pt x="81762" y="245188"/>
                    <a:pt x="61479" y="264673"/>
                    <a:pt x="37951" y="295524"/>
                  </a:cubicBezTo>
                  <a:cubicBezTo>
                    <a:pt x="33894" y="300396"/>
                    <a:pt x="28215" y="308514"/>
                    <a:pt x="24970" y="312574"/>
                  </a:cubicBezTo>
                  <a:cubicBezTo>
                    <a:pt x="17668" y="320693"/>
                    <a:pt x="7932" y="339366"/>
                    <a:pt x="3875" y="349108"/>
                  </a:cubicBezTo>
                  <a:cubicBezTo>
                    <a:pt x="-1804" y="362910"/>
                    <a:pt x="-993" y="378336"/>
                    <a:pt x="4687" y="386455"/>
                  </a:cubicBezTo>
                  <a:cubicBezTo>
                    <a:pt x="6309" y="388891"/>
                    <a:pt x="7932" y="392138"/>
                    <a:pt x="9555" y="395386"/>
                  </a:cubicBezTo>
                  <a:cubicBezTo>
                    <a:pt x="10366" y="397821"/>
                    <a:pt x="11989" y="400257"/>
                    <a:pt x="11989" y="400257"/>
                  </a:cubicBezTo>
                  <a:cubicBezTo>
                    <a:pt x="13611" y="400257"/>
                    <a:pt x="20913" y="409188"/>
                    <a:pt x="19290" y="410811"/>
                  </a:cubicBezTo>
                  <a:cubicBezTo>
                    <a:pt x="18479" y="411623"/>
                    <a:pt x="19290" y="411623"/>
                    <a:pt x="19290" y="411623"/>
                  </a:cubicBezTo>
                  <a:cubicBezTo>
                    <a:pt x="20102" y="411623"/>
                    <a:pt x="22536" y="412435"/>
                    <a:pt x="24158" y="414059"/>
                  </a:cubicBezTo>
                  <a:cubicBezTo>
                    <a:pt x="29026" y="417306"/>
                    <a:pt x="54177" y="419742"/>
                    <a:pt x="59856" y="417306"/>
                  </a:cubicBezTo>
                  <a:cubicBezTo>
                    <a:pt x="62290" y="416495"/>
                    <a:pt x="65535" y="416495"/>
                    <a:pt x="68781" y="416495"/>
                  </a:cubicBezTo>
                  <a:cubicBezTo>
                    <a:pt x="71215" y="416495"/>
                    <a:pt x="75271" y="417306"/>
                    <a:pt x="76894" y="416495"/>
                  </a:cubicBezTo>
                  <a:cubicBezTo>
                    <a:pt x="85007" y="414059"/>
                    <a:pt x="98799" y="410811"/>
                    <a:pt x="103667" y="408376"/>
                  </a:cubicBezTo>
                  <a:cubicBezTo>
                    <a:pt x="106912" y="406752"/>
                    <a:pt x="110969" y="405128"/>
                    <a:pt x="113403" y="405128"/>
                  </a:cubicBezTo>
                  <a:cubicBezTo>
                    <a:pt x="115837" y="405128"/>
                    <a:pt x="117459" y="403504"/>
                    <a:pt x="117459" y="402693"/>
                  </a:cubicBezTo>
                  <a:cubicBezTo>
                    <a:pt x="116648" y="401881"/>
                    <a:pt x="122327" y="399445"/>
                    <a:pt x="123950" y="400257"/>
                  </a:cubicBezTo>
                  <a:cubicBezTo>
                    <a:pt x="124761" y="400257"/>
                    <a:pt x="124761" y="400257"/>
                    <a:pt x="124761" y="399445"/>
                  </a:cubicBezTo>
                  <a:cubicBezTo>
                    <a:pt x="124761" y="398633"/>
                    <a:pt x="131252" y="396198"/>
                    <a:pt x="139365" y="392950"/>
                  </a:cubicBezTo>
                  <a:cubicBezTo>
                    <a:pt x="158025" y="387267"/>
                    <a:pt x="161270" y="384831"/>
                    <a:pt x="168573" y="380772"/>
                  </a:cubicBezTo>
                  <a:cubicBezTo>
                    <a:pt x="173440" y="377524"/>
                    <a:pt x="176686" y="376712"/>
                    <a:pt x="175874" y="376712"/>
                  </a:cubicBezTo>
                  <a:cubicBezTo>
                    <a:pt x="175874" y="376712"/>
                    <a:pt x="174252" y="376712"/>
                    <a:pt x="171818" y="377524"/>
                  </a:cubicBezTo>
                  <a:cubicBezTo>
                    <a:pt x="168573" y="378336"/>
                    <a:pt x="166138" y="379960"/>
                    <a:pt x="166138" y="379148"/>
                  </a:cubicBezTo>
                  <a:cubicBezTo>
                    <a:pt x="165327" y="378336"/>
                    <a:pt x="178308" y="371029"/>
                    <a:pt x="182365" y="368594"/>
                  </a:cubicBezTo>
                  <a:cubicBezTo>
                    <a:pt x="183176" y="367782"/>
                    <a:pt x="189667" y="363722"/>
                    <a:pt x="195346" y="359663"/>
                  </a:cubicBezTo>
                  <a:cubicBezTo>
                    <a:pt x="199402" y="357227"/>
                    <a:pt x="203459" y="353980"/>
                    <a:pt x="206704" y="352356"/>
                  </a:cubicBezTo>
                  <a:cubicBezTo>
                    <a:pt x="200214" y="366158"/>
                    <a:pt x="195346" y="378336"/>
                    <a:pt x="196157" y="390514"/>
                  </a:cubicBezTo>
                  <a:cubicBezTo>
                    <a:pt x="196969" y="396198"/>
                    <a:pt x="198591" y="401881"/>
                    <a:pt x="205082" y="413247"/>
                  </a:cubicBezTo>
                  <a:cubicBezTo>
                    <a:pt x="214006" y="428673"/>
                    <a:pt x="218063" y="432732"/>
                    <a:pt x="232666" y="435980"/>
                  </a:cubicBezTo>
                  <a:cubicBezTo>
                    <a:pt x="240780" y="438415"/>
                    <a:pt x="259440" y="439227"/>
                    <a:pt x="272421" y="439227"/>
                  </a:cubicBezTo>
                  <a:cubicBezTo>
                    <a:pt x="280534" y="439227"/>
                    <a:pt x="287024" y="438415"/>
                    <a:pt x="289458" y="437603"/>
                  </a:cubicBezTo>
                  <a:cubicBezTo>
                    <a:pt x="292704" y="436792"/>
                    <a:pt x="292704" y="435980"/>
                    <a:pt x="289458" y="435980"/>
                  </a:cubicBezTo>
                  <a:cubicBezTo>
                    <a:pt x="287836" y="435980"/>
                    <a:pt x="287024" y="435980"/>
                    <a:pt x="287024" y="435168"/>
                  </a:cubicBezTo>
                  <a:cubicBezTo>
                    <a:pt x="288647" y="434356"/>
                    <a:pt x="293515" y="433544"/>
                    <a:pt x="302440" y="432732"/>
                  </a:cubicBezTo>
                  <a:cubicBezTo>
                    <a:pt x="316232" y="431108"/>
                    <a:pt x="340571" y="422990"/>
                    <a:pt x="351930" y="415683"/>
                  </a:cubicBezTo>
                  <a:cubicBezTo>
                    <a:pt x="353552" y="414059"/>
                    <a:pt x="354364" y="414059"/>
                    <a:pt x="352741" y="416495"/>
                  </a:cubicBezTo>
                  <a:cubicBezTo>
                    <a:pt x="351118" y="418930"/>
                    <a:pt x="351930" y="418118"/>
                    <a:pt x="353552" y="416495"/>
                  </a:cubicBezTo>
                  <a:cubicBezTo>
                    <a:pt x="355175" y="415683"/>
                    <a:pt x="359232" y="413247"/>
                    <a:pt x="362477" y="411623"/>
                  </a:cubicBezTo>
                  <a:cubicBezTo>
                    <a:pt x="366533" y="409999"/>
                    <a:pt x="375458" y="405128"/>
                    <a:pt x="383571" y="401069"/>
                  </a:cubicBezTo>
                  <a:cubicBezTo>
                    <a:pt x="396552" y="393762"/>
                    <a:pt x="400608" y="390514"/>
                    <a:pt x="400608" y="385643"/>
                  </a:cubicBezTo>
                  <a:cubicBezTo>
                    <a:pt x="400608" y="384831"/>
                    <a:pt x="401420" y="384019"/>
                    <a:pt x="403854" y="383207"/>
                  </a:cubicBezTo>
                  <a:cubicBezTo>
                    <a:pt x="407099" y="382396"/>
                    <a:pt x="410344" y="378336"/>
                    <a:pt x="407099" y="378336"/>
                  </a:cubicBezTo>
                  <a:cubicBezTo>
                    <a:pt x="406288" y="378336"/>
                    <a:pt x="404665" y="379148"/>
                    <a:pt x="403854" y="379960"/>
                  </a:cubicBezTo>
                  <a:cubicBezTo>
                    <a:pt x="403043" y="380772"/>
                    <a:pt x="401420" y="382396"/>
                    <a:pt x="400608" y="382396"/>
                  </a:cubicBezTo>
                  <a:cubicBezTo>
                    <a:pt x="399797" y="383207"/>
                    <a:pt x="395741" y="384019"/>
                    <a:pt x="393307" y="385643"/>
                  </a:cubicBezTo>
                  <a:cubicBezTo>
                    <a:pt x="390873" y="387267"/>
                    <a:pt x="388439" y="388079"/>
                    <a:pt x="388439" y="387267"/>
                  </a:cubicBezTo>
                  <a:cubicBezTo>
                    <a:pt x="388439" y="386455"/>
                    <a:pt x="403043" y="376712"/>
                    <a:pt x="404665" y="375901"/>
                  </a:cubicBezTo>
                  <a:cubicBezTo>
                    <a:pt x="407099" y="375089"/>
                    <a:pt x="410344" y="371841"/>
                    <a:pt x="411967" y="370217"/>
                  </a:cubicBezTo>
                  <a:cubicBezTo>
                    <a:pt x="413590" y="368594"/>
                    <a:pt x="416024" y="366970"/>
                    <a:pt x="417646" y="366158"/>
                  </a:cubicBezTo>
                  <a:cubicBezTo>
                    <a:pt x="418458" y="366158"/>
                    <a:pt x="420080" y="365346"/>
                    <a:pt x="421703" y="364534"/>
                  </a:cubicBezTo>
                  <a:cubicBezTo>
                    <a:pt x="421703" y="364534"/>
                    <a:pt x="421703" y="364534"/>
                    <a:pt x="421703" y="364534"/>
                  </a:cubicBezTo>
                  <a:cubicBezTo>
                    <a:pt x="418458" y="369405"/>
                    <a:pt x="416024" y="372653"/>
                    <a:pt x="416024" y="372653"/>
                  </a:cubicBezTo>
                  <a:cubicBezTo>
                    <a:pt x="416024" y="372653"/>
                    <a:pt x="413590" y="375901"/>
                    <a:pt x="411156" y="379960"/>
                  </a:cubicBezTo>
                  <a:cubicBezTo>
                    <a:pt x="408722" y="383207"/>
                    <a:pt x="405476" y="388891"/>
                    <a:pt x="403854" y="391326"/>
                  </a:cubicBezTo>
                  <a:cubicBezTo>
                    <a:pt x="402231" y="394574"/>
                    <a:pt x="399797" y="397821"/>
                    <a:pt x="398986" y="399445"/>
                  </a:cubicBezTo>
                  <a:cubicBezTo>
                    <a:pt x="396552" y="401881"/>
                    <a:pt x="393307" y="407564"/>
                    <a:pt x="387628" y="418118"/>
                  </a:cubicBezTo>
                  <a:cubicBezTo>
                    <a:pt x="386005" y="421366"/>
                    <a:pt x="383571" y="425425"/>
                    <a:pt x="381948" y="427861"/>
                  </a:cubicBezTo>
                  <a:cubicBezTo>
                    <a:pt x="380326" y="430296"/>
                    <a:pt x="378703" y="432732"/>
                    <a:pt x="378703" y="433544"/>
                  </a:cubicBezTo>
                  <a:cubicBezTo>
                    <a:pt x="378703" y="434356"/>
                    <a:pt x="377892" y="435168"/>
                    <a:pt x="377080" y="435980"/>
                  </a:cubicBezTo>
                  <a:cubicBezTo>
                    <a:pt x="376269" y="435980"/>
                    <a:pt x="375458" y="437603"/>
                    <a:pt x="375458" y="439227"/>
                  </a:cubicBezTo>
                  <a:cubicBezTo>
                    <a:pt x="375458" y="440851"/>
                    <a:pt x="373024" y="444910"/>
                    <a:pt x="369779" y="448158"/>
                  </a:cubicBezTo>
                  <a:cubicBezTo>
                    <a:pt x="367345" y="451405"/>
                    <a:pt x="364099" y="455465"/>
                    <a:pt x="364099" y="457089"/>
                  </a:cubicBezTo>
                  <a:cubicBezTo>
                    <a:pt x="364099" y="458712"/>
                    <a:pt x="362477" y="460336"/>
                    <a:pt x="361665" y="460336"/>
                  </a:cubicBezTo>
                  <a:cubicBezTo>
                    <a:pt x="360854" y="460336"/>
                    <a:pt x="360854" y="461148"/>
                    <a:pt x="360854" y="462772"/>
                  </a:cubicBezTo>
                  <a:cubicBezTo>
                    <a:pt x="361665" y="464395"/>
                    <a:pt x="360043" y="466019"/>
                    <a:pt x="358420" y="467643"/>
                  </a:cubicBezTo>
                  <a:cubicBezTo>
                    <a:pt x="356798" y="469267"/>
                    <a:pt x="355986" y="470079"/>
                    <a:pt x="357609" y="469267"/>
                  </a:cubicBezTo>
                  <a:cubicBezTo>
                    <a:pt x="358420" y="468455"/>
                    <a:pt x="358420" y="469267"/>
                    <a:pt x="355986" y="471702"/>
                  </a:cubicBezTo>
                  <a:cubicBezTo>
                    <a:pt x="354364" y="473326"/>
                    <a:pt x="353552" y="474138"/>
                    <a:pt x="354364" y="474138"/>
                  </a:cubicBezTo>
                  <a:cubicBezTo>
                    <a:pt x="355175" y="474138"/>
                    <a:pt x="354364" y="474950"/>
                    <a:pt x="353552" y="475762"/>
                  </a:cubicBezTo>
                  <a:cubicBezTo>
                    <a:pt x="352741" y="476574"/>
                    <a:pt x="351118" y="478197"/>
                    <a:pt x="351118" y="478197"/>
                  </a:cubicBezTo>
                  <a:cubicBezTo>
                    <a:pt x="351118" y="479009"/>
                    <a:pt x="349496" y="481445"/>
                    <a:pt x="347873" y="484692"/>
                  </a:cubicBezTo>
                  <a:cubicBezTo>
                    <a:pt x="346251" y="487940"/>
                    <a:pt x="344628" y="491187"/>
                    <a:pt x="344628" y="492811"/>
                  </a:cubicBezTo>
                  <a:cubicBezTo>
                    <a:pt x="344628" y="493623"/>
                    <a:pt x="343816" y="495247"/>
                    <a:pt x="342194" y="496059"/>
                  </a:cubicBezTo>
                  <a:cubicBezTo>
                    <a:pt x="341383" y="496871"/>
                    <a:pt x="340571" y="497683"/>
                    <a:pt x="341383" y="499306"/>
                  </a:cubicBezTo>
                  <a:cubicBezTo>
                    <a:pt x="342194" y="500118"/>
                    <a:pt x="341383" y="500930"/>
                    <a:pt x="340571" y="500118"/>
                  </a:cubicBezTo>
                  <a:cubicBezTo>
                    <a:pt x="338949" y="499306"/>
                    <a:pt x="336515" y="503366"/>
                    <a:pt x="337326" y="504989"/>
                  </a:cubicBezTo>
                  <a:cubicBezTo>
                    <a:pt x="337326" y="505801"/>
                    <a:pt x="336515" y="507425"/>
                    <a:pt x="334081" y="509861"/>
                  </a:cubicBezTo>
                  <a:cubicBezTo>
                    <a:pt x="332458" y="511485"/>
                    <a:pt x="330836" y="513108"/>
                    <a:pt x="331647" y="514732"/>
                  </a:cubicBezTo>
                  <a:cubicBezTo>
                    <a:pt x="331647" y="515544"/>
                    <a:pt x="331647" y="516356"/>
                    <a:pt x="330836" y="516356"/>
                  </a:cubicBezTo>
                  <a:cubicBezTo>
                    <a:pt x="330024" y="516356"/>
                    <a:pt x="327590" y="521227"/>
                    <a:pt x="327590" y="523663"/>
                  </a:cubicBezTo>
                  <a:cubicBezTo>
                    <a:pt x="327590" y="524475"/>
                    <a:pt x="326779" y="524475"/>
                    <a:pt x="326779" y="524475"/>
                  </a:cubicBezTo>
                  <a:cubicBezTo>
                    <a:pt x="325156" y="524475"/>
                    <a:pt x="321100" y="534217"/>
                    <a:pt x="321911" y="535029"/>
                  </a:cubicBezTo>
                  <a:cubicBezTo>
                    <a:pt x="321911" y="535029"/>
                    <a:pt x="321100" y="537465"/>
                    <a:pt x="319477" y="539089"/>
                  </a:cubicBezTo>
                  <a:cubicBezTo>
                    <a:pt x="317854" y="540712"/>
                    <a:pt x="317043" y="543148"/>
                    <a:pt x="317043" y="543960"/>
                  </a:cubicBezTo>
                  <a:cubicBezTo>
                    <a:pt x="317043" y="544772"/>
                    <a:pt x="317043" y="545583"/>
                    <a:pt x="316232" y="545583"/>
                  </a:cubicBezTo>
                  <a:cubicBezTo>
                    <a:pt x="315420" y="545583"/>
                    <a:pt x="315420" y="546395"/>
                    <a:pt x="315420" y="547207"/>
                  </a:cubicBezTo>
                  <a:cubicBezTo>
                    <a:pt x="315420" y="548019"/>
                    <a:pt x="314609" y="549643"/>
                    <a:pt x="312987" y="550455"/>
                  </a:cubicBezTo>
                  <a:cubicBezTo>
                    <a:pt x="312175" y="551267"/>
                    <a:pt x="311364" y="553702"/>
                    <a:pt x="311364" y="554514"/>
                  </a:cubicBezTo>
                  <a:cubicBezTo>
                    <a:pt x="311364" y="556138"/>
                    <a:pt x="312175" y="556950"/>
                    <a:pt x="311364" y="556138"/>
                  </a:cubicBezTo>
                  <a:cubicBezTo>
                    <a:pt x="310553" y="556138"/>
                    <a:pt x="308930" y="556950"/>
                    <a:pt x="308930" y="559386"/>
                  </a:cubicBezTo>
                  <a:cubicBezTo>
                    <a:pt x="308119" y="561821"/>
                    <a:pt x="308119" y="563445"/>
                    <a:pt x="308119" y="563445"/>
                  </a:cubicBezTo>
                  <a:cubicBezTo>
                    <a:pt x="308119" y="563445"/>
                    <a:pt x="308119" y="564257"/>
                    <a:pt x="307307" y="565880"/>
                  </a:cubicBezTo>
                  <a:cubicBezTo>
                    <a:pt x="304873" y="569128"/>
                    <a:pt x="295949" y="590237"/>
                    <a:pt x="292704" y="603227"/>
                  </a:cubicBezTo>
                  <a:cubicBezTo>
                    <a:pt x="287836" y="621900"/>
                    <a:pt x="286213" y="638138"/>
                    <a:pt x="289458" y="649504"/>
                  </a:cubicBezTo>
                  <a:cubicBezTo>
                    <a:pt x="291892" y="657623"/>
                    <a:pt x="296760" y="668989"/>
                    <a:pt x="300005" y="672237"/>
                  </a:cubicBezTo>
                  <a:cubicBezTo>
                    <a:pt x="303251" y="675484"/>
                    <a:pt x="311364" y="676296"/>
                    <a:pt x="315420" y="673861"/>
                  </a:cubicBezTo>
                  <a:lnTo>
                    <a:pt x="318666" y="672237"/>
                  </a:lnTo>
                  <a:lnTo>
                    <a:pt x="315420" y="670613"/>
                  </a:lnTo>
                  <a:cubicBezTo>
                    <a:pt x="311364" y="668989"/>
                    <a:pt x="310553" y="665742"/>
                    <a:pt x="310553" y="657623"/>
                  </a:cubicBezTo>
                  <a:cubicBezTo>
                    <a:pt x="310553" y="652752"/>
                    <a:pt x="310553" y="652752"/>
                    <a:pt x="312987" y="654375"/>
                  </a:cubicBezTo>
                  <a:cubicBezTo>
                    <a:pt x="314609" y="655999"/>
                    <a:pt x="315420" y="655187"/>
                    <a:pt x="315420" y="650316"/>
                  </a:cubicBezTo>
                  <a:cubicBezTo>
                    <a:pt x="315420" y="647068"/>
                    <a:pt x="316232" y="644633"/>
                    <a:pt x="316232" y="644633"/>
                  </a:cubicBezTo>
                  <a:cubicBezTo>
                    <a:pt x="316232" y="644633"/>
                    <a:pt x="317043" y="643009"/>
                    <a:pt x="317043" y="640574"/>
                  </a:cubicBezTo>
                  <a:cubicBezTo>
                    <a:pt x="317043" y="638138"/>
                    <a:pt x="317043" y="635702"/>
                    <a:pt x="317854" y="635702"/>
                  </a:cubicBezTo>
                  <a:cubicBezTo>
                    <a:pt x="318666" y="634890"/>
                    <a:pt x="319477" y="632455"/>
                    <a:pt x="319477" y="628395"/>
                  </a:cubicBezTo>
                  <a:cubicBezTo>
                    <a:pt x="319477" y="623524"/>
                    <a:pt x="319477" y="622712"/>
                    <a:pt x="321100" y="622712"/>
                  </a:cubicBezTo>
                  <a:cubicBezTo>
                    <a:pt x="322722" y="622712"/>
                    <a:pt x="323534" y="621900"/>
                    <a:pt x="323534" y="618653"/>
                  </a:cubicBezTo>
                  <a:cubicBezTo>
                    <a:pt x="323534" y="617029"/>
                    <a:pt x="324345" y="614593"/>
                    <a:pt x="324345" y="613781"/>
                  </a:cubicBezTo>
                  <a:cubicBezTo>
                    <a:pt x="325156" y="612970"/>
                    <a:pt x="325968" y="609722"/>
                    <a:pt x="327590" y="606474"/>
                  </a:cubicBezTo>
                  <a:cubicBezTo>
                    <a:pt x="328401" y="603227"/>
                    <a:pt x="330024" y="599168"/>
                    <a:pt x="331647" y="597544"/>
                  </a:cubicBezTo>
                  <a:cubicBezTo>
                    <a:pt x="334892" y="593484"/>
                    <a:pt x="337326" y="587801"/>
                    <a:pt x="336515" y="584554"/>
                  </a:cubicBezTo>
                  <a:cubicBezTo>
                    <a:pt x="335703" y="582930"/>
                    <a:pt x="336515" y="582930"/>
                    <a:pt x="337326" y="583742"/>
                  </a:cubicBezTo>
                  <a:cubicBezTo>
                    <a:pt x="338137" y="584554"/>
                    <a:pt x="338949" y="584554"/>
                    <a:pt x="338949" y="583742"/>
                  </a:cubicBezTo>
                  <a:cubicBezTo>
                    <a:pt x="339760" y="579683"/>
                    <a:pt x="340571" y="578059"/>
                    <a:pt x="343005" y="574811"/>
                  </a:cubicBezTo>
                  <a:cubicBezTo>
                    <a:pt x="344628" y="573187"/>
                    <a:pt x="345439" y="571564"/>
                    <a:pt x="345439" y="570752"/>
                  </a:cubicBezTo>
                  <a:cubicBezTo>
                    <a:pt x="345439" y="568316"/>
                    <a:pt x="349496" y="561009"/>
                    <a:pt x="352741" y="558574"/>
                  </a:cubicBezTo>
                  <a:cubicBezTo>
                    <a:pt x="354364" y="556950"/>
                    <a:pt x="355175" y="555326"/>
                    <a:pt x="355175" y="553702"/>
                  </a:cubicBezTo>
                  <a:cubicBezTo>
                    <a:pt x="354364" y="552890"/>
                    <a:pt x="355175" y="551267"/>
                    <a:pt x="355986" y="550455"/>
                  </a:cubicBezTo>
                  <a:cubicBezTo>
                    <a:pt x="357609" y="549643"/>
                    <a:pt x="360043" y="543960"/>
                    <a:pt x="360043" y="541524"/>
                  </a:cubicBezTo>
                  <a:cubicBezTo>
                    <a:pt x="360043" y="540712"/>
                    <a:pt x="360854" y="539900"/>
                    <a:pt x="362477" y="538277"/>
                  </a:cubicBezTo>
                  <a:cubicBezTo>
                    <a:pt x="364099" y="536653"/>
                    <a:pt x="364911" y="535029"/>
                    <a:pt x="364911" y="533405"/>
                  </a:cubicBezTo>
                  <a:cubicBezTo>
                    <a:pt x="364911" y="532593"/>
                    <a:pt x="365722" y="530970"/>
                    <a:pt x="365722" y="530970"/>
                  </a:cubicBezTo>
                  <a:cubicBezTo>
                    <a:pt x="366533" y="530970"/>
                    <a:pt x="368967" y="526910"/>
                    <a:pt x="372212" y="522039"/>
                  </a:cubicBezTo>
                  <a:cubicBezTo>
                    <a:pt x="375458" y="517168"/>
                    <a:pt x="377892" y="511485"/>
                    <a:pt x="379514" y="509861"/>
                  </a:cubicBezTo>
                  <a:cubicBezTo>
                    <a:pt x="380326" y="509049"/>
                    <a:pt x="381137" y="507425"/>
                    <a:pt x="380326" y="507425"/>
                  </a:cubicBezTo>
                  <a:cubicBezTo>
                    <a:pt x="379514" y="507425"/>
                    <a:pt x="380326" y="505801"/>
                    <a:pt x="381948" y="504178"/>
                  </a:cubicBezTo>
                  <a:cubicBezTo>
                    <a:pt x="384382" y="500930"/>
                    <a:pt x="390061" y="491187"/>
                    <a:pt x="388439" y="491187"/>
                  </a:cubicBezTo>
                  <a:cubicBezTo>
                    <a:pt x="388439" y="491187"/>
                    <a:pt x="388439" y="490376"/>
                    <a:pt x="390061" y="488752"/>
                  </a:cubicBezTo>
                  <a:cubicBezTo>
                    <a:pt x="396552" y="482257"/>
                    <a:pt x="398175" y="478197"/>
                    <a:pt x="413590" y="453029"/>
                  </a:cubicBezTo>
                  <a:cubicBezTo>
                    <a:pt x="419269" y="442475"/>
                    <a:pt x="427382" y="429485"/>
                    <a:pt x="430627" y="425425"/>
                  </a:cubicBezTo>
                  <a:cubicBezTo>
                    <a:pt x="433061" y="422990"/>
                    <a:pt x="434684" y="420554"/>
                    <a:pt x="434684" y="419742"/>
                  </a:cubicBezTo>
                  <a:cubicBezTo>
                    <a:pt x="434684" y="418930"/>
                    <a:pt x="449287" y="399445"/>
                    <a:pt x="451721" y="396198"/>
                  </a:cubicBezTo>
                  <a:cubicBezTo>
                    <a:pt x="452533" y="395386"/>
                    <a:pt x="454155" y="394574"/>
                    <a:pt x="454155" y="395386"/>
                  </a:cubicBezTo>
                  <a:cubicBezTo>
                    <a:pt x="454155" y="395386"/>
                    <a:pt x="457401" y="393762"/>
                    <a:pt x="461457" y="391326"/>
                  </a:cubicBezTo>
                  <a:cubicBezTo>
                    <a:pt x="466325" y="387267"/>
                    <a:pt x="467948" y="386455"/>
                    <a:pt x="469570" y="388079"/>
                  </a:cubicBezTo>
                  <a:cubicBezTo>
                    <a:pt x="471193" y="388891"/>
                    <a:pt x="471193" y="389702"/>
                    <a:pt x="470382" y="388079"/>
                  </a:cubicBezTo>
                  <a:cubicBezTo>
                    <a:pt x="469570" y="384831"/>
                    <a:pt x="472004" y="382396"/>
                    <a:pt x="474438" y="384831"/>
                  </a:cubicBezTo>
                  <a:cubicBezTo>
                    <a:pt x="476061" y="386455"/>
                    <a:pt x="476061" y="385643"/>
                    <a:pt x="475250" y="384019"/>
                  </a:cubicBezTo>
                  <a:cubicBezTo>
                    <a:pt x="474438" y="380772"/>
                    <a:pt x="475250" y="379960"/>
                    <a:pt x="484174" y="374277"/>
                  </a:cubicBezTo>
                  <a:cubicBezTo>
                    <a:pt x="489042" y="371841"/>
                    <a:pt x="493099" y="368594"/>
                    <a:pt x="494721" y="366970"/>
                  </a:cubicBezTo>
                  <a:cubicBezTo>
                    <a:pt x="499589" y="362099"/>
                    <a:pt x="510947" y="353168"/>
                    <a:pt x="511759" y="353980"/>
                  </a:cubicBezTo>
                  <a:cubicBezTo>
                    <a:pt x="512570" y="354792"/>
                    <a:pt x="512570" y="353980"/>
                    <a:pt x="511759" y="353168"/>
                  </a:cubicBezTo>
                  <a:cubicBezTo>
                    <a:pt x="510947" y="351544"/>
                    <a:pt x="512570" y="350732"/>
                    <a:pt x="523117" y="342613"/>
                  </a:cubicBezTo>
                  <a:cubicBezTo>
                    <a:pt x="527174" y="339366"/>
                    <a:pt x="532853" y="336930"/>
                    <a:pt x="535287" y="336118"/>
                  </a:cubicBezTo>
                  <a:cubicBezTo>
                    <a:pt x="537721" y="335307"/>
                    <a:pt x="540966" y="333683"/>
                    <a:pt x="542589" y="332871"/>
                  </a:cubicBezTo>
                  <a:cubicBezTo>
                    <a:pt x="545023" y="330435"/>
                    <a:pt x="548268" y="329623"/>
                    <a:pt x="549891" y="329623"/>
                  </a:cubicBezTo>
                  <a:cubicBezTo>
                    <a:pt x="550702" y="329623"/>
                    <a:pt x="551513" y="330435"/>
                    <a:pt x="551513" y="331247"/>
                  </a:cubicBezTo>
                  <a:cubicBezTo>
                    <a:pt x="551513" y="336118"/>
                    <a:pt x="551513" y="339366"/>
                    <a:pt x="549079" y="340990"/>
                  </a:cubicBezTo>
                  <a:cubicBezTo>
                    <a:pt x="548268" y="342613"/>
                    <a:pt x="548268" y="342613"/>
                    <a:pt x="549079" y="341802"/>
                  </a:cubicBezTo>
                  <a:cubicBezTo>
                    <a:pt x="549891" y="340990"/>
                    <a:pt x="549079" y="343425"/>
                    <a:pt x="548268" y="346673"/>
                  </a:cubicBezTo>
                  <a:cubicBezTo>
                    <a:pt x="545834" y="352356"/>
                    <a:pt x="538532" y="358851"/>
                    <a:pt x="534476" y="358851"/>
                  </a:cubicBezTo>
                  <a:cubicBezTo>
                    <a:pt x="533664" y="358851"/>
                    <a:pt x="531230" y="359663"/>
                    <a:pt x="529608" y="361287"/>
                  </a:cubicBezTo>
                  <a:cubicBezTo>
                    <a:pt x="526362" y="363722"/>
                    <a:pt x="515815" y="368594"/>
                    <a:pt x="510947" y="370217"/>
                  </a:cubicBezTo>
                  <a:cubicBezTo>
                    <a:pt x="509325" y="371029"/>
                    <a:pt x="507702" y="371841"/>
                    <a:pt x="507702" y="372653"/>
                  </a:cubicBezTo>
                  <a:cubicBezTo>
                    <a:pt x="507702" y="373465"/>
                    <a:pt x="506891" y="373465"/>
                    <a:pt x="506891" y="373465"/>
                  </a:cubicBezTo>
                  <a:cubicBezTo>
                    <a:pt x="506079" y="372653"/>
                    <a:pt x="505268" y="373465"/>
                    <a:pt x="505268" y="374277"/>
                  </a:cubicBezTo>
                  <a:cubicBezTo>
                    <a:pt x="505268" y="375089"/>
                    <a:pt x="504457" y="375901"/>
                    <a:pt x="502834" y="375089"/>
                  </a:cubicBezTo>
                  <a:cubicBezTo>
                    <a:pt x="502023" y="375089"/>
                    <a:pt x="499589" y="375901"/>
                    <a:pt x="497155" y="377524"/>
                  </a:cubicBezTo>
                  <a:cubicBezTo>
                    <a:pt x="494721" y="379148"/>
                    <a:pt x="493099" y="379960"/>
                    <a:pt x="492287" y="379960"/>
                  </a:cubicBezTo>
                  <a:cubicBezTo>
                    <a:pt x="491476" y="379148"/>
                    <a:pt x="491476" y="379960"/>
                    <a:pt x="491476" y="379960"/>
                  </a:cubicBezTo>
                  <a:cubicBezTo>
                    <a:pt x="491476" y="380772"/>
                    <a:pt x="488231" y="383207"/>
                    <a:pt x="484174" y="384831"/>
                  </a:cubicBezTo>
                  <a:cubicBezTo>
                    <a:pt x="480118" y="387267"/>
                    <a:pt x="475250" y="390514"/>
                    <a:pt x="472004" y="392950"/>
                  </a:cubicBezTo>
                  <a:cubicBezTo>
                    <a:pt x="469570" y="395386"/>
                    <a:pt x="466325" y="397009"/>
                    <a:pt x="464703" y="397009"/>
                  </a:cubicBezTo>
                  <a:cubicBezTo>
                    <a:pt x="463080" y="397009"/>
                    <a:pt x="463080" y="397009"/>
                    <a:pt x="464703" y="396198"/>
                  </a:cubicBezTo>
                  <a:cubicBezTo>
                    <a:pt x="465514" y="395386"/>
                    <a:pt x="466325" y="394574"/>
                    <a:pt x="465514" y="394574"/>
                  </a:cubicBezTo>
                  <a:cubicBezTo>
                    <a:pt x="463080" y="394574"/>
                    <a:pt x="462268" y="396198"/>
                    <a:pt x="463891" y="398633"/>
                  </a:cubicBezTo>
                  <a:cubicBezTo>
                    <a:pt x="465514" y="400257"/>
                    <a:pt x="464703" y="401069"/>
                    <a:pt x="463891" y="399445"/>
                  </a:cubicBezTo>
                  <a:cubicBezTo>
                    <a:pt x="463080" y="398633"/>
                    <a:pt x="462268" y="398633"/>
                    <a:pt x="462268" y="399445"/>
                  </a:cubicBezTo>
                  <a:cubicBezTo>
                    <a:pt x="462268" y="400257"/>
                    <a:pt x="461457" y="401069"/>
                    <a:pt x="460646" y="401069"/>
                  </a:cubicBezTo>
                  <a:cubicBezTo>
                    <a:pt x="459835" y="401069"/>
                    <a:pt x="458212" y="401881"/>
                    <a:pt x="458212" y="403504"/>
                  </a:cubicBezTo>
                  <a:cubicBezTo>
                    <a:pt x="458212" y="404316"/>
                    <a:pt x="457401" y="405128"/>
                    <a:pt x="457401" y="405128"/>
                  </a:cubicBezTo>
                  <a:cubicBezTo>
                    <a:pt x="454967" y="405128"/>
                    <a:pt x="439552" y="420554"/>
                    <a:pt x="437118" y="424613"/>
                  </a:cubicBezTo>
                  <a:cubicBezTo>
                    <a:pt x="435495" y="427861"/>
                    <a:pt x="436307" y="430296"/>
                    <a:pt x="437118" y="434356"/>
                  </a:cubicBezTo>
                  <a:cubicBezTo>
                    <a:pt x="437929" y="437603"/>
                    <a:pt x="438740" y="440039"/>
                    <a:pt x="437929" y="440039"/>
                  </a:cubicBezTo>
                  <a:cubicBezTo>
                    <a:pt x="436307" y="440039"/>
                    <a:pt x="446042" y="453841"/>
                    <a:pt x="452533" y="460336"/>
                  </a:cubicBezTo>
                  <a:cubicBezTo>
                    <a:pt x="459023" y="467643"/>
                    <a:pt x="459835" y="467643"/>
                    <a:pt x="465514" y="467643"/>
                  </a:cubicBezTo>
                  <a:cubicBezTo>
                    <a:pt x="468759" y="467643"/>
                    <a:pt x="473627" y="466019"/>
                    <a:pt x="477683" y="464395"/>
                  </a:cubicBezTo>
                  <a:cubicBezTo>
                    <a:pt x="480929" y="462772"/>
                    <a:pt x="484985" y="461148"/>
                    <a:pt x="485797" y="461148"/>
                  </a:cubicBezTo>
                  <a:cubicBezTo>
                    <a:pt x="486608" y="461148"/>
                    <a:pt x="487419" y="461148"/>
                    <a:pt x="487419" y="460336"/>
                  </a:cubicBezTo>
                  <a:cubicBezTo>
                    <a:pt x="487419" y="459524"/>
                    <a:pt x="489042" y="458712"/>
                    <a:pt x="490665" y="457900"/>
                  </a:cubicBezTo>
                  <a:cubicBezTo>
                    <a:pt x="493910" y="456277"/>
                    <a:pt x="497966" y="453029"/>
                    <a:pt x="502834" y="449782"/>
                  </a:cubicBezTo>
                  <a:cubicBezTo>
                    <a:pt x="524740" y="432732"/>
                    <a:pt x="570174" y="393762"/>
                    <a:pt x="575853" y="367782"/>
                  </a:cubicBezTo>
                  <a:cubicBezTo>
                    <a:pt x="576664" y="365346"/>
                    <a:pt x="579098" y="363722"/>
                    <a:pt x="588834" y="358851"/>
                  </a:cubicBezTo>
                  <a:cubicBezTo>
                    <a:pt x="595324" y="355604"/>
                    <a:pt x="605060" y="352356"/>
                    <a:pt x="609928" y="350732"/>
                  </a:cubicBezTo>
                  <a:cubicBezTo>
                    <a:pt x="614796" y="349108"/>
                    <a:pt x="618852" y="347485"/>
                    <a:pt x="618041" y="346673"/>
                  </a:cubicBezTo>
                  <a:cubicBezTo>
                    <a:pt x="618041" y="345861"/>
                    <a:pt x="618852" y="345861"/>
                    <a:pt x="620475" y="345861"/>
                  </a:cubicBezTo>
                  <a:cubicBezTo>
                    <a:pt x="627777" y="345861"/>
                    <a:pt x="635079" y="345049"/>
                    <a:pt x="639946" y="342613"/>
                  </a:cubicBezTo>
                  <a:cubicBezTo>
                    <a:pt x="643192" y="341802"/>
                    <a:pt x="648060" y="340178"/>
                    <a:pt x="652116" y="339366"/>
                  </a:cubicBezTo>
                  <a:cubicBezTo>
                    <a:pt x="655362" y="338554"/>
                    <a:pt x="659418" y="336930"/>
                    <a:pt x="659418" y="336118"/>
                  </a:cubicBezTo>
                  <a:cubicBezTo>
                    <a:pt x="659418" y="336118"/>
                    <a:pt x="660229" y="335307"/>
                    <a:pt x="660229" y="335307"/>
                  </a:cubicBezTo>
                  <a:cubicBezTo>
                    <a:pt x="654550" y="346673"/>
                    <a:pt x="648871" y="358039"/>
                    <a:pt x="646437" y="363722"/>
                  </a:cubicBezTo>
                  <a:cubicBezTo>
                    <a:pt x="619664" y="428673"/>
                    <a:pt x="618041" y="470890"/>
                    <a:pt x="642381" y="501742"/>
                  </a:cubicBezTo>
                  <a:cubicBezTo>
                    <a:pt x="648871" y="510673"/>
                    <a:pt x="663475" y="517168"/>
                    <a:pt x="674833" y="517168"/>
                  </a:cubicBezTo>
                  <a:cubicBezTo>
                    <a:pt x="686192" y="517168"/>
                    <a:pt x="686192" y="515544"/>
                    <a:pt x="675645" y="511485"/>
                  </a:cubicBezTo>
                  <a:cubicBezTo>
                    <a:pt x="665097" y="508237"/>
                    <a:pt x="662663" y="504989"/>
                    <a:pt x="657796" y="491187"/>
                  </a:cubicBezTo>
                  <a:cubicBezTo>
                    <a:pt x="653739" y="480633"/>
                    <a:pt x="653739" y="472514"/>
                    <a:pt x="656173" y="470079"/>
                  </a:cubicBezTo>
                  <a:cubicBezTo>
                    <a:pt x="657796" y="468455"/>
                    <a:pt x="657796" y="468455"/>
                    <a:pt x="656173" y="468455"/>
                  </a:cubicBezTo>
                  <a:cubicBezTo>
                    <a:pt x="655362" y="468455"/>
                    <a:pt x="654550" y="466831"/>
                    <a:pt x="654550" y="463584"/>
                  </a:cubicBezTo>
                  <a:cubicBezTo>
                    <a:pt x="654550" y="460336"/>
                    <a:pt x="655362" y="457900"/>
                    <a:pt x="656173" y="457900"/>
                  </a:cubicBezTo>
                  <a:cubicBezTo>
                    <a:pt x="656984" y="457900"/>
                    <a:pt x="660229" y="452217"/>
                    <a:pt x="660229" y="448158"/>
                  </a:cubicBezTo>
                  <a:cubicBezTo>
                    <a:pt x="660229" y="442475"/>
                    <a:pt x="665909" y="419742"/>
                    <a:pt x="670777" y="416495"/>
                  </a:cubicBezTo>
                  <a:cubicBezTo>
                    <a:pt x="674022" y="414871"/>
                    <a:pt x="674022" y="413247"/>
                    <a:pt x="672399" y="409999"/>
                  </a:cubicBezTo>
                  <a:cubicBezTo>
                    <a:pt x="670777" y="406752"/>
                    <a:pt x="670777" y="405940"/>
                    <a:pt x="673210" y="402693"/>
                  </a:cubicBezTo>
                  <a:cubicBezTo>
                    <a:pt x="674833" y="401069"/>
                    <a:pt x="676456" y="398633"/>
                    <a:pt x="676456" y="398633"/>
                  </a:cubicBezTo>
                  <a:cubicBezTo>
                    <a:pt x="676456" y="397821"/>
                    <a:pt x="676456" y="396198"/>
                    <a:pt x="677267" y="394574"/>
                  </a:cubicBezTo>
                  <a:cubicBezTo>
                    <a:pt x="678078" y="392950"/>
                    <a:pt x="677267" y="392138"/>
                    <a:pt x="675645" y="392138"/>
                  </a:cubicBezTo>
                  <a:cubicBezTo>
                    <a:pt x="674022" y="392138"/>
                    <a:pt x="674022" y="392950"/>
                    <a:pt x="674022" y="394574"/>
                  </a:cubicBezTo>
                  <a:cubicBezTo>
                    <a:pt x="674833" y="396198"/>
                    <a:pt x="674022" y="397009"/>
                    <a:pt x="672399" y="396198"/>
                  </a:cubicBezTo>
                  <a:cubicBezTo>
                    <a:pt x="670777" y="395386"/>
                    <a:pt x="669965" y="396198"/>
                    <a:pt x="669154" y="398633"/>
                  </a:cubicBezTo>
                  <a:cubicBezTo>
                    <a:pt x="668343" y="400257"/>
                    <a:pt x="667531" y="401881"/>
                    <a:pt x="667531" y="401069"/>
                  </a:cubicBezTo>
                  <a:cubicBezTo>
                    <a:pt x="667531" y="401069"/>
                    <a:pt x="668343" y="397009"/>
                    <a:pt x="669965" y="392950"/>
                  </a:cubicBezTo>
                  <a:cubicBezTo>
                    <a:pt x="672399" y="386455"/>
                    <a:pt x="674022" y="385643"/>
                    <a:pt x="674833" y="387267"/>
                  </a:cubicBezTo>
                  <a:cubicBezTo>
                    <a:pt x="675645" y="388079"/>
                    <a:pt x="676456" y="389702"/>
                    <a:pt x="676456" y="390514"/>
                  </a:cubicBezTo>
                  <a:cubicBezTo>
                    <a:pt x="676456" y="391326"/>
                    <a:pt x="676456" y="391326"/>
                    <a:pt x="677267" y="391326"/>
                  </a:cubicBezTo>
                  <a:cubicBezTo>
                    <a:pt x="678078" y="391326"/>
                    <a:pt x="678890" y="390514"/>
                    <a:pt x="678890" y="389702"/>
                  </a:cubicBezTo>
                  <a:cubicBezTo>
                    <a:pt x="678890" y="388891"/>
                    <a:pt x="679701" y="388079"/>
                    <a:pt x="680512" y="388891"/>
                  </a:cubicBezTo>
                  <a:cubicBezTo>
                    <a:pt x="682135" y="389702"/>
                    <a:pt x="686192" y="385643"/>
                    <a:pt x="689437" y="378336"/>
                  </a:cubicBezTo>
                  <a:cubicBezTo>
                    <a:pt x="690248" y="376712"/>
                    <a:pt x="690248" y="373465"/>
                    <a:pt x="690248" y="371841"/>
                  </a:cubicBezTo>
                  <a:cubicBezTo>
                    <a:pt x="690248" y="369405"/>
                    <a:pt x="690248" y="368594"/>
                    <a:pt x="690248" y="369405"/>
                  </a:cubicBezTo>
                  <a:cubicBezTo>
                    <a:pt x="691871" y="371029"/>
                    <a:pt x="696739" y="363722"/>
                    <a:pt x="702418" y="352356"/>
                  </a:cubicBezTo>
                  <a:cubicBezTo>
                    <a:pt x="706474" y="345049"/>
                    <a:pt x="706474" y="343425"/>
                    <a:pt x="704041" y="341802"/>
                  </a:cubicBezTo>
                  <a:cubicBezTo>
                    <a:pt x="702418" y="340178"/>
                    <a:pt x="702418" y="340178"/>
                    <a:pt x="704041" y="340990"/>
                  </a:cubicBezTo>
                  <a:cubicBezTo>
                    <a:pt x="705663" y="340990"/>
                    <a:pt x="712154" y="332871"/>
                    <a:pt x="721890" y="317445"/>
                  </a:cubicBezTo>
                  <a:lnTo>
                    <a:pt x="730003" y="314198"/>
                  </a:lnTo>
                  <a:cubicBezTo>
                    <a:pt x="728380" y="314198"/>
                    <a:pt x="726757" y="314198"/>
                    <a:pt x="724323" y="313386"/>
                  </a:cubicBezTo>
                  <a:cubicBezTo>
                    <a:pt x="728380" y="307703"/>
                    <a:pt x="732437" y="301208"/>
                    <a:pt x="736493" y="293089"/>
                  </a:cubicBezTo>
                  <a:cubicBezTo>
                    <a:pt x="742173" y="283346"/>
                    <a:pt x="745417" y="279287"/>
                    <a:pt x="747040" y="276851"/>
                  </a:cubicBezTo>
                  <a:cubicBezTo>
                    <a:pt x="747851" y="275227"/>
                    <a:pt x="758399" y="256554"/>
                    <a:pt x="760021" y="256554"/>
                  </a:cubicBezTo>
                  <a:cubicBezTo>
                    <a:pt x="761644" y="255742"/>
                    <a:pt x="773814" y="237881"/>
                    <a:pt x="773814" y="236257"/>
                  </a:cubicBezTo>
                  <a:cubicBezTo>
                    <a:pt x="773814" y="235445"/>
                    <a:pt x="777870" y="229762"/>
                    <a:pt x="783549" y="223267"/>
                  </a:cubicBezTo>
                  <a:cubicBezTo>
                    <a:pt x="790851" y="213524"/>
                    <a:pt x="794908" y="207841"/>
                    <a:pt x="794908" y="207029"/>
                  </a:cubicBezTo>
                  <a:close/>
                  <a:moveTo>
                    <a:pt x="823304" y="104733"/>
                  </a:moveTo>
                  <a:cubicBezTo>
                    <a:pt x="824926" y="103109"/>
                    <a:pt x="825738" y="101485"/>
                    <a:pt x="825738" y="99861"/>
                  </a:cubicBezTo>
                  <a:cubicBezTo>
                    <a:pt x="825738" y="99049"/>
                    <a:pt x="826549" y="98238"/>
                    <a:pt x="827361" y="98238"/>
                  </a:cubicBezTo>
                  <a:cubicBezTo>
                    <a:pt x="828983" y="99861"/>
                    <a:pt x="828983" y="102297"/>
                    <a:pt x="827361" y="102297"/>
                  </a:cubicBezTo>
                  <a:cubicBezTo>
                    <a:pt x="826549" y="102297"/>
                    <a:pt x="825738" y="103109"/>
                    <a:pt x="826549" y="103921"/>
                  </a:cubicBezTo>
                  <a:cubicBezTo>
                    <a:pt x="827361" y="104733"/>
                    <a:pt x="826549" y="105544"/>
                    <a:pt x="824926" y="106356"/>
                  </a:cubicBezTo>
                  <a:cubicBezTo>
                    <a:pt x="820870" y="107168"/>
                    <a:pt x="820870" y="107168"/>
                    <a:pt x="823304" y="104733"/>
                  </a:cubicBezTo>
                  <a:close/>
                  <a:moveTo>
                    <a:pt x="818436" y="112039"/>
                  </a:moveTo>
                  <a:cubicBezTo>
                    <a:pt x="819247" y="111228"/>
                    <a:pt x="820059" y="111228"/>
                    <a:pt x="820870" y="112039"/>
                  </a:cubicBezTo>
                  <a:cubicBezTo>
                    <a:pt x="822492" y="112851"/>
                    <a:pt x="822492" y="112851"/>
                    <a:pt x="820870" y="113663"/>
                  </a:cubicBezTo>
                  <a:cubicBezTo>
                    <a:pt x="819247" y="114475"/>
                    <a:pt x="816813" y="113663"/>
                    <a:pt x="818436" y="112039"/>
                  </a:cubicBezTo>
                  <a:close/>
                  <a:moveTo>
                    <a:pt x="807078" y="121782"/>
                  </a:moveTo>
                  <a:cubicBezTo>
                    <a:pt x="807078" y="122594"/>
                    <a:pt x="807889" y="123406"/>
                    <a:pt x="808700" y="122594"/>
                  </a:cubicBezTo>
                  <a:cubicBezTo>
                    <a:pt x="810323" y="121782"/>
                    <a:pt x="810323" y="122594"/>
                    <a:pt x="807889" y="125841"/>
                  </a:cubicBezTo>
                  <a:cubicBezTo>
                    <a:pt x="806266" y="128277"/>
                    <a:pt x="806266" y="128277"/>
                    <a:pt x="806266" y="124218"/>
                  </a:cubicBezTo>
                  <a:cubicBezTo>
                    <a:pt x="806266" y="121782"/>
                    <a:pt x="806266" y="120158"/>
                    <a:pt x="807078" y="121782"/>
                  </a:cubicBezTo>
                  <a:close/>
                  <a:moveTo>
                    <a:pt x="803832" y="176178"/>
                  </a:moveTo>
                  <a:cubicBezTo>
                    <a:pt x="805455" y="174554"/>
                    <a:pt x="806266" y="173742"/>
                    <a:pt x="806266" y="173742"/>
                  </a:cubicBezTo>
                  <a:cubicBezTo>
                    <a:pt x="807889" y="172930"/>
                    <a:pt x="807078" y="174554"/>
                    <a:pt x="803832" y="176178"/>
                  </a:cubicBezTo>
                  <a:cubicBezTo>
                    <a:pt x="802210" y="177802"/>
                    <a:pt x="802210" y="177802"/>
                    <a:pt x="803832" y="176178"/>
                  </a:cubicBezTo>
                  <a:close/>
                  <a:moveTo>
                    <a:pt x="798965" y="181049"/>
                  </a:moveTo>
                  <a:cubicBezTo>
                    <a:pt x="800587" y="180237"/>
                    <a:pt x="801398" y="180237"/>
                    <a:pt x="802210" y="181049"/>
                  </a:cubicBezTo>
                  <a:cubicBezTo>
                    <a:pt x="802210" y="181049"/>
                    <a:pt x="802210" y="181861"/>
                    <a:pt x="800587" y="181861"/>
                  </a:cubicBezTo>
                  <a:cubicBezTo>
                    <a:pt x="798965" y="181861"/>
                    <a:pt x="798153" y="181861"/>
                    <a:pt x="798965" y="181049"/>
                  </a:cubicBezTo>
                  <a:close/>
                  <a:moveTo>
                    <a:pt x="794908" y="185109"/>
                  </a:moveTo>
                  <a:cubicBezTo>
                    <a:pt x="795719" y="185109"/>
                    <a:pt x="796530" y="185109"/>
                    <a:pt x="796530" y="185921"/>
                  </a:cubicBezTo>
                  <a:cubicBezTo>
                    <a:pt x="796530" y="186732"/>
                    <a:pt x="795719" y="187544"/>
                    <a:pt x="794908" y="187544"/>
                  </a:cubicBezTo>
                  <a:cubicBezTo>
                    <a:pt x="793285" y="187544"/>
                    <a:pt x="793285" y="186732"/>
                    <a:pt x="793285" y="185921"/>
                  </a:cubicBezTo>
                  <a:cubicBezTo>
                    <a:pt x="793285" y="185109"/>
                    <a:pt x="794908" y="185109"/>
                    <a:pt x="794908" y="185109"/>
                  </a:cubicBezTo>
                  <a:close/>
                  <a:moveTo>
                    <a:pt x="188855" y="359663"/>
                  </a:moveTo>
                  <a:cubicBezTo>
                    <a:pt x="188044" y="360475"/>
                    <a:pt x="187233" y="360475"/>
                    <a:pt x="186421" y="359663"/>
                  </a:cubicBezTo>
                  <a:cubicBezTo>
                    <a:pt x="186421" y="359663"/>
                    <a:pt x="186421" y="358851"/>
                    <a:pt x="188044" y="358851"/>
                  </a:cubicBezTo>
                  <a:cubicBezTo>
                    <a:pt x="190478" y="358851"/>
                    <a:pt x="190478" y="358851"/>
                    <a:pt x="188855" y="359663"/>
                  </a:cubicBezTo>
                  <a:close/>
                  <a:moveTo>
                    <a:pt x="272421" y="331247"/>
                  </a:moveTo>
                  <a:cubicBezTo>
                    <a:pt x="270798" y="331247"/>
                    <a:pt x="269987" y="331247"/>
                    <a:pt x="271609" y="329623"/>
                  </a:cubicBezTo>
                  <a:cubicBezTo>
                    <a:pt x="272421" y="328811"/>
                    <a:pt x="273232" y="327188"/>
                    <a:pt x="273232" y="327188"/>
                  </a:cubicBezTo>
                  <a:cubicBezTo>
                    <a:pt x="273232" y="327188"/>
                    <a:pt x="274043" y="327188"/>
                    <a:pt x="274855" y="327188"/>
                  </a:cubicBezTo>
                  <a:cubicBezTo>
                    <a:pt x="276477" y="326376"/>
                    <a:pt x="274043" y="330435"/>
                    <a:pt x="272421" y="331247"/>
                  </a:cubicBezTo>
                  <a:close/>
                  <a:moveTo>
                    <a:pt x="306496" y="296336"/>
                  </a:moveTo>
                  <a:cubicBezTo>
                    <a:pt x="314609" y="293901"/>
                    <a:pt x="325156" y="290653"/>
                    <a:pt x="329213" y="289841"/>
                  </a:cubicBezTo>
                  <a:cubicBezTo>
                    <a:pt x="330024" y="289841"/>
                    <a:pt x="330836" y="289841"/>
                    <a:pt x="331647" y="289841"/>
                  </a:cubicBezTo>
                  <a:cubicBezTo>
                    <a:pt x="330024" y="292277"/>
                    <a:pt x="329213" y="297960"/>
                    <a:pt x="328401" y="297148"/>
                  </a:cubicBezTo>
                  <a:cubicBezTo>
                    <a:pt x="328401" y="296336"/>
                    <a:pt x="328401" y="297148"/>
                    <a:pt x="327590" y="297960"/>
                  </a:cubicBezTo>
                  <a:cubicBezTo>
                    <a:pt x="326779" y="299584"/>
                    <a:pt x="325968" y="301208"/>
                    <a:pt x="319477" y="305267"/>
                  </a:cubicBezTo>
                  <a:cubicBezTo>
                    <a:pt x="315420" y="307703"/>
                    <a:pt x="299194" y="317445"/>
                    <a:pt x="298383" y="317445"/>
                  </a:cubicBezTo>
                  <a:cubicBezTo>
                    <a:pt x="297572" y="317445"/>
                    <a:pt x="287836" y="322316"/>
                    <a:pt x="284590" y="324752"/>
                  </a:cubicBezTo>
                  <a:cubicBezTo>
                    <a:pt x="283779" y="325564"/>
                    <a:pt x="282157" y="325564"/>
                    <a:pt x="281345" y="325564"/>
                  </a:cubicBezTo>
                  <a:cubicBezTo>
                    <a:pt x="280534" y="325564"/>
                    <a:pt x="279723" y="325564"/>
                    <a:pt x="278911" y="326376"/>
                  </a:cubicBezTo>
                  <a:cubicBezTo>
                    <a:pt x="278100" y="328811"/>
                    <a:pt x="276477" y="327188"/>
                    <a:pt x="277289" y="324752"/>
                  </a:cubicBezTo>
                  <a:cubicBezTo>
                    <a:pt x="278100" y="322316"/>
                    <a:pt x="284590" y="317445"/>
                    <a:pt x="287024" y="315010"/>
                  </a:cubicBezTo>
                  <a:lnTo>
                    <a:pt x="269176" y="324752"/>
                  </a:lnTo>
                  <a:cubicBezTo>
                    <a:pt x="278911" y="315821"/>
                    <a:pt x="294326" y="304455"/>
                    <a:pt x="306496" y="296336"/>
                  </a:cubicBezTo>
                  <a:close/>
                  <a:moveTo>
                    <a:pt x="203459" y="352356"/>
                  </a:moveTo>
                  <a:cubicBezTo>
                    <a:pt x="196157" y="355604"/>
                    <a:pt x="196157" y="355604"/>
                    <a:pt x="200214" y="352356"/>
                  </a:cubicBezTo>
                  <a:cubicBezTo>
                    <a:pt x="202648" y="349920"/>
                    <a:pt x="205082" y="348297"/>
                    <a:pt x="205893" y="348297"/>
                  </a:cubicBezTo>
                  <a:cubicBezTo>
                    <a:pt x="207516" y="349108"/>
                    <a:pt x="206704" y="351544"/>
                    <a:pt x="203459" y="352356"/>
                  </a:cubicBezTo>
                  <a:close/>
                  <a:moveTo>
                    <a:pt x="210761" y="345861"/>
                  </a:moveTo>
                  <a:cubicBezTo>
                    <a:pt x="211572" y="345861"/>
                    <a:pt x="211572" y="345861"/>
                    <a:pt x="210761" y="345861"/>
                  </a:cubicBezTo>
                  <a:cubicBezTo>
                    <a:pt x="210761" y="346673"/>
                    <a:pt x="210761" y="347485"/>
                    <a:pt x="209949" y="348297"/>
                  </a:cubicBezTo>
                  <a:cubicBezTo>
                    <a:pt x="209949" y="348297"/>
                    <a:pt x="209949" y="347485"/>
                    <a:pt x="210761" y="345861"/>
                  </a:cubicBezTo>
                  <a:close/>
                  <a:moveTo>
                    <a:pt x="342194" y="414059"/>
                  </a:moveTo>
                  <a:cubicBezTo>
                    <a:pt x="341383" y="414059"/>
                    <a:pt x="340571" y="414059"/>
                    <a:pt x="341383" y="413247"/>
                  </a:cubicBezTo>
                  <a:cubicBezTo>
                    <a:pt x="341383" y="412435"/>
                    <a:pt x="342194" y="412435"/>
                    <a:pt x="343816" y="412435"/>
                  </a:cubicBezTo>
                  <a:cubicBezTo>
                    <a:pt x="345439" y="414059"/>
                    <a:pt x="344628" y="414059"/>
                    <a:pt x="342194" y="414059"/>
                  </a:cubicBezTo>
                  <a:close/>
                  <a:moveTo>
                    <a:pt x="346251" y="412435"/>
                  </a:moveTo>
                  <a:cubicBezTo>
                    <a:pt x="345439" y="411623"/>
                    <a:pt x="347062" y="409188"/>
                    <a:pt x="349496" y="409188"/>
                  </a:cubicBezTo>
                  <a:cubicBezTo>
                    <a:pt x="350307" y="409188"/>
                    <a:pt x="350307" y="409999"/>
                    <a:pt x="350307" y="409999"/>
                  </a:cubicBezTo>
                  <a:cubicBezTo>
                    <a:pt x="350307" y="412435"/>
                    <a:pt x="347873" y="414059"/>
                    <a:pt x="346251" y="412435"/>
                  </a:cubicBezTo>
                  <a:close/>
                  <a:moveTo>
                    <a:pt x="398175" y="387267"/>
                  </a:moveTo>
                  <a:cubicBezTo>
                    <a:pt x="398986" y="386455"/>
                    <a:pt x="400608" y="385643"/>
                    <a:pt x="400608" y="386455"/>
                  </a:cubicBezTo>
                  <a:cubicBezTo>
                    <a:pt x="401420" y="386455"/>
                    <a:pt x="400608" y="387267"/>
                    <a:pt x="398175" y="387267"/>
                  </a:cubicBezTo>
                  <a:cubicBezTo>
                    <a:pt x="396552" y="388079"/>
                    <a:pt x="396552" y="388891"/>
                    <a:pt x="398175" y="387267"/>
                  </a:cubicBezTo>
                  <a:close/>
                  <a:moveTo>
                    <a:pt x="425759" y="352356"/>
                  </a:moveTo>
                  <a:cubicBezTo>
                    <a:pt x="429005" y="349920"/>
                    <a:pt x="431439" y="349108"/>
                    <a:pt x="431439" y="349108"/>
                  </a:cubicBezTo>
                  <a:cubicBezTo>
                    <a:pt x="431439" y="349920"/>
                    <a:pt x="420080" y="357227"/>
                    <a:pt x="419269" y="356415"/>
                  </a:cubicBezTo>
                  <a:cubicBezTo>
                    <a:pt x="420080" y="356415"/>
                    <a:pt x="422514" y="354792"/>
                    <a:pt x="425759" y="352356"/>
                  </a:cubicBezTo>
                  <a:close/>
                  <a:moveTo>
                    <a:pt x="381137" y="452217"/>
                  </a:moveTo>
                  <a:cubicBezTo>
                    <a:pt x="381137" y="451405"/>
                    <a:pt x="381948" y="450593"/>
                    <a:pt x="382760" y="450593"/>
                  </a:cubicBezTo>
                  <a:cubicBezTo>
                    <a:pt x="384382" y="450593"/>
                    <a:pt x="384382" y="452217"/>
                    <a:pt x="382760" y="453841"/>
                  </a:cubicBezTo>
                  <a:cubicBezTo>
                    <a:pt x="381137" y="454653"/>
                    <a:pt x="380326" y="454653"/>
                    <a:pt x="381137" y="452217"/>
                  </a:cubicBezTo>
                  <a:close/>
                  <a:moveTo>
                    <a:pt x="355175" y="494435"/>
                  </a:moveTo>
                  <a:cubicBezTo>
                    <a:pt x="355986" y="492811"/>
                    <a:pt x="356798" y="491187"/>
                    <a:pt x="357609" y="491187"/>
                  </a:cubicBezTo>
                  <a:cubicBezTo>
                    <a:pt x="359232" y="491187"/>
                    <a:pt x="358420" y="493623"/>
                    <a:pt x="355986" y="495247"/>
                  </a:cubicBezTo>
                  <a:cubicBezTo>
                    <a:pt x="353552" y="496871"/>
                    <a:pt x="353552" y="496871"/>
                    <a:pt x="355175" y="494435"/>
                  </a:cubicBezTo>
                  <a:close/>
                  <a:moveTo>
                    <a:pt x="344628" y="513108"/>
                  </a:moveTo>
                  <a:cubicBezTo>
                    <a:pt x="347062" y="511485"/>
                    <a:pt x="347062" y="511485"/>
                    <a:pt x="345439" y="513920"/>
                  </a:cubicBezTo>
                  <a:cubicBezTo>
                    <a:pt x="344628" y="514732"/>
                    <a:pt x="343816" y="515544"/>
                    <a:pt x="343005" y="514732"/>
                  </a:cubicBezTo>
                  <a:cubicBezTo>
                    <a:pt x="343816" y="515544"/>
                    <a:pt x="343816" y="513920"/>
                    <a:pt x="344628" y="513108"/>
                  </a:cubicBezTo>
                  <a:close/>
                  <a:moveTo>
                    <a:pt x="336515" y="526910"/>
                  </a:moveTo>
                  <a:cubicBezTo>
                    <a:pt x="338949" y="524475"/>
                    <a:pt x="338949" y="524475"/>
                    <a:pt x="338949" y="526910"/>
                  </a:cubicBezTo>
                  <a:cubicBezTo>
                    <a:pt x="338949" y="529346"/>
                    <a:pt x="335703" y="531782"/>
                    <a:pt x="334892" y="530158"/>
                  </a:cubicBezTo>
                  <a:cubicBezTo>
                    <a:pt x="334892" y="530158"/>
                    <a:pt x="335703" y="528534"/>
                    <a:pt x="336515" y="526910"/>
                  </a:cubicBezTo>
                  <a:close/>
                  <a:moveTo>
                    <a:pt x="313798" y="573999"/>
                  </a:moveTo>
                  <a:cubicBezTo>
                    <a:pt x="314609" y="573999"/>
                    <a:pt x="316232" y="571564"/>
                    <a:pt x="316232" y="569940"/>
                  </a:cubicBezTo>
                  <a:cubicBezTo>
                    <a:pt x="316232" y="567504"/>
                    <a:pt x="319477" y="562633"/>
                    <a:pt x="321100" y="562633"/>
                  </a:cubicBezTo>
                  <a:cubicBezTo>
                    <a:pt x="321100" y="562633"/>
                    <a:pt x="321911" y="562633"/>
                    <a:pt x="321911" y="562633"/>
                  </a:cubicBezTo>
                  <a:cubicBezTo>
                    <a:pt x="321911" y="562633"/>
                    <a:pt x="321100" y="564257"/>
                    <a:pt x="321100" y="565069"/>
                  </a:cubicBezTo>
                  <a:cubicBezTo>
                    <a:pt x="321100" y="566692"/>
                    <a:pt x="320288" y="567504"/>
                    <a:pt x="319477" y="567504"/>
                  </a:cubicBezTo>
                  <a:cubicBezTo>
                    <a:pt x="318666" y="567504"/>
                    <a:pt x="317854" y="569128"/>
                    <a:pt x="317854" y="571564"/>
                  </a:cubicBezTo>
                  <a:cubicBezTo>
                    <a:pt x="317854" y="575623"/>
                    <a:pt x="314609" y="578059"/>
                    <a:pt x="312987" y="575623"/>
                  </a:cubicBezTo>
                  <a:cubicBezTo>
                    <a:pt x="312175" y="575623"/>
                    <a:pt x="312175" y="574811"/>
                    <a:pt x="313798" y="573999"/>
                  </a:cubicBezTo>
                  <a:close/>
                  <a:moveTo>
                    <a:pt x="306496" y="589425"/>
                  </a:moveTo>
                  <a:cubicBezTo>
                    <a:pt x="308930" y="584554"/>
                    <a:pt x="310553" y="579683"/>
                    <a:pt x="310553" y="578871"/>
                  </a:cubicBezTo>
                  <a:cubicBezTo>
                    <a:pt x="310553" y="578059"/>
                    <a:pt x="310553" y="578059"/>
                    <a:pt x="311364" y="578059"/>
                  </a:cubicBezTo>
                  <a:cubicBezTo>
                    <a:pt x="313798" y="578871"/>
                    <a:pt x="312987" y="580494"/>
                    <a:pt x="310553" y="585366"/>
                  </a:cubicBezTo>
                  <a:cubicBezTo>
                    <a:pt x="308930" y="587801"/>
                    <a:pt x="308119" y="591049"/>
                    <a:pt x="308930" y="592673"/>
                  </a:cubicBezTo>
                  <a:cubicBezTo>
                    <a:pt x="309741" y="595108"/>
                    <a:pt x="304873" y="600791"/>
                    <a:pt x="303251" y="599980"/>
                  </a:cubicBezTo>
                  <a:cubicBezTo>
                    <a:pt x="302440" y="599168"/>
                    <a:pt x="304062" y="594296"/>
                    <a:pt x="306496" y="589425"/>
                  </a:cubicBezTo>
                  <a:close/>
                  <a:moveTo>
                    <a:pt x="309741" y="604039"/>
                  </a:moveTo>
                  <a:cubicBezTo>
                    <a:pt x="309741" y="604851"/>
                    <a:pt x="308930" y="604851"/>
                    <a:pt x="308119" y="604851"/>
                  </a:cubicBezTo>
                  <a:cubicBezTo>
                    <a:pt x="307307" y="604039"/>
                    <a:pt x="307307" y="603227"/>
                    <a:pt x="307307" y="602415"/>
                  </a:cubicBezTo>
                  <a:cubicBezTo>
                    <a:pt x="307307" y="601603"/>
                    <a:pt x="307307" y="601603"/>
                    <a:pt x="308119" y="602415"/>
                  </a:cubicBezTo>
                  <a:cubicBezTo>
                    <a:pt x="309741" y="601603"/>
                    <a:pt x="309741" y="603227"/>
                    <a:pt x="309741" y="604039"/>
                  </a:cubicBezTo>
                  <a:close/>
                  <a:moveTo>
                    <a:pt x="300817" y="606474"/>
                  </a:moveTo>
                  <a:cubicBezTo>
                    <a:pt x="302440" y="605663"/>
                    <a:pt x="303251" y="604851"/>
                    <a:pt x="302440" y="603227"/>
                  </a:cubicBezTo>
                  <a:cubicBezTo>
                    <a:pt x="301628" y="601603"/>
                    <a:pt x="302440" y="600791"/>
                    <a:pt x="303251" y="600791"/>
                  </a:cubicBezTo>
                  <a:cubicBezTo>
                    <a:pt x="304062" y="600791"/>
                    <a:pt x="305685" y="600791"/>
                    <a:pt x="305685" y="600791"/>
                  </a:cubicBezTo>
                  <a:cubicBezTo>
                    <a:pt x="304873" y="604851"/>
                    <a:pt x="302440" y="610534"/>
                    <a:pt x="300817" y="611346"/>
                  </a:cubicBezTo>
                  <a:cubicBezTo>
                    <a:pt x="298383" y="612158"/>
                    <a:pt x="298383" y="608098"/>
                    <a:pt x="300817" y="606474"/>
                  </a:cubicBezTo>
                  <a:close/>
                  <a:moveTo>
                    <a:pt x="303251" y="621900"/>
                  </a:moveTo>
                  <a:cubicBezTo>
                    <a:pt x="304062" y="621088"/>
                    <a:pt x="304062" y="621088"/>
                    <a:pt x="304062" y="621900"/>
                  </a:cubicBezTo>
                  <a:cubicBezTo>
                    <a:pt x="304062" y="622712"/>
                    <a:pt x="303251" y="624336"/>
                    <a:pt x="303251" y="626771"/>
                  </a:cubicBezTo>
                  <a:lnTo>
                    <a:pt x="302440" y="630831"/>
                  </a:lnTo>
                  <a:lnTo>
                    <a:pt x="302440" y="627583"/>
                  </a:lnTo>
                  <a:cubicBezTo>
                    <a:pt x="301628" y="624336"/>
                    <a:pt x="302440" y="622712"/>
                    <a:pt x="303251" y="621900"/>
                  </a:cubicBezTo>
                  <a:close/>
                  <a:moveTo>
                    <a:pt x="297572" y="624336"/>
                  </a:moveTo>
                  <a:cubicBezTo>
                    <a:pt x="296760" y="625960"/>
                    <a:pt x="295949" y="625960"/>
                    <a:pt x="296760" y="624336"/>
                  </a:cubicBezTo>
                  <a:cubicBezTo>
                    <a:pt x="296760" y="623524"/>
                    <a:pt x="296760" y="621900"/>
                    <a:pt x="297572" y="621088"/>
                  </a:cubicBezTo>
                  <a:cubicBezTo>
                    <a:pt x="299194" y="619465"/>
                    <a:pt x="299194" y="621088"/>
                    <a:pt x="297572" y="624336"/>
                  </a:cubicBezTo>
                  <a:close/>
                  <a:moveTo>
                    <a:pt x="299194" y="617841"/>
                  </a:moveTo>
                  <a:cubicBezTo>
                    <a:pt x="298383" y="617841"/>
                    <a:pt x="298383" y="617029"/>
                    <a:pt x="298383" y="615405"/>
                  </a:cubicBezTo>
                  <a:cubicBezTo>
                    <a:pt x="298383" y="613781"/>
                    <a:pt x="299194" y="612970"/>
                    <a:pt x="299194" y="612970"/>
                  </a:cubicBezTo>
                  <a:cubicBezTo>
                    <a:pt x="300005" y="612970"/>
                    <a:pt x="300005" y="613781"/>
                    <a:pt x="300005" y="615405"/>
                  </a:cubicBezTo>
                  <a:cubicBezTo>
                    <a:pt x="300005" y="617029"/>
                    <a:pt x="299194" y="617841"/>
                    <a:pt x="299194" y="617841"/>
                  </a:cubicBezTo>
                  <a:close/>
                  <a:moveTo>
                    <a:pt x="302440" y="647880"/>
                  </a:moveTo>
                  <a:cubicBezTo>
                    <a:pt x="301628" y="647880"/>
                    <a:pt x="300817" y="647068"/>
                    <a:pt x="301628" y="646257"/>
                  </a:cubicBezTo>
                  <a:cubicBezTo>
                    <a:pt x="301628" y="645445"/>
                    <a:pt x="303251" y="645445"/>
                    <a:pt x="304062" y="645445"/>
                  </a:cubicBezTo>
                  <a:cubicBezTo>
                    <a:pt x="304873" y="646257"/>
                    <a:pt x="304873" y="647880"/>
                    <a:pt x="302440" y="647880"/>
                  </a:cubicBezTo>
                  <a:close/>
                  <a:moveTo>
                    <a:pt x="303251" y="638138"/>
                  </a:moveTo>
                  <a:lnTo>
                    <a:pt x="300817" y="640574"/>
                  </a:lnTo>
                  <a:lnTo>
                    <a:pt x="302440" y="637326"/>
                  </a:lnTo>
                  <a:cubicBezTo>
                    <a:pt x="303251" y="635702"/>
                    <a:pt x="304873" y="634078"/>
                    <a:pt x="304873" y="634078"/>
                  </a:cubicBezTo>
                  <a:cubicBezTo>
                    <a:pt x="306496" y="633267"/>
                    <a:pt x="305685" y="635702"/>
                    <a:pt x="303251" y="638138"/>
                  </a:cubicBezTo>
                  <a:close/>
                  <a:moveTo>
                    <a:pt x="304873" y="617841"/>
                  </a:moveTo>
                  <a:cubicBezTo>
                    <a:pt x="304062" y="617841"/>
                    <a:pt x="303251" y="617841"/>
                    <a:pt x="303251" y="617029"/>
                  </a:cubicBezTo>
                  <a:cubicBezTo>
                    <a:pt x="303251" y="616217"/>
                    <a:pt x="304062" y="615405"/>
                    <a:pt x="304873" y="615405"/>
                  </a:cubicBezTo>
                  <a:cubicBezTo>
                    <a:pt x="305685" y="615405"/>
                    <a:pt x="305685" y="615405"/>
                    <a:pt x="305685" y="616217"/>
                  </a:cubicBezTo>
                  <a:cubicBezTo>
                    <a:pt x="305685" y="617029"/>
                    <a:pt x="305685" y="617841"/>
                    <a:pt x="304873" y="617841"/>
                  </a:cubicBezTo>
                  <a:close/>
                  <a:moveTo>
                    <a:pt x="304873" y="611346"/>
                  </a:moveTo>
                  <a:cubicBezTo>
                    <a:pt x="304873" y="610534"/>
                    <a:pt x="305685" y="608098"/>
                    <a:pt x="307307" y="607286"/>
                  </a:cubicBezTo>
                  <a:cubicBezTo>
                    <a:pt x="309741" y="604851"/>
                    <a:pt x="309741" y="608098"/>
                    <a:pt x="307307" y="610534"/>
                  </a:cubicBezTo>
                  <a:cubicBezTo>
                    <a:pt x="304873" y="613781"/>
                    <a:pt x="304873" y="613781"/>
                    <a:pt x="304873" y="611346"/>
                  </a:cubicBezTo>
                  <a:close/>
                  <a:moveTo>
                    <a:pt x="314609" y="609722"/>
                  </a:moveTo>
                  <a:cubicBezTo>
                    <a:pt x="313798" y="610534"/>
                    <a:pt x="312987" y="610534"/>
                    <a:pt x="312987" y="609722"/>
                  </a:cubicBezTo>
                  <a:cubicBezTo>
                    <a:pt x="312987" y="608910"/>
                    <a:pt x="312175" y="609722"/>
                    <a:pt x="310553" y="611346"/>
                  </a:cubicBezTo>
                  <a:cubicBezTo>
                    <a:pt x="307307" y="614593"/>
                    <a:pt x="308119" y="613781"/>
                    <a:pt x="309741" y="608098"/>
                  </a:cubicBezTo>
                  <a:cubicBezTo>
                    <a:pt x="311364" y="603227"/>
                    <a:pt x="312987" y="602415"/>
                    <a:pt x="314609" y="605663"/>
                  </a:cubicBezTo>
                  <a:cubicBezTo>
                    <a:pt x="315420" y="606474"/>
                    <a:pt x="314609" y="606474"/>
                    <a:pt x="313798" y="606474"/>
                  </a:cubicBezTo>
                  <a:cubicBezTo>
                    <a:pt x="312987" y="605663"/>
                    <a:pt x="312175" y="605663"/>
                    <a:pt x="312175" y="606474"/>
                  </a:cubicBezTo>
                  <a:cubicBezTo>
                    <a:pt x="312175" y="607286"/>
                    <a:pt x="312987" y="608098"/>
                    <a:pt x="313798" y="608098"/>
                  </a:cubicBezTo>
                  <a:cubicBezTo>
                    <a:pt x="315420" y="608098"/>
                    <a:pt x="315420" y="608910"/>
                    <a:pt x="314609" y="609722"/>
                  </a:cubicBezTo>
                  <a:close/>
                  <a:moveTo>
                    <a:pt x="315420" y="587801"/>
                  </a:moveTo>
                  <a:cubicBezTo>
                    <a:pt x="313798" y="590237"/>
                    <a:pt x="312987" y="592673"/>
                    <a:pt x="312987" y="593484"/>
                  </a:cubicBezTo>
                  <a:cubicBezTo>
                    <a:pt x="312987" y="594296"/>
                    <a:pt x="312175" y="596732"/>
                    <a:pt x="311364" y="597544"/>
                  </a:cubicBezTo>
                  <a:cubicBezTo>
                    <a:pt x="309741" y="598356"/>
                    <a:pt x="310553" y="596732"/>
                    <a:pt x="312175" y="590237"/>
                  </a:cubicBezTo>
                  <a:cubicBezTo>
                    <a:pt x="313798" y="585366"/>
                    <a:pt x="315420" y="581306"/>
                    <a:pt x="317043" y="581306"/>
                  </a:cubicBezTo>
                  <a:cubicBezTo>
                    <a:pt x="318666" y="581306"/>
                    <a:pt x="318666" y="583742"/>
                    <a:pt x="315420" y="587801"/>
                  </a:cubicBezTo>
                  <a:close/>
                  <a:moveTo>
                    <a:pt x="318666" y="606474"/>
                  </a:moveTo>
                  <a:cubicBezTo>
                    <a:pt x="318666" y="605663"/>
                    <a:pt x="318666" y="604851"/>
                    <a:pt x="318666" y="604039"/>
                  </a:cubicBezTo>
                  <a:cubicBezTo>
                    <a:pt x="319477" y="603227"/>
                    <a:pt x="319477" y="604039"/>
                    <a:pt x="319477" y="605663"/>
                  </a:cubicBezTo>
                  <a:cubicBezTo>
                    <a:pt x="319477" y="607286"/>
                    <a:pt x="318666" y="608098"/>
                    <a:pt x="318666" y="606474"/>
                  </a:cubicBezTo>
                  <a:close/>
                  <a:moveTo>
                    <a:pt x="321100" y="584554"/>
                  </a:moveTo>
                  <a:cubicBezTo>
                    <a:pt x="320288" y="584554"/>
                    <a:pt x="320288" y="585366"/>
                    <a:pt x="319477" y="586989"/>
                  </a:cubicBezTo>
                  <a:cubicBezTo>
                    <a:pt x="319477" y="588613"/>
                    <a:pt x="319477" y="590237"/>
                    <a:pt x="318666" y="590237"/>
                  </a:cubicBezTo>
                  <a:cubicBezTo>
                    <a:pt x="317854" y="590237"/>
                    <a:pt x="317043" y="590237"/>
                    <a:pt x="317043" y="589425"/>
                  </a:cubicBezTo>
                  <a:cubicBezTo>
                    <a:pt x="317043" y="587801"/>
                    <a:pt x="321100" y="579683"/>
                    <a:pt x="321911" y="579683"/>
                  </a:cubicBezTo>
                  <a:cubicBezTo>
                    <a:pt x="321911" y="579683"/>
                    <a:pt x="322722" y="580494"/>
                    <a:pt x="322722" y="582118"/>
                  </a:cubicBezTo>
                  <a:cubicBezTo>
                    <a:pt x="321911" y="583742"/>
                    <a:pt x="321911" y="584554"/>
                    <a:pt x="321100" y="584554"/>
                  </a:cubicBezTo>
                  <a:close/>
                  <a:moveTo>
                    <a:pt x="317854" y="580494"/>
                  </a:moveTo>
                  <a:cubicBezTo>
                    <a:pt x="316232" y="580494"/>
                    <a:pt x="317043" y="577247"/>
                    <a:pt x="319477" y="573187"/>
                  </a:cubicBezTo>
                  <a:cubicBezTo>
                    <a:pt x="321100" y="571564"/>
                    <a:pt x="321911" y="570752"/>
                    <a:pt x="321911" y="570752"/>
                  </a:cubicBezTo>
                  <a:cubicBezTo>
                    <a:pt x="321911" y="573187"/>
                    <a:pt x="318666" y="580494"/>
                    <a:pt x="317854" y="580494"/>
                  </a:cubicBezTo>
                  <a:close/>
                  <a:moveTo>
                    <a:pt x="321911" y="568316"/>
                  </a:moveTo>
                  <a:cubicBezTo>
                    <a:pt x="321100" y="567504"/>
                    <a:pt x="321100" y="566692"/>
                    <a:pt x="322722" y="565069"/>
                  </a:cubicBezTo>
                  <a:cubicBezTo>
                    <a:pt x="323534" y="563445"/>
                    <a:pt x="325156" y="562633"/>
                    <a:pt x="325968" y="562633"/>
                  </a:cubicBezTo>
                  <a:cubicBezTo>
                    <a:pt x="325968" y="562633"/>
                    <a:pt x="325968" y="562633"/>
                    <a:pt x="325156" y="566692"/>
                  </a:cubicBezTo>
                  <a:cubicBezTo>
                    <a:pt x="324345" y="568316"/>
                    <a:pt x="323534" y="569128"/>
                    <a:pt x="321911" y="568316"/>
                  </a:cubicBezTo>
                  <a:close/>
                  <a:moveTo>
                    <a:pt x="325968" y="573187"/>
                  </a:moveTo>
                  <a:cubicBezTo>
                    <a:pt x="325156" y="574811"/>
                    <a:pt x="323534" y="575623"/>
                    <a:pt x="323534" y="575623"/>
                  </a:cubicBezTo>
                  <a:cubicBezTo>
                    <a:pt x="323534" y="574811"/>
                    <a:pt x="324345" y="573187"/>
                    <a:pt x="325968" y="571564"/>
                  </a:cubicBezTo>
                  <a:cubicBezTo>
                    <a:pt x="328401" y="568316"/>
                    <a:pt x="328401" y="569128"/>
                    <a:pt x="325968" y="573187"/>
                  </a:cubicBezTo>
                  <a:close/>
                  <a:moveTo>
                    <a:pt x="327590" y="588613"/>
                  </a:moveTo>
                  <a:cubicBezTo>
                    <a:pt x="326779" y="588613"/>
                    <a:pt x="326779" y="587801"/>
                    <a:pt x="326779" y="587801"/>
                  </a:cubicBezTo>
                  <a:cubicBezTo>
                    <a:pt x="326779" y="586989"/>
                    <a:pt x="327590" y="586177"/>
                    <a:pt x="327590" y="585366"/>
                  </a:cubicBezTo>
                  <a:cubicBezTo>
                    <a:pt x="328401" y="584554"/>
                    <a:pt x="329213" y="585366"/>
                    <a:pt x="329213" y="586177"/>
                  </a:cubicBezTo>
                  <a:cubicBezTo>
                    <a:pt x="329213" y="586989"/>
                    <a:pt x="328401" y="588613"/>
                    <a:pt x="327590" y="588613"/>
                  </a:cubicBezTo>
                  <a:close/>
                  <a:moveTo>
                    <a:pt x="335703" y="582118"/>
                  </a:moveTo>
                  <a:cubicBezTo>
                    <a:pt x="334892" y="581306"/>
                    <a:pt x="335703" y="579683"/>
                    <a:pt x="335703" y="577247"/>
                  </a:cubicBezTo>
                  <a:cubicBezTo>
                    <a:pt x="336515" y="573999"/>
                    <a:pt x="336515" y="573999"/>
                    <a:pt x="336515" y="578059"/>
                  </a:cubicBezTo>
                  <a:cubicBezTo>
                    <a:pt x="336515" y="581306"/>
                    <a:pt x="336515" y="582930"/>
                    <a:pt x="335703" y="582118"/>
                  </a:cubicBezTo>
                  <a:close/>
                  <a:moveTo>
                    <a:pt x="338137" y="568316"/>
                  </a:moveTo>
                  <a:cubicBezTo>
                    <a:pt x="337326" y="569128"/>
                    <a:pt x="337326" y="569128"/>
                    <a:pt x="335703" y="568316"/>
                  </a:cubicBezTo>
                  <a:cubicBezTo>
                    <a:pt x="334892" y="567504"/>
                    <a:pt x="335703" y="566692"/>
                    <a:pt x="336515" y="565880"/>
                  </a:cubicBezTo>
                  <a:cubicBezTo>
                    <a:pt x="338949" y="565069"/>
                    <a:pt x="338949" y="565069"/>
                    <a:pt x="338137" y="568316"/>
                  </a:cubicBezTo>
                  <a:close/>
                  <a:moveTo>
                    <a:pt x="338949" y="547207"/>
                  </a:moveTo>
                  <a:cubicBezTo>
                    <a:pt x="338137" y="548019"/>
                    <a:pt x="336515" y="550455"/>
                    <a:pt x="334892" y="553702"/>
                  </a:cubicBezTo>
                  <a:lnTo>
                    <a:pt x="331647" y="559386"/>
                  </a:lnTo>
                  <a:lnTo>
                    <a:pt x="333269" y="549643"/>
                  </a:lnTo>
                  <a:lnTo>
                    <a:pt x="330836" y="555326"/>
                  </a:lnTo>
                  <a:cubicBezTo>
                    <a:pt x="329213" y="559386"/>
                    <a:pt x="327590" y="561009"/>
                    <a:pt x="326779" y="560197"/>
                  </a:cubicBezTo>
                  <a:cubicBezTo>
                    <a:pt x="325968" y="559386"/>
                    <a:pt x="324345" y="559386"/>
                    <a:pt x="323534" y="559386"/>
                  </a:cubicBezTo>
                  <a:cubicBezTo>
                    <a:pt x="322722" y="559386"/>
                    <a:pt x="321911" y="559386"/>
                    <a:pt x="321911" y="558574"/>
                  </a:cubicBezTo>
                  <a:cubicBezTo>
                    <a:pt x="321911" y="557762"/>
                    <a:pt x="322722" y="556950"/>
                    <a:pt x="324345" y="557762"/>
                  </a:cubicBezTo>
                  <a:cubicBezTo>
                    <a:pt x="325968" y="557762"/>
                    <a:pt x="327590" y="557762"/>
                    <a:pt x="328401" y="556950"/>
                  </a:cubicBezTo>
                  <a:cubicBezTo>
                    <a:pt x="329213" y="556138"/>
                    <a:pt x="329213" y="555326"/>
                    <a:pt x="329213" y="555326"/>
                  </a:cubicBezTo>
                  <a:cubicBezTo>
                    <a:pt x="329213" y="555326"/>
                    <a:pt x="329213" y="553702"/>
                    <a:pt x="330024" y="552079"/>
                  </a:cubicBezTo>
                  <a:cubicBezTo>
                    <a:pt x="331647" y="549643"/>
                    <a:pt x="331647" y="548831"/>
                    <a:pt x="330024" y="548019"/>
                  </a:cubicBezTo>
                  <a:cubicBezTo>
                    <a:pt x="328401" y="547207"/>
                    <a:pt x="327590" y="548831"/>
                    <a:pt x="327590" y="551267"/>
                  </a:cubicBezTo>
                  <a:cubicBezTo>
                    <a:pt x="327590" y="552079"/>
                    <a:pt x="326779" y="552890"/>
                    <a:pt x="325156" y="554514"/>
                  </a:cubicBezTo>
                  <a:cubicBezTo>
                    <a:pt x="323534" y="556138"/>
                    <a:pt x="322722" y="556138"/>
                    <a:pt x="322722" y="555326"/>
                  </a:cubicBezTo>
                  <a:cubicBezTo>
                    <a:pt x="322722" y="554514"/>
                    <a:pt x="323534" y="553702"/>
                    <a:pt x="323534" y="553702"/>
                  </a:cubicBezTo>
                  <a:cubicBezTo>
                    <a:pt x="324345" y="553702"/>
                    <a:pt x="325156" y="552890"/>
                    <a:pt x="325156" y="552079"/>
                  </a:cubicBezTo>
                  <a:cubicBezTo>
                    <a:pt x="325156" y="549643"/>
                    <a:pt x="333269" y="532593"/>
                    <a:pt x="334892" y="532593"/>
                  </a:cubicBezTo>
                  <a:cubicBezTo>
                    <a:pt x="337326" y="532593"/>
                    <a:pt x="335703" y="535029"/>
                    <a:pt x="333269" y="538277"/>
                  </a:cubicBezTo>
                  <a:lnTo>
                    <a:pt x="330024" y="541524"/>
                  </a:lnTo>
                  <a:lnTo>
                    <a:pt x="333269" y="542336"/>
                  </a:lnTo>
                  <a:cubicBezTo>
                    <a:pt x="336515" y="543148"/>
                    <a:pt x="336515" y="543148"/>
                    <a:pt x="334892" y="546395"/>
                  </a:cubicBezTo>
                  <a:cubicBezTo>
                    <a:pt x="334081" y="548019"/>
                    <a:pt x="334081" y="548831"/>
                    <a:pt x="334892" y="548831"/>
                  </a:cubicBezTo>
                  <a:cubicBezTo>
                    <a:pt x="335703" y="548831"/>
                    <a:pt x="336515" y="548019"/>
                    <a:pt x="336515" y="547207"/>
                  </a:cubicBezTo>
                  <a:cubicBezTo>
                    <a:pt x="336515" y="545583"/>
                    <a:pt x="337326" y="544772"/>
                    <a:pt x="338949" y="544772"/>
                  </a:cubicBezTo>
                  <a:cubicBezTo>
                    <a:pt x="340571" y="543148"/>
                    <a:pt x="341383" y="544772"/>
                    <a:pt x="338949" y="547207"/>
                  </a:cubicBezTo>
                  <a:close/>
                  <a:moveTo>
                    <a:pt x="341383" y="542336"/>
                  </a:moveTo>
                  <a:cubicBezTo>
                    <a:pt x="340571" y="542336"/>
                    <a:pt x="340571" y="541524"/>
                    <a:pt x="340571" y="540712"/>
                  </a:cubicBezTo>
                  <a:cubicBezTo>
                    <a:pt x="340571" y="539900"/>
                    <a:pt x="341383" y="539089"/>
                    <a:pt x="341383" y="539089"/>
                  </a:cubicBezTo>
                  <a:cubicBezTo>
                    <a:pt x="342194" y="538277"/>
                    <a:pt x="342194" y="539089"/>
                    <a:pt x="342194" y="539900"/>
                  </a:cubicBezTo>
                  <a:cubicBezTo>
                    <a:pt x="342194" y="541524"/>
                    <a:pt x="342194" y="542336"/>
                    <a:pt x="341383" y="542336"/>
                  </a:cubicBezTo>
                  <a:close/>
                  <a:moveTo>
                    <a:pt x="350307" y="543148"/>
                  </a:moveTo>
                  <a:cubicBezTo>
                    <a:pt x="348684" y="543960"/>
                    <a:pt x="347873" y="543960"/>
                    <a:pt x="349496" y="542336"/>
                  </a:cubicBezTo>
                  <a:cubicBezTo>
                    <a:pt x="350307" y="541524"/>
                    <a:pt x="351118" y="541524"/>
                    <a:pt x="351930" y="541524"/>
                  </a:cubicBezTo>
                  <a:cubicBezTo>
                    <a:pt x="351930" y="541524"/>
                    <a:pt x="351930" y="542336"/>
                    <a:pt x="350307" y="543148"/>
                  </a:cubicBezTo>
                  <a:close/>
                  <a:moveTo>
                    <a:pt x="388439" y="455465"/>
                  </a:moveTo>
                  <a:cubicBezTo>
                    <a:pt x="387628" y="454653"/>
                    <a:pt x="386005" y="455465"/>
                    <a:pt x="385194" y="457900"/>
                  </a:cubicBezTo>
                  <a:cubicBezTo>
                    <a:pt x="382760" y="461960"/>
                    <a:pt x="382760" y="461960"/>
                    <a:pt x="385194" y="461960"/>
                  </a:cubicBezTo>
                  <a:cubicBezTo>
                    <a:pt x="386005" y="461960"/>
                    <a:pt x="386816" y="462772"/>
                    <a:pt x="386005" y="463584"/>
                  </a:cubicBezTo>
                  <a:cubicBezTo>
                    <a:pt x="386005" y="464395"/>
                    <a:pt x="384382" y="464395"/>
                    <a:pt x="382760" y="463584"/>
                  </a:cubicBezTo>
                  <a:cubicBezTo>
                    <a:pt x="381137" y="462772"/>
                    <a:pt x="381137" y="463584"/>
                    <a:pt x="381948" y="464395"/>
                  </a:cubicBezTo>
                  <a:cubicBezTo>
                    <a:pt x="382760" y="465207"/>
                    <a:pt x="381948" y="466831"/>
                    <a:pt x="380326" y="467643"/>
                  </a:cubicBezTo>
                  <a:cubicBezTo>
                    <a:pt x="377892" y="469267"/>
                    <a:pt x="376269" y="467643"/>
                    <a:pt x="377080" y="464395"/>
                  </a:cubicBezTo>
                  <a:cubicBezTo>
                    <a:pt x="377080" y="463584"/>
                    <a:pt x="377080" y="463584"/>
                    <a:pt x="376269" y="464395"/>
                  </a:cubicBezTo>
                  <a:cubicBezTo>
                    <a:pt x="373835" y="466831"/>
                    <a:pt x="377080" y="470079"/>
                    <a:pt x="380326" y="469267"/>
                  </a:cubicBezTo>
                  <a:cubicBezTo>
                    <a:pt x="381137" y="469267"/>
                    <a:pt x="382760" y="469267"/>
                    <a:pt x="383571" y="470079"/>
                  </a:cubicBezTo>
                  <a:cubicBezTo>
                    <a:pt x="384382" y="470890"/>
                    <a:pt x="383571" y="471702"/>
                    <a:pt x="381137" y="471702"/>
                  </a:cubicBezTo>
                  <a:cubicBezTo>
                    <a:pt x="379514" y="471702"/>
                    <a:pt x="378703" y="472514"/>
                    <a:pt x="378703" y="473326"/>
                  </a:cubicBezTo>
                  <a:cubicBezTo>
                    <a:pt x="378703" y="474138"/>
                    <a:pt x="377892" y="474950"/>
                    <a:pt x="377080" y="474950"/>
                  </a:cubicBezTo>
                  <a:cubicBezTo>
                    <a:pt x="376269" y="474950"/>
                    <a:pt x="374647" y="474950"/>
                    <a:pt x="373835" y="475762"/>
                  </a:cubicBezTo>
                  <a:cubicBezTo>
                    <a:pt x="373024" y="476574"/>
                    <a:pt x="373835" y="476574"/>
                    <a:pt x="374647" y="475762"/>
                  </a:cubicBezTo>
                  <a:cubicBezTo>
                    <a:pt x="377080" y="474138"/>
                    <a:pt x="377080" y="476574"/>
                    <a:pt x="373835" y="479009"/>
                  </a:cubicBezTo>
                  <a:cubicBezTo>
                    <a:pt x="373024" y="479821"/>
                    <a:pt x="372212" y="480633"/>
                    <a:pt x="373835" y="479821"/>
                  </a:cubicBezTo>
                  <a:cubicBezTo>
                    <a:pt x="375458" y="479009"/>
                    <a:pt x="375458" y="479009"/>
                    <a:pt x="374647" y="480633"/>
                  </a:cubicBezTo>
                  <a:cubicBezTo>
                    <a:pt x="373835" y="482257"/>
                    <a:pt x="373835" y="483069"/>
                    <a:pt x="373835" y="483881"/>
                  </a:cubicBezTo>
                  <a:cubicBezTo>
                    <a:pt x="373835" y="483881"/>
                    <a:pt x="373024" y="484692"/>
                    <a:pt x="371401" y="484692"/>
                  </a:cubicBezTo>
                  <a:cubicBezTo>
                    <a:pt x="369779" y="484692"/>
                    <a:pt x="368967" y="484692"/>
                    <a:pt x="368967" y="485504"/>
                  </a:cubicBezTo>
                  <a:cubicBezTo>
                    <a:pt x="368967" y="486316"/>
                    <a:pt x="368156" y="487940"/>
                    <a:pt x="366533" y="488752"/>
                  </a:cubicBezTo>
                  <a:cubicBezTo>
                    <a:pt x="364911" y="489564"/>
                    <a:pt x="364099" y="491999"/>
                    <a:pt x="364911" y="493623"/>
                  </a:cubicBezTo>
                  <a:cubicBezTo>
                    <a:pt x="365722" y="495247"/>
                    <a:pt x="364911" y="496059"/>
                    <a:pt x="364911" y="494435"/>
                  </a:cubicBezTo>
                  <a:cubicBezTo>
                    <a:pt x="364099" y="494435"/>
                    <a:pt x="361665" y="495247"/>
                    <a:pt x="360043" y="498494"/>
                  </a:cubicBezTo>
                  <a:cubicBezTo>
                    <a:pt x="357609" y="502554"/>
                    <a:pt x="357609" y="503366"/>
                    <a:pt x="359232" y="503366"/>
                  </a:cubicBezTo>
                  <a:cubicBezTo>
                    <a:pt x="360043" y="503366"/>
                    <a:pt x="360854" y="504178"/>
                    <a:pt x="360854" y="504989"/>
                  </a:cubicBezTo>
                  <a:cubicBezTo>
                    <a:pt x="360854" y="507425"/>
                    <a:pt x="356798" y="510673"/>
                    <a:pt x="355175" y="509861"/>
                  </a:cubicBezTo>
                  <a:cubicBezTo>
                    <a:pt x="354364" y="509861"/>
                    <a:pt x="354364" y="509861"/>
                    <a:pt x="354364" y="510673"/>
                  </a:cubicBezTo>
                  <a:cubicBezTo>
                    <a:pt x="354364" y="511485"/>
                    <a:pt x="355175" y="512296"/>
                    <a:pt x="355986" y="512296"/>
                  </a:cubicBezTo>
                  <a:cubicBezTo>
                    <a:pt x="356798" y="512296"/>
                    <a:pt x="355986" y="513108"/>
                    <a:pt x="353552" y="514732"/>
                  </a:cubicBezTo>
                  <a:cubicBezTo>
                    <a:pt x="351118" y="515544"/>
                    <a:pt x="348684" y="517980"/>
                    <a:pt x="348684" y="520415"/>
                  </a:cubicBezTo>
                  <a:cubicBezTo>
                    <a:pt x="347873" y="523663"/>
                    <a:pt x="348684" y="524475"/>
                    <a:pt x="351118" y="522039"/>
                  </a:cubicBezTo>
                  <a:cubicBezTo>
                    <a:pt x="351930" y="521227"/>
                    <a:pt x="351930" y="521227"/>
                    <a:pt x="353552" y="522039"/>
                  </a:cubicBezTo>
                  <a:cubicBezTo>
                    <a:pt x="354364" y="522039"/>
                    <a:pt x="354364" y="522851"/>
                    <a:pt x="354364" y="523663"/>
                  </a:cubicBezTo>
                  <a:cubicBezTo>
                    <a:pt x="354364" y="524475"/>
                    <a:pt x="353552" y="524475"/>
                    <a:pt x="352741" y="524475"/>
                  </a:cubicBezTo>
                  <a:cubicBezTo>
                    <a:pt x="351930" y="524475"/>
                    <a:pt x="351118" y="524475"/>
                    <a:pt x="350307" y="525287"/>
                  </a:cubicBezTo>
                  <a:cubicBezTo>
                    <a:pt x="349496" y="526098"/>
                    <a:pt x="349496" y="526098"/>
                    <a:pt x="348684" y="526098"/>
                  </a:cubicBezTo>
                  <a:cubicBezTo>
                    <a:pt x="347873" y="526098"/>
                    <a:pt x="347062" y="526910"/>
                    <a:pt x="345439" y="527722"/>
                  </a:cubicBezTo>
                  <a:cubicBezTo>
                    <a:pt x="344628" y="528534"/>
                    <a:pt x="343816" y="530158"/>
                    <a:pt x="343816" y="530158"/>
                  </a:cubicBezTo>
                  <a:cubicBezTo>
                    <a:pt x="344628" y="530158"/>
                    <a:pt x="338949" y="542336"/>
                    <a:pt x="338137" y="542336"/>
                  </a:cubicBezTo>
                  <a:cubicBezTo>
                    <a:pt x="336515" y="542336"/>
                    <a:pt x="338137" y="535029"/>
                    <a:pt x="340571" y="532593"/>
                  </a:cubicBezTo>
                  <a:cubicBezTo>
                    <a:pt x="343005" y="530158"/>
                    <a:pt x="343005" y="522039"/>
                    <a:pt x="341383" y="523663"/>
                  </a:cubicBezTo>
                  <a:cubicBezTo>
                    <a:pt x="339760" y="524475"/>
                    <a:pt x="340571" y="522851"/>
                    <a:pt x="342194" y="519603"/>
                  </a:cubicBezTo>
                  <a:cubicBezTo>
                    <a:pt x="343005" y="517980"/>
                    <a:pt x="343816" y="517980"/>
                    <a:pt x="343816" y="518791"/>
                  </a:cubicBezTo>
                  <a:cubicBezTo>
                    <a:pt x="343816" y="521227"/>
                    <a:pt x="347873" y="521227"/>
                    <a:pt x="347873" y="517980"/>
                  </a:cubicBezTo>
                  <a:cubicBezTo>
                    <a:pt x="347873" y="517168"/>
                    <a:pt x="348684" y="514732"/>
                    <a:pt x="350307" y="513920"/>
                  </a:cubicBezTo>
                  <a:cubicBezTo>
                    <a:pt x="352741" y="511485"/>
                    <a:pt x="351930" y="509049"/>
                    <a:pt x="348684" y="510673"/>
                  </a:cubicBezTo>
                  <a:cubicBezTo>
                    <a:pt x="347062" y="511485"/>
                    <a:pt x="347062" y="511485"/>
                    <a:pt x="348684" y="509049"/>
                  </a:cubicBezTo>
                  <a:cubicBezTo>
                    <a:pt x="349496" y="506613"/>
                    <a:pt x="351118" y="506613"/>
                    <a:pt x="351930" y="507425"/>
                  </a:cubicBezTo>
                  <a:cubicBezTo>
                    <a:pt x="354364" y="509861"/>
                    <a:pt x="355175" y="508237"/>
                    <a:pt x="355986" y="504178"/>
                  </a:cubicBezTo>
                  <a:cubicBezTo>
                    <a:pt x="355986" y="501742"/>
                    <a:pt x="355986" y="501742"/>
                    <a:pt x="355175" y="503366"/>
                  </a:cubicBezTo>
                  <a:cubicBezTo>
                    <a:pt x="353552" y="505801"/>
                    <a:pt x="351118" y="504178"/>
                    <a:pt x="352741" y="500930"/>
                  </a:cubicBezTo>
                  <a:cubicBezTo>
                    <a:pt x="353552" y="500118"/>
                    <a:pt x="354364" y="499306"/>
                    <a:pt x="355986" y="500118"/>
                  </a:cubicBezTo>
                  <a:cubicBezTo>
                    <a:pt x="356798" y="500118"/>
                    <a:pt x="358420" y="500118"/>
                    <a:pt x="359232" y="497683"/>
                  </a:cubicBezTo>
                  <a:cubicBezTo>
                    <a:pt x="360043" y="496059"/>
                    <a:pt x="361665" y="494435"/>
                    <a:pt x="362477" y="494435"/>
                  </a:cubicBezTo>
                  <a:cubicBezTo>
                    <a:pt x="363288" y="494435"/>
                    <a:pt x="363288" y="493623"/>
                    <a:pt x="361665" y="492811"/>
                  </a:cubicBezTo>
                  <a:cubicBezTo>
                    <a:pt x="359232" y="491999"/>
                    <a:pt x="359232" y="490376"/>
                    <a:pt x="360854" y="487940"/>
                  </a:cubicBezTo>
                  <a:cubicBezTo>
                    <a:pt x="361665" y="486316"/>
                    <a:pt x="363288" y="483069"/>
                    <a:pt x="364099" y="481445"/>
                  </a:cubicBezTo>
                  <a:cubicBezTo>
                    <a:pt x="364911" y="479821"/>
                    <a:pt x="366533" y="478197"/>
                    <a:pt x="367345" y="477386"/>
                  </a:cubicBezTo>
                  <a:cubicBezTo>
                    <a:pt x="368156" y="477386"/>
                    <a:pt x="368967" y="475762"/>
                    <a:pt x="368156" y="474950"/>
                  </a:cubicBezTo>
                  <a:cubicBezTo>
                    <a:pt x="367345" y="474138"/>
                    <a:pt x="368156" y="473326"/>
                    <a:pt x="369779" y="473326"/>
                  </a:cubicBezTo>
                  <a:cubicBezTo>
                    <a:pt x="371401" y="473326"/>
                    <a:pt x="372212" y="471702"/>
                    <a:pt x="372212" y="470890"/>
                  </a:cubicBezTo>
                  <a:cubicBezTo>
                    <a:pt x="371401" y="468455"/>
                    <a:pt x="377080" y="458712"/>
                    <a:pt x="378703" y="460336"/>
                  </a:cubicBezTo>
                  <a:cubicBezTo>
                    <a:pt x="379514" y="461148"/>
                    <a:pt x="379514" y="461148"/>
                    <a:pt x="378703" y="461960"/>
                  </a:cubicBezTo>
                  <a:cubicBezTo>
                    <a:pt x="377892" y="462772"/>
                    <a:pt x="377892" y="462772"/>
                    <a:pt x="379514" y="463584"/>
                  </a:cubicBezTo>
                  <a:cubicBezTo>
                    <a:pt x="381137" y="464395"/>
                    <a:pt x="381948" y="463584"/>
                    <a:pt x="381948" y="461960"/>
                  </a:cubicBezTo>
                  <a:cubicBezTo>
                    <a:pt x="381948" y="461148"/>
                    <a:pt x="382760" y="458712"/>
                    <a:pt x="383571" y="457089"/>
                  </a:cubicBezTo>
                  <a:cubicBezTo>
                    <a:pt x="384382" y="455465"/>
                    <a:pt x="386005" y="453029"/>
                    <a:pt x="386816" y="451405"/>
                  </a:cubicBezTo>
                  <a:cubicBezTo>
                    <a:pt x="387628" y="448158"/>
                    <a:pt x="387628" y="448158"/>
                    <a:pt x="386005" y="450593"/>
                  </a:cubicBezTo>
                  <a:cubicBezTo>
                    <a:pt x="383571" y="453029"/>
                    <a:pt x="383571" y="452217"/>
                    <a:pt x="386005" y="448158"/>
                  </a:cubicBezTo>
                  <a:cubicBezTo>
                    <a:pt x="390061" y="440039"/>
                    <a:pt x="390873" y="440039"/>
                    <a:pt x="390873" y="444098"/>
                  </a:cubicBezTo>
                  <a:cubicBezTo>
                    <a:pt x="390873" y="446534"/>
                    <a:pt x="390873" y="448158"/>
                    <a:pt x="392495" y="448158"/>
                  </a:cubicBezTo>
                  <a:cubicBezTo>
                    <a:pt x="393307" y="448158"/>
                    <a:pt x="393307" y="448158"/>
                    <a:pt x="392495" y="450593"/>
                  </a:cubicBezTo>
                  <a:cubicBezTo>
                    <a:pt x="391684" y="453029"/>
                    <a:pt x="391684" y="453841"/>
                    <a:pt x="393307" y="453029"/>
                  </a:cubicBezTo>
                  <a:cubicBezTo>
                    <a:pt x="394118" y="452217"/>
                    <a:pt x="394929" y="453029"/>
                    <a:pt x="394929" y="455465"/>
                  </a:cubicBezTo>
                  <a:cubicBezTo>
                    <a:pt x="392495" y="456277"/>
                    <a:pt x="390873" y="457900"/>
                    <a:pt x="388439" y="455465"/>
                  </a:cubicBezTo>
                  <a:close/>
                  <a:moveTo>
                    <a:pt x="394118" y="463584"/>
                  </a:moveTo>
                  <a:cubicBezTo>
                    <a:pt x="393307" y="463584"/>
                    <a:pt x="392495" y="463584"/>
                    <a:pt x="392495" y="462772"/>
                  </a:cubicBezTo>
                  <a:cubicBezTo>
                    <a:pt x="392495" y="461960"/>
                    <a:pt x="393307" y="461148"/>
                    <a:pt x="394118" y="461148"/>
                  </a:cubicBezTo>
                  <a:cubicBezTo>
                    <a:pt x="394929" y="461148"/>
                    <a:pt x="394929" y="461148"/>
                    <a:pt x="394929" y="461960"/>
                  </a:cubicBezTo>
                  <a:cubicBezTo>
                    <a:pt x="394929" y="461960"/>
                    <a:pt x="394929" y="463584"/>
                    <a:pt x="394118" y="463584"/>
                  </a:cubicBezTo>
                  <a:close/>
                  <a:moveTo>
                    <a:pt x="399797" y="453841"/>
                  </a:moveTo>
                  <a:cubicBezTo>
                    <a:pt x="398175" y="454653"/>
                    <a:pt x="395741" y="453841"/>
                    <a:pt x="397363" y="452217"/>
                  </a:cubicBezTo>
                  <a:cubicBezTo>
                    <a:pt x="398175" y="451405"/>
                    <a:pt x="398986" y="451405"/>
                    <a:pt x="399797" y="452217"/>
                  </a:cubicBezTo>
                  <a:cubicBezTo>
                    <a:pt x="400608" y="452217"/>
                    <a:pt x="401420" y="453029"/>
                    <a:pt x="399797" y="453841"/>
                  </a:cubicBezTo>
                  <a:close/>
                  <a:moveTo>
                    <a:pt x="421703" y="402693"/>
                  </a:moveTo>
                  <a:cubicBezTo>
                    <a:pt x="422514" y="403504"/>
                    <a:pt x="422514" y="404316"/>
                    <a:pt x="421703" y="403504"/>
                  </a:cubicBezTo>
                  <a:cubicBezTo>
                    <a:pt x="420891" y="403504"/>
                    <a:pt x="419269" y="402693"/>
                    <a:pt x="418458" y="401069"/>
                  </a:cubicBezTo>
                  <a:cubicBezTo>
                    <a:pt x="416835" y="397821"/>
                    <a:pt x="416024" y="400257"/>
                    <a:pt x="418458" y="403504"/>
                  </a:cubicBezTo>
                  <a:cubicBezTo>
                    <a:pt x="419269" y="405128"/>
                    <a:pt x="419269" y="405940"/>
                    <a:pt x="419269" y="405940"/>
                  </a:cubicBezTo>
                  <a:cubicBezTo>
                    <a:pt x="416835" y="405128"/>
                    <a:pt x="409533" y="415683"/>
                    <a:pt x="411156" y="418118"/>
                  </a:cubicBezTo>
                  <a:cubicBezTo>
                    <a:pt x="411967" y="418930"/>
                    <a:pt x="411156" y="419742"/>
                    <a:pt x="410344" y="420554"/>
                  </a:cubicBezTo>
                  <a:cubicBezTo>
                    <a:pt x="407911" y="420554"/>
                    <a:pt x="402231" y="428673"/>
                    <a:pt x="402231" y="431920"/>
                  </a:cubicBezTo>
                  <a:cubicBezTo>
                    <a:pt x="402231" y="432732"/>
                    <a:pt x="400608" y="435168"/>
                    <a:pt x="398986" y="435980"/>
                  </a:cubicBezTo>
                  <a:cubicBezTo>
                    <a:pt x="395741" y="437603"/>
                    <a:pt x="395741" y="437603"/>
                    <a:pt x="395741" y="441663"/>
                  </a:cubicBezTo>
                  <a:cubicBezTo>
                    <a:pt x="395741" y="442475"/>
                    <a:pt x="394929" y="444098"/>
                    <a:pt x="393307" y="444098"/>
                  </a:cubicBezTo>
                  <a:cubicBezTo>
                    <a:pt x="390873" y="444098"/>
                    <a:pt x="390873" y="440851"/>
                    <a:pt x="392495" y="439227"/>
                  </a:cubicBezTo>
                  <a:cubicBezTo>
                    <a:pt x="393307" y="439227"/>
                    <a:pt x="393307" y="437603"/>
                    <a:pt x="393307" y="436792"/>
                  </a:cubicBezTo>
                  <a:cubicBezTo>
                    <a:pt x="392495" y="435980"/>
                    <a:pt x="392495" y="434356"/>
                    <a:pt x="393307" y="432732"/>
                  </a:cubicBezTo>
                  <a:cubicBezTo>
                    <a:pt x="394118" y="430296"/>
                    <a:pt x="394118" y="430296"/>
                    <a:pt x="395741" y="431920"/>
                  </a:cubicBezTo>
                  <a:cubicBezTo>
                    <a:pt x="396552" y="433544"/>
                    <a:pt x="396552" y="432732"/>
                    <a:pt x="398175" y="431920"/>
                  </a:cubicBezTo>
                  <a:cubicBezTo>
                    <a:pt x="398986" y="431108"/>
                    <a:pt x="400608" y="428673"/>
                    <a:pt x="403043" y="426237"/>
                  </a:cubicBezTo>
                  <a:cubicBezTo>
                    <a:pt x="406288" y="422990"/>
                    <a:pt x="406288" y="421366"/>
                    <a:pt x="405476" y="418930"/>
                  </a:cubicBezTo>
                  <a:cubicBezTo>
                    <a:pt x="404665" y="416495"/>
                    <a:pt x="404665" y="416495"/>
                    <a:pt x="406288" y="417306"/>
                  </a:cubicBezTo>
                  <a:cubicBezTo>
                    <a:pt x="408722" y="418118"/>
                    <a:pt x="409533" y="417306"/>
                    <a:pt x="408722" y="414059"/>
                  </a:cubicBezTo>
                  <a:cubicBezTo>
                    <a:pt x="408722" y="413247"/>
                    <a:pt x="408722" y="413247"/>
                    <a:pt x="409533" y="414059"/>
                  </a:cubicBezTo>
                  <a:cubicBezTo>
                    <a:pt x="410344" y="414059"/>
                    <a:pt x="411156" y="414059"/>
                    <a:pt x="410344" y="413247"/>
                  </a:cubicBezTo>
                  <a:cubicBezTo>
                    <a:pt x="410344" y="412435"/>
                    <a:pt x="411156" y="410811"/>
                    <a:pt x="411967" y="410811"/>
                  </a:cubicBezTo>
                  <a:cubicBezTo>
                    <a:pt x="412778" y="410811"/>
                    <a:pt x="412778" y="409999"/>
                    <a:pt x="412778" y="407564"/>
                  </a:cubicBezTo>
                  <a:cubicBezTo>
                    <a:pt x="411967" y="404316"/>
                    <a:pt x="417646" y="397009"/>
                    <a:pt x="420080" y="399445"/>
                  </a:cubicBezTo>
                  <a:cubicBezTo>
                    <a:pt x="420891" y="400257"/>
                    <a:pt x="420891" y="399445"/>
                    <a:pt x="420891" y="397821"/>
                  </a:cubicBezTo>
                  <a:cubicBezTo>
                    <a:pt x="420891" y="397009"/>
                    <a:pt x="420891" y="395386"/>
                    <a:pt x="421703" y="395386"/>
                  </a:cubicBezTo>
                  <a:cubicBezTo>
                    <a:pt x="423325" y="395386"/>
                    <a:pt x="423325" y="400257"/>
                    <a:pt x="421703" y="401881"/>
                  </a:cubicBezTo>
                  <a:cubicBezTo>
                    <a:pt x="420080" y="401069"/>
                    <a:pt x="420080" y="401881"/>
                    <a:pt x="421703" y="402693"/>
                  </a:cubicBezTo>
                  <a:close/>
                  <a:moveTo>
                    <a:pt x="427382" y="391326"/>
                  </a:moveTo>
                  <a:lnTo>
                    <a:pt x="423325" y="393762"/>
                  </a:lnTo>
                  <a:lnTo>
                    <a:pt x="425759" y="390514"/>
                  </a:lnTo>
                  <a:cubicBezTo>
                    <a:pt x="426571" y="388891"/>
                    <a:pt x="429005" y="387267"/>
                    <a:pt x="429816" y="386455"/>
                  </a:cubicBezTo>
                  <a:cubicBezTo>
                    <a:pt x="432250" y="385643"/>
                    <a:pt x="431439" y="388891"/>
                    <a:pt x="427382" y="391326"/>
                  </a:cubicBezTo>
                  <a:close/>
                  <a:moveTo>
                    <a:pt x="434684" y="377524"/>
                  </a:moveTo>
                  <a:cubicBezTo>
                    <a:pt x="432250" y="380772"/>
                    <a:pt x="432250" y="380772"/>
                    <a:pt x="433872" y="377524"/>
                  </a:cubicBezTo>
                  <a:cubicBezTo>
                    <a:pt x="434684" y="375901"/>
                    <a:pt x="436307" y="374277"/>
                    <a:pt x="436307" y="374277"/>
                  </a:cubicBezTo>
                  <a:cubicBezTo>
                    <a:pt x="438740" y="373465"/>
                    <a:pt x="437929" y="374277"/>
                    <a:pt x="434684" y="377524"/>
                  </a:cubicBezTo>
                  <a:close/>
                  <a:moveTo>
                    <a:pt x="499589" y="410811"/>
                  </a:moveTo>
                  <a:cubicBezTo>
                    <a:pt x="497966" y="412435"/>
                    <a:pt x="482551" y="426237"/>
                    <a:pt x="480929" y="426237"/>
                  </a:cubicBezTo>
                  <a:cubicBezTo>
                    <a:pt x="480118" y="426237"/>
                    <a:pt x="479306" y="427049"/>
                    <a:pt x="478495" y="427861"/>
                  </a:cubicBezTo>
                  <a:cubicBezTo>
                    <a:pt x="475250" y="431108"/>
                    <a:pt x="462268" y="437603"/>
                    <a:pt x="460646" y="435980"/>
                  </a:cubicBezTo>
                  <a:cubicBezTo>
                    <a:pt x="458212" y="434356"/>
                    <a:pt x="459023" y="430296"/>
                    <a:pt x="462268" y="428673"/>
                  </a:cubicBezTo>
                  <a:cubicBezTo>
                    <a:pt x="463891" y="427861"/>
                    <a:pt x="469570" y="423801"/>
                    <a:pt x="474438" y="419742"/>
                  </a:cubicBezTo>
                  <a:cubicBezTo>
                    <a:pt x="479306" y="415683"/>
                    <a:pt x="483363" y="412435"/>
                    <a:pt x="484174" y="413247"/>
                  </a:cubicBezTo>
                  <a:cubicBezTo>
                    <a:pt x="485797" y="414059"/>
                    <a:pt x="493910" y="410811"/>
                    <a:pt x="497155" y="406752"/>
                  </a:cubicBezTo>
                  <a:cubicBezTo>
                    <a:pt x="498778" y="405128"/>
                    <a:pt x="501212" y="404316"/>
                    <a:pt x="502834" y="404316"/>
                  </a:cubicBezTo>
                  <a:cubicBezTo>
                    <a:pt x="506079" y="405128"/>
                    <a:pt x="505268" y="405128"/>
                    <a:pt x="499589" y="410811"/>
                  </a:cubicBezTo>
                  <a:close/>
                  <a:moveTo>
                    <a:pt x="769757" y="172119"/>
                  </a:moveTo>
                  <a:cubicBezTo>
                    <a:pt x="771380" y="170495"/>
                    <a:pt x="771380" y="171307"/>
                    <a:pt x="769757" y="174554"/>
                  </a:cubicBezTo>
                  <a:cubicBezTo>
                    <a:pt x="768946" y="176178"/>
                    <a:pt x="768134" y="176178"/>
                    <a:pt x="768134" y="174554"/>
                  </a:cubicBezTo>
                  <a:cubicBezTo>
                    <a:pt x="768134" y="173742"/>
                    <a:pt x="768946" y="172119"/>
                    <a:pt x="769757" y="172119"/>
                  </a:cubicBezTo>
                  <a:close/>
                  <a:moveTo>
                    <a:pt x="753531" y="193227"/>
                  </a:moveTo>
                  <a:cubicBezTo>
                    <a:pt x="754342" y="191604"/>
                    <a:pt x="755964" y="191604"/>
                    <a:pt x="756776" y="191604"/>
                  </a:cubicBezTo>
                  <a:cubicBezTo>
                    <a:pt x="757587" y="192416"/>
                    <a:pt x="753531" y="197287"/>
                    <a:pt x="752720" y="196475"/>
                  </a:cubicBezTo>
                  <a:cubicBezTo>
                    <a:pt x="751908" y="196475"/>
                    <a:pt x="752720" y="194851"/>
                    <a:pt x="753531" y="193227"/>
                  </a:cubicBezTo>
                  <a:close/>
                  <a:moveTo>
                    <a:pt x="734870" y="221643"/>
                  </a:moveTo>
                  <a:cubicBezTo>
                    <a:pt x="735682" y="220020"/>
                    <a:pt x="738116" y="218396"/>
                    <a:pt x="738927" y="217584"/>
                  </a:cubicBezTo>
                  <a:cubicBezTo>
                    <a:pt x="741361" y="217584"/>
                    <a:pt x="741361" y="218396"/>
                    <a:pt x="738927" y="215960"/>
                  </a:cubicBezTo>
                  <a:cubicBezTo>
                    <a:pt x="738116" y="215148"/>
                    <a:pt x="737304" y="214336"/>
                    <a:pt x="738116" y="214336"/>
                  </a:cubicBezTo>
                  <a:cubicBezTo>
                    <a:pt x="738927" y="214336"/>
                    <a:pt x="740550" y="215148"/>
                    <a:pt x="742173" y="215960"/>
                  </a:cubicBezTo>
                  <a:cubicBezTo>
                    <a:pt x="744606" y="218396"/>
                    <a:pt x="743795" y="218396"/>
                    <a:pt x="741361" y="221643"/>
                  </a:cubicBezTo>
                  <a:cubicBezTo>
                    <a:pt x="739738" y="223267"/>
                    <a:pt x="738927" y="223267"/>
                    <a:pt x="738116" y="221643"/>
                  </a:cubicBezTo>
                  <a:cubicBezTo>
                    <a:pt x="737304" y="220831"/>
                    <a:pt x="736493" y="220831"/>
                    <a:pt x="734870" y="221643"/>
                  </a:cubicBezTo>
                  <a:cubicBezTo>
                    <a:pt x="733248" y="224079"/>
                    <a:pt x="733248" y="224079"/>
                    <a:pt x="734870" y="221643"/>
                  </a:cubicBezTo>
                  <a:close/>
                  <a:moveTo>
                    <a:pt x="695116" y="288217"/>
                  </a:moveTo>
                  <a:cubicBezTo>
                    <a:pt x="696739" y="288217"/>
                    <a:pt x="698361" y="288217"/>
                    <a:pt x="699172" y="287406"/>
                  </a:cubicBezTo>
                  <a:cubicBezTo>
                    <a:pt x="700795" y="285782"/>
                    <a:pt x="701607" y="285782"/>
                    <a:pt x="702418" y="287406"/>
                  </a:cubicBezTo>
                  <a:cubicBezTo>
                    <a:pt x="703229" y="288217"/>
                    <a:pt x="702418" y="289029"/>
                    <a:pt x="701607" y="288217"/>
                  </a:cubicBezTo>
                  <a:cubicBezTo>
                    <a:pt x="700795" y="287406"/>
                    <a:pt x="699172" y="288217"/>
                    <a:pt x="698361" y="289841"/>
                  </a:cubicBezTo>
                  <a:cubicBezTo>
                    <a:pt x="696739" y="292277"/>
                    <a:pt x="696739" y="292277"/>
                    <a:pt x="694305" y="291465"/>
                  </a:cubicBezTo>
                  <a:cubicBezTo>
                    <a:pt x="692682" y="289841"/>
                    <a:pt x="691871" y="286594"/>
                    <a:pt x="695116" y="288217"/>
                  </a:cubicBezTo>
                  <a:close/>
                  <a:moveTo>
                    <a:pt x="708097" y="298772"/>
                  </a:moveTo>
                  <a:cubicBezTo>
                    <a:pt x="707286" y="298772"/>
                    <a:pt x="706474" y="298772"/>
                    <a:pt x="706474" y="297960"/>
                  </a:cubicBezTo>
                  <a:cubicBezTo>
                    <a:pt x="706474" y="297148"/>
                    <a:pt x="707286" y="296336"/>
                    <a:pt x="708097" y="296336"/>
                  </a:cubicBezTo>
                  <a:cubicBezTo>
                    <a:pt x="708908" y="296336"/>
                    <a:pt x="709720" y="296336"/>
                    <a:pt x="709720" y="297148"/>
                  </a:cubicBezTo>
                  <a:cubicBezTo>
                    <a:pt x="709720" y="297960"/>
                    <a:pt x="708908" y="297960"/>
                    <a:pt x="708097" y="298772"/>
                  </a:cubicBezTo>
                  <a:close/>
                  <a:moveTo>
                    <a:pt x="711342" y="304455"/>
                  </a:moveTo>
                  <a:cubicBezTo>
                    <a:pt x="711342" y="302831"/>
                    <a:pt x="712154" y="302019"/>
                    <a:pt x="711342" y="304455"/>
                  </a:cubicBezTo>
                  <a:cubicBezTo>
                    <a:pt x="712154" y="307703"/>
                    <a:pt x="710531" y="310138"/>
                    <a:pt x="708908" y="309326"/>
                  </a:cubicBezTo>
                  <a:cubicBezTo>
                    <a:pt x="708097" y="309326"/>
                    <a:pt x="707286" y="307703"/>
                    <a:pt x="707286" y="306891"/>
                  </a:cubicBezTo>
                  <a:cubicBezTo>
                    <a:pt x="707286" y="306079"/>
                    <a:pt x="708097" y="306079"/>
                    <a:pt x="708908" y="306079"/>
                  </a:cubicBezTo>
                  <a:cubicBezTo>
                    <a:pt x="709720" y="306079"/>
                    <a:pt x="711342" y="305267"/>
                    <a:pt x="711342" y="304455"/>
                  </a:cubicBezTo>
                  <a:close/>
                  <a:moveTo>
                    <a:pt x="719455" y="297148"/>
                  </a:moveTo>
                  <a:cubicBezTo>
                    <a:pt x="723512" y="296336"/>
                    <a:pt x="723512" y="296336"/>
                    <a:pt x="720267" y="298772"/>
                  </a:cubicBezTo>
                  <a:cubicBezTo>
                    <a:pt x="719455" y="299584"/>
                    <a:pt x="717021" y="300396"/>
                    <a:pt x="715399" y="299584"/>
                  </a:cubicBezTo>
                  <a:cubicBezTo>
                    <a:pt x="712154" y="297960"/>
                    <a:pt x="712965" y="298772"/>
                    <a:pt x="714588" y="293901"/>
                  </a:cubicBezTo>
                  <a:cubicBezTo>
                    <a:pt x="717021" y="288217"/>
                    <a:pt x="722701" y="284970"/>
                    <a:pt x="722701" y="289029"/>
                  </a:cubicBezTo>
                  <a:cubicBezTo>
                    <a:pt x="722701" y="289841"/>
                    <a:pt x="721890" y="291465"/>
                    <a:pt x="721078" y="291465"/>
                  </a:cubicBezTo>
                  <a:cubicBezTo>
                    <a:pt x="720267" y="291465"/>
                    <a:pt x="719455" y="293089"/>
                    <a:pt x="717833" y="294713"/>
                  </a:cubicBezTo>
                  <a:cubicBezTo>
                    <a:pt x="717021" y="297960"/>
                    <a:pt x="717021" y="297148"/>
                    <a:pt x="719455" y="297148"/>
                  </a:cubicBezTo>
                  <a:close/>
                  <a:moveTo>
                    <a:pt x="692682" y="326376"/>
                  </a:moveTo>
                  <a:cubicBezTo>
                    <a:pt x="692682" y="327188"/>
                    <a:pt x="691871" y="328000"/>
                    <a:pt x="690248" y="328000"/>
                  </a:cubicBezTo>
                  <a:cubicBezTo>
                    <a:pt x="688625" y="328000"/>
                    <a:pt x="688625" y="327188"/>
                    <a:pt x="690248" y="326376"/>
                  </a:cubicBezTo>
                  <a:cubicBezTo>
                    <a:pt x="691059" y="324752"/>
                    <a:pt x="691871" y="324752"/>
                    <a:pt x="691871" y="324752"/>
                  </a:cubicBezTo>
                  <a:cubicBezTo>
                    <a:pt x="692682" y="324752"/>
                    <a:pt x="692682" y="325564"/>
                    <a:pt x="692682" y="326376"/>
                  </a:cubicBezTo>
                  <a:close/>
                  <a:moveTo>
                    <a:pt x="665097" y="372653"/>
                  </a:moveTo>
                  <a:cubicBezTo>
                    <a:pt x="665909" y="371029"/>
                    <a:pt x="666720" y="371029"/>
                    <a:pt x="666720" y="371029"/>
                  </a:cubicBezTo>
                  <a:cubicBezTo>
                    <a:pt x="667531" y="372653"/>
                    <a:pt x="665909" y="376712"/>
                    <a:pt x="665097" y="376712"/>
                  </a:cubicBezTo>
                  <a:cubicBezTo>
                    <a:pt x="663475" y="376712"/>
                    <a:pt x="663475" y="375089"/>
                    <a:pt x="665097" y="372653"/>
                  </a:cubicBezTo>
                  <a:close/>
                  <a:moveTo>
                    <a:pt x="666720" y="347485"/>
                  </a:moveTo>
                  <a:cubicBezTo>
                    <a:pt x="665909" y="349108"/>
                    <a:pt x="665097" y="349108"/>
                    <a:pt x="665909" y="346673"/>
                  </a:cubicBezTo>
                  <a:cubicBezTo>
                    <a:pt x="665909" y="345049"/>
                    <a:pt x="666720" y="343425"/>
                    <a:pt x="667531" y="343425"/>
                  </a:cubicBezTo>
                  <a:cubicBezTo>
                    <a:pt x="669154" y="342613"/>
                    <a:pt x="668343" y="343425"/>
                    <a:pt x="666720" y="347485"/>
                  </a:cubicBezTo>
                  <a:close/>
                  <a:moveTo>
                    <a:pt x="684569" y="334495"/>
                  </a:moveTo>
                  <a:cubicBezTo>
                    <a:pt x="687003" y="333683"/>
                    <a:pt x="687814" y="334495"/>
                    <a:pt x="685380" y="336118"/>
                  </a:cubicBezTo>
                  <a:cubicBezTo>
                    <a:pt x="684569" y="336118"/>
                    <a:pt x="683758" y="336930"/>
                    <a:pt x="682946" y="336118"/>
                  </a:cubicBezTo>
                  <a:cubicBezTo>
                    <a:pt x="682135" y="336118"/>
                    <a:pt x="682946" y="335307"/>
                    <a:pt x="684569" y="334495"/>
                  </a:cubicBezTo>
                  <a:close/>
                  <a:moveTo>
                    <a:pt x="708097" y="319881"/>
                  </a:moveTo>
                  <a:cubicBezTo>
                    <a:pt x="708097" y="319881"/>
                    <a:pt x="708097" y="319881"/>
                    <a:pt x="708097" y="319881"/>
                  </a:cubicBezTo>
                  <a:cubicBezTo>
                    <a:pt x="708097" y="319881"/>
                    <a:pt x="708097" y="319881"/>
                    <a:pt x="708097" y="319881"/>
                  </a:cubicBezTo>
                  <a:close/>
                  <a:moveTo>
                    <a:pt x="699172" y="310950"/>
                  </a:moveTo>
                  <a:cubicBezTo>
                    <a:pt x="699172" y="310138"/>
                    <a:pt x="699984" y="308514"/>
                    <a:pt x="701607" y="307703"/>
                  </a:cubicBezTo>
                  <a:cubicBezTo>
                    <a:pt x="703229" y="307703"/>
                    <a:pt x="704041" y="306891"/>
                    <a:pt x="704041" y="307703"/>
                  </a:cubicBezTo>
                  <a:cubicBezTo>
                    <a:pt x="704852" y="307703"/>
                    <a:pt x="702418" y="310138"/>
                    <a:pt x="700795" y="310950"/>
                  </a:cubicBezTo>
                  <a:cubicBezTo>
                    <a:pt x="699984" y="310950"/>
                    <a:pt x="699172" y="310950"/>
                    <a:pt x="699172" y="310950"/>
                  </a:cubicBezTo>
                  <a:close/>
                  <a:moveTo>
                    <a:pt x="704041" y="303643"/>
                  </a:moveTo>
                  <a:cubicBezTo>
                    <a:pt x="702418" y="303643"/>
                    <a:pt x="701607" y="303643"/>
                    <a:pt x="701607" y="303643"/>
                  </a:cubicBezTo>
                  <a:cubicBezTo>
                    <a:pt x="701607" y="303643"/>
                    <a:pt x="702418" y="302019"/>
                    <a:pt x="704041" y="302019"/>
                  </a:cubicBezTo>
                  <a:cubicBezTo>
                    <a:pt x="705663" y="302019"/>
                    <a:pt x="706474" y="302019"/>
                    <a:pt x="706474" y="302831"/>
                  </a:cubicBezTo>
                  <a:cubicBezTo>
                    <a:pt x="706474" y="302831"/>
                    <a:pt x="705663" y="303643"/>
                    <a:pt x="704041" y="303643"/>
                  </a:cubicBezTo>
                  <a:close/>
                  <a:moveTo>
                    <a:pt x="692682" y="291465"/>
                  </a:moveTo>
                  <a:cubicBezTo>
                    <a:pt x="693493" y="291465"/>
                    <a:pt x="694305" y="291465"/>
                    <a:pt x="694305" y="292277"/>
                  </a:cubicBezTo>
                  <a:cubicBezTo>
                    <a:pt x="694305" y="292277"/>
                    <a:pt x="693493" y="293089"/>
                    <a:pt x="692682" y="293901"/>
                  </a:cubicBezTo>
                  <a:cubicBezTo>
                    <a:pt x="691871" y="294713"/>
                    <a:pt x="691059" y="293901"/>
                    <a:pt x="691059" y="293089"/>
                  </a:cubicBezTo>
                  <a:cubicBezTo>
                    <a:pt x="691059" y="292277"/>
                    <a:pt x="691871" y="291465"/>
                    <a:pt x="692682" y="291465"/>
                  </a:cubicBezTo>
                  <a:close/>
                  <a:moveTo>
                    <a:pt x="687814" y="300396"/>
                  </a:moveTo>
                  <a:cubicBezTo>
                    <a:pt x="689437" y="296336"/>
                    <a:pt x="691871" y="294713"/>
                    <a:pt x="691871" y="297960"/>
                  </a:cubicBezTo>
                  <a:cubicBezTo>
                    <a:pt x="691871" y="298772"/>
                    <a:pt x="692682" y="298772"/>
                    <a:pt x="693493" y="297148"/>
                  </a:cubicBezTo>
                  <a:cubicBezTo>
                    <a:pt x="695116" y="295524"/>
                    <a:pt x="695927" y="294713"/>
                    <a:pt x="695927" y="295524"/>
                  </a:cubicBezTo>
                  <a:cubicBezTo>
                    <a:pt x="695927" y="297148"/>
                    <a:pt x="690248" y="304455"/>
                    <a:pt x="687814" y="304455"/>
                  </a:cubicBezTo>
                  <a:cubicBezTo>
                    <a:pt x="686192" y="304455"/>
                    <a:pt x="686192" y="303643"/>
                    <a:pt x="687814" y="300396"/>
                  </a:cubicBezTo>
                  <a:close/>
                  <a:moveTo>
                    <a:pt x="684569" y="310138"/>
                  </a:moveTo>
                  <a:lnTo>
                    <a:pt x="687003" y="310138"/>
                  </a:lnTo>
                  <a:cubicBezTo>
                    <a:pt x="687003" y="310138"/>
                    <a:pt x="686192" y="310950"/>
                    <a:pt x="686192" y="311762"/>
                  </a:cubicBezTo>
                  <a:cubicBezTo>
                    <a:pt x="684569" y="311762"/>
                    <a:pt x="682946" y="311762"/>
                    <a:pt x="681324" y="312574"/>
                  </a:cubicBezTo>
                  <a:cubicBezTo>
                    <a:pt x="681324" y="310950"/>
                    <a:pt x="682135" y="310138"/>
                    <a:pt x="684569" y="310138"/>
                  </a:cubicBezTo>
                  <a:close/>
                  <a:moveTo>
                    <a:pt x="657796" y="358851"/>
                  </a:moveTo>
                  <a:cubicBezTo>
                    <a:pt x="658607" y="358851"/>
                    <a:pt x="659418" y="358039"/>
                    <a:pt x="658607" y="357227"/>
                  </a:cubicBezTo>
                  <a:cubicBezTo>
                    <a:pt x="658607" y="355604"/>
                    <a:pt x="658607" y="355604"/>
                    <a:pt x="659418" y="356415"/>
                  </a:cubicBezTo>
                  <a:cubicBezTo>
                    <a:pt x="660229" y="357227"/>
                    <a:pt x="661041" y="358039"/>
                    <a:pt x="661041" y="358039"/>
                  </a:cubicBezTo>
                  <a:cubicBezTo>
                    <a:pt x="661041" y="359663"/>
                    <a:pt x="657796" y="360475"/>
                    <a:pt x="656984" y="359663"/>
                  </a:cubicBezTo>
                  <a:cubicBezTo>
                    <a:pt x="656173" y="359663"/>
                    <a:pt x="656984" y="358851"/>
                    <a:pt x="657796" y="358851"/>
                  </a:cubicBezTo>
                  <a:close/>
                  <a:moveTo>
                    <a:pt x="647249" y="388891"/>
                  </a:moveTo>
                  <a:cubicBezTo>
                    <a:pt x="645626" y="389702"/>
                    <a:pt x="645626" y="385643"/>
                    <a:pt x="647249" y="383207"/>
                  </a:cubicBezTo>
                  <a:cubicBezTo>
                    <a:pt x="648060" y="381584"/>
                    <a:pt x="648871" y="381584"/>
                    <a:pt x="648871" y="384831"/>
                  </a:cubicBezTo>
                  <a:cubicBezTo>
                    <a:pt x="648871" y="386455"/>
                    <a:pt x="648060" y="388079"/>
                    <a:pt x="647249" y="388891"/>
                  </a:cubicBezTo>
                  <a:close/>
                  <a:moveTo>
                    <a:pt x="661041" y="434356"/>
                  </a:moveTo>
                  <a:cubicBezTo>
                    <a:pt x="660229" y="436792"/>
                    <a:pt x="659418" y="442475"/>
                    <a:pt x="659418" y="446534"/>
                  </a:cubicBezTo>
                  <a:cubicBezTo>
                    <a:pt x="658607" y="450593"/>
                    <a:pt x="657796" y="453841"/>
                    <a:pt x="656984" y="453841"/>
                  </a:cubicBezTo>
                  <a:cubicBezTo>
                    <a:pt x="656173" y="453841"/>
                    <a:pt x="655362" y="452217"/>
                    <a:pt x="656984" y="450593"/>
                  </a:cubicBezTo>
                  <a:cubicBezTo>
                    <a:pt x="657796" y="448970"/>
                    <a:pt x="657796" y="444910"/>
                    <a:pt x="657796" y="441663"/>
                  </a:cubicBezTo>
                  <a:cubicBezTo>
                    <a:pt x="657796" y="435168"/>
                    <a:pt x="660229" y="422990"/>
                    <a:pt x="661852" y="422990"/>
                  </a:cubicBezTo>
                  <a:cubicBezTo>
                    <a:pt x="662663" y="422178"/>
                    <a:pt x="662663" y="427049"/>
                    <a:pt x="661041" y="434356"/>
                  </a:cubicBezTo>
                  <a:close/>
                  <a:moveTo>
                    <a:pt x="665909" y="409999"/>
                  </a:moveTo>
                  <a:cubicBezTo>
                    <a:pt x="661852" y="415683"/>
                    <a:pt x="661852" y="415683"/>
                    <a:pt x="664286" y="408376"/>
                  </a:cubicBezTo>
                  <a:cubicBezTo>
                    <a:pt x="665909" y="404316"/>
                    <a:pt x="666720" y="403504"/>
                    <a:pt x="668343" y="404316"/>
                  </a:cubicBezTo>
                  <a:cubicBezTo>
                    <a:pt x="669154" y="405128"/>
                    <a:pt x="669154" y="406752"/>
                    <a:pt x="665909" y="409999"/>
                  </a:cubicBezTo>
                  <a:close/>
                  <a:moveTo>
                    <a:pt x="671588" y="408376"/>
                  </a:moveTo>
                  <a:cubicBezTo>
                    <a:pt x="672399" y="408376"/>
                    <a:pt x="673210" y="409188"/>
                    <a:pt x="673210" y="409999"/>
                  </a:cubicBezTo>
                  <a:cubicBezTo>
                    <a:pt x="673210" y="410811"/>
                    <a:pt x="672399" y="411623"/>
                    <a:pt x="670777" y="411623"/>
                  </a:cubicBezTo>
                  <a:cubicBezTo>
                    <a:pt x="669154" y="411623"/>
                    <a:pt x="669154" y="410811"/>
                    <a:pt x="669154" y="409999"/>
                  </a:cubicBezTo>
                  <a:cubicBezTo>
                    <a:pt x="669965" y="409188"/>
                    <a:pt x="670777" y="408376"/>
                    <a:pt x="671588" y="408376"/>
                  </a:cubicBezTo>
                  <a:close/>
                  <a:moveTo>
                    <a:pt x="673210" y="361287"/>
                  </a:moveTo>
                  <a:cubicBezTo>
                    <a:pt x="670777" y="366970"/>
                    <a:pt x="668343" y="368594"/>
                    <a:pt x="668343" y="364534"/>
                  </a:cubicBezTo>
                  <a:cubicBezTo>
                    <a:pt x="668343" y="362910"/>
                    <a:pt x="669154" y="362099"/>
                    <a:pt x="669965" y="362099"/>
                  </a:cubicBezTo>
                  <a:cubicBezTo>
                    <a:pt x="670777" y="362099"/>
                    <a:pt x="671588" y="361287"/>
                    <a:pt x="671588" y="360475"/>
                  </a:cubicBezTo>
                  <a:cubicBezTo>
                    <a:pt x="671588" y="358851"/>
                    <a:pt x="674022" y="353980"/>
                    <a:pt x="675645" y="353980"/>
                  </a:cubicBezTo>
                  <a:cubicBezTo>
                    <a:pt x="676456" y="353980"/>
                    <a:pt x="675645" y="356415"/>
                    <a:pt x="673210" y="361287"/>
                  </a:cubicBezTo>
                  <a:close/>
                  <a:moveTo>
                    <a:pt x="687003" y="366970"/>
                  </a:moveTo>
                  <a:cubicBezTo>
                    <a:pt x="686192" y="366970"/>
                    <a:pt x="685380" y="367782"/>
                    <a:pt x="685380" y="368594"/>
                  </a:cubicBezTo>
                  <a:cubicBezTo>
                    <a:pt x="685380" y="371841"/>
                    <a:pt x="680512" y="379960"/>
                    <a:pt x="678890" y="379960"/>
                  </a:cubicBezTo>
                  <a:cubicBezTo>
                    <a:pt x="678078" y="379960"/>
                    <a:pt x="678078" y="379148"/>
                    <a:pt x="678078" y="378336"/>
                  </a:cubicBezTo>
                  <a:cubicBezTo>
                    <a:pt x="678890" y="377524"/>
                    <a:pt x="679701" y="375089"/>
                    <a:pt x="679701" y="373465"/>
                  </a:cubicBezTo>
                  <a:cubicBezTo>
                    <a:pt x="679701" y="371841"/>
                    <a:pt x="681324" y="371029"/>
                    <a:pt x="681324" y="371029"/>
                  </a:cubicBezTo>
                  <a:cubicBezTo>
                    <a:pt x="682135" y="371029"/>
                    <a:pt x="682135" y="369405"/>
                    <a:pt x="681324" y="367782"/>
                  </a:cubicBezTo>
                  <a:cubicBezTo>
                    <a:pt x="681324" y="365346"/>
                    <a:pt x="681324" y="364534"/>
                    <a:pt x="683758" y="364534"/>
                  </a:cubicBezTo>
                  <a:cubicBezTo>
                    <a:pt x="685380" y="364534"/>
                    <a:pt x="687003" y="364534"/>
                    <a:pt x="687003" y="365346"/>
                  </a:cubicBezTo>
                  <a:cubicBezTo>
                    <a:pt x="687814" y="366158"/>
                    <a:pt x="687814" y="366970"/>
                    <a:pt x="687003" y="366970"/>
                  </a:cubicBezTo>
                  <a:close/>
                  <a:moveTo>
                    <a:pt x="689437" y="356415"/>
                  </a:moveTo>
                  <a:cubicBezTo>
                    <a:pt x="687814" y="356415"/>
                    <a:pt x="687814" y="356415"/>
                    <a:pt x="687814" y="354792"/>
                  </a:cubicBezTo>
                  <a:cubicBezTo>
                    <a:pt x="688625" y="353168"/>
                    <a:pt x="689437" y="353168"/>
                    <a:pt x="689437" y="353980"/>
                  </a:cubicBezTo>
                  <a:cubicBezTo>
                    <a:pt x="689437" y="354792"/>
                    <a:pt x="691059" y="355604"/>
                    <a:pt x="691059" y="354792"/>
                  </a:cubicBezTo>
                  <a:cubicBezTo>
                    <a:pt x="691871" y="353980"/>
                    <a:pt x="692682" y="353980"/>
                    <a:pt x="692682" y="354792"/>
                  </a:cubicBezTo>
                  <a:cubicBezTo>
                    <a:pt x="692682" y="356415"/>
                    <a:pt x="692682" y="356415"/>
                    <a:pt x="689437" y="356415"/>
                  </a:cubicBezTo>
                  <a:close/>
                  <a:moveTo>
                    <a:pt x="697550" y="349108"/>
                  </a:moveTo>
                  <a:cubicBezTo>
                    <a:pt x="696739" y="349108"/>
                    <a:pt x="695927" y="348297"/>
                    <a:pt x="695116" y="347485"/>
                  </a:cubicBezTo>
                  <a:cubicBezTo>
                    <a:pt x="694305" y="345861"/>
                    <a:pt x="693493" y="346673"/>
                    <a:pt x="692682" y="347485"/>
                  </a:cubicBezTo>
                  <a:cubicBezTo>
                    <a:pt x="691871" y="349108"/>
                    <a:pt x="691059" y="348297"/>
                    <a:pt x="691059" y="345861"/>
                  </a:cubicBezTo>
                  <a:cubicBezTo>
                    <a:pt x="691059" y="344237"/>
                    <a:pt x="690248" y="342613"/>
                    <a:pt x="689437" y="342613"/>
                  </a:cubicBezTo>
                  <a:cubicBezTo>
                    <a:pt x="688625" y="342613"/>
                    <a:pt x="687814" y="342613"/>
                    <a:pt x="688625" y="341802"/>
                  </a:cubicBezTo>
                  <a:cubicBezTo>
                    <a:pt x="689437" y="340990"/>
                    <a:pt x="691059" y="342613"/>
                    <a:pt x="694305" y="345049"/>
                  </a:cubicBezTo>
                  <a:cubicBezTo>
                    <a:pt x="696739" y="346673"/>
                    <a:pt x="698361" y="349108"/>
                    <a:pt x="697550" y="349108"/>
                  </a:cubicBezTo>
                  <a:close/>
                  <a:moveTo>
                    <a:pt x="701607" y="339366"/>
                  </a:moveTo>
                  <a:cubicBezTo>
                    <a:pt x="700795" y="339366"/>
                    <a:pt x="699984" y="338554"/>
                    <a:pt x="699984" y="337742"/>
                  </a:cubicBezTo>
                  <a:cubicBezTo>
                    <a:pt x="699984" y="335307"/>
                    <a:pt x="695116" y="334495"/>
                    <a:pt x="694305" y="336118"/>
                  </a:cubicBezTo>
                  <a:cubicBezTo>
                    <a:pt x="693493" y="336930"/>
                    <a:pt x="692682" y="337742"/>
                    <a:pt x="691871" y="336930"/>
                  </a:cubicBezTo>
                  <a:cubicBezTo>
                    <a:pt x="691059" y="336118"/>
                    <a:pt x="694305" y="332871"/>
                    <a:pt x="697550" y="331247"/>
                  </a:cubicBezTo>
                  <a:cubicBezTo>
                    <a:pt x="699172" y="331247"/>
                    <a:pt x="699172" y="331247"/>
                    <a:pt x="698361" y="332871"/>
                  </a:cubicBezTo>
                  <a:cubicBezTo>
                    <a:pt x="697550" y="334495"/>
                    <a:pt x="699172" y="334495"/>
                    <a:pt x="702418" y="334495"/>
                  </a:cubicBezTo>
                  <a:cubicBezTo>
                    <a:pt x="703229" y="334495"/>
                    <a:pt x="703229" y="335307"/>
                    <a:pt x="703229" y="336118"/>
                  </a:cubicBezTo>
                  <a:cubicBezTo>
                    <a:pt x="703229" y="338554"/>
                    <a:pt x="702418" y="339366"/>
                    <a:pt x="701607" y="339366"/>
                  </a:cubicBezTo>
                  <a:close/>
                  <a:moveTo>
                    <a:pt x="706474" y="333683"/>
                  </a:moveTo>
                  <a:cubicBezTo>
                    <a:pt x="705663" y="332871"/>
                    <a:pt x="704852" y="332059"/>
                    <a:pt x="705663" y="330435"/>
                  </a:cubicBezTo>
                  <a:cubicBezTo>
                    <a:pt x="706474" y="329623"/>
                    <a:pt x="705663" y="328000"/>
                    <a:pt x="704852" y="327188"/>
                  </a:cubicBezTo>
                  <a:cubicBezTo>
                    <a:pt x="703229" y="325564"/>
                    <a:pt x="703229" y="325564"/>
                    <a:pt x="704852" y="325564"/>
                  </a:cubicBezTo>
                  <a:cubicBezTo>
                    <a:pt x="706474" y="325564"/>
                    <a:pt x="708097" y="326376"/>
                    <a:pt x="708908" y="327188"/>
                  </a:cubicBezTo>
                  <a:cubicBezTo>
                    <a:pt x="712154" y="331247"/>
                    <a:pt x="710531" y="336118"/>
                    <a:pt x="706474" y="333683"/>
                  </a:cubicBezTo>
                  <a:close/>
                  <a:moveTo>
                    <a:pt x="725946" y="281722"/>
                  </a:moveTo>
                  <a:cubicBezTo>
                    <a:pt x="724323" y="281722"/>
                    <a:pt x="722701" y="280911"/>
                    <a:pt x="722701" y="280911"/>
                  </a:cubicBezTo>
                  <a:cubicBezTo>
                    <a:pt x="722701" y="280911"/>
                    <a:pt x="724323" y="279287"/>
                    <a:pt x="725946" y="277663"/>
                  </a:cubicBezTo>
                  <a:cubicBezTo>
                    <a:pt x="728380" y="275227"/>
                    <a:pt x="729191" y="275227"/>
                    <a:pt x="729191" y="278475"/>
                  </a:cubicBezTo>
                  <a:cubicBezTo>
                    <a:pt x="728380" y="281722"/>
                    <a:pt x="728380" y="281722"/>
                    <a:pt x="725946" y="281722"/>
                  </a:cubicBezTo>
                  <a:close/>
                  <a:moveTo>
                    <a:pt x="728380" y="265485"/>
                  </a:moveTo>
                  <a:lnTo>
                    <a:pt x="725135" y="268732"/>
                  </a:lnTo>
                  <a:lnTo>
                    <a:pt x="728380" y="265485"/>
                  </a:lnTo>
                  <a:cubicBezTo>
                    <a:pt x="729191" y="263049"/>
                    <a:pt x="730814" y="261425"/>
                    <a:pt x="731625" y="261425"/>
                  </a:cubicBezTo>
                  <a:cubicBezTo>
                    <a:pt x="732437" y="261425"/>
                    <a:pt x="731625" y="262237"/>
                    <a:pt x="728380" y="265485"/>
                  </a:cubicBezTo>
                  <a:close/>
                  <a:moveTo>
                    <a:pt x="730003" y="237881"/>
                  </a:moveTo>
                  <a:cubicBezTo>
                    <a:pt x="730003" y="239505"/>
                    <a:pt x="729191" y="241940"/>
                    <a:pt x="728380" y="241940"/>
                  </a:cubicBezTo>
                  <a:cubicBezTo>
                    <a:pt x="726757" y="242752"/>
                    <a:pt x="725946" y="245188"/>
                    <a:pt x="725946" y="246812"/>
                  </a:cubicBezTo>
                  <a:cubicBezTo>
                    <a:pt x="725946" y="248435"/>
                    <a:pt x="724323" y="250059"/>
                    <a:pt x="721078" y="249247"/>
                  </a:cubicBezTo>
                  <a:cubicBezTo>
                    <a:pt x="718644" y="249247"/>
                    <a:pt x="717021" y="249247"/>
                    <a:pt x="717021" y="250059"/>
                  </a:cubicBezTo>
                  <a:cubicBezTo>
                    <a:pt x="717021" y="250871"/>
                    <a:pt x="717833" y="251683"/>
                    <a:pt x="718644" y="250871"/>
                  </a:cubicBezTo>
                  <a:cubicBezTo>
                    <a:pt x="719455" y="250871"/>
                    <a:pt x="720267" y="251683"/>
                    <a:pt x="721078" y="252495"/>
                  </a:cubicBezTo>
                  <a:cubicBezTo>
                    <a:pt x="721890" y="254118"/>
                    <a:pt x="721078" y="254118"/>
                    <a:pt x="717833" y="253307"/>
                  </a:cubicBezTo>
                  <a:cubicBezTo>
                    <a:pt x="716210" y="252495"/>
                    <a:pt x="715399" y="253307"/>
                    <a:pt x="716210" y="253307"/>
                  </a:cubicBezTo>
                  <a:cubicBezTo>
                    <a:pt x="718644" y="254118"/>
                    <a:pt x="718644" y="258178"/>
                    <a:pt x="716210" y="259802"/>
                  </a:cubicBezTo>
                  <a:cubicBezTo>
                    <a:pt x="714588" y="260614"/>
                    <a:pt x="713776" y="260614"/>
                    <a:pt x="712154" y="259802"/>
                  </a:cubicBezTo>
                  <a:cubicBezTo>
                    <a:pt x="710531" y="258178"/>
                    <a:pt x="710531" y="258178"/>
                    <a:pt x="712154" y="261425"/>
                  </a:cubicBezTo>
                  <a:cubicBezTo>
                    <a:pt x="712965" y="263861"/>
                    <a:pt x="713776" y="265485"/>
                    <a:pt x="712154" y="267920"/>
                  </a:cubicBezTo>
                  <a:cubicBezTo>
                    <a:pt x="710531" y="269544"/>
                    <a:pt x="710531" y="271168"/>
                    <a:pt x="711342" y="271168"/>
                  </a:cubicBezTo>
                  <a:cubicBezTo>
                    <a:pt x="712154" y="271168"/>
                    <a:pt x="710531" y="272792"/>
                    <a:pt x="708908" y="274416"/>
                  </a:cubicBezTo>
                  <a:cubicBezTo>
                    <a:pt x="705663" y="276851"/>
                    <a:pt x="704852" y="276851"/>
                    <a:pt x="703229" y="274416"/>
                  </a:cubicBezTo>
                  <a:cubicBezTo>
                    <a:pt x="701607" y="271980"/>
                    <a:pt x="701607" y="272792"/>
                    <a:pt x="701607" y="276039"/>
                  </a:cubicBezTo>
                  <a:cubicBezTo>
                    <a:pt x="701607" y="278475"/>
                    <a:pt x="702418" y="280099"/>
                    <a:pt x="703229" y="279287"/>
                  </a:cubicBezTo>
                  <a:cubicBezTo>
                    <a:pt x="704041" y="278475"/>
                    <a:pt x="704041" y="279287"/>
                    <a:pt x="703229" y="280911"/>
                  </a:cubicBezTo>
                  <a:cubicBezTo>
                    <a:pt x="703229" y="282534"/>
                    <a:pt x="701607" y="283346"/>
                    <a:pt x="701607" y="282534"/>
                  </a:cubicBezTo>
                  <a:cubicBezTo>
                    <a:pt x="701607" y="281722"/>
                    <a:pt x="699984" y="282534"/>
                    <a:pt x="699172" y="283346"/>
                  </a:cubicBezTo>
                  <a:cubicBezTo>
                    <a:pt x="698361" y="284158"/>
                    <a:pt x="697550" y="284158"/>
                    <a:pt x="696739" y="283346"/>
                  </a:cubicBezTo>
                  <a:cubicBezTo>
                    <a:pt x="695927" y="281722"/>
                    <a:pt x="701607" y="271980"/>
                    <a:pt x="705663" y="267920"/>
                  </a:cubicBezTo>
                  <a:cubicBezTo>
                    <a:pt x="706474" y="267109"/>
                    <a:pt x="708097" y="264673"/>
                    <a:pt x="708097" y="263861"/>
                  </a:cubicBezTo>
                  <a:cubicBezTo>
                    <a:pt x="708097" y="260614"/>
                    <a:pt x="710531" y="258178"/>
                    <a:pt x="712154" y="258990"/>
                  </a:cubicBezTo>
                  <a:cubicBezTo>
                    <a:pt x="712965" y="258990"/>
                    <a:pt x="712965" y="258990"/>
                    <a:pt x="712965" y="258178"/>
                  </a:cubicBezTo>
                  <a:cubicBezTo>
                    <a:pt x="712965" y="255742"/>
                    <a:pt x="717833" y="245188"/>
                    <a:pt x="719455" y="245188"/>
                  </a:cubicBezTo>
                  <a:cubicBezTo>
                    <a:pt x="720267" y="245188"/>
                    <a:pt x="720267" y="246000"/>
                    <a:pt x="720267" y="246812"/>
                  </a:cubicBezTo>
                  <a:cubicBezTo>
                    <a:pt x="719455" y="247623"/>
                    <a:pt x="720267" y="247623"/>
                    <a:pt x="721890" y="247623"/>
                  </a:cubicBezTo>
                  <a:cubicBezTo>
                    <a:pt x="724323" y="246812"/>
                    <a:pt x="725135" y="243564"/>
                    <a:pt x="722701" y="243564"/>
                  </a:cubicBezTo>
                  <a:cubicBezTo>
                    <a:pt x="720267" y="243564"/>
                    <a:pt x="721078" y="239505"/>
                    <a:pt x="722701" y="237881"/>
                  </a:cubicBezTo>
                  <a:cubicBezTo>
                    <a:pt x="724323" y="236257"/>
                    <a:pt x="725135" y="236257"/>
                    <a:pt x="725946" y="237881"/>
                  </a:cubicBezTo>
                  <a:cubicBezTo>
                    <a:pt x="725946" y="239505"/>
                    <a:pt x="725946" y="240317"/>
                    <a:pt x="724323" y="241128"/>
                  </a:cubicBezTo>
                  <a:cubicBezTo>
                    <a:pt x="721890" y="241128"/>
                    <a:pt x="721890" y="241940"/>
                    <a:pt x="724323" y="241940"/>
                  </a:cubicBezTo>
                  <a:cubicBezTo>
                    <a:pt x="728380" y="241940"/>
                    <a:pt x="729191" y="240317"/>
                    <a:pt x="726757" y="236257"/>
                  </a:cubicBezTo>
                  <a:cubicBezTo>
                    <a:pt x="725135" y="233821"/>
                    <a:pt x="725946" y="232198"/>
                    <a:pt x="730814" y="228138"/>
                  </a:cubicBezTo>
                  <a:cubicBezTo>
                    <a:pt x="734059" y="225703"/>
                    <a:pt x="736493" y="224079"/>
                    <a:pt x="737304" y="224079"/>
                  </a:cubicBezTo>
                  <a:cubicBezTo>
                    <a:pt x="739738" y="225703"/>
                    <a:pt x="738927" y="228950"/>
                    <a:pt x="736493" y="228950"/>
                  </a:cubicBezTo>
                  <a:cubicBezTo>
                    <a:pt x="735682" y="228950"/>
                    <a:pt x="734059" y="230574"/>
                    <a:pt x="733248" y="233010"/>
                  </a:cubicBezTo>
                  <a:cubicBezTo>
                    <a:pt x="732437" y="235445"/>
                    <a:pt x="731625" y="237069"/>
                    <a:pt x="730814" y="237069"/>
                  </a:cubicBezTo>
                  <a:cubicBezTo>
                    <a:pt x="730814" y="236257"/>
                    <a:pt x="730814" y="237069"/>
                    <a:pt x="730003" y="237881"/>
                  </a:cubicBezTo>
                  <a:close/>
                  <a:moveTo>
                    <a:pt x="732437" y="269544"/>
                  </a:moveTo>
                  <a:cubicBezTo>
                    <a:pt x="731625" y="267920"/>
                    <a:pt x="732437" y="266297"/>
                    <a:pt x="734059" y="264673"/>
                  </a:cubicBezTo>
                  <a:cubicBezTo>
                    <a:pt x="735682" y="263049"/>
                    <a:pt x="736493" y="263049"/>
                    <a:pt x="736493" y="263049"/>
                  </a:cubicBezTo>
                  <a:cubicBezTo>
                    <a:pt x="734870" y="268732"/>
                    <a:pt x="733248" y="271168"/>
                    <a:pt x="732437" y="269544"/>
                  </a:cubicBezTo>
                  <a:close/>
                  <a:moveTo>
                    <a:pt x="747040" y="267109"/>
                  </a:moveTo>
                  <a:cubicBezTo>
                    <a:pt x="745417" y="268732"/>
                    <a:pt x="745417" y="268732"/>
                    <a:pt x="745417" y="267109"/>
                  </a:cubicBezTo>
                  <a:cubicBezTo>
                    <a:pt x="745417" y="265485"/>
                    <a:pt x="746229" y="264673"/>
                    <a:pt x="747040" y="264673"/>
                  </a:cubicBezTo>
                  <a:cubicBezTo>
                    <a:pt x="748663" y="264673"/>
                    <a:pt x="748663" y="264673"/>
                    <a:pt x="747040" y="267109"/>
                  </a:cubicBezTo>
                  <a:close/>
                  <a:moveTo>
                    <a:pt x="747040" y="250059"/>
                  </a:moveTo>
                  <a:cubicBezTo>
                    <a:pt x="745417" y="253307"/>
                    <a:pt x="738116" y="261425"/>
                    <a:pt x="736493" y="260614"/>
                  </a:cubicBezTo>
                  <a:cubicBezTo>
                    <a:pt x="735682" y="259802"/>
                    <a:pt x="736493" y="258178"/>
                    <a:pt x="738116" y="256554"/>
                  </a:cubicBezTo>
                  <a:cubicBezTo>
                    <a:pt x="739738" y="254930"/>
                    <a:pt x="742173" y="252495"/>
                    <a:pt x="742173" y="250871"/>
                  </a:cubicBezTo>
                  <a:cubicBezTo>
                    <a:pt x="742984" y="249247"/>
                    <a:pt x="743795" y="247623"/>
                    <a:pt x="745417" y="246812"/>
                  </a:cubicBezTo>
                  <a:cubicBezTo>
                    <a:pt x="747040" y="246000"/>
                    <a:pt x="747040" y="246000"/>
                    <a:pt x="747040" y="246812"/>
                  </a:cubicBezTo>
                  <a:cubicBezTo>
                    <a:pt x="748663" y="246812"/>
                    <a:pt x="747851" y="248435"/>
                    <a:pt x="747040" y="250059"/>
                  </a:cubicBezTo>
                  <a:close/>
                  <a:moveTo>
                    <a:pt x="743795" y="216772"/>
                  </a:moveTo>
                  <a:cubicBezTo>
                    <a:pt x="743795" y="215960"/>
                    <a:pt x="744606" y="215148"/>
                    <a:pt x="745417" y="214336"/>
                  </a:cubicBezTo>
                  <a:cubicBezTo>
                    <a:pt x="746229" y="214336"/>
                    <a:pt x="747040" y="214336"/>
                    <a:pt x="747040" y="215960"/>
                  </a:cubicBezTo>
                  <a:cubicBezTo>
                    <a:pt x="747040" y="216772"/>
                    <a:pt x="746229" y="218396"/>
                    <a:pt x="745417" y="218396"/>
                  </a:cubicBezTo>
                  <a:cubicBezTo>
                    <a:pt x="744606" y="218396"/>
                    <a:pt x="743795" y="217584"/>
                    <a:pt x="743795" y="216772"/>
                  </a:cubicBezTo>
                  <a:close/>
                  <a:moveTo>
                    <a:pt x="747040" y="211089"/>
                  </a:moveTo>
                  <a:cubicBezTo>
                    <a:pt x="742173" y="212713"/>
                    <a:pt x="740550" y="212713"/>
                    <a:pt x="742173" y="211089"/>
                  </a:cubicBezTo>
                  <a:cubicBezTo>
                    <a:pt x="742984" y="210277"/>
                    <a:pt x="745417" y="209465"/>
                    <a:pt x="746229" y="209465"/>
                  </a:cubicBezTo>
                  <a:cubicBezTo>
                    <a:pt x="749474" y="209465"/>
                    <a:pt x="749474" y="209465"/>
                    <a:pt x="747040" y="211089"/>
                  </a:cubicBezTo>
                  <a:close/>
                  <a:moveTo>
                    <a:pt x="752720" y="241128"/>
                  </a:moveTo>
                  <a:cubicBezTo>
                    <a:pt x="751908" y="241128"/>
                    <a:pt x="751097" y="240317"/>
                    <a:pt x="751097" y="238693"/>
                  </a:cubicBezTo>
                  <a:cubicBezTo>
                    <a:pt x="751908" y="237069"/>
                    <a:pt x="752720" y="236257"/>
                    <a:pt x="752720" y="237069"/>
                  </a:cubicBezTo>
                  <a:cubicBezTo>
                    <a:pt x="755153" y="237881"/>
                    <a:pt x="754342" y="241128"/>
                    <a:pt x="752720" y="241128"/>
                  </a:cubicBezTo>
                  <a:close/>
                  <a:moveTo>
                    <a:pt x="752720" y="205406"/>
                  </a:moveTo>
                  <a:cubicBezTo>
                    <a:pt x="751908" y="206218"/>
                    <a:pt x="751097" y="205406"/>
                    <a:pt x="751097" y="204594"/>
                  </a:cubicBezTo>
                  <a:cubicBezTo>
                    <a:pt x="751097" y="203782"/>
                    <a:pt x="751908" y="202970"/>
                    <a:pt x="752720" y="202970"/>
                  </a:cubicBezTo>
                  <a:cubicBezTo>
                    <a:pt x="753531" y="202970"/>
                    <a:pt x="754342" y="202970"/>
                    <a:pt x="754342" y="203782"/>
                  </a:cubicBezTo>
                  <a:cubicBezTo>
                    <a:pt x="754342" y="203782"/>
                    <a:pt x="753531" y="204594"/>
                    <a:pt x="752720" y="205406"/>
                  </a:cubicBezTo>
                  <a:close/>
                  <a:moveTo>
                    <a:pt x="752720" y="201346"/>
                  </a:moveTo>
                  <a:cubicBezTo>
                    <a:pt x="751097" y="201346"/>
                    <a:pt x="748663" y="202158"/>
                    <a:pt x="747040" y="202970"/>
                  </a:cubicBezTo>
                  <a:cubicBezTo>
                    <a:pt x="746229" y="203782"/>
                    <a:pt x="746229" y="202970"/>
                    <a:pt x="747851" y="201346"/>
                  </a:cubicBezTo>
                  <a:cubicBezTo>
                    <a:pt x="749474" y="199723"/>
                    <a:pt x="751908" y="198911"/>
                    <a:pt x="753531" y="198911"/>
                  </a:cubicBezTo>
                  <a:cubicBezTo>
                    <a:pt x="757587" y="199723"/>
                    <a:pt x="756776" y="201346"/>
                    <a:pt x="752720" y="201346"/>
                  </a:cubicBezTo>
                  <a:close/>
                  <a:moveTo>
                    <a:pt x="758399" y="236257"/>
                  </a:moveTo>
                  <a:cubicBezTo>
                    <a:pt x="756776" y="236257"/>
                    <a:pt x="756776" y="236257"/>
                    <a:pt x="756776" y="235445"/>
                  </a:cubicBezTo>
                  <a:cubicBezTo>
                    <a:pt x="756776" y="234633"/>
                    <a:pt x="757587" y="233821"/>
                    <a:pt x="759210" y="233821"/>
                  </a:cubicBezTo>
                  <a:cubicBezTo>
                    <a:pt x="760021" y="233821"/>
                    <a:pt x="760833" y="234633"/>
                    <a:pt x="760833" y="235445"/>
                  </a:cubicBezTo>
                  <a:cubicBezTo>
                    <a:pt x="760833" y="235445"/>
                    <a:pt x="760021" y="236257"/>
                    <a:pt x="758399" y="236257"/>
                  </a:cubicBezTo>
                  <a:close/>
                  <a:moveTo>
                    <a:pt x="761644" y="224891"/>
                  </a:moveTo>
                  <a:cubicBezTo>
                    <a:pt x="760833" y="225703"/>
                    <a:pt x="760021" y="224891"/>
                    <a:pt x="760021" y="224079"/>
                  </a:cubicBezTo>
                  <a:cubicBezTo>
                    <a:pt x="760021" y="223267"/>
                    <a:pt x="760833" y="222455"/>
                    <a:pt x="761644" y="222455"/>
                  </a:cubicBezTo>
                  <a:cubicBezTo>
                    <a:pt x="762455" y="222455"/>
                    <a:pt x="763267" y="222455"/>
                    <a:pt x="763267" y="223267"/>
                  </a:cubicBezTo>
                  <a:cubicBezTo>
                    <a:pt x="763267" y="223267"/>
                    <a:pt x="763267" y="224079"/>
                    <a:pt x="761644" y="224891"/>
                  </a:cubicBezTo>
                  <a:close/>
                  <a:moveTo>
                    <a:pt x="770569" y="215148"/>
                  </a:moveTo>
                  <a:cubicBezTo>
                    <a:pt x="769757" y="215148"/>
                    <a:pt x="768946" y="214336"/>
                    <a:pt x="770569" y="213524"/>
                  </a:cubicBezTo>
                  <a:cubicBezTo>
                    <a:pt x="771380" y="212713"/>
                    <a:pt x="773002" y="211901"/>
                    <a:pt x="773002" y="212713"/>
                  </a:cubicBezTo>
                  <a:cubicBezTo>
                    <a:pt x="774625" y="213524"/>
                    <a:pt x="773002" y="215148"/>
                    <a:pt x="770569" y="215148"/>
                  </a:cubicBezTo>
                  <a:close/>
                  <a:moveTo>
                    <a:pt x="764078" y="186732"/>
                  </a:moveTo>
                  <a:cubicBezTo>
                    <a:pt x="763267" y="186732"/>
                    <a:pt x="764078" y="185921"/>
                    <a:pt x="764078" y="184297"/>
                  </a:cubicBezTo>
                  <a:cubicBezTo>
                    <a:pt x="764078" y="182673"/>
                    <a:pt x="764078" y="182673"/>
                    <a:pt x="763267" y="182673"/>
                  </a:cubicBezTo>
                  <a:cubicBezTo>
                    <a:pt x="762455" y="182673"/>
                    <a:pt x="761644" y="184297"/>
                    <a:pt x="761644" y="186732"/>
                  </a:cubicBezTo>
                  <a:cubicBezTo>
                    <a:pt x="761644" y="189980"/>
                    <a:pt x="759210" y="192416"/>
                    <a:pt x="757587" y="190792"/>
                  </a:cubicBezTo>
                  <a:cubicBezTo>
                    <a:pt x="756776" y="189980"/>
                    <a:pt x="757587" y="189168"/>
                    <a:pt x="758399" y="189168"/>
                  </a:cubicBezTo>
                  <a:cubicBezTo>
                    <a:pt x="759210" y="188356"/>
                    <a:pt x="760021" y="187544"/>
                    <a:pt x="760021" y="187544"/>
                  </a:cubicBezTo>
                  <a:cubicBezTo>
                    <a:pt x="760021" y="187544"/>
                    <a:pt x="760833" y="184297"/>
                    <a:pt x="763267" y="181861"/>
                  </a:cubicBezTo>
                  <a:cubicBezTo>
                    <a:pt x="766512" y="178614"/>
                    <a:pt x="767323" y="177802"/>
                    <a:pt x="767323" y="180237"/>
                  </a:cubicBezTo>
                  <a:cubicBezTo>
                    <a:pt x="767323" y="183485"/>
                    <a:pt x="768946" y="183485"/>
                    <a:pt x="772191" y="179426"/>
                  </a:cubicBezTo>
                  <a:cubicBezTo>
                    <a:pt x="773814" y="177802"/>
                    <a:pt x="774625" y="176990"/>
                    <a:pt x="774625" y="177802"/>
                  </a:cubicBezTo>
                  <a:cubicBezTo>
                    <a:pt x="773814" y="178614"/>
                    <a:pt x="765700" y="186732"/>
                    <a:pt x="764078" y="186732"/>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sp>
          <p:nvSpPr>
            <p:cNvPr id="161" name="Freeform 160">
              <a:extLst>
                <a:ext uri="{FF2B5EF4-FFF2-40B4-BE49-F238E27FC236}">
                  <a16:creationId xmlns:a16="http://schemas.microsoft.com/office/drawing/2014/main" id="{1A119508-C13C-A6B5-BB3F-26F18B9E742A}"/>
                </a:ext>
              </a:extLst>
            </p:cNvPr>
            <p:cNvSpPr/>
            <p:nvPr/>
          </p:nvSpPr>
          <p:spPr>
            <a:xfrm>
              <a:off x="5855330" y="1522179"/>
              <a:ext cx="66009" cy="75143"/>
            </a:xfrm>
            <a:custGeom>
              <a:avLst/>
              <a:gdLst>
                <a:gd name="connsiteX0" fmla="*/ 49491 w 66009"/>
                <a:gd name="connsiteY0" fmla="*/ 0 h 75143"/>
                <a:gd name="connsiteX1" fmla="*/ 43811 w 66009"/>
                <a:gd name="connsiteY1" fmla="*/ 2436 h 75143"/>
                <a:gd name="connsiteX2" fmla="*/ 0 w 66009"/>
                <a:gd name="connsiteY2" fmla="*/ 72257 h 75143"/>
                <a:gd name="connsiteX3" fmla="*/ 3245 w 66009"/>
                <a:gd name="connsiteY3" fmla="*/ 74693 h 75143"/>
                <a:gd name="connsiteX4" fmla="*/ 6490 w 66009"/>
                <a:gd name="connsiteY4" fmla="*/ 72257 h 75143"/>
                <a:gd name="connsiteX5" fmla="*/ 12170 w 66009"/>
                <a:gd name="connsiteY5" fmla="*/ 67386 h 75143"/>
                <a:gd name="connsiteX6" fmla="*/ 21094 w 66009"/>
                <a:gd name="connsiteY6" fmla="*/ 60079 h 75143"/>
                <a:gd name="connsiteX7" fmla="*/ 33264 w 66009"/>
                <a:gd name="connsiteY7" fmla="*/ 52772 h 75143"/>
                <a:gd name="connsiteX8" fmla="*/ 62471 w 66009"/>
                <a:gd name="connsiteY8" fmla="*/ 32475 h 75143"/>
                <a:gd name="connsiteX9" fmla="*/ 65717 w 66009"/>
                <a:gd name="connsiteY9" fmla="*/ 21921 h 75143"/>
                <a:gd name="connsiteX10" fmla="*/ 49491 w 66009"/>
                <a:gd name="connsiteY10" fmla="*/ 0 h 7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9" h="75143">
                  <a:moveTo>
                    <a:pt x="49491" y="0"/>
                  </a:moveTo>
                  <a:cubicBezTo>
                    <a:pt x="47056" y="0"/>
                    <a:pt x="45434" y="812"/>
                    <a:pt x="43811" y="2436"/>
                  </a:cubicBezTo>
                  <a:cubicBezTo>
                    <a:pt x="37321" y="7307"/>
                    <a:pt x="812" y="69010"/>
                    <a:pt x="0" y="72257"/>
                  </a:cubicBezTo>
                  <a:cubicBezTo>
                    <a:pt x="0" y="75505"/>
                    <a:pt x="0" y="75505"/>
                    <a:pt x="3245" y="74693"/>
                  </a:cubicBezTo>
                  <a:cubicBezTo>
                    <a:pt x="5679" y="73881"/>
                    <a:pt x="6490" y="73069"/>
                    <a:pt x="6490" y="72257"/>
                  </a:cubicBezTo>
                  <a:cubicBezTo>
                    <a:pt x="6490" y="71445"/>
                    <a:pt x="8925" y="69822"/>
                    <a:pt x="12170" y="67386"/>
                  </a:cubicBezTo>
                  <a:cubicBezTo>
                    <a:pt x="15415" y="65762"/>
                    <a:pt x="19472" y="62515"/>
                    <a:pt x="21094" y="60079"/>
                  </a:cubicBezTo>
                  <a:cubicBezTo>
                    <a:pt x="23528" y="56832"/>
                    <a:pt x="30830" y="52772"/>
                    <a:pt x="33264" y="52772"/>
                  </a:cubicBezTo>
                  <a:cubicBezTo>
                    <a:pt x="40566" y="52772"/>
                    <a:pt x="54358" y="43030"/>
                    <a:pt x="62471" y="32475"/>
                  </a:cubicBezTo>
                  <a:cubicBezTo>
                    <a:pt x="65717" y="28416"/>
                    <a:pt x="66528" y="25980"/>
                    <a:pt x="65717" y="21921"/>
                  </a:cubicBezTo>
                  <a:cubicBezTo>
                    <a:pt x="64094" y="9743"/>
                    <a:pt x="56792" y="0"/>
                    <a:pt x="49491" y="0"/>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sp>
          <p:nvSpPr>
            <p:cNvPr id="162" name="Freeform 161">
              <a:extLst>
                <a:ext uri="{FF2B5EF4-FFF2-40B4-BE49-F238E27FC236}">
                  <a16:creationId xmlns:a16="http://schemas.microsoft.com/office/drawing/2014/main" id="{58CED8E5-CE8C-C266-CAAD-6ED9CD2451E7}"/>
                </a:ext>
              </a:extLst>
            </p:cNvPr>
            <p:cNvSpPr/>
            <p:nvPr/>
          </p:nvSpPr>
          <p:spPr>
            <a:xfrm>
              <a:off x="5775011" y="1449922"/>
              <a:ext cx="1161147" cy="375088"/>
            </a:xfrm>
            <a:custGeom>
              <a:avLst/>
              <a:gdLst>
                <a:gd name="connsiteX0" fmla="*/ 1125294 w 1161147"/>
                <a:gd name="connsiteY0" fmla="*/ 252495 h 375088"/>
                <a:gd name="connsiteX1" fmla="*/ 1030370 w 1161147"/>
                <a:gd name="connsiteY1" fmla="*/ 321505 h 375088"/>
                <a:gd name="connsiteX2" fmla="*/ 1022257 w 1161147"/>
                <a:gd name="connsiteY2" fmla="*/ 328000 h 375088"/>
                <a:gd name="connsiteX3" fmla="*/ 1012521 w 1161147"/>
                <a:gd name="connsiteY3" fmla="*/ 334495 h 375088"/>
                <a:gd name="connsiteX4" fmla="*/ 1007653 w 1161147"/>
                <a:gd name="connsiteY4" fmla="*/ 336930 h 375088"/>
                <a:gd name="connsiteX5" fmla="*/ 944371 w 1161147"/>
                <a:gd name="connsiteY5" fmla="*/ 356415 h 375088"/>
                <a:gd name="connsiteX6" fmla="*/ 921654 w 1161147"/>
                <a:gd name="connsiteY6" fmla="*/ 345861 h 375088"/>
                <a:gd name="connsiteX7" fmla="*/ 921654 w 1161147"/>
                <a:gd name="connsiteY7" fmla="*/ 309326 h 375088"/>
                <a:gd name="connsiteX8" fmla="*/ 924088 w 1161147"/>
                <a:gd name="connsiteY8" fmla="*/ 297960 h 375088"/>
                <a:gd name="connsiteX9" fmla="*/ 925711 w 1161147"/>
                <a:gd name="connsiteY9" fmla="*/ 293901 h 375088"/>
                <a:gd name="connsiteX10" fmla="*/ 926522 w 1161147"/>
                <a:gd name="connsiteY10" fmla="*/ 288217 h 375088"/>
                <a:gd name="connsiteX11" fmla="*/ 928956 w 1161147"/>
                <a:gd name="connsiteY11" fmla="*/ 280099 h 375088"/>
                <a:gd name="connsiteX12" fmla="*/ 930578 w 1161147"/>
                <a:gd name="connsiteY12" fmla="*/ 274416 h 375088"/>
                <a:gd name="connsiteX13" fmla="*/ 933013 w 1161147"/>
                <a:gd name="connsiteY13" fmla="*/ 268732 h 375088"/>
                <a:gd name="connsiteX14" fmla="*/ 936258 w 1161147"/>
                <a:gd name="connsiteY14" fmla="*/ 260614 h 375088"/>
                <a:gd name="connsiteX15" fmla="*/ 937880 w 1161147"/>
                <a:gd name="connsiteY15" fmla="*/ 257366 h 375088"/>
                <a:gd name="connsiteX16" fmla="*/ 943560 w 1161147"/>
                <a:gd name="connsiteY16" fmla="*/ 249247 h 375088"/>
                <a:gd name="connsiteX17" fmla="*/ 1072558 w 1161147"/>
                <a:gd name="connsiteY17" fmla="*/ 105544 h 375088"/>
                <a:gd name="connsiteX18" fmla="*/ 1080672 w 1161147"/>
                <a:gd name="connsiteY18" fmla="*/ 94178 h 375088"/>
                <a:gd name="connsiteX19" fmla="*/ 1096087 w 1161147"/>
                <a:gd name="connsiteY19" fmla="*/ 12178 h 375088"/>
                <a:gd name="connsiteX20" fmla="*/ 1080672 w 1161147"/>
                <a:gd name="connsiteY20" fmla="*/ 4871 h 375088"/>
                <a:gd name="connsiteX21" fmla="*/ 1071747 w 1161147"/>
                <a:gd name="connsiteY21" fmla="*/ 0 h 375088"/>
                <a:gd name="connsiteX22" fmla="*/ 1012521 w 1161147"/>
                <a:gd name="connsiteY22" fmla="*/ 60891 h 375088"/>
                <a:gd name="connsiteX23" fmla="*/ 1008465 w 1161147"/>
                <a:gd name="connsiteY23" fmla="*/ 65762 h 375088"/>
                <a:gd name="connsiteX24" fmla="*/ 995483 w 1161147"/>
                <a:gd name="connsiteY24" fmla="*/ 86871 h 375088"/>
                <a:gd name="connsiteX25" fmla="*/ 988993 w 1161147"/>
                <a:gd name="connsiteY25" fmla="*/ 94990 h 375088"/>
                <a:gd name="connsiteX26" fmla="*/ 968710 w 1161147"/>
                <a:gd name="connsiteY26" fmla="*/ 126653 h 375088"/>
                <a:gd name="connsiteX27" fmla="*/ 954918 w 1161147"/>
                <a:gd name="connsiteY27" fmla="*/ 151822 h 375088"/>
                <a:gd name="connsiteX28" fmla="*/ 949239 w 1161147"/>
                <a:gd name="connsiteY28" fmla="*/ 161564 h 375088"/>
                <a:gd name="connsiteX29" fmla="*/ 933824 w 1161147"/>
                <a:gd name="connsiteY29" fmla="*/ 189168 h 375088"/>
                <a:gd name="connsiteX30" fmla="*/ 913541 w 1161147"/>
                <a:gd name="connsiteY30" fmla="*/ 233010 h 375088"/>
                <a:gd name="connsiteX31" fmla="*/ 910295 w 1161147"/>
                <a:gd name="connsiteY31" fmla="*/ 241128 h 375088"/>
                <a:gd name="connsiteX32" fmla="*/ 908673 w 1161147"/>
                <a:gd name="connsiteY32" fmla="*/ 244376 h 375088"/>
                <a:gd name="connsiteX33" fmla="*/ 898937 w 1161147"/>
                <a:gd name="connsiteY33" fmla="*/ 251683 h 375088"/>
                <a:gd name="connsiteX34" fmla="*/ 874598 w 1161147"/>
                <a:gd name="connsiteY34" fmla="*/ 267109 h 375088"/>
                <a:gd name="connsiteX35" fmla="*/ 775617 w 1161147"/>
                <a:gd name="connsiteY35" fmla="*/ 309326 h 375088"/>
                <a:gd name="connsiteX36" fmla="*/ 752900 w 1161147"/>
                <a:gd name="connsiteY36" fmla="*/ 303643 h 375088"/>
                <a:gd name="connsiteX37" fmla="*/ 754523 w 1161147"/>
                <a:gd name="connsiteY37" fmla="*/ 266297 h 375088"/>
                <a:gd name="connsiteX38" fmla="*/ 766693 w 1161147"/>
                <a:gd name="connsiteY38" fmla="*/ 245188 h 375088"/>
                <a:gd name="connsiteX39" fmla="*/ 779674 w 1161147"/>
                <a:gd name="connsiteY39" fmla="*/ 215960 h 375088"/>
                <a:gd name="connsiteX40" fmla="*/ 774806 w 1161147"/>
                <a:gd name="connsiteY40" fmla="*/ 207029 h 375088"/>
                <a:gd name="connsiteX41" fmla="*/ 757768 w 1161147"/>
                <a:gd name="connsiteY41" fmla="*/ 200534 h 375088"/>
                <a:gd name="connsiteX42" fmla="*/ 745598 w 1161147"/>
                <a:gd name="connsiteY42" fmla="*/ 195663 h 375088"/>
                <a:gd name="connsiteX43" fmla="*/ 737485 w 1161147"/>
                <a:gd name="connsiteY43" fmla="*/ 189980 h 375088"/>
                <a:gd name="connsiteX44" fmla="*/ 729372 w 1161147"/>
                <a:gd name="connsiteY44" fmla="*/ 186732 h 375088"/>
                <a:gd name="connsiteX45" fmla="*/ 705033 w 1161147"/>
                <a:gd name="connsiteY45" fmla="*/ 182673 h 375088"/>
                <a:gd name="connsiteX46" fmla="*/ 690429 w 1161147"/>
                <a:gd name="connsiteY46" fmla="*/ 185109 h 375088"/>
                <a:gd name="connsiteX47" fmla="*/ 661222 w 1161147"/>
                <a:gd name="connsiteY47" fmla="*/ 212713 h 375088"/>
                <a:gd name="connsiteX48" fmla="*/ 652297 w 1161147"/>
                <a:gd name="connsiteY48" fmla="*/ 223267 h 375088"/>
                <a:gd name="connsiteX49" fmla="*/ 627147 w 1161147"/>
                <a:gd name="connsiteY49" fmla="*/ 257366 h 375088"/>
                <a:gd name="connsiteX50" fmla="*/ 534656 w 1161147"/>
                <a:gd name="connsiteY50" fmla="*/ 289841 h 375088"/>
                <a:gd name="connsiteX51" fmla="*/ 522487 w 1161147"/>
                <a:gd name="connsiteY51" fmla="*/ 287406 h 375088"/>
                <a:gd name="connsiteX52" fmla="*/ 523298 w 1161147"/>
                <a:gd name="connsiteY52" fmla="*/ 265485 h 375088"/>
                <a:gd name="connsiteX53" fmla="*/ 522487 w 1161147"/>
                <a:gd name="connsiteY53" fmla="*/ 246000 h 375088"/>
                <a:gd name="connsiteX54" fmla="*/ 507072 w 1161147"/>
                <a:gd name="connsiteY54" fmla="*/ 225703 h 375088"/>
                <a:gd name="connsiteX55" fmla="*/ 500581 w 1161147"/>
                <a:gd name="connsiteY55" fmla="*/ 222455 h 375088"/>
                <a:gd name="connsiteX56" fmla="*/ 490034 w 1161147"/>
                <a:gd name="connsiteY56" fmla="*/ 220020 h 375088"/>
                <a:gd name="connsiteX57" fmla="*/ 412148 w 1161147"/>
                <a:gd name="connsiteY57" fmla="*/ 263049 h 375088"/>
                <a:gd name="connsiteX58" fmla="*/ 410525 w 1161147"/>
                <a:gd name="connsiteY58" fmla="*/ 259802 h 375088"/>
                <a:gd name="connsiteX59" fmla="*/ 421072 w 1161147"/>
                <a:gd name="connsiteY59" fmla="*/ 242752 h 375088"/>
                <a:gd name="connsiteX60" fmla="*/ 426752 w 1161147"/>
                <a:gd name="connsiteY60" fmla="*/ 234633 h 375088"/>
                <a:gd name="connsiteX61" fmla="*/ 431619 w 1161147"/>
                <a:gd name="connsiteY61" fmla="*/ 225703 h 375088"/>
                <a:gd name="connsiteX62" fmla="*/ 440544 w 1161147"/>
                <a:gd name="connsiteY62" fmla="*/ 205406 h 375088"/>
                <a:gd name="connsiteX63" fmla="*/ 419450 w 1161147"/>
                <a:gd name="connsiteY63" fmla="*/ 188356 h 375088"/>
                <a:gd name="connsiteX64" fmla="*/ 416205 w 1161147"/>
                <a:gd name="connsiteY64" fmla="*/ 189168 h 375088"/>
                <a:gd name="connsiteX65" fmla="*/ 412148 w 1161147"/>
                <a:gd name="connsiteY65" fmla="*/ 190792 h 375088"/>
                <a:gd name="connsiteX66" fmla="*/ 396733 w 1161147"/>
                <a:gd name="connsiteY66" fmla="*/ 211089 h 375088"/>
                <a:gd name="connsiteX67" fmla="*/ 386997 w 1161147"/>
                <a:gd name="connsiteY67" fmla="*/ 226515 h 375088"/>
                <a:gd name="connsiteX68" fmla="*/ 384563 w 1161147"/>
                <a:gd name="connsiteY68" fmla="*/ 231386 h 375088"/>
                <a:gd name="connsiteX69" fmla="*/ 379695 w 1161147"/>
                <a:gd name="connsiteY69" fmla="*/ 240317 h 375088"/>
                <a:gd name="connsiteX70" fmla="*/ 378884 w 1161147"/>
                <a:gd name="connsiteY70" fmla="*/ 241128 h 375088"/>
                <a:gd name="connsiteX71" fmla="*/ 348866 w 1161147"/>
                <a:gd name="connsiteY71" fmla="*/ 245188 h 375088"/>
                <a:gd name="connsiteX72" fmla="*/ 322092 w 1161147"/>
                <a:gd name="connsiteY72" fmla="*/ 240317 h 375088"/>
                <a:gd name="connsiteX73" fmla="*/ 323714 w 1161147"/>
                <a:gd name="connsiteY73" fmla="*/ 230574 h 375088"/>
                <a:gd name="connsiteX74" fmla="*/ 320470 w 1161147"/>
                <a:gd name="connsiteY74" fmla="*/ 239505 h 375088"/>
                <a:gd name="connsiteX75" fmla="*/ 319658 w 1161147"/>
                <a:gd name="connsiteY75" fmla="*/ 231386 h 375088"/>
                <a:gd name="connsiteX76" fmla="*/ 321281 w 1161147"/>
                <a:gd name="connsiteY76" fmla="*/ 226515 h 375088"/>
                <a:gd name="connsiteX77" fmla="*/ 318847 w 1161147"/>
                <a:gd name="connsiteY77" fmla="*/ 225703 h 375088"/>
                <a:gd name="connsiteX78" fmla="*/ 308300 w 1161147"/>
                <a:gd name="connsiteY78" fmla="*/ 194851 h 375088"/>
                <a:gd name="connsiteX79" fmla="*/ 288828 w 1161147"/>
                <a:gd name="connsiteY79" fmla="*/ 187544 h 375088"/>
                <a:gd name="connsiteX80" fmla="*/ 283149 w 1161147"/>
                <a:gd name="connsiteY80" fmla="*/ 189168 h 375088"/>
                <a:gd name="connsiteX81" fmla="*/ 284771 w 1161147"/>
                <a:gd name="connsiteY81" fmla="*/ 215148 h 375088"/>
                <a:gd name="connsiteX82" fmla="*/ 290451 w 1161147"/>
                <a:gd name="connsiteY82" fmla="*/ 239505 h 375088"/>
                <a:gd name="connsiteX83" fmla="*/ 251508 w 1161147"/>
                <a:gd name="connsiteY83" fmla="*/ 291465 h 375088"/>
                <a:gd name="connsiteX84" fmla="*/ 208508 w 1161147"/>
                <a:gd name="connsiteY84" fmla="*/ 319069 h 375088"/>
                <a:gd name="connsiteX85" fmla="*/ 209319 w 1161147"/>
                <a:gd name="connsiteY85" fmla="*/ 304455 h 375088"/>
                <a:gd name="connsiteX86" fmla="*/ 236904 w 1161147"/>
                <a:gd name="connsiteY86" fmla="*/ 262237 h 375088"/>
                <a:gd name="connsiteX87" fmla="*/ 237715 w 1161147"/>
                <a:gd name="connsiteY87" fmla="*/ 261425 h 375088"/>
                <a:gd name="connsiteX88" fmla="*/ 269356 w 1161147"/>
                <a:gd name="connsiteY88" fmla="*/ 234633 h 375088"/>
                <a:gd name="connsiteX89" fmla="*/ 254753 w 1161147"/>
                <a:gd name="connsiteY89" fmla="*/ 207841 h 375088"/>
                <a:gd name="connsiteX90" fmla="*/ 218244 w 1161147"/>
                <a:gd name="connsiteY90" fmla="*/ 224079 h 375088"/>
                <a:gd name="connsiteX91" fmla="*/ 178489 w 1161147"/>
                <a:gd name="connsiteY91" fmla="*/ 250059 h 375088"/>
                <a:gd name="connsiteX92" fmla="*/ 156584 w 1161147"/>
                <a:gd name="connsiteY92" fmla="*/ 264673 h 375088"/>
                <a:gd name="connsiteX93" fmla="*/ 42188 w 1161147"/>
                <a:gd name="connsiteY93" fmla="*/ 316633 h 375088"/>
                <a:gd name="connsiteX94" fmla="*/ 32453 w 1161147"/>
                <a:gd name="connsiteY94" fmla="*/ 315821 h 375088"/>
                <a:gd name="connsiteX95" fmla="*/ 34886 w 1161147"/>
                <a:gd name="connsiteY95" fmla="*/ 310138 h 375088"/>
                <a:gd name="connsiteX96" fmla="*/ 31641 w 1161147"/>
                <a:gd name="connsiteY96" fmla="*/ 308514 h 375088"/>
                <a:gd name="connsiteX97" fmla="*/ 36509 w 1161147"/>
                <a:gd name="connsiteY97" fmla="*/ 286594 h 375088"/>
                <a:gd name="connsiteX98" fmla="*/ 44622 w 1161147"/>
                <a:gd name="connsiteY98" fmla="*/ 276851 h 375088"/>
                <a:gd name="connsiteX99" fmla="*/ 47867 w 1161147"/>
                <a:gd name="connsiteY99" fmla="*/ 276039 h 375088"/>
                <a:gd name="connsiteX100" fmla="*/ 47056 w 1161147"/>
                <a:gd name="connsiteY100" fmla="*/ 272792 h 375088"/>
                <a:gd name="connsiteX101" fmla="*/ 47056 w 1161147"/>
                <a:gd name="connsiteY101" fmla="*/ 270356 h 375088"/>
                <a:gd name="connsiteX102" fmla="*/ 51113 w 1161147"/>
                <a:gd name="connsiteY102" fmla="*/ 264673 h 375088"/>
                <a:gd name="connsiteX103" fmla="*/ 76263 w 1161147"/>
                <a:gd name="connsiteY103" fmla="*/ 229762 h 375088"/>
                <a:gd name="connsiteX104" fmla="*/ 81132 w 1161147"/>
                <a:gd name="connsiteY104" fmla="*/ 223267 h 375088"/>
                <a:gd name="connsiteX105" fmla="*/ 84376 w 1161147"/>
                <a:gd name="connsiteY105" fmla="*/ 217584 h 375088"/>
                <a:gd name="connsiteX106" fmla="*/ 90056 w 1161147"/>
                <a:gd name="connsiteY106" fmla="*/ 198099 h 375088"/>
                <a:gd name="connsiteX107" fmla="*/ 66527 w 1161147"/>
                <a:gd name="connsiteY107" fmla="*/ 185109 h 375088"/>
                <a:gd name="connsiteX108" fmla="*/ 44622 w 1161147"/>
                <a:gd name="connsiteY108" fmla="*/ 198099 h 375088"/>
                <a:gd name="connsiteX109" fmla="*/ 36509 w 1161147"/>
                <a:gd name="connsiteY109" fmla="*/ 209465 h 375088"/>
                <a:gd name="connsiteX110" fmla="*/ 33264 w 1161147"/>
                <a:gd name="connsiteY110" fmla="*/ 213525 h 375088"/>
                <a:gd name="connsiteX111" fmla="*/ 27584 w 1161147"/>
                <a:gd name="connsiteY111" fmla="*/ 222455 h 375088"/>
                <a:gd name="connsiteX112" fmla="*/ 21905 w 1161147"/>
                <a:gd name="connsiteY112" fmla="*/ 232198 h 375088"/>
                <a:gd name="connsiteX113" fmla="*/ 19471 w 1161147"/>
                <a:gd name="connsiteY113" fmla="*/ 235445 h 375088"/>
                <a:gd name="connsiteX114" fmla="*/ 18660 w 1161147"/>
                <a:gd name="connsiteY114" fmla="*/ 237881 h 375088"/>
                <a:gd name="connsiteX115" fmla="*/ 17849 w 1161147"/>
                <a:gd name="connsiteY115" fmla="*/ 238693 h 375088"/>
                <a:gd name="connsiteX116" fmla="*/ 3245 w 1161147"/>
                <a:gd name="connsiteY116" fmla="*/ 267920 h 375088"/>
                <a:gd name="connsiteX117" fmla="*/ 0 w 1161147"/>
                <a:gd name="connsiteY117" fmla="*/ 289029 h 375088"/>
                <a:gd name="connsiteX118" fmla="*/ 27584 w 1161147"/>
                <a:gd name="connsiteY118" fmla="*/ 325564 h 375088"/>
                <a:gd name="connsiteX119" fmla="*/ 28396 w 1161147"/>
                <a:gd name="connsiteY119" fmla="*/ 324752 h 375088"/>
                <a:gd name="connsiteX120" fmla="*/ 43811 w 1161147"/>
                <a:gd name="connsiteY120" fmla="*/ 333683 h 375088"/>
                <a:gd name="connsiteX121" fmla="*/ 66527 w 1161147"/>
                <a:gd name="connsiteY121" fmla="*/ 336930 h 375088"/>
                <a:gd name="connsiteX122" fmla="*/ 90867 w 1161147"/>
                <a:gd name="connsiteY122" fmla="*/ 333683 h 375088"/>
                <a:gd name="connsiteX123" fmla="*/ 105471 w 1161147"/>
                <a:gd name="connsiteY123" fmla="*/ 328811 h 375088"/>
                <a:gd name="connsiteX124" fmla="*/ 128188 w 1161147"/>
                <a:gd name="connsiteY124" fmla="*/ 315821 h 375088"/>
                <a:gd name="connsiteX125" fmla="*/ 142791 w 1161147"/>
                <a:gd name="connsiteY125" fmla="*/ 306891 h 375088"/>
                <a:gd name="connsiteX126" fmla="*/ 143602 w 1161147"/>
                <a:gd name="connsiteY126" fmla="*/ 306079 h 375088"/>
                <a:gd name="connsiteX127" fmla="*/ 148471 w 1161147"/>
                <a:gd name="connsiteY127" fmla="*/ 301208 h 375088"/>
                <a:gd name="connsiteX128" fmla="*/ 161451 w 1161147"/>
                <a:gd name="connsiteY128" fmla="*/ 291465 h 375088"/>
                <a:gd name="connsiteX129" fmla="*/ 171998 w 1161147"/>
                <a:gd name="connsiteY129" fmla="*/ 284158 h 375088"/>
                <a:gd name="connsiteX130" fmla="*/ 174433 w 1161147"/>
                <a:gd name="connsiteY130" fmla="*/ 280911 h 375088"/>
                <a:gd name="connsiteX131" fmla="*/ 176055 w 1161147"/>
                <a:gd name="connsiteY131" fmla="*/ 276039 h 375088"/>
                <a:gd name="connsiteX132" fmla="*/ 178489 w 1161147"/>
                <a:gd name="connsiteY132" fmla="*/ 271980 h 375088"/>
                <a:gd name="connsiteX133" fmla="*/ 186603 w 1161147"/>
                <a:gd name="connsiteY133" fmla="*/ 263861 h 375088"/>
                <a:gd name="connsiteX134" fmla="*/ 193093 w 1161147"/>
                <a:gd name="connsiteY134" fmla="*/ 258990 h 375088"/>
                <a:gd name="connsiteX135" fmla="*/ 189036 w 1161147"/>
                <a:gd name="connsiteY135" fmla="*/ 265485 h 375088"/>
                <a:gd name="connsiteX136" fmla="*/ 187414 w 1161147"/>
                <a:gd name="connsiteY136" fmla="*/ 268732 h 375088"/>
                <a:gd name="connsiteX137" fmla="*/ 184168 w 1161147"/>
                <a:gd name="connsiteY137" fmla="*/ 279287 h 375088"/>
                <a:gd name="connsiteX138" fmla="*/ 180923 w 1161147"/>
                <a:gd name="connsiteY138" fmla="*/ 310138 h 375088"/>
                <a:gd name="connsiteX139" fmla="*/ 188225 w 1161147"/>
                <a:gd name="connsiteY139" fmla="*/ 322316 h 375088"/>
                <a:gd name="connsiteX140" fmla="*/ 191470 w 1161147"/>
                <a:gd name="connsiteY140" fmla="*/ 326376 h 375088"/>
                <a:gd name="connsiteX141" fmla="*/ 221489 w 1161147"/>
                <a:gd name="connsiteY141" fmla="*/ 339366 h 375088"/>
                <a:gd name="connsiteX142" fmla="*/ 240149 w 1161147"/>
                <a:gd name="connsiteY142" fmla="*/ 333683 h 375088"/>
                <a:gd name="connsiteX143" fmla="*/ 248262 w 1161147"/>
                <a:gd name="connsiteY143" fmla="*/ 330435 h 375088"/>
                <a:gd name="connsiteX144" fmla="*/ 295318 w 1161147"/>
                <a:gd name="connsiteY144" fmla="*/ 289029 h 375088"/>
                <a:gd name="connsiteX145" fmla="*/ 297752 w 1161147"/>
                <a:gd name="connsiteY145" fmla="*/ 284970 h 375088"/>
                <a:gd name="connsiteX146" fmla="*/ 307488 w 1161147"/>
                <a:gd name="connsiteY146" fmla="*/ 270356 h 375088"/>
                <a:gd name="connsiteX147" fmla="*/ 311545 w 1161147"/>
                <a:gd name="connsiteY147" fmla="*/ 263861 h 375088"/>
                <a:gd name="connsiteX148" fmla="*/ 333450 w 1161147"/>
                <a:gd name="connsiteY148" fmla="*/ 267920 h 375088"/>
                <a:gd name="connsiteX149" fmla="*/ 368337 w 1161147"/>
                <a:gd name="connsiteY149" fmla="*/ 260614 h 375088"/>
                <a:gd name="connsiteX150" fmla="*/ 364280 w 1161147"/>
                <a:gd name="connsiteY150" fmla="*/ 267920 h 375088"/>
                <a:gd name="connsiteX151" fmla="*/ 356979 w 1161147"/>
                <a:gd name="connsiteY151" fmla="*/ 279287 h 375088"/>
                <a:gd name="connsiteX152" fmla="*/ 355356 w 1161147"/>
                <a:gd name="connsiteY152" fmla="*/ 282534 h 375088"/>
                <a:gd name="connsiteX153" fmla="*/ 348866 w 1161147"/>
                <a:gd name="connsiteY153" fmla="*/ 299584 h 375088"/>
                <a:gd name="connsiteX154" fmla="*/ 346431 w 1161147"/>
                <a:gd name="connsiteY154" fmla="*/ 310950 h 375088"/>
                <a:gd name="connsiteX155" fmla="*/ 352111 w 1161147"/>
                <a:gd name="connsiteY155" fmla="*/ 323940 h 375088"/>
                <a:gd name="connsiteX156" fmla="*/ 356979 w 1161147"/>
                <a:gd name="connsiteY156" fmla="*/ 329623 h 375088"/>
                <a:gd name="connsiteX157" fmla="*/ 370771 w 1161147"/>
                <a:gd name="connsiteY157" fmla="*/ 337742 h 375088"/>
                <a:gd name="connsiteX158" fmla="*/ 400789 w 1161147"/>
                <a:gd name="connsiteY158" fmla="*/ 310950 h 375088"/>
                <a:gd name="connsiteX159" fmla="*/ 443789 w 1161147"/>
                <a:gd name="connsiteY159" fmla="*/ 271980 h 375088"/>
                <a:gd name="connsiteX160" fmla="*/ 451902 w 1161147"/>
                <a:gd name="connsiteY160" fmla="*/ 264673 h 375088"/>
                <a:gd name="connsiteX161" fmla="*/ 456770 w 1161147"/>
                <a:gd name="connsiteY161" fmla="*/ 262237 h 375088"/>
                <a:gd name="connsiteX162" fmla="*/ 459204 w 1161147"/>
                <a:gd name="connsiteY162" fmla="*/ 259802 h 375088"/>
                <a:gd name="connsiteX163" fmla="*/ 461638 w 1161147"/>
                <a:gd name="connsiteY163" fmla="*/ 258178 h 375088"/>
                <a:gd name="connsiteX164" fmla="*/ 464072 w 1161147"/>
                <a:gd name="connsiteY164" fmla="*/ 257366 h 375088"/>
                <a:gd name="connsiteX165" fmla="*/ 465695 w 1161147"/>
                <a:gd name="connsiteY165" fmla="*/ 255742 h 375088"/>
                <a:gd name="connsiteX166" fmla="*/ 470563 w 1161147"/>
                <a:gd name="connsiteY166" fmla="*/ 252495 h 375088"/>
                <a:gd name="connsiteX167" fmla="*/ 480298 w 1161147"/>
                <a:gd name="connsiteY167" fmla="*/ 247623 h 375088"/>
                <a:gd name="connsiteX168" fmla="*/ 485978 w 1161147"/>
                <a:gd name="connsiteY168" fmla="*/ 245188 h 375088"/>
                <a:gd name="connsiteX169" fmla="*/ 489223 w 1161147"/>
                <a:gd name="connsiteY169" fmla="*/ 244376 h 375088"/>
                <a:gd name="connsiteX170" fmla="*/ 493280 w 1161147"/>
                <a:gd name="connsiteY170" fmla="*/ 256554 h 375088"/>
                <a:gd name="connsiteX171" fmla="*/ 494902 w 1161147"/>
                <a:gd name="connsiteY171" fmla="*/ 271168 h 375088"/>
                <a:gd name="connsiteX172" fmla="*/ 537902 w 1161147"/>
                <a:gd name="connsiteY172" fmla="*/ 310138 h 375088"/>
                <a:gd name="connsiteX173" fmla="*/ 546015 w 1161147"/>
                <a:gd name="connsiteY173" fmla="*/ 311762 h 375088"/>
                <a:gd name="connsiteX174" fmla="*/ 585769 w 1161147"/>
                <a:gd name="connsiteY174" fmla="*/ 306079 h 375088"/>
                <a:gd name="connsiteX175" fmla="*/ 597128 w 1161147"/>
                <a:gd name="connsiteY175" fmla="*/ 300396 h 375088"/>
                <a:gd name="connsiteX176" fmla="*/ 612543 w 1161147"/>
                <a:gd name="connsiteY176" fmla="*/ 293089 h 375088"/>
                <a:gd name="connsiteX177" fmla="*/ 612543 w 1161147"/>
                <a:gd name="connsiteY177" fmla="*/ 294713 h 375088"/>
                <a:gd name="connsiteX178" fmla="*/ 614977 w 1161147"/>
                <a:gd name="connsiteY178" fmla="*/ 308514 h 375088"/>
                <a:gd name="connsiteX179" fmla="*/ 619845 w 1161147"/>
                <a:gd name="connsiteY179" fmla="*/ 315010 h 375088"/>
                <a:gd name="connsiteX180" fmla="*/ 623901 w 1161147"/>
                <a:gd name="connsiteY180" fmla="*/ 319881 h 375088"/>
                <a:gd name="connsiteX181" fmla="*/ 638505 w 1161147"/>
                <a:gd name="connsiteY181" fmla="*/ 333683 h 375088"/>
                <a:gd name="connsiteX182" fmla="*/ 643373 w 1161147"/>
                <a:gd name="connsiteY182" fmla="*/ 333683 h 375088"/>
                <a:gd name="connsiteX183" fmla="*/ 649863 w 1161147"/>
                <a:gd name="connsiteY183" fmla="*/ 331247 h 375088"/>
                <a:gd name="connsiteX184" fmla="*/ 660410 w 1161147"/>
                <a:gd name="connsiteY184" fmla="*/ 323940 h 375088"/>
                <a:gd name="connsiteX185" fmla="*/ 661222 w 1161147"/>
                <a:gd name="connsiteY185" fmla="*/ 323128 h 375088"/>
                <a:gd name="connsiteX186" fmla="*/ 665279 w 1161147"/>
                <a:gd name="connsiteY186" fmla="*/ 321505 h 375088"/>
                <a:gd name="connsiteX187" fmla="*/ 669335 w 1161147"/>
                <a:gd name="connsiteY187" fmla="*/ 319069 h 375088"/>
                <a:gd name="connsiteX188" fmla="*/ 699353 w 1161147"/>
                <a:gd name="connsiteY188" fmla="*/ 289029 h 375088"/>
                <a:gd name="connsiteX189" fmla="*/ 705844 w 1161147"/>
                <a:gd name="connsiteY189" fmla="*/ 283346 h 375088"/>
                <a:gd name="connsiteX190" fmla="*/ 706655 w 1161147"/>
                <a:gd name="connsiteY190" fmla="*/ 282534 h 375088"/>
                <a:gd name="connsiteX191" fmla="*/ 709901 w 1161147"/>
                <a:gd name="connsiteY191" fmla="*/ 277663 h 375088"/>
                <a:gd name="connsiteX192" fmla="*/ 713146 w 1161147"/>
                <a:gd name="connsiteY192" fmla="*/ 271980 h 375088"/>
                <a:gd name="connsiteX193" fmla="*/ 715580 w 1161147"/>
                <a:gd name="connsiteY193" fmla="*/ 269544 h 375088"/>
                <a:gd name="connsiteX194" fmla="*/ 717202 w 1161147"/>
                <a:gd name="connsiteY194" fmla="*/ 267109 h 375088"/>
                <a:gd name="connsiteX195" fmla="*/ 722882 w 1161147"/>
                <a:gd name="connsiteY195" fmla="*/ 256554 h 375088"/>
                <a:gd name="connsiteX196" fmla="*/ 726127 w 1161147"/>
                <a:gd name="connsiteY196" fmla="*/ 267920 h 375088"/>
                <a:gd name="connsiteX197" fmla="*/ 729372 w 1161147"/>
                <a:gd name="connsiteY197" fmla="*/ 289029 h 375088"/>
                <a:gd name="connsiteX198" fmla="*/ 729372 w 1161147"/>
                <a:gd name="connsiteY198" fmla="*/ 292277 h 375088"/>
                <a:gd name="connsiteX199" fmla="*/ 730184 w 1161147"/>
                <a:gd name="connsiteY199" fmla="*/ 292277 h 375088"/>
                <a:gd name="connsiteX200" fmla="*/ 731806 w 1161147"/>
                <a:gd name="connsiteY200" fmla="*/ 292277 h 375088"/>
                <a:gd name="connsiteX201" fmla="*/ 765881 w 1161147"/>
                <a:gd name="connsiteY201" fmla="*/ 326376 h 375088"/>
                <a:gd name="connsiteX202" fmla="*/ 792655 w 1161147"/>
                <a:gd name="connsiteY202" fmla="*/ 330435 h 375088"/>
                <a:gd name="connsiteX203" fmla="*/ 833220 w 1161147"/>
                <a:gd name="connsiteY203" fmla="*/ 323128 h 375088"/>
                <a:gd name="connsiteX204" fmla="*/ 838900 w 1161147"/>
                <a:gd name="connsiteY204" fmla="*/ 318257 h 375088"/>
                <a:gd name="connsiteX205" fmla="*/ 842145 w 1161147"/>
                <a:gd name="connsiteY205" fmla="*/ 315821 h 375088"/>
                <a:gd name="connsiteX206" fmla="*/ 851069 w 1161147"/>
                <a:gd name="connsiteY206" fmla="*/ 312574 h 375088"/>
                <a:gd name="connsiteX207" fmla="*/ 860805 w 1161147"/>
                <a:gd name="connsiteY207" fmla="*/ 306891 h 375088"/>
                <a:gd name="connsiteX208" fmla="*/ 868107 w 1161147"/>
                <a:gd name="connsiteY208" fmla="*/ 302019 h 375088"/>
                <a:gd name="connsiteX209" fmla="*/ 871352 w 1161147"/>
                <a:gd name="connsiteY209" fmla="*/ 300396 h 375088"/>
                <a:gd name="connsiteX210" fmla="*/ 898126 w 1161147"/>
                <a:gd name="connsiteY210" fmla="*/ 276851 h 375088"/>
                <a:gd name="connsiteX211" fmla="*/ 894881 w 1161147"/>
                <a:gd name="connsiteY211" fmla="*/ 302831 h 375088"/>
                <a:gd name="connsiteX212" fmla="*/ 904617 w 1161147"/>
                <a:gd name="connsiteY212" fmla="*/ 337742 h 375088"/>
                <a:gd name="connsiteX213" fmla="*/ 914352 w 1161147"/>
                <a:gd name="connsiteY213" fmla="*/ 351544 h 375088"/>
                <a:gd name="connsiteX214" fmla="*/ 922465 w 1161147"/>
                <a:gd name="connsiteY214" fmla="*/ 362099 h 375088"/>
                <a:gd name="connsiteX215" fmla="*/ 924899 w 1161147"/>
                <a:gd name="connsiteY215" fmla="*/ 362910 h 375088"/>
                <a:gd name="connsiteX216" fmla="*/ 924899 w 1161147"/>
                <a:gd name="connsiteY216" fmla="*/ 361287 h 375088"/>
                <a:gd name="connsiteX217" fmla="*/ 927333 w 1161147"/>
                <a:gd name="connsiteY217" fmla="*/ 363722 h 375088"/>
                <a:gd name="connsiteX218" fmla="*/ 937880 w 1161147"/>
                <a:gd name="connsiteY218" fmla="*/ 371029 h 375088"/>
                <a:gd name="connsiteX219" fmla="*/ 945182 w 1161147"/>
                <a:gd name="connsiteY219" fmla="*/ 373465 h 375088"/>
                <a:gd name="connsiteX220" fmla="*/ 956540 w 1161147"/>
                <a:gd name="connsiteY220" fmla="*/ 375089 h 375088"/>
                <a:gd name="connsiteX221" fmla="*/ 976012 w 1161147"/>
                <a:gd name="connsiteY221" fmla="*/ 371841 h 375088"/>
                <a:gd name="connsiteX222" fmla="*/ 982503 w 1161147"/>
                <a:gd name="connsiteY222" fmla="*/ 369405 h 375088"/>
                <a:gd name="connsiteX223" fmla="*/ 995483 w 1161147"/>
                <a:gd name="connsiteY223" fmla="*/ 363722 h 375088"/>
                <a:gd name="connsiteX224" fmla="*/ 999540 w 1161147"/>
                <a:gd name="connsiteY224" fmla="*/ 362910 h 375088"/>
                <a:gd name="connsiteX225" fmla="*/ 1000352 w 1161147"/>
                <a:gd name="connsiteY225" fmla="*/ 362910 h 375088"/>
                <a:gd name="connsiteX226" fmla="*/ 1007653 w 1161147"/>
                <a:gd name="connsiteY226" fmla="*/ 358039 h 375088"/>
                <a:gd name="connsiteX227" fmla="*/ 1027936 w 1161147"/>
                <a:gd name="connsiteY227" fmla="*/ 346673 h 375088"/>
                <a:gd name="connsiteX228" fmla="*/ 1047408 w 1161147"/>
                <a:gd name="connsiteY228" fmla="*/ 332059 h 375088"/>
                <a:gd name="connsiteX229" fmla="*/ 1053087 w 1161147"/>
                <a:gd name="connsiteY229" fmla="*/ 327188 h 375088"/>
                <a:gd name="connsiteX230" fmla="*/ 1054710 w 1161147"/>
                <a:gd name="connsiteY230" fmla="*/ 326376 h 375088"/>
                <a:gd name="connsiteX231" fmla="*/ 1057955 w 1161147"/>
                <a:gd name="connsiteY231" fmla="*/ 323128 h 375088"/>
                <a:gd name="connsiteX232" fmla="*/ 1060389 w 1161147"/>
                <a:gd name="connsiteY232" fmla="*/ 320693 h 375088"/>
                <a:gd name="connsiteX233" fmla="*/ 1064445 w 1161147"/>
                <a:gd name="connsiteY233" fmla="*/ 319881 h 375088"/>
                <a:gd name="connsiteX234" fmla="*/ 1065257 w 1161147"/>
                <a:gd name="connsiteY234" fmla="*/ 317445 h 375088"/>
                <a:gd name="connsiteX235" fmla="*/ 1066068 w 1161147"/>
                <a:gd name="connsiteY235" fmla="*/ 314198 h 375088"/>
                <a:gd name="connsiteX236" fmla="*/ 1070125 w 1161147"/>
                <a:gd name="connsiteY236" fmla="*/ 314198 h 375088"/>
                <a:gd name="connsiteX237" fmla="*/ 1070936 w 1161147"/>
                <a:gd name="connsiteY237" fmla="*/ 313386 h 375088"/>
                <a:gd name="connsiteX238" fmla="*/ 1074993 w 1161147"/>
                <a:gd name="connsiteY238" fmla="*/ 308514 h 375088"/>
                <a:gd name="connsiteX239" fmla="*/ 1078238 w 1161147"/>
                <a:gd name="connsiteY239" fmla="*/ 302831 h 375088"/>
                <a:gd name="connsiteX240" fmla="*/ 1085540 w 1161147"/>
                <a:gd name="connsiteY240" fmla="*/ 295524 h 375088"/>
                <a:gd name="connsiteX241" fmla="*/ 1091219 w 1161147"/>
                <a:gd name="connsiteY241" fmla="*/ 290653 h 375088"/>
                <a:gd name="connsiteX242" fmla="*/ 1094464 w 1161147"/>
                <a:gd name="connsiteY242" fmla="*/ 288217 h 375088"/>
                <a:gd name="connsiteX243" fmla="*/ 1097709 w 1161147"/>
                <a:gd name="connsiteY243" fmla="*/ 285782 h 375088"/>
                <a:gd name="connsiteX244" fmla="*/ 1100954 w 1161147"/>
                <a:gd name="connsiteY244" fmla="*/ 284970 h 375088"/>
                <a:gd name="connsiteX245" fmla="*/ 1101766 w 1161147"/>
                <a:gd name="connsiteY245" fmla="*/ 284158 h 375088"/>
                <a:gd name="connsiteX246" fmla="*/ 1105011 w 1161147"/>
                <a:gd name="connsiteY246" fmla="*/ 280099 h 375088"/>
                <a:gd name="connsiteX247" fmla="*/ 1113936 w 1161147"/>
                <a:gd name="connsiteY247" fmla="*/ 272792 h 375088"/>
                <a:gd name="connsiteX248" fmla="*/ 1120426 w 1161147"/>
                <a:gd name="connsiteY248" fmla="*/ 267920 h 375088"/>
                <a:gd name="connsiteX249" fmla="*/ 1126106 w 1161147"/>
                <a:gd name="connsiteY249" fmla="*/ 262237 h 375088"/>
                <a:gd name="connsiteX250" fmla="*/ 1130162 w 1161147"/>
                <a:gd name="connsiteY250" fmla="*/ 258178 h 375088"/>
                <a:gd name="connsiteX251" fmla="*/ 1134219 w 1161147"/>
                <a:gd name="connsiteY251" fmla="*/ 254930 h 375088"/>
                <a:gd name="connsiteX252" fmla="*/ 1143955 w 1161147"/>
                <a:gd name="connsiteY252" fmla="*/ 246000 h 375088"/>
                <a:gd name="connsiteX253" fmla="*/ 1147200 w 1161147"/>
                <a:gd name="connsiteY253" fmla="*/ 241128 h 375088"/>
                <a:gd name="connsiteX254" fmla="*/ 1155313 w 1161147"/>
                <a:gd name="connsiteY254" fmla="*/ 231386 h 375088"/>
                <a:gd name="connsiteX255" fmla="*/ 1160992 w 1161147"/>
                <a:gd name="connsiteY255" fmla="*/ 225703 h 375088"/>
                <a:gd name="connsiteX256" fmla="*/ 1125294 w 1161147"/>
                <a:gd name="connsiteY256" fmla="*/ 252495 h 375088"/>
                <a:gd name="connsiteX257" fmla="*/ 952484 w 1161147"/>
                <a:gd name="connsiteY257" fmla="*/ 221643 h 375088"/>
                <a:gd name="connsiteX258" fmla="*/ 966276 w 1161147"/>
                <a:gd name="connsiteY258" fmla="*/ 196475 h 375088"/>
                <a:gd name="connsiteX259" fmla="*/ 1038484 w 1161147"/>
                <a:gd name="connsiteY259" fmla="*/ 88495 h 375088"/>
                <a:gd name="connsiteX260" fmla="*/ 1079860 w 1161147"/>
                <a:gd name="connsiteY260" fmla="*/ 43030 h 375088"/>
                <a:gd name="connsiteX261" fmla="*/ 1081483 w 1161147"/>
                <a:gd name="connsiteY261" fmla="*/ 49525 h 375088"/>
                <a:gd name="connsiteX262" fmla="*/ 968710 w 1161147"/>
                <a:gd name="connsiteY262" fmla="*/ 209465 h 375088"/>
                <a:gd name="connsiteX263" fmla="*/ 952484 w 1161147"/>
                <a:gd name="connsiteY263" fmla="*/ 221643 h 375088"/>
                <a:gd name="connsiteX264" fmla="*/ 944371 w 1161147"/>
                <a:gd name="connsiteY264" fmla="*/ 194851 h 375088"/>
                <a:gd name="connsiteX265" fmla="*/ 944371 w 1161147"/>
                <a:gd name="connsiteY265" fmla="*/ 194851 h 375088"/>
                <a:gd name="connsiteX266" fmla="*/ 944371 w 1161147"/>
                <a:gd name="connsiteY266" fmla="*/ 194851 h 375088"/>
                <a:gd name="connsiteX267" fmla="*/ 941937 w 1161147"/>
                <a:gd name="connsiteY267" fmla="*/ 201346 h 375088"/>
                <a:gd name="connsiteX268" fmla="*/ 941126 w 1161147"/>
                <a:gd name="connsiteY268" fmla="*/ 204594 h 375088"/>
                <a:gd name="connsiteX269" fmla="*/ 941937 w 1161147"/>
                <a:gd name="connsiteY269" fmla="*/ 201346 h 375088"/>
                <a:gd name="connsiteX270" fmla="*/ 603618 w 1161147"/>
                <a:gd name="connsiteY270" fmla="*/ 296336 h 375088"/>
                <a:gd name="connsiteX271" fmla="*/ 602807 w 1161147"/>
                <a:gd name="connsiteY271" fmla="*/ 295524 h 375088"/>
                <a:gd name="connsiteX272" fmla="*/ 609298 w 1161147"/>
                <a:gd name="connsiteY272" fmla="*/ 291465 h 375088"/>
                <a:gd name="connsiteX273" fmla="*/ 608486 w 1161147"/>
                <a:gd name="connsiteY273" fmla="*/ 293901 h 375088"/>
                <a:gd name="connsiteX274" fmla="*/ 603618 w 1161147"/>
                <a:gd name="connsiteY274" fmla="*/ 296336 h 375088"/>
                <a:gd name="connsiteX275" fmla="*/ 698542 w 1161147"/>
                <a:gd name="connsiteY275" fmla="*/ 257366 h 375088"/>
                <a:gd name="connsiteX276" fmla="*/ 658788 w 1161147"/>
                <a:gd name="connsiteY276" fmla="*/ 295524 h 375088"/>
                <a:gd name="connsiteX277" fmla="*/ 641750 w 1161147"/>
                <a:gd name="connsiteY277" fmla="*/ 306079 h 375088"/>
                <a:gd name="connsiteX278" fmla="*/ 653109 w 1161147"/>
                <a:gd name="connsiteY278" fmla="*/ 284158 h 375088"/>
                <a:gd name="connsiteX279" fmla="*/ 657976 w 1161147"/>
                <a:gd name="connsiteY279" fmla="*/ 278475 h 375088"/>
                <a:gd name="connsiteX280" fmla="*/ 713957 w 1161147"/>
                <a:gd name="connsiteY280" fmla="*/ 221643 h 375088"/>
                <a:gd name="connsiteX281" fmla="*/ 715580 w 1161147"/>
                <a:gd name="connsiteY281" fmla="*/ 220831 h 375088"/>
                <a:gd name="connsiteX282" fmla="*/ 721259 w 1161147"/>
                <a:gd name="connsiteY282" fmla="*/ 217584 h 375088"/>
                <a:gd name="connsiteX283" fmla="*/ 729372 w 1161147"/>
                <a:gd name="connsiteY283" fmla="*/ 217584 h 375088"/>
                <a:gd name="connsiteX284" fmla="*/ 698542 w 1161147"/>
                <a:gd name="connsiteY284" fmla="*/ 257366 h 375088"/>
                <a:gd name="connsiteX285" fmla="*/ 823485 w 1161147"/>
                <a:gd name="connsiteY285" fmla="*/ 326376 h 375088"/>
                <a:gd name="connsiteX286" fmla="*/ 821051 w 1161147"/>
                <a:gd name="connsiteY286" fmla="*/ 327188 h 375088"/>
                <a:gd name="connsiteX287" fmla="*/ 822673 w 1161147"/>
                <a:gd name="connsiteY287" fmla="*/ 324752 h 375088"/>
                <a:gd name="connsiteX288" fmla="*/ 823485 w 1161147"/>
                <a:gd name="connsiteY288" fmla="*/ 326376 h 375088"/>
                <a:gd name="connsiteX289" fmla="*/ 840522 w 1161147"/>
                <a:gd name="connsiteY289" fmla="*/ 313386 h 375088"/>
                <a:gd name="connsiteX290" fmla="*/ 840522 w 1161147"/>
                <a:gd name="connsiteY290" fmla="*/ 312574 h 375088"/>
                <a:gd name="connsiteX291" fmla="*/ 843768 w 1161147"/>
                <a:gd name="connsiteY291" fmla="*/ 311762 h 375088"/>
                <a:gd name="connsiteX292" fmla="*/ 840522 w 1161147"/>
                <a:gd name="connsiteY292" fmla="*/ 313386 h 375088"/>
                <a:gd name="connsiteX293" fmla="*/ 868107 w 1161147"/>
                <a:gd name="connsiteY293" fmla="*/ 296336 h 375088"/>
                <a:gd name="connsiteX294" fmla="*/ 863239 w 1161147"/>
                <a:gd name="connsiteY294" fmla="*/ 299584 h 375088"/>
                <a:gd name="connsiteX295" fmla="*/ 859994 w 1161147"/>
                <a:gd name="connsiteY295" fmla="*/ 302019 h 375088"/>
                <a:gd name="connsiteX296" fmla="*/ 863239 w 1161147"/>
                <a:gd name="connsiteY296" fmla="*/ 298772 h 375088"/>
                <a:gd name="connsiteX297" fmla="*/ 867296 w 1161147"/>
                <a:gd name="connsiteY297" fmla="*/ 295524 h 375088"/>
                <a:gd name="connsiteX298" fmla="*/ 869730 w 1161147"/>
                <a:gd name="connsiteY298" fmla="*/ 293901 h 375088"/>
                <a:gd name="connsiteX299" fmla="*/ 870541 w 1161147"/>
                <a:gd name="connsiteY299" fmla="*/ 293901 h 375088"/>
                <a:gd name="connsiteX300" fmla="*/ 868107 w 1161147"/>
                <a:gd name="connsiteY300" fmla="*/ 296336 h 375088"/>
                <a:gd name="connsiteX301" fmla="*/ 935446 w 1161147"/>
                <a:gd name="connsiteY301" fmla="*/ 211089 h 375088"/>
                <a:gd name="connsiteX302" fmla="*/ 937069 w 1161147"/>
                <a:gd name="connsiteY302" fmla="*/ 215960 h 375088"/>
                <a:gd name="connsiteX303" fmla="*/ 930578 w 1161147"/>
                <a:gd name="connsiteY303" fmla="*/ 228138 h 375088"/>
                <a:gd name="connsiteX304" fmla="*/ 929767 w 1161147"/>
                <a:gd name="connsiteY304" fmla="*/ 230574 h 375088"/>
                <a:gd name="connsiteX305" fmla="*/ 926522 w 1161147"/>
                <a:gd name="connsiteY305" fmla="*/ 232198 h 375088"/>
                <a:gd name="connsiteX306" fmla="*/ 926522 w 1161147"/>
                <a:gd name="connsiteY306" fmla="*/ 231386 h 375088"/>
                <a:gd name="connsiteX307" fmla="*/ 935446 w 1161147"/>
                <a:gd name="connsiteY307" fmla="*/ 211089 h 375088"/>
                <a:gd name="connsiteX308" fmla="*/ 881899 w 1161147"/>
                <a:gd name="connsiteY308" fmla="*/ 289029 h 375088"/>
                <a:gd name="connsiteX309" fmla="*/ 873786 w 1161147"/>
                <a:gd name="connsiteY309" fmla="*/ 292277 h 375088"/>
                <a:gd name="connsiteX310" fmla="*/ 889201 w 1161147"/>
                <a:gd name="connsiteY310" fmla="*/ 280911 h 375088"/>
                <a:gd name="connsiteX311" fmla="*/ 897314 w 1161147"/>
                <a:gd name="connsiteY311" fmla="*/ 276039 h 375088"/>
                <a:gd name="connsiteX312" fmla="*/ 896503 w 1161147"/>
                <a:gd name="connsiteY312" fmla="*/ 279287 h 375088"/>
                <a:gd name="connsiteX313" fmla="*/ 895692 w 1161147"/>
                <a:gd name="connsiteY313" fmla="*/ 280911 h 375088"/>
                <a:gd name="connsiteX314" fmla="*/ 881899 w 1161147"/>
                <a:gd name="connsiteY314" fmla="*/ 289029 h 375088"/>
                <a:gd name="connsiteX315" fmla="*/ 907861 w 1161147"/>
                <a:gd name="connsiteY315" fmla="*/ 282534 h 375088"/>
                <a:gd name="connsiteX316" fmla="*/ 907050 w 1161147"/>
                <a:gd name="connsiteY316" fmla="*/ 281722 h 375088"/>
                <a:gd name="connsiteX317" fmla="*/ 907861 w 1161147"/>
                <a:gd name="connsiteY317" fmla="*/ 280911 h 375088"/>
                <a:gd name="connsiteX318" fmla="*/ 909484 w 1161147"/>
                <a:gd name="connsiteY318" fmla="*/ 281722 h 375088"/>
                <a:gd name="connsiteX319" fmla="*/ 907861 w 1161147"/>
                <a:gd name="connsiteY319" fmla="*/ 282534 h 375088"/>
                <a:gd name="connsiteX320" fmla="*/ 910295 w 1161147"/>
                <a:gd name="connsiteY320" fmla="*/ 278475 h 375088"/>
                <a:gd name="connsiteX321" fmla="*/ 907861 w 1161147"/>
                <a:gd name="connsiteY321" fmla="*/ 276851 h 375088"/>
                <a:gd name="connsiteX322" fmla="*/ 909484 w 1161147"/>
                <a:gd name="connsiteY322" fmla="*/ 274416 h 375088"/>
                <a:gd name="connsiteX323" fmla="*/ 910295 w 1161147"/>
                <a:gd name="connsiteY323" fmla="*/ 273604 h 375088"/>
                <a:gd name="connsiteX324" fmla="*/ 911107 w 1161147"/>
                <a:gd name="connsiteY324" fmla="*/ 270356 h 375088"/>
                <a:gd name="connsiteX325" fmla="*/ 910295 w 1161147"/>
                <a:gd name="connsiteY325" fmla="*/ 278475 h 375088"/>
                <a:gd name="connsiteX326" fmla="*/ 914352 w 1161147"/>
                <a:gd name="connsiteY326" fmla="*/ 265485 h 375088"/>
                <a:gd name="connsiteX327" fmla="*/ 912730 w 1161147"/>
                <a:gd name="connsiteY327" fmla="*/ 265485 h 375088"/>
                <a:gd name="connsiteX328" fmla="*/ 915164 w 1161147"/>
                <a:gd name="connsiteY328" fmla="*/ 264673 h 375088"/>
                <a:gd name="connsiteX329" fmla="*/ 914352 w 1161147"/>
                <a:gd name="connsiteY329" fmla="*/ 265485 h 375088"/>
                <a:gd name="connsiteX330" fmla="*/ 1058766 w 1161147"/>
                <a:gd name="connsiteY330" fmla="*/ 318257 h 375088"/>
                <a:gd name="connsiteX331" fmla="*/ 1058766 w 1161147"/>
                <a:gd name="connsiteY331" fmla="*/ 315821 h 375088"/>
                <a:gd name="connsiteX332" fmla="*/ 1059578 w 1161147"/>
                <a:gd name="connsiteY332" fmla="*/ 317445 h 375088"/>
                <a:gd name="connsiteX333" fmla="*/ 1058766 w 1161147"/>
                <a:gd name="connsiteY333" fmla="*/ 318257 h 375088"/>
                <a:gd name="connsiteX334" fmla="*/ 1064445 w 1161147"/>
                <a:gd name="connsiteY334" fmla="*/ 314198 h 375088"/>
                <a:gd name="connsiteX335" fmla="*/ 1063634 w 1161147"/>
                <a:gd name="connsiteY335" fmla="*/ 313386 h 375088"/>
                <a:gd name="connsiteX336" fmla="*/ 1066880 w 1161147"/>
                <a:gd name="connsiteY336" fmla="*/ 310950 h 375088"/>
                <a:gd name="connsiteX337" fmla="*/ 1064445 w 1161147"/>
                <a:gd name="connsiteY337" fmla="*/ 314198 h 375088"/>
                <a:gd name="connsiteX338" fmla="*/ 1070125 w 1161147"/>
                <a:gd name="connsiteY338" fmla="*/ 310950 h 375088"/>
                <a:gd name="connsiteX339" fmla="*/ 1069313 w 1161147"/>
                <a:gd name="connsiteY339" fmla="*/ 309326 h 375088"/>
                <a:gd name="connsiteX340" fmla="*/ 1071747 w 1161147"/>
                <a:gd name="connsiteY340" fmla="*/ 307703 h 375088"/>
                <a:gd name="connsiteX341" fmla="*/ 1072558 w 1161147"/>
                <a:gd name="connsiteY341" fmla="*/ 309326 h 375088"/>
                <a:gd name="connsiteX342" fmla="*/ 1070125 w 1161147"/>
                <a:gd name="connsiteY342" fmla="*/ 310950 h 3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161147" h="375088">
                  <a:moveTo>
                    <a:pt x="1125294" y="252495"/>
                  </a:moveTo>
                  <a:cubicBezTo>
                    <a:pt x="1057955" y="303643"/>
                    <a:pt x="1032804" y="321505"/>
                    <a:pt x="1030370" y="321505"/>
                  </a:cubicBezTo>
                  <a:cubicBezTo>
                    <a:pt x="1029559" y="321505"/>
                    <a:pt x="1025502" y="324752"/>
                    <a:pt x="1022257" y="328000"/>
                  </a:cubicBezTo>
                  <a:cubicBezTo>
                    <a:pt x="1015766" y="334495"/>
                    <a:pt x="1013332" y="335307"/>
                    <a:pt x="1012521" y="334495"/>
                  </a:cubicBezTo>
                  <a:cubicBezTo>
                    <a:pt x="1012521" y="334495"/>
                    <a:pt x="1010088" y="335307"/>
                    <a:pt x="1007653" y="336930"/>
                  </a:cubicBezTo>
                  <a:cubicBezTo>
                    <a:pt x="991427" y="349108"/>
                    <a:pt x="965465" y="356415"/>
                    <a:pt x="944371" y="356415"/>
                  </a:cubicBezTo>
                  <a:cubicBezTo>
                    <a:pt x="928144" y="356415"/>
                    <a:pt x="924899" y="355604"/>
                    <a:pt x="921654" y="345861"/>
                  </a:cubicBezTo>
                  <a:cubicBezTo>
                    <a:pt x="919220" y="338554"/>
                    <a:pt x="920031" y="319069"/>
                    <a:pt x="921654" y="309326"/>
                  </a:cubicBezTo>
                  <a:cubicBezTo>
                    <a:pt x="922465" y="305267"/>
                    <a:pt x="924088" y="299584"/>
                    <a:pt x="924088" y="297960"/>
                  </a:cubicBezTo>
                  <a:cubicBezTo>
                    <a:pt x="924088" y="296336"/>
                    <a:pt x="924899" y="294713"/>
                    <a:pt x="925711" y="293901"/>
                  </a:cubicBezTo>
                  <a:cubicBezTo>
                    <a:pt x="926522" y="293089"/>
                    <a:pt x="926522" y="291465"/>
                    <a:pt x="926522" y="288217"/>
                  </a:cubicBezTo>
                  <a:cubicBezTo>
                    <a:pt x="926522" y="285782"/>
                    <a:pt x="927333" y="282534"/>
                    <a:pt x="928956" y="280099"/>
                  </a:cubicBezTo>
                  <a:cubicBezTo>
                    <a:pt x="929767" y="278475"/>
                    <a:pt x="931390" y="275227"/>
                    <a:pt x="930578" y="274416"/>
                  </a:cubicBezTo>
                  <a:cubicBezTo>
                    <a:pt x="929767" y="273604"/>
                    <a:pt x="931390" y="271168"/>
                    <a:pt x="933013" y="268732"/>
                  </a:cubicBezTo>
                  <a:cubicBezTo>
                    <a:pt x="937880" y="263049"/>
                    <a:pt x="933824" y="263049"/>
                    <a:pt x="936258" y="260614"/>
                  </a:cubicBezTo>
                  <a:cubicBezTo>
                    <a:pt x="938691" y="258178"/>
                    <a:pt x="934635" y="258990"/>
                    <a:pt x="937880" y="257366"/>
                  </a:cubicBezTo>
                  <a:cubicBezTo>
                    <a:pt x="941126" y="255742"/>
                    <a:pt x="937880" y="252495"/>
                    <a:pt x="943560" y="249247"/>
                  </a:cubicBezTo>
                  <a:cubicBezTo>
                    <a:pt x="993050" y="217584"/>
                    <a:pt x="1043351" y="157505"/>
                    <a:pt x="1072558" y="105544"/>
                  </a:cubicBezTo>
                  <a:cubicBezTo>
                    <a:pt x="1074181" y="102297"/>
                    <a:pt x="1078238" y="98237"/>
                    <a:pt x="1080672" y="94178"/>
                  </a:cubicBezTo>
                  <a:cubicBezTo>
                    <a:pt x="1092030" y="73069"/>
                    <a:pt x="1115559" y="16238"/>
                    <a:pt x="1096087" y="12178"/>
                  </a:cubicBezTo>
                  <a:cubicBezTo>
                    <a:pt x="1091219" y="11366"/>
                    <a:pt x="1087162" y="6495"/>
                    <a:pt x="1080672" y="4871"/>
                  </a:cubicBezTo>
                  <a:cubicBezTo>
                    <a:pt x="1076615" y="4059"/>
                    <a:pt x="1074993" y="0"/>
                    <a:pt x="1071747" y="0"/>
                  </a:cubicBezTo>
                  <a:cubicBezTo>
                    <a:pt x="1048219" y="2436"/>
                    <a:pt x="1024691" y="39782"/>
                    <a:pt x="1012521" y="60891"/>
                  </a:cubicBezTo>
                  <a:cubicBezTo>
                    <a:pt x="1012521" y="60891"/>
                    <a:pt x="1010088" y="62515"/>
                    <a:pt x="1008465" y="65762"/>
                  </a:cubicBezTo>
                  <a:cubicBezTo>
                    <a:pt x="1006031" y="70634"/>
                    <a:pt x="995483" y="83624"/>
                    <a:pt x="995483" y="86871"/>
                  </a:cubicBezTo>
                  <a:cubicBezTo>
                    <a:pt x="995483" y="88495"/>
                    <a:pt x="989805" y="94178"/>
                    <a:pt x="988993" y="94990"/>
                  </a:cubicBezTo>
                  <a:cubicBezTo>
                    <a:pt x="981691" y="106356"/>
                    <a:pt x="976823" y="116099"/>
                    <a:pt x="968710" y="126653"/>
                  </a:cubicBezTo>
                  <a:cubicBezTo>
                    <a:pt x="962220" y="134772"/>
                    <a:pt x="959786" y="142079"/>
                    <a:pt x="954918" y="151822"/>
                  </a:cubicBezTo>
                  <a:cubicBezTo>
                    <a:pt x="953295" y="155881"/>
                    <a:pt x="950861" y="156693"/>
                    <a:pt x="949239" y="161564"/>
                  </a:cubicBezTo>
                  <a:cubicBezTo>
                    <a:pt x="945182" y="169683"/>
                    <a:pt x="938691" y="181049"/>
                    <a:pt x="933824" y="189168"/>
                  </a:cubicBezTo>
                  <a:cubicBezTo>
                    <a:pt x="927333" y="201346"/>
                    <a:pt x="916786" y="220831"/>
                    <a:pt x="913541" y="233010"/>
                  </a:cubicBezTo>
                  <a:cubicBezTo>
                    <a:pt x="913541" y="233822"/>
                    <a:pt x="911918" y="237881"/>
                    <a:pt x="910295" y="241128"/>
                  </a:cubicBezTo>
                  <a:cubicBezTo>
                    <a:pt x="909484" y="241940"/>
                    <a:pt x="909484" y="243564"/>
                    <a:pt x="908673" y="244376"/>
                  </a:cubicBezTo>
                  <a:cubicBezTo>
                    <a:pt x="905428" y="246812"/>
                    <a:pt x="901371" y="250059"/>
                    <a:pt x="898937" y="251683"/>
                  </a:cubicBezTo>
                  <a:cubicBezTo>
                    <a:pt x="896503" y="252495"/>
                    <a:pt x="885956" y="259802"/>
                    <a:pt x="874598" y="267109"/>
                  </a:cubicBezTo>
                  <a:cubicBezTo>
                    <a:pt x="845390" y="286594"/>
                    <a:pt x="812126" y="309326"/>
                    <a:pt x="775617" y="309326"/>
                  </a:cubicBezTo>
                  <a:cubicBezTo>
                    <a:pt x="765070" y="309326"/>
                    <a:pt x="755334" y="307703"/>
                    <a:pt x="752900" y="303643"/>
                  </a:cubicBezTo>
                  <a:cubicBezTo>
                    <a:pt x="751278" y="300396"/>
                    <a:pt x="752089" y="272792"/>
                    <a:pt x="754523" y="266297"/>
                  </a:cubicBezTo>
                  <a:cubicBezTo>
                    <a:pt x="756957" y="259802"/>
                    <a:pt x="762636" y="249247"/>
                    <a:pt x="766693" y="245188"/>
                  </a:cubicBezTo>
                  <a:cubicBezTo>
                    <a:pt x="778863" y="232198"/>
                    <a:pt x="781297" y="226515"/>
                    <a:pt x="779674" y="215960"/>
                  </a:cubicBezTo>
                  <a:cubicBezTo>
                    <a:pt x="778863" y="211901"/>
                    <a:pt x="778051" y="209465"/>
                    <a:pt x="774806" y="207029"/>
                  </a:cubicBezTo>
                  <a:cubicBezTo>
                    <a:pt x="767504" y="201346"/>
                    <a:pt x="764259" y="199723"/>
                    <a:pt x="757768" y="200534"/>
                  </a:cubicBezTo>
                  <a:cubicBezTo>
                    <a:pt x="752089" y="201346"/>
                    <a:pt x="751278" y="200534"/>
                    <a:pt x="745598" y="195663"/>
                  </a:cubicBezTo>
                  <a:cubicBezTo>
                    <a:pt x="742353" y="192416"/>
                    <a:pt x="739108" y="189980"/>
                    <a:pt x="737485" y="189980"/>
                  </a:cubicBezTo>
                  <a:cubicBezTo>
                    <a:pt x="736674" y="189980"/>
                    <a:pt x="732618" y="189168"/>
                    <a:pt x="729372" y="186732"/>
                  </a:cubicBezTo>
                  <a:cubicBezTo>
                    <a:pt x="724504" y="184297"/>
                    <a:pt x="713957" y="182673"/>
                    <a:pt x="705033" y="182673"/>
                  </a:cubicBezTo>
                  <a:cubicBezTo>
                    <a:pt x="698542" y="182673"/>
                    <a:pt x="692863" y="183485"/>
                    <a:pt x="690429" y="185109"/>
                  </a:cubicBezTo>
                  <a:cubicBezTo>
                    <a:pt x="682316" y="190792"/>
                    <a:pt x="670146" y="202158"/>
                    <a:pt x="661222" y="212713"/>
                  </a:cubicBezTo>
                  <a:cubicBezTo>
                    <a:pt x="657976" y="216772"/>
                    <a:pt x="653920" y="221643"/>
                    <a:pt x="652297" y="223267"/>
                  </a:cubicBezTo>
                  <a:cubicBezTo>
                    <a:pt x="644184" y="231386"/>
                    <a:pt x="634448" y="244376"/>
                    <a:pt x="627147" y="257366"/>
                  </a:cubicBezTo>
                  <a:cubicBezTo>
                    <a:pt x="601996" y="272792"/>
                    <a:pt x="558996" y="289841"/>
                    <a:pt x="534656" y="289841"/>
                  </a:cubicBezTo>
                  <a:cubicBezTo>
                    <a:pt x="528977" y="289841"/>
                    <a:pt x="524109" y="289029"/>
                    <a:pt x="522487" y="287406"/>
                  </a:cubicBezTo>
                  <a:cubicBezTo>
                    <a:pt x="520864" y="285782"/>
                    <a:pt x="520864" y="279287"/>
                    <a:pt x="523298" y="265485"/>
                  </a:cubicBezTo>
                  <a:cubicBezTo>
                    <a:pt x="524921" y="255742"/>
                    <a:pt x="524109" y="253307"/>
                    <a:pt x="522487" y="246000"/>
                  </a:cubicBezTo>
                  <a:cubicBezTo>
                    <a:pt x="520053" y="235445"/>
                    <a:pt x="513562" y="227326"/>
                    <a:pt x="507072" y="225703"/>
                  </a:cubicBezTo>
                  <a:cubicBezTo>
                    <a:pt x="504638" y="224891"/>
                    <a:pt x="501393" y="224079"/>
                    <a:pt x="500581" y="222455"/>
                  </a:cubicBezTo>
                  <a:cubicBezTo>
                    <a:pt x="499770" y="220831"/>
                    <a:pt x="496525" y="220020"/>
                    <a:pt x="490034" y="220020"/>
                  </a:cubicBezTo>
                  <a:cubicBezTo>
                    <a:pt x="465695" y="220020"/>
                    <a:pt x="429997" y="249247"/>
                    <a:pt x="412148" y="263049"/>
                  </a:cubicBezTo>
                  <a:cubicBezTo>
                    <a:pt x="408091" y="266297"/>
                    <a:pt x="408091" y="266297"/>
                    <a:pt x="410525" y="259802"/>
                  </a:cubicBezTo>
                  <a:cubicBezTo>
                    <a:pt x="413771" y="252495"/>
                    <a:pt x="417827" y="245188"/>
                    <a:pt x="421072" y="242752"/>
                  </a:cubicBezTo>
                  <a:cubicBezTo>
                    <a:pt x="423506" y="241128"/>
                    <a:pt x="425941" y="237881"/>
                    <a:pt x="426752" y="234633"/>
                  </a:cubicBezTo>
                  <a:cubicBezTo>
                    <a:pt x="427563" y="231386"/>
                    <a:pt x="429997" y="227326"/>
                    <a:pt x="431619" y="225703"/>
                  </a:cubicBezTo>
                  <a:cubicBezTo>
                    <a:pt x="436488" y="218396"/>
                    <a:pt x="440544" y="214336"/>
                    <a:pt x="440544" y="205406"/>
                  </a:cubicBezTo>
                  <a:cubicBezTo>
                    <a:pt x="440544" y="195663"/>
                    <a:pt x="428374" y="188356"/>
                    <a:pt x="419450" y="188356"/>
                  </a:cubicBezTo>
                  <a:cubicBezTo>
                    <a:pt x="417827" y="188356"/>
                    <a:pt x="416205" y="188356"/>
                    <a:pt x="416205" y="189168"/>
                  </a:cubicBezTo>
                  <a:cubicBezTo>
                    <a:pt x="415393" y="189980"/>
                    <a:pt x="413771" y="190792"/>
                    <a:pt x="412148" y="190792"/>
                  </a:cubicBezTo>
                  <a:cubicBezTo>
                    <a:pt x="408903" y="190792"/>
                    <a:pt x="405658" y="195663"/>
                    <a:pt x="396733" y="211089"/>
                  </a:cubicBezTo>
                  <a:cubicBezTo>
                    <a:pt x="392676" y="218396"/>
                    <a:pt x="388620" y="224891"/>
                    <a:pt x="386997" y="226515"/>
                  </a:cubicBezTo>
                  <a:cubicBezTo>
                    <a:pt x="385375" y="228138"/>
                    <a:pt x="384563" y="229762"/>
                    <a:pt x="384563" y="231386"/>
                  </a:cubicBezTo>
                  <a:cubicBezTo>
                    <a:pt x="384563" y="232198"/>
                    <a:pt x="382129" y="236257"/>
                    <a:pt x="379695" y="240317"/>
                  </a:cubicBezTo>
                  <a:cubicBezTo>
                    <a:pt x="379695" y="240317"/>
                    <a:pt x="378884" y="241128"/>
                    <a:pt x="378884" y="241128"/>
                  </a:cubicBezTo>
                  <a:cubicBezTo>
                    <a:pt x="369148" y="243564"/>
                    <a:pt x="359413" y="245188"/>
                    <a:pt x="348866" y="245188"/>
                  </a:cubicBezTo>
                  <a:cubicBezTo>
                    <a:pt x="339941" y="245188"/>
                    <a:pt x="331017" y="244376"/>
                    <a:pt x="322092" y="240317"/>
                  </a:cubicBezTo>
                  <a:cubicBezTo>
                    <a:pt x="322903" y="237069"/>
                    <a:pt x="323714" y="233822"/>
                    <a:pt x="323714" y="230574"/>
                  </a:cubicBezTo>
                  <a:cubicBezTo>
                    <a:pt x="324526" y="213525"/>
                    <a:pt x="321281" y="238693"/>
                    <a:pt x="320470" y="239505"/>
                  </a:cubicBezTo>
                  <a:cubicBezTo>
                    <a:pt x="317224" y="241128"/>
                    <a:pt x="322092" y="231386"/>
                    <a:pt x="319658" y="231386"/>
                  </a:cubicBezTo>
                  <a:cubicBezTo>
                    <a:pt x="314790" y="232198"/>
                    <a:pt x="321281" y="228950"/>
                    <a:pt x="321281" y="226515"/>
                  </a:cubicBezTo>
                  <a:cubicBezTo>
                    <a:pt x="322092" y="222455"/>
                    <a:pt x="318847" y="225703"/>
                    <a:pt x="318847" y="225703"/>
                  </a:cubicBezTo>
                  <a:cubicBezTo>
                    <a:pt x="315601" y="226515"/>
                    <a:pt x="322092" y="206218"/>
                    <a:pt x="308300" y="194851"/>
                  </a:cubicBezTo>
                  <a:cubicBezTo>
                    <a:pt x="304243" y="191604"/>
                    <a:pt x="295318" y="187544"/>
                    <a:pt x="288828" y="187544"/>
                  </a:cubicBezTo>
                  <a:cubicBezTo>
                    <a:pt x="286394" y="187544"/>
                    <a:pt x="284771" y="187544"/>
                    <a:pt x="283149" y="189168"/>
                  </a:cubicBezTo>
                  <a:cubicBezTo>
                    <a:pt x="279904" y="192416"/>
                    <a:pt x="283960" y="211089"/>
                    <a:pt x="284771" y="215148"/>
                  </a:cubicBezTo>
                  <a:cubicBezTo>
                    <a:pt x="286394" y="223267"/>
                    <a:pt x="289639" y="233010"/>
                    <a:pt x="290451" y="239505"/>
                  </a:cubicBezTo>
                  <a:cubicBezTo>
                    <a:pt x="292074" y="246812"/>
                    <a:pt x="257998" y="284158"/>
                    <a:pt x="251508" y="291465"/>
                  </a:cubicBezTo>
                  <a:cubicBezTo>
                    <a:pt x="243395" y="301208"/>
                    <a:pt x="219866" y="317445"/>
                    <a:pt x="208508" y="319069"/>
                  </a:cubicBezTo>
                  <a:cubicBezTo>
                    <a:pt x="206074" y="319069"/>
                    <a:pt x="206074" y="314198"/>
                    <a:pt x="209319" y="304455"/>
                  </a:cubicBezTo>
                  <a:cubicBezTo>
                    <a:pt x="214187" y="290653"/>
                    <a:pt x="224734" y="271168"/>
                    <a:pt x="236904" y="262237"/>
                  </a:cubicBezTo>
                  <a:lnTo>
                    <a:pt x="237715" y="261425"/>
                  </a:lnTo>
                  <a:cubicBezTo>
                    <a:pt x="249073" y="250059"/>
                    <a:pt x="258809" y="245188"/>
                    <a:pt x="269356" y="234633"/>
                  </a:cubicBezTo>
                  <a:cubicBezTo>
                    <a:pt x="286394" y="218396"/>
                    <a:pt x="274224" y="207841"/>
                    <a:pt x="254753" y="207841"/>
                  </a:cubicBezTo>
                  <a:cubicBezTo>
                    <a:pt x="236904" y="207841"/>
                    <a:pt x="228791" y="212713"/>
                    <a:pt x="218244" y="224079"/>
                  </a:cubicBezTo>
                  <a:cubicBezTo>
                    <a:pt x="204451" y="231386"/>
                    <a:pt x="184168" y="246000"/>
                    <a:pt x="178489" y="250059"/>
                  </a:cubicBezTo>
                  <a:cubicBezTo>
                    <a:pt x="171187" y="254930"/>
                    <a:pt x="163885" y="259802"/>
                    <a:pt x="156584" y="264673"/>
                  </a:cubicBezTo>
                  <a:cubicBezTo>
                    <a:pt x="124942" y="286594"/>
                    <a:pt x="81132" y="315821"/>
                    <a:pt x="42188" y="316633"/>
                  </a:cubicBezTo>
                  <a:cubicBezTo>
                    <a:pt x="36509" y="316633"/>
                    <a:pt x="34075" y="316633"/>
                    <a:pt x="32453" y="315821"/>
                  </a:cubicBezTo>
                  <a:cubicBezTo>
                    <a:pt x="33264" y="314198"/>
                    <a:pt x="34075" y="312574"/>
                    <a:pt x="34886" y="310138"/>
                  </a:cubicBezTo>
                  <a:cubicBezTo>
                    <a:pt x="34075" y="309326"/>
                    <a:pt x="32453" y="308514"/>
                    <a:pt x="31641" y="308514"/>
                  </a:cubicBezTo>
                  <a:cubicBezTo>
                    <a:pt x="27584" y="308514"/>
                    <a:pt x="29207" y="300396"/>
                    <a:pt x="36509" y="286594"/>
                  </a:cubicBezTo>
                  <a:cubicBezTo>
                    <a:pt x="41377" y="276851"/>
                    <a:pt x="42188" y="276039"/>
                    <a:pt x="44622" y="276851"/>
                  </a:cubicBezTo>
                  <a:cubicBezTo>
                    <a:pt x="46245" y="277663"/>
                    <a:pt x="47056" y="277663"/>
                    <a:pt x="47867" y="276039"/>
                  </a:cubicBezTo>
                  <a:cubicBezTo>
                    <a:pt x="47867" y="274416"/>
                    <a:pt x="47867" y="272792"/>
                    <a:pt x="47056" y="272792"/>
                  </a:cubicBezTo>
                  <a:cubicBezTo>
                    <a:pt x="46245" y="271980"/>
                    <a:pt x="45433" y="271168"/>
                    <a:pt x="47056" y="270356"/>
                  </a:cubicBezTo>
                  <a:cubicBezTo>
                    <a:pt x="47867" y="270356"/>
                    <a:pt x="49490" y="267920"/>
                    <a:pt x="51113" y="264673"/>
                  </a:cubicBezTo>
                  <a:cubicBezTo>
                    <a:pt x="56792" y="254930"/>
                    <a:pt x="73018" y="232198"/>
                    <a:pt x="76263" y="229762"/>
                  </a:cubicBezTo>
                  <a:cubicBezTo>
                    <a:pt x="78697" y="228138"/>
                    <a:pt x="80320" y="224891"/>
                    <a:pt x="81132" y="223267"/>
                  </a:cubicBezTo>
                  <a:cubicBezTo>
                    <a:pt x="81943" y="220831"/>
                    <a:pt x="83565" y="218396"/>
                    <a:pt x="84376" y="217584"/>
                  </a:cubicBezTo>
                  <a:cubicBezTo>
                    <a:pt x="90867" y="207029"/>
                    <a:pt x="92490" y="203782"/>
                    <a:pt x="90056" y="198099"/>
                  </a:cubicBezTo>
                  <a:cubicBezTo>
                    <a:pt x="85999" y="189980"/>
                    <a:pt x="76263" y="185109"/>
                    <a:pt x="66527" y="185109"/>
                  </a:cubicBezTo>
                  <a:cubicBezTo>
                    <a:pt x="54358" y="185109"/>
                    <a:pt x="51113" y="189168"/>
                    <a:pt x="44622" y="198099"/>
                  </a:cubicBezTo>
                  <a:cubicBezTo>
                    <a:pt x="42188" y="202158"/>
                    <a:pt x="38131" y="207841"/>
                    <a:pt x="36509" y="209465"/>
                  </a:cubicBezTo>
                  <a:cubicBezTo>
                    <a:pt x="34886" y="211089"/>
                    <a:pt x="33264" y="212713"/>
                    <a:pt x="33264" y="213525"/>
                  </a:cubicBezTo>
                  <a:cubicBezTo>
                    <a:pt x="33264" y="214336"/>
                    <a:pt x="30830" y="218396"/>
                    <a:pt x="27584" y="222455"/>
                  </a:cubicBezTo>
                  <a:cubicBezTo>
                    <a:pt x="24339" y="226515"/>
                    <a:pt x="21905" y="230574"/>
                    <a:pt x="21905" y="232198"/>
                  </a:cubicBezTo>
                  <a:cubicBezTo>
                    <a:pt x="21905" y="233010"/>
                    <a:pt x="20283" y="234633"/>
                    <a:pt x="19471" y="235445"/>
                  </a:cubicBezTo>
                  <a:cubicBezTo>
                    <a:pt x="18660" y="236257"/>
                    <a:pt x="17849" y="237881"/>
                    <a:pt x="18660" y="237881"/>
                  </a:cubicBezTo>
                  <a:cubicBezTo>
                    <a:pt x="18660" y="238693"/>
                    <a:pt x="18660" y="238693"/>
                    <a:pt x="17849" y="238693"/>
                  </a:cubicBezTo>
                  <a:cubicBezTo>
                    <a:pt x="15415" y="238693"/>
                    <a:pt x="4868" y="262237"/>
                    <a:pt x="3245" y="267920"/>
                  </a:cubicBezTo>
                  <a:cubicBezTo>
                    <a:pt x="2434" y="271168"/>
                    <a:pt x="0" y="284158"/>
                    <a:pt x="0" y="289029"/>
                  </a:cubicBezTo>
                  <a:cubicBezTo>
                    <a:pt x="0" y="301208"/>
                    <a:pt x="17037" y="319881"/>
                    <a:pt x="27584" y="325564"/>
                  </a:cubicBezTo>
                  <a:lnTo>
                    <a:pt x="28396" y="324752"/>
                  </a:lnTo>
                  <a:cubicBezTo>
                    <a:pt x="31641" y="328000"/>
                    <a:pt x="39754" y="332871"/>
                    <a:pt x="43811" y="333683"/>
                  </a:cubicBezTo>
                  <a:cubicBezTo>
                    <a:pt x="54358" y="334495"/>
                    <a:pt x="61660" y="336118"/>
                    <a:pt x="66527" y="336930"/>
                  </a:cubicBezTo>
                  <a:cubicBezTo>
                    <a:pt x="74641" y="339366"/>
                    <a:pt x="78697" y="338554"/>
                    <a:pt x="90867" y="333683"/>
                  </a:cubicBezTo>
                  <a:cubicBezTo>
                    <a:pt x="96546" y="331247"/>
                    <a:pt x="103848" y="328811"/>
                    <a:pt x="105471" y="328811"/>
                  </a:cubicBezTo>
                  <a:cubicBezTo>
                    <a:pt x="109528" y="328000"/>
                    <a:pt x="123320" y="319881"/>
                    <a:pt x="128188" y="315821"/>
                  </a:cubicBezTo>
                  <a:cubicBezTo>
                    <a:pt x="133867" y="310138"/>
                    <a:pt x="140357" y="306079"/>
                    <a:pt x="142791" y="306891"/>
                  </a:cubicBezTo>
                  <a:cubicBezTo>
                    <a:pt x="143602" y="306891"/>
                    <a:pt x="143602" y="306891"/>
                    <a:pt x="143602" y="306079"/>
                  </a:cubicBezTo>
                  <a:cubicBezTo>
                    <a:pt x="143602" y="305267"/>
                    <a:pt x="146037" y="303643"/>
                    <a:pt x="148471" y="301208"/>
                  </a:cubicBezTo>
                  <a:cubicBezTo>
                    <a:pt x="150904" y="299584"/>
                    <a:pt x="157395" y="295524"/>
                    <a:pt x="161451" y="291465"/>
                  </a:cubicBezTo>
                  <a:cubicBezTo>
                    <a:pt x="165508" y="288217"/>
                    <a:pt x="171187" y="284970"/>
                    <a:pt x="171998" y="284158"/>
                  </a:cubicBezTo>
                  <a:cubicBezTo>
                    <a:pt x="172810" y="283346"/>
                    <a:pt x="174433" y="281722"/>
                    <a:pt x="174433" y="280911"/>
                  </a:cubicBezTo>
                  <a:cubicBezTo>
                    <a:pt x="174433" y="280099"/>
                    <a:pt x="175244" y="278475"/>
                    <a:pt x="176055" y="276039"/>
                  </a:cubicBezTo>
                  <a:cubicBezTo>
                    <a:pt x="180112" y="270356"/>
                    <a:pt x="172810" y="277663"/>
                    <a:pt x="178489" y="271980"/>
                  </a:cubicBezTo>
                  <a:cubicBezTo>
                    <a:pt x="184168" y="266297"/>
                    <a:pt x="176867" y="270356"/>
                    <a:pt x="186603" y="263861"/>
                  </a:cubicBezTo>
                  <a:cubicBezTo>
                    <a:pt x="189036" y="262237"/>
                    <a:pt x="190659" y="260614"/>
                    <a:pt x="193093" y="258990"/>
                  </a:cubicBezTo>
                  <a:cubicBezTo>
                    <a:pt x="191470" y="261425"/>
                    <a:pt x="190659" y="263861"/>
                    <a:pt x="189036" y="265485"/>
                  </a:cubicBezTo>
                  <a:cubicBezTo>
                    <a:pt x="188225" y="267109"/>
                    <a:pt x="186603" y="268732"/>
                    <a:pt x="187414" y="268732"/>
                  </a:cubicBezTo>
                  <a:cubicBezTo>
                    <a:pt x="187414" y="269544"/>
                    <a:pt x="185791" y="273604"/>
                    <a:pt x="184168" y="279287"/>
                  </a:cubicBezTo>
                  <a:cubicBezTo>
                    <a:pt x="178489" y="293089"/>
                    <a:pt x="178489" y="299584"/>
                    <a:pt x="180923" y="310138"/>
                  </a:cubicBezTo>
                  <a:cubicBezTo>
                    <a:pt x="183357" y="318257"/>
                    <a:pt x="186603" y="324752"/>
                    <a:pt x="188225" y="322316"/>
                  </a:cubicBezTo>
                  <a:cubicBezTo>
                    <a:pt x="188225" y="321505"/>
                    <a:pt x="189847" y="323940"/>
                    <a:pt x="191470" y="326376"/>
                  </a:cubicBezTo>
                  <a:cubicBezTo>
                    <a:pt x="200394" y="333683"/>
                    <a:pt x="210942" y="339366"/>
                    <a:pt x="221489" y="339366"/>
                  </a:cubicBezTo>
                  <a:cubicBezTo>
                    <a:pt x="227168" y="339366"/>
                    <a:pt x="233659" y="337742"/>
                    <a:pt x="240149" y="333683"/>
                  </a:cubicBezTo>
                  <a:cubicBezTo>
                    <a:pt x="242583" y="332059"/>
                    <a:pt x="245828" y="330435"/>
                    <a:pt x="248262" y="330435"/>
                  </a:cubicBezTo>
                  <a:cubicBezTo>
                    <a:pt x="255564" y="328000"/>
                    <a:pt x="296130" y="296336"/>
                    <a:pt x="295318" y="289029"/>
                  </a:cubicBezTo>
                  <a:cubicBezTo>
                    <a:pt x="295318" y="288217"/>
                    <a:pt x="296130" y="286594"/>
                    <a:pt x="297752" y="284970"/>
                  </a:cubicBezTo>
                  <a:cubicBezTo>
                    <a:pt x="300187" y="281722"/>
                    <a:pt x="301809" y="280099"/>
                    <a:pt x="307488" y="270356"/>
                  </a:cubicBezTo>
                  <a:cubicBezTo>
                    <a:pt x="309111" y="267920"/>
                    <a:pt x="310734" y="265485"/>
                    <a:pt x="311545" y="263861"/>
                  </a:cubicBezTo>
                  <a:cubicBezTo>
                    <a:pt x="318035" y="267109"/>
                    <a:pt x="326148" y="267920"/>
                    <a:pt x="333450" y="267920"/>
                  </a:cubicBezTo>
                  <a:cubicBezTo>
                    <a:pt x="344809" y="267920"/>
                    <a:pt x="356979" y="264673"/>
                    <a:pt x="368337" y="260614"/>
                  </a:cubicBezTo>
                  <a:cubicBezTo>
                    <a:pt x="366714" y="263049"/>
                    <a:pt x="365903" y="265485"/>
                    <a:pt x="364280" y="267920"/>
                  </a:cubicBezTo>
                  <a:cubicBezTo>
                    <a:pt x="361846" y="272792"/>
                    <a:pt x="358601" y="277663"/>
                    <a:pt x="356979" y="279287"/>
                  </a:cubicBezTo>
                  <a:cubicBezTo>
                    <a:pt x="356167" y="280099"/>
                    <a:pt x="355356" y="281722"/>
                    <a:pt x="355356" y="282534"/>
                  </a:cubicBezTo>
                  <a:cubicBezTo>
                    <a:pt x="355356" y="283346"/>
                    <a:pt x="354544" y="285782"/>
                    <a:pt x="348866" y="299584"/>
                  </a:cubicBezTo>
                  <a:cubicBezTo>
                    <a:pt x="346431" y="304455"/>
                    <a:pt x="345620" y="307703"/>
                    <a:pt x="346431" y="310950"/>
                  </a:cubicBezTo>
                  <a:cubicBezTo>
                    <a:pt x="347243" y="317445"/>
                    <a:pt x="350488" y="323940"/>
                    <a:pt x="352111" y="323940"/>
                  </a:cubicBezTo>
                  <a:cubicBezTo>
                    <a:pt x="352922" y="323940"/>
                    <a:pt x="355356" y="326376"/>
                    <a:pt x="356979" y="329623"/>
                  </a:cubicBezTo>
                  <a:cubicBezTo>
                    <a:pt x="359413" y="336118"/>
                    <a:pt x="365903" y="339366"/>
                    <a:pt x="370771" y="337742"/>
                  </a:cubicBezTo>
                  <a:cubicBezTo>
                    <a:pt x="375639" y="336118"/>
                    <a:pt x="392676" y="322316"/>
                    <a:pt x="400789" y="310950"/>
                  </a:cubicBezTo>
                  <a:cubicBezTo>
                    <a:pt x="408903" y="300396"/>
                    <a:pt x="432431" y="280911"/>
                    <a:pt x="443789" y="271980"/>
                  </a:cubicBezTo>
                  <a:cubicBezTo>
                    <a:pt x="447035" y="269544"/>
                    <a:pt x="451091" y="266297"/>
                    <a:pt x="451902" y="264673"/>
                  </a:cubicBezTo>
                  <a:cubicBezTo>
                    <a:pt x="452714" y="263861"/>
                    <a:pt x="455148" y="263049"/>
                    <a:pt x="456770" y="262237"/>
                  </a:cubicBezTo>
                  <a:cubicBezTo>
                    <a:pt x="458393" y="261425"/>
                    <a:pt x="459204" y="260614"/>
                    <a:pt x="459204" y="259802"/>
                  </a:cubicBezTo>
                  <a:cubicBezTo>
                    <a:pt x="459204" y="258990"/>
                    <a:pt x="460015" y="258178"/>
                    <a:pt x="461638" y="258178"/>
                  </a:cubicBezTo>
                  <a:cubicBezTo>
                    <a:pt x="462450" y="258178"/>
                    <a:pt x="464072" y="257366"/>
                    <a:pt x="464072" y="257366"/>
                  </a:cubicBezTo>
                  <a:cubicBezTo>
                    <a:pt x="464072" y="256554"/>
                    <a:pt x="464884" y="255742"/>
                    <a:pt x="465695" y="255742"/>
                  </a:cubicBezTo>
                  <a:cubicBezTo>
                    <a:pt x="466506" y="255742"/>
                    <a:pt x="468940" y="254119"/>
                    <a:pt x="470563" y="252495"/>
                  </a:cubicBezTo>
                  <a:cubicBezTo>
                    <a:pt x="472185" y="250871"/>
                    <a:pt x="476242" y="248435"/>
                    <a:pt x="480298" y="247623"/>
                  </a:cubicBezTo>
                  <a:cubicBezTo>
                    <a:pt x="483544" y="246812"/>
                    <a:pt x="485978" y="245188"/>
                    <a:pt x="485978" y="245188"/>
                  </a:cubicBezTo>
                  <a:cubicBezTo>
                    <a:pt x="485978" y="244376"/>
                    <a:pt x="487600" y="244376"/>
                    <a:pt x="489223" y="244376"/>
                  </a:cubicBezTo>
                  <a:cubicBezTo>
                    <a:pt x="492468" y="244376"/>
                    <a:pt x="492468" y="245188"/>
                    <a:pt x="493280" y="256554"/>
                  </a:cubicBezTo>
                  <a:cubicBezTo>
                    <a:pt x="494091" y="263049"/>
                    <a:pt x="494091" y="269544"/>
                    <a:pt x="494902" y="271168"/>
                  </a:cubicBezTo>
                  <a:cubicBezTo>
                    <a:pt x="498147" y="281722"/>
                    <a:pt x="524109" y="309326"/>
                    <a:pt x="537902" y="310138"/>
                  </a:cubicBezTo>
                  <a:cubicBezTo>
                    <a:pt x="541147" y="310138"/>
                    <a:pt x="544392" y="310950"/>
                    <a:pt x="546015" y="311762"/>
                  </a:cubicBezTo>
                  <a:cubicBezTo>
                    <a:pt x="550072" y="314198"/>
                    <a:pt x="581713" y="310138"/>
                    <a:pt x="585769" y="306079"/>
                  </a:cubicBezTo>
                  <a:cubicBezTo>
                    <a:pt x="586581" y="305267"/>
                    <a:pt x="592260" y="302831"/>
                    <a:pt x="597128" y="300396"/>
                  </a:cubicBezTo>
                  <a:cubicBezTo>
                    <a:pt x="603618" y="297148"/>
                    <a:pt x="608486" y="295524"/>
                    <a:pt x="612543" y="293089"/>
                  </a:cubicBezTo>
                  <a:cubicBezTo>
                    <a:pt x="612543" y="293901"/>
                    <a:pt x="612543" y="293901"/>
                    <a:pt x="612543" y="294713"/>
                  </a:cubicBezTo>
                  <a:cubicBezTo>
                    <a:pt x="611731" y="300396"/>
                    <a:pt x="611731" y="302831"/>
                    <a:pt x="614977" y="308514"/>
                  </a:cubicBezTo>
                  <a:cubicBezTo>
                    <a:pt x="617411" y="312574"/>
                    <a:pt x="619033" y="315821"/>
                    <a:pt x="619845" y="315010"/>
                  </a:cubicBezTo>
                  <a:cubicBezTo>
                    <a:pt x="620656" y="315010"/>
                    <a:pt x="622278" y="316633"/>
                    <a:pt x="623901" y="319881"/>
                  </a:cubicBezTo>
                  <a:cubicBezTo>
                    <a:pt x="627958" y="327188"/>
                    <a:pt x="634448" y="332871"/>
                    <a:pt x="638505" y="333683"/>
                  </a:cubicBezTo>
                  <a:cubicBezTo>
                    <a:pt x="640127" y="334495"/>
                    <a:pt x="642561" y="333683"/>
                    <a:pt x="643373" y="333683"/>
                  </a:cubicBezTo>
                  <a:cubicBezTo>
                    <a:pt x="644184" y="332871"/>
                    <a:pt x="646618" y="332059"/>
                    <a:pt x="649863" y="331247"/>
                  </a:cubicBezTo>
                  <a:cubicBezTo>
                    <a:pt x="657165" y="328811"/>
                    <a:pt x="661222" y="326376"/>
                    <a:pt x="660410" y="323940"/>
                  </a:cubicBezTo>
                  <a:cubicBezTo>
                    <a:pt x="659599" y="322316"/>
                    <a:pt x="660410" y="323128"/>
                    <a:pt x="661222" y="323128"/>
                  </a:cubicBezTo>
                  <a:cubicBezTo>
                    <a:pt x="662033" y="323128"/>
                    <a:pt x="663656" y="323128"/>
                    <a:pt x="665279" y="321505"/>
                  </a:cubicBezTo>
                  <a:cubicBezTo>
                    <a:pt x="666090" y="319881"/>
                    <a:pt x="668523" y="319069"/>
                    <a:pt x="669335" y="319069"/>
                  </a:cubicBezTo>
                  <a:cubicBezTo>
                    <a:pt x="670957" y="319069"/>
                    <a:pt x="687184" y="303643"/>
                    <a:pt x="699353" y="289029"/>
                  </a:cubicBezTo>
                  <a:cubicBezTo>
                    <a:pt x="702599" y="285782"/>
                    <a:pt x="705033" y="282534"/>
                    <a:pt x="705844" y="283346"/>
                  </a:cubicBezTo>
                  <a:cubicBezTo>
                    <a:pt x="705844" y="283346"/>
                    <a:pt x="706655" y="283346"/>
                    <a:pt x="706655" y="282534"/>
                  </a:cubicBezTo>
                  <a:cubicBezTo>
                    <a:pt x="706655" y="281722"/>
                    <a:pt x="708278" y="280099"/>
                    <a:pt x="709901" y="277663"/>
                  </a:cubicBezTo>
                  <a:cubicBezTo>
                    <a:pt x="711523" y="276039"/>
                    <a:pt x="713146" y="273604"/>
                    <a:pt x="713146" y="271980"/>
                  </a:cubicBezTo>
                  <a:cubicBezTo>
                    <a:pt x="713146" y="271168"/>
                    <a:pt x="713957" y="269544"/>
                    <a:pt x="715580" y="269544"/>
                  </a:cubicBezTo>
                  <a:cubicBezTo>
                    <a:pt x="716391" y="269544"/>
                    <a:pt x="717202" y="267920"/>
                    <a:pt x="717202" y="267109"/>
                  </a:cubicBezTo>
                  <a:cubicBezTo>
                    <a:pt x="717202" y="264673"/>
                    <a:pt x="722071" y="256554"/>
                    <a:pt x="722882" y="256554"/>
                  </a:cubicBezTo>
                  <a:cubicBezTo>
                    <a:pt x="725316" y="256554"/>
                    <a:pt x="725316" y="257366"/>
                    <a:pt x="726127" y="267920"/>
                  </a:cubicBezTo>
                  <a:cubicBezTo>
                    <a:pt x="726938" y="280099"/>
                    <a:pt x="727749" y="285782"/>
                    <a:pt x="729372" y="289029"/>
                  </a:cubicBezTo>
                  <a:cubicBezTo>
                    <a:pt x="730184" y="290653"/>
                    <a:pt x="730184" y="292277"/>
                    <a:pt x="729372" y="292277"/>
                  </a:cubicBezTo>
                  <a:cubicBezTo>
                    <a:pt x="728561" y="292277"/>
                    <a:pt x="729372" y="293089"/>
                    <a:pt x="730184" y="292277"/>
                  </a:cubicBezTo>
                  <a:cubicBezTo>
                    <a:pt x="730995" y="291465"/>
                    <a:pt x="731806" y="292277"/>
                    <a:pt x="731806" y="292277"/>
                  </a:cubicBezTo>
                  <a:cubicBezTo>
                    <a:pt x="731806" y="299584"/>
                    <a:pt x="756957" y="321505"/>
                    <a:pt x="765881" y="326376"/>
                  </a:cubicBezTo>
                  <a:cubicBezTo>
                    <a:pt x="773183" y="330435"/>
                    <a:pt x="773183" y="331247"/>
                    <a:pt x="792655" y="330435"/>
                  </a:cubicBezTo>
                  <a:cubicBezTo>
                    <a:pt x="812126" y="330435"/>
                    <a:pt x="821051" y="328811"/>
                    <a:pt x="833220" y="323128"/>
                  </a:cubicBezTo>
                  <a:cubicBezTo>
                    <a:pt x="837277" y="321505"/>
                    <a:pt x="839711" y="319881"/>
                    <a:pt x="838900" y="318257"/>
                  </a:cubicBezTo>
                  <a:cubicBezTo>
                    <a:pt x="838089" y="317445"/>
                    <a:pt x="839711" y="315821"/>
                    <a:pt x="842145" y="315821"/>
                  </a:cubicBezTo>
                  <a:cubicBezTo>
                    <a:pt x="844579" y="315010"/>
                    <a:pt x="848636" y="314198"/>
                    <a:pt x="851069" y="312574"/>
                  </a:cubicBezTo>
                  <a:cubicBezTo>
                    <a:pt x="853503" y="310950"/>
                    <a:pt x="858371" y="308514"/>
                    <a:pt x="860805" y="306891"/>
                  </a:cubicBezTo>
                  <a:cubicBezTo>
                    <a:pt x="863239" y="305267"/>
                    <a:pt x="866485" y="302831"/>
                    <a:pt x="868107" y="302019"/>
                  </a:cubicBezTo>
                  <a:cubicBezTo>
                    <a:pt x="868918" y="301208"/>
                    <a:pt x="870541" y="300396"/>
                    <a:pt x="871352" y="300396"/>
                  </a:cubicBezTo>
                  <a:cubicBezTo>
                    <a:pt x="872975" y="300396"/>
                    <a:pt x="893258" y="282534"/>
                    <a:pt x="898126" y="276851"/>
                  </a:cubicBezTo>
                  <a:cubicBezTo>
                    <a:pt x="897314" y="281722"/>
                    <a:pt x="895692" y="292277"/>
                    <a:pt x="894881" y="302831"/>
                  </a:cubicBezTo>
                  <a:cubicBezTo>
                    <a:pt x="894069" y="315821"/>
                    <a:pt x="897314" y="327188"/>
                    <a:pt x="904617" y="337742"/>
                  </a:cubicBezTo>
                  <a:cubicBezTo>
                    <a:pt x="907050" y="340990"/>
                    <a:pt x="911107" y="347485"/>
                    <a:pt x="914352" y="351544"/>
                  </a:cubicBezTo>
                  <a:cubicBezTo>
                    <a:pt x="916786" y="354792"/>
                    <a:pt x="920843" y="359663"/>
                    <a:pt x="922465" y="362099"/>
                  </a:cubicBezTo>
                  <a:cubicBezTo>
                    <a:pt x="924899" y="364534"/>
                    <a:pt x="925711" y="364534"/>
                    <a:pt x="924899" y="362910"/>
                  </a:cubicBezTo>
                  <a:cubicBezTo>
                    <a:pt x="922465" y="360475"/>
                    <a:pt x="923277" y="360475"/>
                    <a:pt x="924899" y="361287"/>
                  </a:cubicBezTo>
                  <a:cubicBezTo>
                    <a:pt x="926522" y="362099"/>
                    <a:pt x="927333" y="362910"/>
                    <a:pt x="927333" y="363722"/>
                  </a:cubicBezTo>
                  <a:cubicBezTo>
                    <a:pt x="927333" y="365346"/>
                    <a:pt x="934635" y="370217"/>
                    <a:pt x="937880" y="371029"/>
                  </a:cubicBezTo>
                  <a:cubicBezTo>
                    <a:pt x="939503" y="371029"/>
                    <a:pt x="942748" y="372653"/>
                    <a:pt x="945182" y="373465"/>
                  </a:cubicBezTo>
                  <a:cubicBezTo>
                    <a:pt x="947616" y="374277"/>
                    <a:pt x="951673" y="375089"/>
                    <a:pt x="956540" y="375089"/>
                  </a:cubicBezTo>
                  <a:cubicBezTo>
                    <a:pt x="963031" y="375089"/>
                    <a:pt x="971144" y="374277"/>
                    <a:pt x="976012" y="371841"/>
                  </a:cubicBezTo>
                  <a:cubicBezTo>
                    <a:pt x="978446" y="370217"/>
                    <a:pt x="981691" y="369405"/>
                    <a:pt x="982503" y="369405"/>
                  </a:cubicBezTo>
                  <a:cubicBezTo>
                    <a:pt x="984936" y="370217"/>
                    <a:pt x="993050" y="366158"/>
                    <a:pt x="995483" y="363722"/>
                  </a:cubicBezTo>
                  <a:cubicBezTo>
                    <a:pt x="997918" y="361287"/>
                    <a:pt x="997918" y="361287"/>
                    <a:pt x="999540" y="362910"/>
                  </a:cubicBezTo>
                  <a:cubicBezTo>
                    <a:pt x="1000352" y="365346"/>
                    <a:pt x="1001163" y="364534"/>
                    <a:pt x="1000352" y="362910"/>
                  </a:cubicBezTo>
                  <a:cubicBezTo>
                    <a:pt x="999540" y="361287"/>
                    <a:pt x="1001163" y="359663"/>
                    <a:pt x="1007653" y="358039"/>
                  </a:cubicBezTo>
                  <a:cubicBezTo>
                    <a:pt x="1020635" y="353168"/>
                    <a:pt x="1028748" y="348297"/>
                    <a:pt x="1027936" y="346673"/>
                  </a:cubicBezTo>
                  <a:cubicBezTo>
                    <a:pt x="1027936" y="344237"/>
                    <a:pt x="1036861" y="336930"/>
                    <a:pt x="1047408" y="332059"/>
                  </a:cubicBezTo>
                  <a:cubicBezTo>
                    <a:pt x="1050653" y="330435"/>
                    <a:pt x="1053087" y="328000"/>
                    <a:pt x="1053087" y="327188"/>
                  </a:cubicBezTo>
                  <a:cubicBezTo>
                    <a:pt x="1053087" y="326376"/>
                    <a:pt x="1053898" y="325564"/>
                    <a:pt x="1054710" y="326376"/>
                  </a:cubicBezTo>
                  <a:cubicBezTo>
                    <a:pt x="1055521" y="327188"/>
                    <a:pt x="1057144" y="325564"/>
                    <a:pt x="1057955" y="323128"/>
                  </a:cubicBezTo>
                  <a:cubicBezTo>
                    <a:pt x="1058766" y="320693"/>
                    <a:pt x="1059578" y="319881"/>
                    <a:pt x="1060389" y="320693"/>
                  </a:cubicBezTo>
                  <a:cubicBezTo>
                    <a:pt x="1061200" y="321505"/>
                    <a:pt x="1062823" y="321505"/>
                    <a:pt x="1064445" y="319881"/>
                  </a:cubicBezTo>
                  <a:cubicBezTo>
                    <a:pt x="1066880" y="318257"/>
                    <a:pt x="1066880" y="317445"/>
                    <a:pt x="1065257" y="317445"/>
                  </a:cubicBezTo>
                  <a:cubicBezTo>
                    <a:pt x="1062011" y="318257"/>
                    <a:pt x="1062011" y="316633"/>
                    <a:pt x="1066068" y="314198"/>
                  </a:cubicBezTo>
                  <a:cubicBezTo>
                    <a:pt x="1068502" y="312574"/>
                    <a:pt x="1069313" y="312574"/>
                    <a:pt x="1070125" y="314198"/>
                  </a:cubicBezTo>
                  <a:cubicBezTo>
                    <a:pt x="1070936" y="315010"/>
                    <a:pt x="1070936" y="315010"/>
                    <a:pt x="1070936" y="313386"/>
                  </a:cubicBezTo>
                  <a:cubicBezTo>
                    <a:pt x="1070125" y="312574"/>
                    <a:pt x="1071747" y="310138"/>
                    <a:pt x="1074993" y="308514"/>
                  </a:cubicBezTo>
                  <a:cubicBezTo>
                    <a:pt x="1079860" y="305267"/>
                    <a:pt x="1080672" y="302831"/>
                    <a:pt x="1078238" y="302831"/>
                  </a:cubicBezTo>
                  <a:cubicBezTo>
                    <a:pt x="1076615" y="302831"/>
                    <a:pt x="1080672" y="297960"/>
                    <a:pt x="1085540" y="295524"/>
                  </a:cubicBezTo>
                  <a:cubicBezTo>
                    <a:pt x="1087974" y="294713"/>
                    <a:pt x="1090407" y="292277"/>
                    <a:pt x="1091219" y="290653"/>
                  </a:cubicBezTo>
                  <a:cubicBezTo>
                    <a:pt x="1092030" y="289029"/>
                    <a:pt x="1093653" y="288217"/>
                    <a:pt x="1094464" y="288217"/>
                  </a:cubicBezTo>
                  <a:cubicBezTo>
                    <a:pt x="1095276" y="288217"/>
                    <a:pt x="1096898" y="287406"/>
                    <a:pt x="1097709" y="285782"/>
                  </a:cubicBezTo>
                  <a:cubicBezTo>
                    <a:pt x="1098521" y="284970"/>
                    <a:pt x="1100143" y="284158"/>
                    <a:pt x="1100954" y="284970"/>
                  </a:cubicBezTo>
                  <a:cubicBezTo>
                    <a:pt x="1101766" y="284970"/>
                    <a:pt x="1102577" y="284970"/>
                    <a:pt x="1101766" y="284158"/>
                  </a:cubicBezTo>
                  <a:cubicBezTo>
                    <a:pt x="1101766" y="284158"/>
                    <a:pt x="1102577" y="281722"/>
                    <a:pt x="1105011" y="280099"/>
                  </a:cubicBezTo>
                  <a:cubicBezTo>
                    <a:pt x="1107445" y="278475"/>
                    <a:pt x="1111502" y="275227"/>
                    <a:pt x="1113936" y="272792"/>
                  </a:cubicBezTo>
                  <a:cubicBezTo>
                    <a:pt x="1116370" y="270356"/>
                    <a:pt x="1119615" y="267920"/>
                    <a:pt x="1120426" y="267920"/>
                  </a:cubicBezTo>
                  <a:cubicBezTo>
                    <a:pt x="1122049" y="267920"/>
                    <a:pt x="1124483" y="264673"/>
                    <a:pt x="1126106" y="262237"/>
                  </a:cubicBezTo>
                  <a:cubicBezTo>
                    <a:pt x="1127728" y="259802"/>
                    <a:pt x="1129350" y="258178"/>
                    <a:pt x="1130162" y="258178"/>
                  </a:cubicBezTo>
                  <a:cubicBezTo>
                    <a:pt x="1130973" y="258178"/>
                    <a:pt x="1132596" y="257366"/>
                    <a:pt x="1134219" y="254930"/>
                  </a:cubicBezTo>
                  <a:cubicBezTo>
                    <a:pt x="1139086" y="249247"/>
                    <a:pt x="1142332" y="246000"/>
                    <a:pt x="1143955" y="246000"/>
                  </a:cubicBezTo>
                  <a:cubicBezTo>
                    <a:pt x="1144766" y="246000"/>
                    <a:pt x="1146388" y="244376"/>
                    <a:pt x="1147200" y="241128"/>
                  </a:cubicBezTo>
                  <a:cubicBezTo>
                    <a:pt x="1148011" y="238693"/>
                    <a:pt x="1152068" y="233822"/>
                    <a:pt x="1155313" y="231386"/>
                  </a:cubicBezTo>
                  <a:cubicBezTo>
                    <a:pt x="1159369" y="228138"/>
                    <a:pt x="1161803" y="225703"/>
                    <a:pt x="1160992" y="225703"/>
                  </a:cubicBezTo>
                  <a:cubicBezTo>
                    <a:pt x="1160181" y="227326"/>
                    <a:pt x="1150445" y="233822"/>
                    <a:pt x="1125294" y="252495"/>
                  </a:cubicBezTo>
                  <a:close/>
                  <a:moveTo>
                    <a:pt x="952484" y="221643"/>
                  </a:moveTo>
                  <a:cubicBezTo>
                    <a:pt x="956540" y="215960"/>
                    <a:pt x="962220" y="203782"/>
                    <a:pt x="966276" y="196475"/>
                  </a:cubicBezTo>
                  <a:cubicBezTo>
                    <a:pt x="990616" y="154257"/>
                    <a:pt x="1007653" y="125841"/>
                    <a:pt x="1038484" y="88495"/>
                  </a:cubicBezTo>
                  <a:cubicBezTo>
                    <a:pt x="1039295" y="86871"/>
                    <a:pt x="1071747" y="43030"/>
                    <a:pt x="1079860" y="43030"/>
                  </a:cubicBezTo>
                  <a:cubicBezTo>
                    <a:pt x="1081483" y="43030"/>
                    <a:pt x="1082294" y="45465"/>
                    <a:pt x="1081483" y="49525"/>
                  </a:cubicBezTo>
                  <a:cubicBezTo>
                    <a:pt x="1073370" y="88495"/>
                    <a:pt x="1001974" y="176178"/>
                    <a:pt x="968710" y="209465"/>
                  </a:cubicBezTo>
                  <a:cubicBezTo>
                    <a:pt x="967899" y="210277"/>
                    <a:pt x="945182" y="231386"/>
                    <a:pt x="952484" y="221643"/>
                  </a:cubicBezTo>
                  <a:close/>
                  <a:moveTo>
                    <a:pt x="944371" y="194851"/>
                  </a:moveTo>
                  <a:lnTo>
                    <a:pt x="944371" y="194851"/>
                  </a:lnTo>
                  <a:cubicBezTo>
                    <a:pt x="945182" y="191604"/>
                    <a:pt x="945993" y="196475"/>
                    <a:pt x="944371" y="194851"/>
                  </a:cubicBezTo>
                  <a:close/>
                  <a:moveTo>
                    <a:pt x="941937" y="201346"/>
                  </a:moveTo>
                  <a:cubicBezTo>
                    <a:pt x="941937" y="202970"/>
                    <a:pt x="941937" y="203782"/>
                    <a:pt x="941126" y="204594"/>
                  </a:cubicBezTo>
                  <a:cubicBezTo>
                    <a:pt x="939503" y="207029"/>
                    <a:pt x="941126" y="195663"/>
                    <a:pt x="941937" y="201346"/>
                  </a:cubicBezTo>
                  <a:close/>
                  <a:moveTo>
                    <a:pt x="603618" y="296336"/>
                  </a:moveTo>
                  <a:cubicBezTo>
                    <a:pt x="603618" y="296336"/>
                    <a:pt x="602807" y="296336"/>
                    <a:pt x="602807" y="295524"/>
                  </a:cubicBezTo>
                  <a:cubicBezTo>
                    <a:pt x="602807" y="294713"/>
                    <a:pt x="605241" y="293089"/>
                    <a:pt x="609298" y="291465"/>
                  </a:cubicBezTo>
                  <a:cubicBezTo>
                    <a:pt x="609298" y="292277"/>
                    <a:pt x="609298" y="293089"/>
                    <a:pt x="608486" y="293901"/>
                  </a:cubicBezTo>
                  <a:cubicBezTo>
                    <a:pt x="606864" y="294713"/>
                    <a:pt x="605241" y="295524"/>
                    <a:pt x="603618" y="296336"/>
                  </a:cubicBezTo>
                  <a:close/>
                  <a:moveTo>
                    <a:pt x="698542" y="257366"/>
                  </a:moveTo>
                  <a:cubicBezTo>
                    <a:pt x="679882" y="276039"/>
                    <a:pt x="662033" y="293089"/>
                    <a:pt x="658788" y="295524"/>
                  </a:cubicBezTo>
                  <a:cubicBezTo>
                    <a:pt x="651486" y="301208"/>
                    <a:pt x="642561" y="306891"/>
                    <a:pt x="641750" y="306079"/>
                  </a:cubicBezTo>
                  <a:cubicBezTo>
                    <a:pt x="640939" y="305267"/>
                    <a:pt x="649052" y="289029"/>
                    <a:pt x="653109" y="284158"/>
                  </a:cubicBezTo>
                  <a:cubicBezTo>
                    <a:pt x="655543" y="281722"/>
                    <a:pt x="657976" y="278475"/>
                    <a:pt x="657976" y="278475"/>
                  </a:cubicBezTo>
                  <a:cubicBezTo>
                    <a:pt x="657976" y="274416"/>
                    <a:pt x="705033" y="221643"/>
                    <a:pt x="713957" y="221643"/>
                  </a:cubicBezTo>
                  <a:cubicBezTo>
                    <a:pt x="714769" y="221643"/>
                    <a:pt x="715580" y="221643"/>
                    <a:pt x="715580" y="220831"/>
                  </a:cubicBezTo>
                  <a:cubicBezTo>
                    <a:pt x="715580" y="220020"/>
                    <a:pt x="718014" y="218396"/>
                    <a:pt x="721259" y="217584"/>
                  </a:cubicBezTo>
                  <a:cubicBezTo>
                    <a:pt x="726127" y="216772"/>
                    <a:pt x="727749" y="216772"/>
                    <a:pt x="729372" y="217584"/>
                  </a:cubicBezTo>
                  <a:cubicBezTo>
                    <a:pt x="734240" y="222455"/>
                    <a:pt x="733429" y="222455"/>
                    <a:pt x="698542" y="257366"/>
                  </a:cubicBezTo>
                  <a:close/>
                  <a:moveTo>
                    <a:pt x="823485" y="326376"/>
                  </a:moveTo>
                  <a:cubicBezTo>
                    <a:pt x="822673" y="327188"/>
                    <a:pt x="821862" y="328000"/>
                    <a:pt x="821051" y="327188"/>
                  </a:cubicBezTo>
                  <a:cubicBezTo>
                    <a:pt x="820240" y="326376"/>
                    <a:pt x="821051" y="325564"/>
                    <a:pt x="822673" y="324752"/>
                  </a:cubicBezTo>
                  <a:cubicBezTo>
                    <a:pt x="825107" y="323940"/>
                    <a:pt x="825919" y="323940"/>
                    <a:pt x="823485" y="326376"/>
                  </a:cubicBezTo>
                  <a:close/>
                  <a:moveTo>
                    <a:pt x="840522" y="313386"/>
                  </a:moveTo>
                  <a:cubicBezTo>
                    <a:pt x="838900" y="313386"/>
                    <a:pt x="838900" y="313386"/>
                    <a:pt x="840522" y="312574"/>
                  </a:cubicBezTo>
                  <a:cubicBezTo>
                    <a:pt x="842145" y="311762"/>
                    <a:pt x="843768" y="311762"/>
                    <a:pt x="843768" y="311762"/>
                  </a:cubicBezTo>
                  <a:cubicBezTo>
                    <a:pt x="845390" y="311762"/>
                    <a:pt x="842956" y="313386"/>
                    <a:pt x="840522" y="313386"/>
                  </a:cubicBezTo>
                  <a:close/>
                  <a:moveTo>
                    <a:pt x="868107" y="296336"/>
                  </a:moveTo>
                  <a:cubicBezTo>
                    <a:pt x="867296" y="297148"/>
                    <a:pt x="864862" y="297960"/>
                    <a:pt x="863239" y="299584"/>
                  </a:cubicBezTo>
                  <a:lnTo>
                    <a:pt x="859994" y="302019"/>
                  </a:lnTo>
                  <a:lnTo>
                    <a:pt x="863239" y="298772"/>
                  </a:lnTo>
                  <a:cubicBezTo>
                    <a:pt x="864862" y="297148"/>
                    <a:pt x="866485" y="295524"/>
                    <a:pt x="867296" y="295524"/>
                  </a:cubicBezTo>
                  <a:cubicBezTo>
                    <a:pt x="868107" y="295524"/>
                    <a:pt x="868918" y="294713"/>
                    <a:pt x="869730" y="293901"/>
                  </a:cubicBezTo>
                  <a:cubicBezTo>
                    <a:pt x="870541" y="293089"/>
                    <a:pt x="870541" y="293089"/>
                    <a:pt x="870541" y="293901"/>
                  </a:cubicBezTo>
                  <a:cubicBezTo>
                    <a:pt x="869730" y="294713"/>
                    <a:pt x="868918" y="296336"/>
                    <a:pt x="868107" y="296336"/>
                  </a:cubicBezTo>
                  <a:close/>
                  <a:moveTo>
                    <a:pt x="935446" y="211089"/>
                  </a:moveTo>
                  <a:cubicBezTo>
                    <a:pt x="936258" y="211901"/>
                    <a:pt x="937880" y="214336"/>
                    <a:pt x="937069" y="215960"/>
                  </a:cubicBezTo>
                  <a:cubicBezTo>
                    <a:pt x="934635" y="220020"/>
                    <a:pt x="933013" y="220831"/>
                    <a:pt x="930578" y="228138"/>
                  </a:cubicBezTo>
                  <a:cubicBezTo>
                    <a:pt x="930578" y="228950"/>
                    <a:pt x="929767" y="229762"/>
                    <a:pt x="929767" y="230574"/>
                  </a:cubicBezTo>
                  <a:cubicBezTo>
                    <a:pt x="928956" y="230574"/>
                    <a:pt x="928144" y="231386"/>
                    <a:pt x="926522" y="232198"/>
                  </a:cubicBezTo>
                  <a:cubicBezTo>
                    <a:pt x="926522" y="232198"/>
                    <a:pt x="926522" y="231386"/>
                    <a:pt x="926522" y="231386"/>
                  </a:cubicBezTo>
                  <a:cubicBezTo>
                    <a:pt x="926522" y="228950"/>
                    <a:pt x="934635" y="211089"/>
                    <a:pt x="935446" y="211089"/>
                  </a:cubicBezTo>
                  <a:close/>
                  <a:moveTo>
                    <a:pt x="881899" y="289029"/>
                  </a:moveTo>
                  <a:cubicBezTo>
                    <a:pt x="879465" y="291465"/>
                    <a:pt x="876220" y="292277"/>
                    <a:pt x="873786" y="292277"/>
                  </a:cubicBezTo>
                  <a:cubicBezTo>
                    <a:pt x="870541" y="293089"/>
                    <a:pt x="882711" y="284970"/>
                    <a:pt x="889201" y="280911"/>
                  </a:cubicBezTo>
                  <a:cubicBezTo>
                    <a:pt x="891635" y="279287"/>
                    <a:pt x="894881" y="277663"/>
                    <a:pt x="897314" y="276039"/>
                  </a:cubicBezTo>
                  <a:cubicBezTo>
                    <a:pt x="896503" y="277663"/>
                    <a:pt x="896503" y="278475"/>
                    <a:pt x="896503" y="279287"/>
                  </a:cubicBezTo>
                  <a:cubicBezTo>
                    <a:pt x="896503" y="279287"/>
                    <a:pt x="895692" y="280099"/>
                    <a:pt x="895692" y="280911"/>
                  </a:cubicBezTo>
                  <a:cubicBezTo>
                    <a:pt x="892447" y="280911"/>
                    <a:pt x="885145" y="285782"/>
                    <a:pt x="881899" y="289029"/>
                  </a:cubicBezTo>
                  <a:close/>
                  <a:moveTo>
                    <a:pt x="907861" y="282534"/>
                  </a:moveTo>
                  <a:cubicBezTo>
                    <a:pt x="907050" y="283346"/>
                    <a:pt x="907050" y="282534"/>
                    <a:pt x="907050" y="281722"/>
                  </a:cubicBezTo>
                  <a:cubicBezTo>
                    <a:pt x="907050" y="280911"/>
                    <a:pt x="907861" y="280911"/>
                    <a:pt x="907861" y="280911"/>
                  </a:cubicBezTo>
                  <a:cubicBezTo>
                    <a:pt x="908673" y="280911"/>
                    <a:pt x="909484" y="280911"/>
                    <a:pt x="909484" y="281722"/>
                  </a:cubicBezTo>
                  <a:cubicBezTo>
                    <a:pt x="909484" y="281722"/>
                    <a:pt x="908673" y="281722"/>
                    <a:pt x="907861" y="282534"/>
                  </a:cubicBezTo>
                  <a:close/>
                  <a:moveTo>
                    <a:pt x="910295" y="278475"/>
                  </a:moveTo>
                  <a:cubicBezTo>
                    <a:pt x="908673" y="279287"/>
                    <a:pt x="908673" y="279287"/>
                    <a:pt x="907861" y="276851"/>
                  </a:cubicBezTo>
                  <a:cubicBezTo>
                    <a:pt x="907861" y="275227"/>
                    <a:pt x="908673" y="274416"/>
                    <a:pt x="909484" y="274416"/>
                  </a:cubicBezTo>
                  <a:cubicBezTo>
                    <a:pt x="910295" y="274416"/>
                    <a:pt x="910295" y="274416"/>
                    <a:pt x="910295" y="273604"/>
                  </a:cubicBezTo>
                  <a:cubicBezTo>
                    <a:pt x="909484" y="271980"/>
                    <a:pt x="910295" y="271168"/>
                    <a:pt x="911107" y="270356"/>
                  </a:cubicBezTo>
                  <a:cubicBezTo>
                    <a:pt x="912730" y="269544"/>
                    <a:pt x="912730" y="276039"/>
                    <a:pt x="910295" y="278475"/>
                  </a:cubicBezTo>
                  <a:close/>
                  <a:moveTo>
                    <a:pt x="914352" y="265485"/>
                  </a:moveTo>
                  <a:cubicBezTo>
                    <a:pt x="914352" y="265485"/>
                    <a:pt x="913541" y="265485"/>
                    <a:pt x="912730" y="265485"/>
                  </a:cubicBezTo>
                  <a:cubicBezTo>
                    <a:pt x="913541" y="264673"/>
                    <a:pt x="914352" y="264673"/>
                    <a:pt x="915164" y="264673"/>
                  </a:cubicBezTo>
                  <a:cubicBezTo>
                    <a:pt x="915164" y="264673"/>
                    <a:pt x="914352" y="264673"/>
                    <a:pt x="914352" y="265485"/>
                  </a:cubicBezTo>
                  <a:close/>
                  <a:moveTo>
                    <a:pt x="1058766" y="318257"/>
                  </a:moveTo>
                  <a:cubicBezTo>
                    <a:pt x="1058766" y="317445"/>
                    <a:pt x="1058766" y="315821"/>
                    <a:pt x="1058766" y="315821"/>
                  </a:cubicBezTo>
                  <a:cubicBezTo>
                    <a:pt x="1059578" y="315010"/>
                    <a:pt x="1059578" y="315821"/>
                    <a:pt x="1059578" y="317445"/>
                  </a:cubicBezTo>
                  <a:cubicBezTo>
                    <a:pt x="1059578" y="319069"/>
                    <a:pt x="1059578" y="319069"/>
                    <a:pt x="1058766" y="318257"/>
                  </a:cubicBezTo>
                  <a:close/>
                  <a:moveTo>
                    <a:pt x="1064445" y="314198"/>
                  </a:moveTo>
                  <a:cubicBezTo>
                    <a:pt x="1061200" y="317445"/>
                    <a:pt x="1060389" y="316633"/>
                    <a:pt x="1063634" y="313386"/>
                  </a:cubicBezTo>
                  <a:cubicBezTo>
                    <a:pt x="1065257" y="311762"/>
                    <a:pt x="1066068" y="310950"/>
                    <a:pt x="1066880" y="310950"/>
                  </a:cubicBezTo>
                  <a:cubicBezTo>
                    <a:pt x="1066880" y="310950"/>
                    <a:pt x="1066880" y="312574"/>
                    <a:pt x="1064445" y="314198"/>
                  </a:cubicBezTo>
                  <a:close/>
                  <a:moveTo>
                    <a:pt x="1070125" y="310950"/>
                  </a:moveTo>
                  <a:cubicBezTo>
                    <a:pt x="1068502" y="310950"/>
                    <a:pt x="1068502" y="310950"/>
                    <a:pt x="1069313" y="309326"/>
                  </a:cubicBezTo>
                  <a:cubicBezTo>
                    <a:pt x="1070125" y="308514"/>
                    <a:pt x="1070936" y="307703"/>
                    <a:pt x="1071747" y="307703"/>
                  </a:cubicBezTo>
                  <a:cubicBezTo>
                    <a:pt x="1071747" y="307703"/>
                    <a:pt x="1071747" y="308514"/>
                    <a:pt x="1072558" y="309326"/>
                  </a:cubicBezTo>
                  <a:cubicBezTo>
                    <a:pt x="1072558" y="310138"/>
                    <a:pt x="1071747" y="310950"/>
                    <a:pt x="1070125" y="310950"/>
                  </a:cubicBezTo>
                  <a:close/>
                </a:path>
              </a:pathLst>
            </a:custGeom>
            <a:solidFill>
              <a:srgbClr val="295937"/>
            </a:solidFill>
            <a:ln w="8113" cap="flat">
              <a:noFill/>
              <a:prstDash val="solid"/>
              <a:miter/>
            </a:ln>
          </p:spPr>
          <p:txBody>
            <a:bodyPr rtlCol="0" anchor="ctr"/>
            <a:lstStyle/>
            <a:p>
              <a:endParaRPr lang="en-US" b="1" dirty="0">
                <a:latin typeface="Montserrat" pitchFamily="2" charset="77"/>
              </a:endParaRPr>
            </a:p>
          </p:txBody>
        </p:sp>
      </p:grpSp>
      <p:sp>
        <p:nvSpPr>
          <p:cNvPr id="3" name="Slide Number Placeholder 1">
            <a:extLst>
              <a:ext uri="{FF2B5EF4-FFF2-40B4-BE49-F238E27FC236}">
                <a16:creationId xmlns:a16="http://schemas.microsoft.com/office/drawing/2014/main" id="{F8A8FDD8-2AD5-E9B2-40A3-2133F0389E11}"/>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14</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78355297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50000">
                                      <p:stCondLst>
                                        <p:cond delay="0"/>
                                      </p:stCondLst>
                                      <p:childTnLst>
                                        <p:set>
                                          <p:cBhvr>
                                            <p:cTn id="6" dur="1" fill="hold">
                                              <p:stCondLst>
                                                <p:cond delay="0"/>
                                              </p:stCondLst>
                                            </p:cTn>
                                            <p:tgtEl>
                                              <p:spTgt spid="156"/>
                                            </p:tgtEl>
                                            <p:attrNameLst>
                                              <p:attrName>style.visibility</p:attrName>
                                            </p:attrNameLst>
                                          </p:cBhvr>
                                          <p:to>
                                            <p:strVal val="visible"/>
                                          </p:to>
                                        </p:set>
                                        <p:anim calcmode="lin" valueType="num" p14:bounceEnd="50000">
                                          <p:cBhvr additive="base">
                                            <p:cTn id="7" dur="500" fill="hold"/>
                                            <p:tgtEl>
                                              <p:spTgt spid="156"/>
                                            </p:tgtEl>
                                            <p:attrNameLst>
                                              <p:attrName>ppt_x</p:attrName>
                                            </p:attrNameLst>
                                          </p:cBhvr>
                                          <p:tavLst>
                                            <p:tav tm="0">
                                              <p:val>
                                                <p:strVal val="0-#ppt_w/2"/>
                                              </p:val>
                                            </p:tav>
                                            <p:tav tm="100000">
                                              <p:val>
                                                <p:strVal val="#ppt_x"/>
                                              </p:val>
                                            </p:tav>
                                          </p:tavLst>
                                        </p:anim>
                                        <p:anim calcmode="lin" valueType="num" p14:bounceEnd="50000">
                                          <p:cBhvr additive="base">
                                            <p:cTn id="8" dur="500" fill="hold"/>
                                            <p:tgtEl>
                                              <p:spTgt spid="15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p:tgtEl>
                                              <p:spTgt spid="14"/>
                                            </p:tgtEl>
                                            <p:attrNameLst>
                                              <p:attrName>ppt_y</p:attrName>
                                            </p:attrNameLst>
                                          </p:cBhvr>
                                          <p:tavLst>
                                            <p:tav tm="0">
                                              <p:val>
                                                <p:strVal val="#ppt_y+#ppt_h*1.125000"/>
                                              </p:val>
                                            </p:tav>
                                            <p:tav tm="100000">
                                              <p:val>
                                                <p:strVal val="#ppt_y"/>
                                              </p:val>
                                            </p:tav>
                                          </p:tavLst>
                                        </p:anim>
                                        <p:animEffect transition="in" filter="wipe(up)">
                                          <p:cBhvr>
                                            <p:cTn id="16" dur="500"/>
                                            <p:tgtEl>
                                              <p:spTgt spid="14"/>
                                            </p:tgtEl>
                                          </p:cBhvr>
                                        </p:animEffect>
                                      </p:childTnLst>
                                    </p:cTn>
                                  </p:par>
                                </p:childTnLst>
                              </p:cTn>
                            </p:par>
                            <p:par>
                              <p:cTn id="17" fill="hold">
                                <p:stCondLst>
                                  <p:cond delay="1000"/>
                                </p:stCondLst>
                                <p:childTnLst>
                                  <p:par>
                                    <p:cTn id="18" presetID="22" presetClass="entr" presetSubtype="8" fill="hold" grpId="0" nodeType="afterEffect">
                                      <p:stCondLst>
                                        <p:cond delay="250"/>
                                      </p:stCondLst>
                                      <p:childTnLst>
                                        <p:set>
                                          <p:cBhvr>
                                            <p:cTn id="19" dur="1" fill="hold">
                                              <p:stCondLst>
                                                <p:cond delay="0"/>
                                              </p:stCondLst>
                                            </p:cTn>
                                            <p:tgtEl>
                                              <p:spTgt spid="32"/>
                                            </p:tgtEl>
                                            <p:attrNameLst>
                                              <p:attrName>style.visibility</p:attrName>
                                            </p:attrNameLst>
                                          </p:cBhvr>
                                          <p:to>
                                            <p:strVal val="visible"/>
                                          </p:to>
                                        </p:set>
                                        <p:animEffect transition="in" filter="wipe(left)">
                                          <p:cBhvr>
                                            <p:cTn id="20" dur="500"/>
                                            <p:tgtEl>
                                              <p:spTgt spid="32"/>
                                            </p:tgtEl>
                                          </p:cBhvr>
                                        </p:animEffect>
                                      </p:childTnLst>
                                    </p:cTn>
                                  </p:par>
                                </p:childTnLst>
                              </p:cTn>
                            </p:par>
                            <p:par>
                              <p:cTn id="21" fill="hold">
                                <p:stCondLst>
                                  <p:cond delay="1750"/>
                                </p:stCondLst>
                                <p:childTnLst>
                                  <p:par>
                                    <p:cTn id="22" presetID="10" presetClass="entr" presetSubtype="0" fill="hold" nodeType="after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childTnLst>
                              </p:cTn>
                            </p:par>
                            <p:par>
                              <p:cTn id="25" fill="hold">
                                <p:stCondLst>
                                  <p:cond delay="2250"/>
                                </p:stCondLst>
                                <p:childTnLst>
                                  <p:par>
                                    <p:cTn id="26" presetID="12" presetClass="entr" presetSubtype="1" fill="hold" nodeType="afterEffect">
                                      <p:stCondLst>
                                        <p:cond delay="0"/>
                                      </p:stCondLst>
                                      <p:childTnLst>
                                        <p:set>
                                          <p:cBhvr>
                                            <p:cTn id="27" dur="1" fill="hold">
                                              <p:stCondLst>
                                                <p:cond delay="0"/>
                                              </p:stCondLst>
                                            </p:cTn>
                                            <p:tgtEl>
                                              <p:spTgt spid="34"/>
                                            </p:tgtEl>
                                            <p:attrNameLst>
                                              <p:attrName>style.visibility</p:attrName>
                                            </p:attrNameLst>
                                          </p:cBhvr>
                                          <p:to>
                                            <p:strVal val="visible"/>
                                          </p:to>
                                        </p:set>
                                        <p:anim calcmode="lin" valueType="num">
                                          <p:cBhvr additive="base">
                                            <p:cTn id="28" dur="500"/>
                                            <p:tgtEl>
                                              <p:spTgt spid="34"/>
                                            </p:tgtEl>
                                            <p:attrNameLst>
                                              <p:attrName>ppt_y</p:attrName>
                                            </p:attrNameLst>
                                          </p:cBhvr>
                                          <p:tavLst>
                                            <p:tav tm="0">
                                              <p:val>
                                                <p:strVal val="#ppt_y-#ppt_h*1.125000"/>
                                              </p:val>
                                            </p:tav>
                                            <p:tav tm="100000">
                                              <p:val>
                                                <p:strVal val="#ppt_y"/>
                                              </p:val>
                                            </p:tav>
                                          </p:tavLst>
                                        </p:anim>
                                        <p:animEffect transition="in" filter="wipe(down)">
                                          <p:cBhvr>
                                            <p:cTn id="29" dur="500"/>
                                            <p:tgtEl>
                                              <p:spTgt spid="34"/>
                                            </p:tgtEl>
                                          </p:cBhvr>
                                        </p:animEffect>
                                      </p:childTnLst>
                                    </p:cTn>
                                  </p:par>
                                  <p:par>
                                    <p:cTn id="30" presetID="12" presetClass="entr" presetSubtype="2" fill="hold" nodeType="withEffect">
                                      <p:stCondLst>
                                        <p:cond delay="250"/>
                                      </p:stCondLst>
                                      <p:childTnLst>
                                        <p:set>
                                          <p:cBhvr>
                                            <p:cTn id="31" dur="1" fill="hold">
                                              <p:stCondLst>
                                                <p:cond delay="0"/>
                                              </p:stCondLst>
                                            </p:cTn>
                                            <p:tgtEl>
                                              <p:spTgt spid="33"/>
                                            </p:tgtEl>
                                            <p:attrNameLst>
                                              <p:attrName>style.visibility</p:attrName>
                                            </p:attrNameLst>
                                          </p:cBhvr>
                                          <p:to>
                                            <p:strVal val="visible"/>
                                          </p:to>
                                        </p:set>
                                        <p:anim calcmode="lin" valueType="num">
                                          <p:cBhvr additive="base">
                                            <p:cTn id="32" dur="500"/>
                                            <p:tgtEl>
                                              <p:spTgt spid="33"/>
                                            </p:tgtEl>
                                            <p:attrNameLst>
                                              <p:attrName>ppt_x</p:attrName>
                                            </p:attrNameLst>
                                          </p:cBhvr>
                                          <p:tavLst>
                                            <p:tav tm="0">
                                              <p:val>
                                                <p:strVal val="#ppt_x+#ppt_w*1.125000"/>
                                              </p:val>
                                            </p:tav>
                                            <p:tav tm="100000">
                                              <p:val>
                                                <p:strVal val="#ppt_x"/>
                                              </p:val>
                                            </p:tav>
                                          </p:tavLst>
                                        </p:anim>
                                        <p:animEffect transition="in" filter="wipe(left)">
                                          <p:cBhvr>
                                            <p:cTn id="3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1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156"/>
                                            </p:tgtEl>
                                            <p:attrNameLst>
                                              <p:attrName>style.visibility</p:attrName>
                                            </p:attrNameLst>
                                          </p:cBhvr>
                                          <p:to>
                                            <p:strVal val="visible"/>
                                          </p:to>
                                        </p:set>
                                        <p:anim calcmode="lin" valueType="num">
                                          <p:cBhvr additive="base">
                                            <p:cTn id="7" dur="500" fill="hold"/>
                                            <p:tgtEl>
                                              <p:spTgt spid="156"/>
                                            </p:tgtEl>
                                            <p:attrNameLst>
                                              <p:attrName>ppt_x</p:attrName>
                                            </p:attrNameLst>
                                          </p:cBhvr>
                                          <p:tavLst>
                                            <p:tav tm="0">
                                              <p:val>
                                                <p:strVal val="0-#ppt_w/2"/>
                                              </p:val>
                                            </p:tav>
                                            <p:tav tm="100000">
                                              <p:val>
                                                <p:strVal val="#ppt_x"/>
                                              </p:val>
                                            </p:tav>
                                          </p:tavLst>
                                        </p:anim>
                                        <p:anim calcmode="lin" valueType="num">
                                          <p:cBhvr additive="base">
                                            <p:cTn id="8" dur="500" fill="hold"/>
                                            <p:tgtEl>
                                              <p:spTgt spid="15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p:tgtEl>
                                              <p:spTgt spid="14"/>
                                            </p:tgtEl>
                                            <p:attrNameLst>
                                              <p:attrName>ppt_y</p:attrName>
                                            </p:attrNameLst>
                                          </p:cBhvr>
                                          <p:tavLst>
                                            <p:tav tm="0">
                                              <p:val>
                                                <p:strVal val="#ppt_y+#ppt_h*1.125000"/>
                                              </p:val>
                                            </p:tav>
                                            <p:tav tm="100000">
                                              <p:val>
                                                <p:strVal val="#ppt_y"/>
                                              </p:val>
                                            </p:tav>
                                          </p:tavLst>
                                        </p:anim>
                                        <p:animEffect transition="in" filter="wipe(up)">
                                          <p:cBhvr>
                                            <p:cTn id="16" dur="500"/>
                                            <p:tgtEl>
                                              <p:spTgt spid="14"/>
                                            </p:tgtEl>
                                          </p:cBhvr>
                                        </p:animEffect>
                                      </p:childTnLst>
                                    </p:cTn>
                                  </p:par>
                                </p:childTnLst>
                              </p:cTn>
                            </p:par>
                            <p:par>
                              <p:cTn id="17" fill="hold">
                                <p:stCondLst>
                                  <p:cond delay="1000"/>
                                </p:stCondLst>
                                <p:childTnLst>
                                  <p:par>
                                    <p:cTn id="18" presetID="22" presetClass="entr" presetSubtype="8" fill="hold" grpId="0" nodeType="afterEffect">
                                      <p:stCondLst>
                                        <p:cond delay="250"/>
                                      </p:stCondLst>
                                      <p:childTnLst>
                                        <p:set>
                                          <p:cBhvr>
                                            <p:cTn id="19" dur="1" fill="hold">
                                              <p:stCondLst>
                                                <p:cond delay="0"/>
                                              </p:stCondLst>
                                            </p:cTn>
                                            <p:tgtEl>
                                              <p:spTgt spid="32"/>
                                            </p:tgtEl>
                                            <p:attrNameLst>
                                              <p:attrName>style.visibility</p:attrName>
                                            </p:attrNameLst>
                                          </p:cBhvr>
                                          <p:to>
                                            <p:strVal val="visible"/>
                                          </p:to>
                                        </p:set>
                                        <p:animEffect transition="in" filter="wipe(left)">
                                          <p:cBhvr>
                                            <p:cTn id="20" dur="500"/>
                                            <p:tgtEl>
                                              <p:spTgt spid="32"/>
                                            </p:tgtEl>
                                          </p:cBhvr>
                                        </p:animEffect>
                                      </p:childTnLst>
                                    </p:cTn>
                                  </p:par>
                                </p:childTnLst>
                              </p:cTn>
                            </p:par>
                            <p:par>
                              <p:cTn id="21" fill="hold">
                                <p:stCondLst>
                                  <p:cond delay="1750"/>
                                </p:stCondLst>
                                <p:childTnLst>
                                  <p:par>
                                    <p:cTn id="22" presetID="10" presetClass="entr" presetSubtype="0" fill="hold" nodeType="after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childTnLst>
                              </p:cTn>
                            </p:par>
                            <p:par>
                              <p:cTn id="25" fill="hold">
                                <p:stCondLst>
                                  <p:cond delay="2250"/>
                                </p:stCondLst>
                                <p:childTnLst>
                                  <p:par>
                                    <p:cTn id="26" presetID="12" presetClass="entr" presetSubtype="1" fill="hold" nodeType="afterEffect">
                                      <p:stCondLst>
                                        <p:cond delay="0"/>
                                      </p:stCondLst>
                                      <p:childTnLst>
                                        <p:set>
                                          <p:cBhvr>
                                            <p:cTn id="27" dur="1" fill="hold">
                                              <p:stCondLst>
                                                <p:cond delay="0"/>
                                              </p:stCondLst>
                                            </p:cTn>
                                            <p:tgtEl>
                                              <p:spTgt spid="34"/>
                                            </p:tgtEl>
                                            <p:attrNameLst>
                                              <p:attrName>style.visibility</p:attrName>
                                            </p:attrNameLst>
                                          </p:cBhvr>
                                          <p:to>
                                            <p:strVal val="visible"/>
                                          </p:to>
                                        </p:set>
                                        <p:anim calcmode="lin" valueType="num">
                                          <p:cBhvr additive="base">
                                            <p:cTn id="28" dur="500"/>
                                            <p:tgtEl>
                                              <p:spTgt spid="34"/>
                                            </p:tgtEl>
                                            <p:attrNameLst>
                                              <p:attrName>ppt_y</p:attrName>
                                            </p:attrNameLst>
                                          </p:cBhvr>
                                          <p:tavLst>
                                            <p:tav tm="0">
                                              <p:val>
                                                <p:strVal val="#ppt_y-#ppt_h*1.125000"/>
                                              </p:val>
                                            </p:tav>
                                            <p:tav tm="100000">
                                              <p:val>
                                                <p:strVal val="#ppt_y"/>
                                              </p:val>
                                            </p:tav>
                                          </p:tavLst>
                                        </p:anim>
                                        <p:animEffect transition="in" filter="wipe(down)">
                                          <p:cBhvr>
                                            <p:cTn id="29" dur="500"/>
                                            <p:tgtEl>
                                              <p:spTgt spid="34"/>
                                            </p:tgtEl>
                                          </p:cBhvr>
                                        </p:animEffect>
                                      </p:childTnLst>
                                    </p:cTn>
                                  </p:par>
                                  <p:par>
                                    <p:cTn id="30" presetID="12" presetClass="entr" presetSubtype="2" fill="hold" nodeType="withEffect">
                                      <p:stCondLst>
                                        <p:cond delay="250"/>
                                      </p:stCondLst>
                                      <p:childTnLst>
                                        <p:set>
                                          <p:cBhvr>
                                            <p:cTn id="31" dur="1" fill="hold">
                                              <p:stCondLst>
                                                <p:cond delay="0"/>
                                              </p:stCondLst>
                                            </p:cTn>
                                            <p:tgtEl>
                                              <p:spTgt spid="33"/>
                                            </p:tgtEl>
                                            <p:attrNameLst>
                                              <p:attrName>style.visibility</p:attrName>
                                            </p:attrNameLst>
                                          </p:cBhvr>
                                          <p:to>
                                            <p:strVal val="visible"/>
                                          </p:to>
                                        </p:set>
                                        <p:anim calcmode="lin" valueType="num">
                                          <p:cBhvr additive="base">
                                            <p:cTn id="32" dur="500"/>
                                            <p:tgtEl>
                                              <p:spTgt spid="33"/>
                                            </p:tgtEl>
                                            <p:attrNameLst>
                                              <p:attrName>ppt_x</p:attrName>
                                            </p:attrNameLst>
                                          </p:cBhvr>
                                          <p:tavLst>
                                            <p:tav tm="0">
                                              <p:val>
                                                <p:strVal val="#ppt_x+#ppt_w*1.125000"/>
                                              </p:val>
                                            </p:tav>
                                            <p:tav tm="100000">
                                              <p:val>
                                                <p:strVal val="#ppt_x"/>
                                              </p:val>
                                            </p:tav>
                                          </p:tavLst>
                                        </p:anim>
                                        <p:animEffect transition="in" filter="wipe(left)">
                                          <p:cBhvr>
                                            <p:cTn id="3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14" grpId="0"/>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a:extLst>
              <a:ext uri="{FF2B5EF4-FFF2-40B4-BE49-F238E27FC236}">
                <a16:creationId xmlns:a16="http://schemas.microsoft.com/office/drawing/2014/main" id="{DC63D074-C854-234C-13A1-942B2CCD564E}"/>
              </a:ext>
            </a:extLst>
          </p:cNvPr>
          <p:cNvSpPr/>
          <p:nvPr/>
        </p:nvSpPr>
        <p:spPr>
          <a:xfrm>
            <a:off x="1902517" y="1757740"/>
            <a:ext cx="2466003" cy="205158"/>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18" name="Text Placeholder 17">
            <a:extLst>
              <a:ext uri="{FF2B5EF4-FFF2-40B4-BE49-F238E27FC236}">
                <a16:creationId xmlns:a16="http://schemas.microsoft.com/office/drawing/2014/main" id="{4AFF8FC8-A116-5520-542D-67A4569C86C1}"/>
              </a:ext>
            </a:extLst>
          </p:cNvPr>
          <p:cNvSpPr>
            <a:spLocks noGrp="1"/>
          </p:cNvSpPr>
          <p:nvPr>
            <p:ph type="body" sz="quarter" idx="4294967295"/>
          </p:nvPr>
        </p:nvSpPr>
        <p:spPr>
          <a:xfrm>
            <a:off x="914400" y="1338263"/>
            <a:ext cx="3635375" cy="512762"/>
          </a:xfrm>
        </p:spPr>
        <p:txBody>
          <a:bodyPr>
            <a:noAutofit/>
          </a:bodyPr>
          <a:lstStyle/>
          <a:p>
            <a:r>
              <a:rPr lang="en-US" sz="3600" dirty="0">
                <a:solidFill>
                  <a:schemeClr val="bg1"/>
                </a:solidFill>
                <a:latin typeface="Montserrat ExtraBold" pitchFamily="2" charset="77"/>
                <a:cs typeface="Gotham Black" pitchFamily="2" charset="0"/>
              </a:rPr>
              <a:t>Our Portfolio</a:t>
            </a:r>
          </a:p>
        </p:txBody>
      </p:sp>
      <p:sp>
        <p:nvSpPr>
          <p:cNvPr id="32" name="Text Placeholder 31">
            <a:extLst>
              <a:ext uri="{FF2B5EF4-FFF2-40B4-BE49-F238E27FC236}">
                <a16:creationId xmlns:a16="http://schemas.microsoft.com/office/drawing/2014/main" id="{3D2ABB4C-4597-D912-0886-110A3B0C9403}"/>
              </a:ext>
            </a:extLst>
          </p:cNvPr>
          <p:cNvSpPr>
            <a:spLocks noGrp="1"/>
          </p:cNvSpPr>
          <p:nvPr>
            <p:ph type="body" sz="quarter" idx="4294967295"/>
          </p:nvPr>
        </p:nvSpPr>
        <p:spPr>
          <a:xfrm>
            <a:off x="914400" y="2320925"/>
            <a:ext cx="6726238" cy="1260475"/>
          </a:xfrm>
        </p:spPr>
        <p:txBody>
          <a:bodyPr>
            <a:noAutofit/>
          </a:bodyPr>
          <a:lstStyle/>
          <a:p>
            <a:pPr algn="l">
              <a:lnSpc>
                <a:spcPts val="2140"/>
              </a:lnSpc>
            </a:pPr>
            <a:r>
              <a:rPr lang="en-US" sz="1800" dirty="0">
                <a:solidFill>
                  <a:schemeClr val="tx1"/>
                </a:solidFill>
                <a:cs typeface="Gotham Bold" pitchFamily="2" charset="0"/>
              </a:rPr>
              <a:t>Our culinary, food science and R&amp;D teams diligently </a:t>
            </a:r>
            <a:br>
              <a:rPr lang="en-US" sz="1800" dirty="0">
                <a:solidFill>
                  <a:schemeClr val="tx1"/>
                </a:solidFill>
                <a:cs typeface="Gotham Bold" pitchFamily="2" charset="0"/>
              </a:rPr>
            </a:br>
            <a:r>
              <a:rPr lang="en-US" sz="1800" dirty="0">
                <a:solidFill>
                  <a:schemeClr val="tx1"/>
                </a:solidFill>
                <a:cs typeface="Gotham Bold" pitchFamily="2" charset="0"/>
              </a:rPr>
              <a:t>develop, test and perfect every product recipe. </a:t>
            </a:r>
          </a:p>
          <a:p>
            <a:pPr algn="l">
              <a:lnSpc>
                <a:spcPts val="1640"/>
              </a:lnSpc>
            </a:pPr>
            <a:r>
              <a:rPr lang="en-US" sz="1200" b="0" dirty="0">
                <a:solidFill>
                  <a:schemeClr val="bg1"/>
                </a:solidFill>
              </a:rPr>
              <a:t>This process ensures we always deliver quality that keeps guest </a:t>
            </a:r>
            <a:br>
              <a:rPr lang="en-US" sz="1200" b="0" dirty="0">
                <a:solidFill>
                  <a:schemeClr val="bg1"/>
                </a:solidFill>
              </a:rPr>
            </a:br>
            <a:r>
              <a:rPr lang="en-US" sz="1200" b="0" dirty="0">
                <a:solidFill>
                  <a:schemeClr val="bg1"/>
                </a:solidFill>
              </a:rPr>
              <a:t>coming back with the convenience that fast-paced operations demand.</a:t>
            </a:r>
          </a:p>
          <a:p>
            <a:pPr algn="l">
              <a:spcAft>
                <a:spcPts val="600"/>
              </a:spcAft>
              <a:buClr>
                <a:srgbClr val="583C2D"/>
              </a:buClr>
            </a:pPr>
            <a:endParaRPr lang="en-US" sz="1400" b="0" dirty="0">
              <a:solidFill>
                <a:srgbClr val="583C2D"/>
              </a:solidFill>
              <a:cs typeface="Gotham Book" pitchFamily="2" charset="0"/>
            </a:endParaRPr>
          </a:p>
        </p:txBody>
      </p:sp>
      <p:grpSp>
        <p:nvGrpSpPr>
          <p:cNvPr id="47" name="Group 46">
            <a:extLst>
              <a:ext uri="{FF2B5EF4-FFF2-40B4-BE49-F238E27FC236}">
                <a16:creationId xmlns:a16="http://schemas.microsoft.com/office/drawing/2014/main" id="{EBD0FA8D-83DC-F17C-E816-49120C7D2F14}"/>
              </a:ext>
            </a:extLst>
          </p:cNvPr>
          <p:cNvGrpSpPr/>
          <p:nvPr/>
        </p:nvGrpSpPr>
        <p:grpSpPr>
          <a:xfrm>
            <a:off x="639058" y="3865794"/>
            <a:ext cx="2075500" cy="2075500"/>
            <a:chOff x="868868" y="3552422"/>
            <a:chExt cx="2075500" cy="2075500"/>
          </a:xfrm>
        </p:grpSpPr>
        <p:sp>
          <p:nvSpPr>
            <p:cNvPr id="46" name="Oval 45">
              <a:extLst>
                <a:ext uri="{FF2B5EF4-FFF2-40B4-BE49-F238E27FC236}">
                  <a16:creationId xmlns:a16="http://schemas.microsoft.com/office/drawing/2014/main" id="{B55B7EE1-06C2-FA4F-8758-115883104791}"/>
                </a:ext>
              </a:extLst>
            </p:cNvPr>
            <p:cNvSpPr/>
            <p:nvPr/>
          </p:nvSpPr>
          <p:spPr>
            <a:xfrm>
              <a:off x="868868" y="3552422"/>
              <a:ext cx="2075500" cy="2075500"/>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23" name="Picture 22">
              <a:extLst>
                <a:ext uri="{FF2B5EF4-FFF2-40B4-BE49-F238E27FC236}">
                  <a16:creationId xmlns:a16="http://schemas.microsoft.com/office/drawing/2014/main" id="{E3094AB5-4BA6-07B9-8AB0-A6A0C108A59C}"/>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997951" y="3709797"/>
              <a:ext cx="1817335" cy="1760750"/>
            </a:xfrm>
            <a:prstGeom prst="ellipse">
              <a:avLst/>
            </a:prstGeom>
          </p:spPr>
        </p:pic>
      </p:grpSp>
      <p:grpSp>
        <p:nvGrpSpPr>
          <p:cNvPr id="48" name="Group 47">
            <a:extLst>
              <a:ext uri="{FF2B5EF4-FFF2-40B4-BE49-F238E27FC236}">
                <a16:creationId xmlns:a16="http://schemas.microsoft.com/office/drawing/2014/main" id="{6E6BBFB1-454A-B3FA-B327-70DF74CC68C7}"/>
              </a:ext>
            </a:extLst>
          </p:cNvPr>
          <p:cNvGrpSpPr/>
          <p:nvPr/>
        </p:nvGrpSpPr>
        <p:grpSpPr>
          <a:xfrm>
            <a:off x="4252686" y="3865794"/>
            <a:ext cx="2075500" cy="2075500"/>
            <a:chOff x="4307012" y="3552422"/>
            <a:chExt cx="2075500" cy="2075500"/>
          </a:xfrm>
        </p:grpSpPr>
        <p:sp>
          <p:nvSpPr>
            <p:cNvPr id="45" name="Oval 44">
              <a:extLst>
                <a:ext uri="{FF2B5EF4-FFF2-40B4-BE49-F238E27FC236}">
                  <a16:creationId xmlns:a16="http://schemas.microsoft.com/office/drawing/2014/main" id="{25D96780-69DE-1488-9C1F-90995E2209A7}"/>
                </a:ext>
              </a:extLst>
            </p:cNvPr>
            <p:cNvSpPr/>
            <p:nvPr/>
          </p:nvSpPr>
          <p:spPr>
            <a:xfrm>
              <a:off x="4307012" y="3552422"/>
              <a:ext cx="2075500" cy="2075500"/>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25" name="Picture 24">
              <a:extLst>
                <a:ext uri="{FF2B5EF4-FFF2-40B4-BE49-F238E27FC236}">
                  <a16:creationId xmlns:a16="http://schemas.microsoft.com/office/drawing/2014/main" id="{B3813850-D6A8-7C17-DF1A-C4A51750AB6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4436095" y="3709797"/>
              <a:ext cx="1817335" cy="1760750"/>
            </a:xfrm>
            <a:prstGeom prst="ellipse">
              <a:avLst/>
            </a:prstGeom>
          </p:spPr>
        </p:pic>
      </p:grpSp>
      <p:grpSp>
        <p:nvGrpSpPr>
          <p:cNvPr id="49" name="Group 48">
            <a:extLst>
              <a:ext uri="{FF2B5EF4-FFF2-40B4-BE49-F238E27FC236}">
                <a16:creationId xmlns:a16="http://schemas.microsoft.com/office/drawing/2014/main" id="{17175FD9-0C5D-89C9-59A2-010724DFD904}"/>
              </a:ext>
            </a:extLst>
          </p:cNvPr>
          <p:cNvGrpSpPr/>
          <p:nvPr/>
        </p:nvGrpSpPr>
        <p:grpSpPr>
          <a:xfrm>
            <a:off x="7956006" y="3865794"/>
            <a:ext cx="2075500" cy="2075500"/>
            <a:chOff x="7982900" y="3552422"/>
            <a:chExt cx="2075500" cy="2075500"/>
          </a:xfrm>
        </p:grpSpPr>
        <p:sp>
          <p:nvSpPr>
            <p:cNvPr id="44" name="Oval 43">
              <a:extLst>
                <a:ext uri="{FF2B5EF4-FFF2-40B4-BE49-F238E27FC236}">
                  <a16:creationId xmlns:a16="http://schemas.microsoft.com/office/drawing/2014/main" id="{8EE5763F-BFA5-5ACE-7B07-D2590085BBAA}"/>
                </a:ext>
              </a:extLst>
            </p:cNvPr>
            <p:cNvSpPr/>
            <p:nvPr/>
          </p:nvSpPr>
          <p:spPr>
            <a:xfrm>
              <a:off x="7982900" y="3552422"/>
              <a:ext cx="2075500" cy="2075500"/>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pic>
          <p:nvPicPr>
            <p:cNvPr id="29" name="Picture 28">
              <a:extLst>
                <a:ext uri="{FF2B5EF4-FFF2-40B4-BE49-F238E27FC236}">
                  <a16:creationId xmlns:a16="http://schemas.microsoft.com/office/drawing/2014/main" id="{CC4F7B56-D45F-2819-0687-2D449FA4E499}"/>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8111983" y="3709797"/>
              <a:ext cx="1817335" cy="1760750"/>
            </a:xfrm>
            <a:prstGeom prst="ellipse">
              <a:avLst/>
            </a:prstGeom>
          </p:spPr>
        </p:pic>
      </p:grpSp>
      <p:sp>
        <p:nvSpPr>
          <p:cNvPr id="37" name="TextBox 36">
            <a:extLst>
              <a:ext uri="{FF2B5EF4-FFF2-40B4-BE49-F238E27FC236}">
                <a16:creationId xmlns:a16="http://schemas.microsoft.com/office/drawing/2014/main" id="{1FAA1E5A-069A-065C-FD43-EACA164DD1AD}"/>
              </a:ext>
            </a:extLst>
          </p:cNvPr>
          <p:cNvSpPr txBox="1"/>
          <p:nvPr/>
        </p:nvSpPr>
        <p:spPr>
          <a:xfrm>
            <a:off x="2784563" y="4283816"/>
            <a:ext cx="1564225" cy="1508105"/>
          </a:xfrm>
          <a:prstGeom prst="rect">
            <a:avLst/>
          </a:prstGeom>
          <a:noFill/>
        </p:spPr>
        <p:txBody>
          <a:bodyPr wrap="square">
            <a:spAutoFit/>
          </a:bodyPr>
          <a:lstStyle/>
          <a:p>
            <a:r>
              <a:rPr lang="en-US" sz="1200" b="1" dirty="0">
                <a:solidFill>
                  <a:schemeClr val="bg1"/>
                </a:solidFill>
                <a:latin typeface="Montserrat" pitchFamily="2" charset="77"/>
                <a:cs typeface="Gotham Bold" pitchFamily="2" charset="0"/>
              </a:rPr>
              <a:t>DRESSINGS </a:t>
            </a:r>
          </a:p>
          <a:p>
            <a:r>
              <a:rPr lang="en-US" sz="1200" b="1" dirty="0">
                <a:solidFill>
                  <a:schemeClr val="bg1"/>
                </a:solidFill>
                <a:latin typeface="Montserrat" pitchFamily="2" charset="77"/>
                <a:cs typeface="Gotham Bold" pitchFamily="2" charset="0"/>
              </a:rPr>
              <a:t>&amp; SAUCES</a:t>
            </a:r>
            <a:endParaRPr lang="en-US" sz="1400" b="1" dirty="0">
              <a:solidFill>
                <a:schemeClr val="bg1"/>
              </a:solidFill>
              <a:latin typeface="Montserrat" pitchFamily="2" charset="77"/>
              <a:cs typeface="Gotham Bold" pitchFamily="2" charset="0"/>
            </a:endParaRPr>
          </a:p>
          <a:p>
            <a:pPr>
              <a:lnSpc>
                <a:spcPct val="200000"/>
              </a:lnSpc>
            </a:pPr>
            <a:r>
              <a:rPr lang="en-US" sz="1200" dirty="0">
                <a:solidFill>
                  <a:schemeClr val="accent6"/>
                </a:solidFill>
                <a:latin typeface="Montserrat" pitchFamily="2" charset="77"/>
                <a:cs typeface="Gotham Book" pitchFamily="2" charset="0"/>
              </a:rPr>
              <a:t>+ World-famous</a:t>
            </a:r>
          </a:p>
          <a:p>
            <a:r>
              <a:rPr lang="en-US" sz="1200" dirty="0">
                <a:solidFill>
                  <a:schemeClr val="accent6"/>
                </a:solidFill>
                <a:latin typeface="Montserrat" pitchFamily="2" charset="77"/>
                <a:cs typeface="Gotham Book" pitchFamily="2" charset="0"/>
              </a:rPr>
              <a:t>+ Trend-savvy</a:t>
            </a:r>
          </a:p>
          <a:p>
            <a:pPr>
              <a:lnSpc>
                <a:spcPct val="150000"/>
              </a:lnSpc>
            </a:pPr>
            <a:r>
              <a:rPr lang="en-US" sz="1200" dirty="0">
                <a:solidFill>
                  <a:schemeClr val="accent6"/>
                </a:solidFill>
                <a:latin typeface="Montserrat" pitchFamily="2" charset="77"/>
                <a:cs typeface="Gotham Book" pitchFamily="2" charset="0"/>
              </a:rPr>
              <a:t>+ Flavor-forward</a:t>
            </a:r>
          </a:p>
          <a:p>
            <a:pPr>
              <a:spcAft>
                <a:spcPts val="600"/>
              </a:spcAft>
              <a:buClr>
                <a:srgbClr val="583C2D"/>
              </a:buClr>
            </a:pPr>
            <a:endParaRPr lang="en-US" sz="1400" dirty="0">
              <a:solidFill>
                <a:srgbClr val="583C2D"/>
              </a:solidFill>
              <a:latin typeface="Montserrat" pitchFamily="2" charset="77"/>
              <a:cs typeface="Gotham Book" pitchFamily="2" charset="0"/>
            </a:endParaRPr>
          </a:p>
        </p:txBody>
      </p:sp>
      <p:sp>
        <p:nvSpPr>
          <p:cNvPr id="38" name="TextBox 37">
            <a:extLst>
              <a:ext uri="{FF2B5EF4-FFF2-40B4-BE49-F238E27FC236}">
                <a16:creationId xmlns:a16="http://schemas.microsoft.com/office/drawing/2014/main" id="{686A5B10-7FAE-6D86-D682-C0C87BACC6BC}"/>
              </a:ext>
            </a:extLst>
          </p:cNvPr>
          <p:cNvSpPr txBox="1"/>
          <p:nvPr/>
        </p:nvSpPr>
        <p:spPr>
          <a:xfrm>
            <a:off x="6382386" y="4286118"/>
            <a:ext cx="1564225" cy="1508105"/>
          </a:xfrm>
          <a:prstGeom prst="rect">
            <a:avLst/>
          </a:prstGeom>
          <a:noFill/>
        </p:spPr>
        <p:txBody>
          <a:bodyPr wrap="square">
            <a:spAutoFit/>
          </a:bodyPr>
          <a:lstStyle/>
          <a:p>
            <a:r>
              <a:rPr lang="en-US" sz="1200" b="1" dirty="0">
                <a:solidFill>
                  <a:schemeClr val="bg1"/>
                </a:solidFill>
                <a:latin typeface="Montserrat" pitchFamily="2" charset="77"/>
                <a:cs typeface="Gotham Bold" pitchFamily="2" charset="0"/>
              </a:rPr>
              <a:t>FROZEN BREADS </a:t>
            </a:r>
          </a:p>
          <a:p>
            <a:r>
              <a:rPr lang="en-US" sz="1200" b="1" dirty="0">
                <a:solidFill>
                  <a:schemeClr val="bg1"/>
                </a:solidFill>
                <a:latin typeface="Montserrat" pitchFamily="2" charset="77"/>
                <a:cs typeface="Gotham Bold" pitchFamily="2" charset="0"/>
              </a:rPr>
              <a:t>&amp; ROLLS</a:t>
            </a:r>
            <a:endParaRPr lang="en-US" sz="1400" b="1" dirty="0">
              <a:solidFill>
                <a:schemeClr val="bg1"/>
              </a:solidFill>
              <a:latin typeface="Montserrat" pitchFamily="2" charset="77"/>
              <a:cs typeface="Gotham Bold" pitchFamily="2" charset="0"/>
            </a:endParaRPr>
          </a:p>
          <a:p>
            <a:pPr>
              <a:lnSpc>
                <a:spcPct val="200000"/>
              </a:lnSpc>
            </a:pPr>
            <a:r>
              <a:rPr lang="en-US" sz="1200" dirty="0">
                <a:solidFill>
                  <a:schemeClr val="accent6"/>
                </a:solidFill>
                <a:latin typeface="Montserrat" pitchFamily="2" charset="77"/>
                <a:cs typeface="Gotham Book" pitchFamily="2" charset="0"/>
              </a:rPr>
              <a:t>+ Simple prep</a:t>
            </a:r>
          </a:p>
          <a:p>
            <a:r>
              <a:rPr lang="en-US" sz="1200" dirty="0">
                <a:solidFill>
                  <a:schemeClr val="accent6"/>
                </a:solidFill>
                <a:latin typeface="Montserrat" pitchFamily="2" charset="77"/>
                <a:cs typeface="Gotham Book" pitchFamily="2" charset="0"/>
              </a:rPr>
              <a:t>+ Ready-to-serve</a:t>
            </a:r>
          </a:p>
          <a:p>
            <a:pPr>
              <a:lnSpc>
                <a:spcPct val="150000"/>
              </a:lnSpc>
            </a:pPr>
            <a:r>
              <a:rPr lang="en-US" sz="1200" dirty="0">
                <a:solidFill>
                  <a:schemeClr val="accent6"/>
                </a:solidFill>
                <a:latin typeface="Montserrat" pitchFamily="2" charset="77"/>
                <a:cs typeface="Gotham Book" pitchFamily="2" charset="0"/>
              </a:rPr>
              <a:t>+ Heat and Serve</a:t>
            </a:r>
          </a:p>
          <a:p>
            <a:pPr>
              <a:spcAft>
                <a:spcPts val="600"/>
              </a:spcAft>
              <a:buClr>
                <a:srgbClr val="583C2D"/>
              </a:buClr>
            </a:pPr>
            <a:endParaRPr lang="en-US" sz="1400" dirty="0">
              <a:solidFill>
                <a:srgbClr val="583C2D"/>
              </a:solidFill>
              <a:latin typeface="Montserrat" pitchFamily="2" charset="77"/>
              <a:cs typeface="Gotham Book" pitchFamily="2" charset="0"/>
            </a:endParaRPr>
          </a:p>
        </p:txBody>
      </p:sp>
      <p:sp>
        <p:nvSpPr>
          <p:cNvPr id="39" name="TextBox 38">
            <a:extLst>
              <a:ext uri="{FF2B5EF4-FFF2-40B4-BE49-F238E27FC236}">
                <a16:creationId xmlns:a16="http://schemas.microsoft.com/office/drawing/2014/main" id="{DF8556C4-B1D6-182F-44ED-15B82F6F74CB}"/>
              </a:ext>
            </a:extLst>
          </p:cNvPr>
          <p:cNvSpPr txBox="1"/>
          <p:nvPr/>
        </p:nvSpPr>
        <p:spPr>
          <a:xfrm>
            <a:off x="10096505" y="4297777"/>
            <a:ext cx="1745082" cy="1231106"/>
          </a:xfrm>
          <a:prstGeom prst="rect">
            <a:avLst/>
          </a:prstGeom>
          <a:noFill/>
        </p:spPr>
        <p:txBody>
          <a:bodyPr wrap="square">
            <a:spAutoFit/>
          </a:bodyPr>
          <a:lstStyle/>
          <a:p>
            <a:r>
              <a:rPr lang="en-US" sz="1200" b="1" dirty="0">
                <a:solidFill>
                  <a:schemeClr val="bg1"/>
                </a:solidFill>
                <a:latin typeface="Montserrat" pitchFamily="2" charset="77"/>
                <a:cs typeface="Gotham Bold" pitchFamily="2" charset="0"/>
              </a:rPr>
              <a:t>FROZEN </a:t>
            </a:r>
          </a:p>
          <a:p>
            <a:r>
              <a:rPr lang="en-US" sz="1200" b="1" dirty="0">
                <a:solidFill>
                  <a:schemeClr val="bg1"/>
                </a:solidFill>
                <a:latin typeface="Montserrat" pitchFamily="2" charset="77"/>
                <a:cs typeface="Gotham Bold" pitchFamily="2" charset="0"/>
              </a:rPr>
              <a:t>PASTA</a:t>
            </a:r>
            <a:endParaRPr lang="en-US" sz="1400" b="1" dirty="0">
              <a:solidFill>
                <a:schemeClr val="bg1"/>
              </a:solidFill>
              <a:latin typeface="Montserrat" pitchFamily="2" charset="77"/>
              <a:cs typeface="Gotham Bold" pitchFamily="2" charset="0"/>
            </a:endParaRPr>
          </a:p>
          <a:p>
            <a:pPr>
              <a:lnSpc>
                <a:spcPct val="200000"/>
              </a:lnSpc>
            </a:pPr>
            <a:r>
              <a:rPr lang="en-US" sz="1200" dirty="0">
                <a:solidFill>
                  <a:schemeClr val="accent6"/>
                </a:solidFill>
                <a:latin typeface="Montserrat" pitchFamily="2" charset="77"/>
                <a:cs typeface="Gotham Book" pitchFamily="2" charset="0"/>
              </a:rPr>
              <a:t>+ Fast, easy prep</a:t>
            </a:r>
          </a:p>
          <a:p>
            <a:r>
              <a:rPr lang="en-US" sz="1200" dirty="0">
                <a:solidFill>
                  <a:schemeClr val="accent6"/>
                </a:solidFill>
                <a:latin typeface="Montserrat" pitchFamily="2" charset="77"/>
                <a:cs typeface="Gotham Book" pitchFamily="2" charset="0"/>
              </a:rPr>
              <a:t>+ Impressive quality</a:t>
            </a:r>
          </a:p>
          <a:p>
            <a:pPr>
              <a:spcAft>
                <a:spcPts val="600"/>
              </a:spcAft>
              <a:buClr>
                <a:srgbClr val="583C2D"/>
              </a:buClr>
            </a:pPr>
            <a:endParaRPr lang="en-US" sz="1400" dirty="0">
              <a:solidFill>
                <a:srgbClr val="583C2D"/>
              </a:solidFill>
              <a:latin typeface="Montserrat" pitchFamily="2" charset="77"/>
              <a:cs typeface="Gotham Book" pitchFamily="2" charset="0"/>
            </a:endParaRPr>
          </a:p>
        </p:txBody>
      </p:sp>
      <p:pic>
        <p:nvPicPr>
          <p:cNvPr id="41" name="Picture 40">
            <a:extLst>
              <a:ext uri="{FF2B5EF4-FFF2-40B4-BE49-F238E27FC236}">
                <a16:creationId xmlns:a16="http://schemas.microsoft.com/office/drawing/2014/main" id="{4035F0BD-9E4D-8D31-B4B4-98B906AB7CC8}"/>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8699878" y="1156975"/>
            <a:ext cx="2577722" cy="781769"/>
          </a:xfrm>
          <a:prstGeom prst="rect">
            <a:avLst/>
          </a:prstGeom>
        </p:spPr>
      </p:pic>
      <p:grpSp>
        <p:nvGrpSpPr>
          <p:cNvPr id="2" name="Graphic 4119">
            <a:extLst>
              <a:ext uri="{FF2B5EF4-FFF2-40B4-BE49-F238E27FC236}">
                <a16:creationId xmlns:a16="http://schemas.microsoft.com/office/drawing/2014/main" id="{5B97D613-FF34-3F06-CC6E-153B4F7F6D18}"/>
              </a:ext>
            </a:extLst>
          </p:cNvPr>
          <p:cNvGrpSpPr/>
          <p:nvPr/>
        </p:nvGrpSpPr>
        <p:grpSpPr>
          <a:xfrm>
            <a:off x="1401809" y="961171"/>
            <a:ext cx="1640810" cy="438718"/>
            <a:chOff x="2178742" y="-1107180"/>
            <a:chExt cx="2171851" cy="580707"/>
          </a:xfrm>
          <a:solidFill>
            <a:schemeClr val="tx1"/>
          </a:solidFill>
        </p:grpSpPr>
        <p:sp>
          <p:nvSpPr>
            <p:cNvPr id="3" name="Freeform 2">
              <a:extLst>
                <a:ext uri="{FF2B5EF4-FFF2-40B4-BE49-F238E27FC236}">
                  <a16:creationId xmlns:a16="http://schemas.microsoft.com/office/drawing/2014/main" id="{B1DD95BD-9730-BA66-EAA9-538EE37360C7}"/>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 name="Freeform 3">
              <a:extLst>
                <a:ext uri="{FF2B5EF4-FFF2-40B4-BE49-F238E27FC236}">
                  <a16:creationId xmlns:a16="http://schemas.microsoft.com/office/drawing/2014/main" id="{92E9E1CA-4C7E-435E-C0E4-9CED1B948561}"/>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065CAEC8-1688-2BFC-4E35-A36F63624F1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49E0E08F-9710-1390-AD90-DB1ACFF2BF03}"/>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EC195480-4CE6-0C4E-A1B0-BACE8B021BD7}"/>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E6C8A0C1-F65B-F3B6-F97F-059F63B1F115}"/>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7046B84A-7C23-295A-0FA2-E5DFE22113D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B127C99E-4E90-613F-8E46-74DD633BAA37}"/>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9C904A3A-7620-A291-2F7F-25A6244E21FB}"/>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98DCC942-B7BC-CD63-74A2-1E8C20DEC88A}"/>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15A5146C-FC0C-72B8-1766-8672FD51E717}"/>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11576579-0E45-0865-5548-53BA5145A9D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99A08058-EAF3-3992-127A-03DB5F2C0213}"/>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CAC0017B-99E9-05AE-2E8C-EC9E8DF470F9}"/>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45CEF80A-550C-64E3-C858-FA8527407BFB}"/>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A094A379-2461-CB72-82C8-925FEA5B1BB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82ACC37D-135C-8C0F-715F-A86D76AF5930}"/>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00421E8D-80D0-7AB9-C105-642007799C3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5ACA9D54-17EE-75FE-147A-BCFE7F2B98B0}"/>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757D3591-0CFE-668B-9D79-43611D33443F}"/>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19" name="Slide Number Placeholder 1">
            <a:extLst>
              <a:ext uri="{FF2B5EF4-FFF2-40B4-BE49-F238E27FC236}">
                <a16:creationId xmlns:a16="http://schemas.microsoft.com/office/drawing/2014/main" id="{0CEE1BE2-3357-8BF5-BF7B-7FA427B57026}"/>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15</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3180335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par>
                                <p:cTn id="12" presetID="12" presetClass="entr" presetSubtype="8" fill="hold" grpId="0" nodeType="withEffect">
                                  <p:stCondLst>
                                    <p:cond delay="500"/>
                                  </p:stCondLst>
                                  <p:childTnLst>
                                    <p:set>
                                      <p:cBhvr>
                                        <p:cTn id="13" dur="1" fill="hold">
                                          <p:stCondLst>
                                            <p:cond delay="0"/>
                                          </p:stCondLst>
                                        </p:cTn>
                                        <p:tgtEl>
                                          <p:spTgt spid="37"/>
                                        </p:tgtEl>
                                        <p:attrNameLst>
                                          <p:attrName>style.visibility</p:attrName>
                                        </p:attrNameLst>
                                      </p:cBhvr>
                                      <p:to>
                                        <p:strVal val="visible"/>
                                      </p:to>
                                    </p:set>
                                    <p:anim calcmode="lin" valueType="num">
                                      <p:cBhvr additive="base">
                                        <p:cTn id="14" dur="500"/>
                                        <p:tgtEl>
                                          <p:spTgt spid="37"/>
                                        </p:tgtEl>
                                        <p:attrNameLst>
                                          <p:attrName>ppt_x</p:attrName>
                                        </p:attrNameLst>
                                      </p:cBhvr>
                                      <p:tavLst>
                                        <p:tav tm="0">
                                          <p:val>
                                            <p:strVal val="#ppt_x-#ppt_w*1.125000"/>
                                          </p:val>
                                        </p:tav>
                                        <p:tav tm="100000">
                                          <p:val>
                                            <p:strVal val="#ppt_x"/>
                                          </p:val>
                                        </p:tav>
                                      </p:tavLst>
                                    </p:anim>
                                    <p:animEffect transition="in" filter="wipe(right)">
                                      <p:cBhvr>
                                        <p:cTn id="15" dur="500"/>
                                        <p:tgtEl>
                                          <p:spTgt spid="37"/>
                                        </p:tgtEl>
                                      </p:cBhvr>
                                    </p:animEffect>
                                  </p:childTnLst>
                                </p:cTn>
                              </p:par>
                            </p:childTnLst>
                          </p:cTn>
                        </p:par>
                        <p:par>
                          <p:cTn id="16" fill="hold">
                            <p:stCondLst>
                              <p:cond delay="1750"/>
                            </p:stCondLst>
                            <p:childTnLst>
                              <p:par>
                                <p:cTn id="17" presetID="10" presetClass="entr" presetSubtype="0" fill="hold" nodeType="after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500"/>
                                        <p:tgtEl>
                                          <p:spTgt spid="48"/>
                                        </p:tgtEl>
                                      </p:cBhvr>
                                    </p:animEffect>
                                  </p:childTnLst>
                                </p:cTn>
                              </p:par>
                              <p:par>
                                <p:cTn id="20" presetID="12" presetClass="entr" presetSubtype="8" fill="hold" grpId="0" nodeType="withEffect">
                                  <p:stCondLst>
                                    <p:cond delay="50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
                                        <p:tgtEl>
                                          <p:spTgt spid="38"/>
                                        </p:tgtEl>
                                        <p:attrNameLst>
                                          <p:attrName>ppt_x</p:attrName>
                                        </p:attrNameLst>
                                      </p:cBhvr>
                                      <p:tavLst>
                                        <p:tav tm="0">
                                          <p:val>
                                            <p:strVal val="#ppt_x-#ppt_w*1.125000"/>
                                          </p:val>
                                        </p:tav>
                                        <p:tav tm="100000">
                                          <p:val>
                                            <p:strVal val="#ppt_x"/>
                                          </p:val>
                                        </p:tav>
                                      </p:tavLst>
                                    </p:anim>
                                    <p:animEffect transition="in" filter="wipe(right)">
                                      <p:cBhvr>
                                        <p:cTn id="23" dur="500"/>
                                        <p:tgtEl>
                                          <p:spTgt spid="38"/>
                                        </p:tgtEl>
                                      </p:cBhvr>
                                    </p:animEffect>
                                  </p:childTnLst>
                                </p:cTn>
                              </p:par>
                            </p:childTnLst>
                          </p:cTn>
                        </p:par>
                        <p:par>
                          <p:cTn id="24" fill="hold">
                            <p:stCondLst>
                              <p:cond delay="2750"/>
                            </p:stCondLst>
                            <p:childTnLst>
                              <p:par>
                                <p:cTn id="25" presetID="10" presetClass="entr" presetSubtype="0" fill="hold"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par>
                                <p:cTn id="28" presetID="12" presetClass="entr" presetSubtype="8" fill="hold" grpId="0" nodeType="withEffect">
                                  <p:stCondLst>
                                    <p:cond delay="500"/>
                                  </p:stCondLst>
                                  <p:childTnLst>
                                    <p:set>
                                      <p:cBhvr>
                                        <p:cTn id="29" dur="1" fill="hold">
                                          <p:stCondLst>
                                            <p:cond delay="0"/>
                                          </p:stCondLst>
                                        </p:cTn>
                                        <p:tgtEl>
                                          <p:spTgt spid="39"/>
                                        </p:tgtEl>
                                        <p:attrNameLst>
                                          <p:attrName>style.visibility</p:attrName>
                                        </p:attrNameLst>
                                      </p:cBhvr>
                                      <p:to>
                                        <p:strVal val="visible"/>
                                      </p:to>
                                    </p:set>
                                    <p:anim calcmode="lin" valueType="num">
                                      <p:cBhvr additive="base">
                                        <p:cTn id="30" dur="500"/>
                                        <p:tgtEl>
                                          <p:spTgt spid="39"/>
                                        </p:tgtEl>
                                        <p:attrNameLst>
                                          <p:attrName>ppt_x</p:attrName>
                                        </p:attrNameLst>
                                      </p:cBhvr>
                                      <p:tavLst>
                                        <p:tav tm="0">
                                          <p:val>
                                            <p:strVal val="#ppt_x-#ppt_w*1.125000"/>
                                          </p:val>
                                        </p:tav>
                                        <p:tav tm="100000">
                                          <p:val>
                                            <p:strVal val="#ppt_x"/>
                                          </p:val>
                                        </p:tav>
                                      </p:tavLst>
                                    </p:anim>
                                    <p:animEffect transition="in" filter="wipe(right)">
                                      <p:cBhvr>
                                        <p:cTn id="31" dur="500"/>
                                        <p:tgtEl>
                                          <p:spTgt spid="39"/>
                                        </p:tgtEl>
                                      </p:cBhvr>
                                    </p:animEffect>
                                  </p:childTnLst>
                                </p:cTn>
                              </p:par>
                            </p:childTnLst>
                          </p:cTn>
                        </p:par>
                        <p:par>
                          <p:cTn id="32" fill="hold">
                            <p:stCondLst>
                              <p:cond delay="3750"/>
                            </p:stCondLst>
                            <p:childTnLst>
                              <p:par>
                                <p:cTn id="33" presetID="10" presetClass="entr" presetSubtype="0" fill="hold" nodeType="afterEffect">
                                  <p:stCondLst>
                                    <p:cond delay="0"/>
                                  </p:stCondLst>
                                  <p:childTnLst>
                                    <p:set>
                                      <p:cBhvr>
                                        <p:cTn id="34" dur="1" fill="hold">
                                          <p:stCondLst>
                                            <p:cond delay="0"/>
                                          </p:stCondLst>
                                        </p:cTn>
                                        <p:tgtEl>
                                          <p:spTgt spid="41"/>
                                        </p:tgtEl>
                                        <p:attrNameLst>
                                          <p:attrName>style.visibility</p:attrName>
                                        </p:attrNameLst>
                                      </p:cBhvr>
                                      <p:to>
                                        <p:strVal val="visible"/>
                                      </p:to>
                                    </p:set>
                                    <p:animEffect transition="in" filter="fade">
                                      <p:cBhvr>
                                        <p:cTn id="35"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7" grpId="0"/>
      <p:bldP spid="38" grpId="0"/>
      <p:bldP spid="3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A32DF4AC-85D9-5EFF-61E5-B00CA5A4514E}"/>
              </a:ext>
            </a:extLst>
          </p:cNvPr>
          <p:cNvSpPr/>
          <p:nvPr/>
        </p:nvSpPr>
        <p:spPr>
          <a:xfrm>
            <a:off x="1996463" y="1762958"/>
            <a:ext cx="2308507" cy="227066"/>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22" name="Oval 21">
            <a:extLst>
              <a:ext uri="{FF2B5EF4-FFF2-40B4-BE49-F238E27FC236}">
                <a16:creationId xmlns:a16="http://schemas.microsoft.com/office/drawing/2014/main" id="{AD6363D6-CFB4-98CC-0157-AEBEF89A033C}"/>
              </a:ext>
            </a:extLst>
          </p:cNvPr>
          <p:cNvSpPr/>
          <p:nvPr/>
        </p:nvSpPr>
        <p:spPr>
          <a:xfrm>
            <a:off x="952854" y="2904854"/>
            <a:ext cx="2997200" cy="2997200"/>
          </a:xfrm>
          <a:prstGeom prst="ellipse">
            <a:avLst/>
          </a:prstGeom>
          <a:solidFill>
            <a:srgbClr val="FFFFFF"/>
          </a:solidFill>
          <a:ln>
            <a:noFill/>
          </a:ln>
          <a:effectLst>
            <a:innerShdw blurRad="63500" dist="50800" dir="18900000">
              <a:prstClr val="black">
                <a:alpha val="13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latin typeface="Montserrat" pitchFamily="2" charset="77"/>
            </a:endParaRPr>
          </a:p>
        </p:txBody>
      </p:sp>
      <p:sp>
        <p:nvSpPr>
          <p:cNvPr id="32" name="Text Placeholder 31">
            <a:extLst>
              <a:ext uri="{FF2B5EF4-FFF2-40B4-BE49-F238E27FC236}">
                <a16:creationId xmlns:a16="http://schemas.microsoft.com/office/drawing/2014/main" id="{3D2ABB4C-4597-D912-0886-110A3B0C9403}"/>
              </a:ext>
            </a:extLst>
          </p:cNvPr>
          <p:cNvSpPr>
            <a:spLocks noGrp="1"/>
          </p:cNvSpPr>
          <p:nvPr>
            <p:ph type="body" sz="quarter" idx="4294967295"/>
          </p:nvPr>
        </p:nvSpPr>
        <p:spPr>
          <a:xfrm>
            <a:off x="953647" y="2130425"/>
            <a:ext cx="5992813" cy="625475"/>
          </a:xfrm>
        </p:spPr>
        <p:txBody>
          <a:bodyPr>
            <a:noAutofit/>
          </a:bodyPr>
          <a:lstStyle/>
          <a:p>
            <a:pPr algn="l">
              <a:lnSpc>
                <a:spcPts val="2100"/>
              </a:lnSpc>
            </a:pPr>
            <a:r>
              <a:rPr lang="en-US" sz="1800" dirty="0">
                <a:cs typeface="Gotham Bold" pitchFamily="2" charset="0"/>
              </a:rPr>
              <a:t>Our products are prepared with the same attention you put into every line on the menu. </a:t>
            </a:r>
          </a:p>
        </p:txBody>
      </p:sp>
      <p:pic>
        <p:nvPicPr>
          <p:cNvPr id="3" name="Picture 2">
            <a:extLst>
              <a:ext uri="{FF2B5EF4-FFF2-40B4-BE49-F238E27FC236}">
                <a16:creationId xmlns:a16="http://schemas.microsoft.com/office/drawing/2014/main" id="{B7B976F8-FA82-9B14-9F4D-F636422F002F}"/>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057006" y="3052424"/>
            <a:ext cx="2788897" cy="2702061"/>
          </a:xfrm>
          <a:prstGeom prst="ellipse">
            <a:avLst/>
          </a:prstGeom>
        </p:spPr>
      </p:pic>
      <p:grpSp>
        <p:nvGrpSpPr>
          <p:cNvPr id="18" name="Group 17">
            <a:extLst>
              <a:ext uri="{FF2B5EF4-FFF2-40B4-BE49-F238E27FC236}">
                <a16:creationId xmlns:a16="http://schemas.microsoft.com/office/drawing/2014/main" id="{152F6B6E-E87A-0C2A-2FF9-B9D47D2F0B34}"/>
              </a:ext>
            </a:extLst>
          </p:cNvPr>
          <p:cNvGrpSpPr/>
          <p:nvPr/>
        </p:nvGrpSpPr>
        <p:grpSpPr>
          <a:xfrm>
            <a:off x="4088281" y="3145844"/>
            <a:ext cx="3151931" cy="2685733"/>
            <a:chOff x="4088281" y="3145844"/>
            <a:chExt cx="3151931" cy="2685733"/>
          </a:xfrm>
        </p:grpSpPr>
        <p:sp>
          <p:nvSpPr>
            <p:cNvPr id="4" name="TextBox 3">
              <a:extLst>
                <a:ext uri="{FF2B5EF4-FFF2-40B4-BE49-F238E27FC236}">
                  <a16:creationId xmlns:a16="http://schemas.microsoft.com/office/drawing/2014/main" id="{FA4ABC1F-0AED-DCBD-33BE-8AEE9C5EA386}"/>
                </a:ext>
              </a:extLst>
            </p:cNvPr>
            <p:cNvSpPr txBox="1"/>
            <p:nvPr/>
          </p:nvSpPr>
          <p:spPr>
            <a:xfrm>
              <a:off x="4088281" y="3145844"/>
              <a:ext cx="3131460" cy="276999"/>
            </a:xfrm>
            <a:prstGeom prst="rect">
              <a:avLst/>
            </a:prstGeom>
            <a:noFill/>
          </p:spPr>
          <p:txBody>
            <a:bodyPr wrap="square">
              <a:spAutoFit/>
            </a:bodyPr>
            <a:lstStyle/>
            <a:p>
              <a:r>
                <a:rPr lang="en-US" sz="1200" b="1" dirty="0">
                  <a:solidFill>
                    <a:schemeClr val="bg1"/>
                  </a:solidFill>
                  <a:latin typeface="Montserrat ExtraBold" pitchFamily="2" charset="77"/>
                  <a:cs typeface="Gotham Black" pitchFamily="2" charset="0"/>
                </a:rPr>
                <a:t>CONSUMER FACING</a:t>
              </a:r>
              <a:endParaRPr lang="en-US" sz="1400" b="1" dirty="0">
                <a:solidFill>
                  <a:schemeClr val="bg1"/>
                </a:solidFill>
                <a:latin typeface="Montserrat ExtraBold" pitchFamily="2" charset="77"/>
                <a:cs typeface="Gotham Black" pitchFamily="2" charset="0"/>
              </a:endParaRPr>
            </a:p>
          </p:txBody>
        </p:sp>
        <p:sp>
          <p:nvSpPr>
            <p:cNvPr id="5" name="TextBox 4">
              <a:extLst>
                <a:ext uri="{FF2B5EF4-FFF2-40B4-BE49-F238E27FC236}">
                  <a16:creationId xmlns:a16="http://schemas.microsoft.com/office/drawing/2014/main" id="{5507198A-55FD-9271-2146-93238123F4DD}"/>
                </a:ext>
              </a:extLst>
            </p:cNvPr>
            <p:cNvSpPr txBox="1"/>
            <p:nvPr/>
          </p:nvSpPr>
          <p:spPr>
            <a:xfrm>
              <a:off x="4108752" y="4564740"/>
              <a:ext cx="3131460" cy="276999"/>
            </a:xfrm>
            <a:prstGeom prst="rect">
              <a:avLst/>
            </a:prstGeom>
            <a:noFill/>
          </p:spPr>
          <p:txBody>
            <a:bodyPr wrap="square">
              <a:spAutoFit/>
            </a:bodyPr>
            <a:lstStyle/>
            <a:p>
              <a:r>
                <a:rPr lang="en-US" sz="1200" b="1" dirty="0">
                  <a:solidFill>
                    <a:schemeClr val="bg1"/>
                  </a:solidFill>
                  <a:latin typeface="Montserrat ExtraBold" pitchFamily="2" charset="77"/>
                  <a:cs typeface="Gotham Black" pitchFamily="2" charset="0"/>
                </a:rPr>
                <a:t>BACK-OF-HOUSE</a:t>
              </a:r>
              <a:endParaRPr lang="en-US" sz="1400" b="1" dirty="0">
                <a:solidFill>
                  <a:schemeClr val="bg1"/>
                </a:solidFill>
                <a:latin typeface="Montserrat ExtraBold" pitchFamily="2" charset="77"/>
                <a:cs typeface="Gotham Black" pitchFamily="2" charset="0"/>
              </a:endParaRPr>
            </a:p>
          </p:txBody>
        </p:sp>
        <p:sp>
          <p:nvSpPr>
            <p:cNvPr id="8" name="TextBox 7">
              <a:extLst>
                <a:ext uri="{FF2B5EF4-FFF2-40B4-BE49-F238E27FC236}">
                  <a16:creationId xmlns:a16="http://schemas.microsoft.com/office/drawing/2014/main" id="{246BD89B-5563-3493-18BD-5E4FB548F4FB}"/>
                </a:ext>
              </a:extLst>
            </p:cNvPr>
            <p:cNvSpPr txBox="1"/>
            <p:nvPr/>
          </p:nvSpPr>
          <p:spPr>
            <a:xfrm>
              <a:off x="4113543" y="3418038"/>
              <a:ext cx="2830992" cy="1015663"/>
            </a:xfrm>
            <a:prstGeom prst="rect">
              <a:avLst/>
            </a:prstGeom>
            <a:noFill/>
          </p:spPr>
          <p:txBody>
            <a:bodyPr wrap="square">
              <a:spAutoFit/>
            </a:bodyPr>
            <a:lstStyle/>
            <a:p>
              <a:pPr>
                <a:lnSpc>
                  <a:spcPts val="1440"/>
                </a:lnSpc>
              </a:pPr>
              <a:r>
                <a:rPr lang="en-US" sz="1200" dirty="0">
                  <a:solidFill>
                    <a:schemeClr val="accent6"/>
                  </a:solidFill>
                  <a:effectLst/>
                  <a:latin typeface="Montserrat" pitchFamily="2" charset="77"/>
                  <a:cs typeface="Gotham Book" pitchFamily="2" charset="0"/>
                </a:rPr>
                <a:t>We have the dressings, sauces and dips guests love all wrapped up and ready to go.</a:t>
              </a:r>
            </a:p>
            <a:p>
              <a:pPr>
                <a:lnSpc>
                  <a:spcPts val="1440"/>
                </a:lnSpc>
              </a:pPr>
              <a:endParaRPr lang="en-US" sz="1200" dirty="0">
                <a:solidFill>
                  <a:schemeClr val="accent6"/>
                </a:solidFill>
                <a:effectLst/>
                <a:latin typeface="Montserrat" pitchFamily="2" charset="77"/>
                <a:cs typeface="Gotham Book" pitchFamily="2" charset="0"/>
              </a:endParaRPr>
            </a:p>
            <a:p>
              <a:pPr>
                <a:lnSpc>
                  <a:spcPts val="1440"/>
                </a:lnSpc>
              </a:pPr>
              <a:r>
                <a:rPr lang="en-US" sz="1200" dirty="0">
                  <a:solidFill>
                    <a:schemeClr val="accent6"/>
                  </a:solidFill>
                  <a:effectLst/>
                  <a:latin typeface="Montserrat" pitchFamily="2" charset="77"/>
                  <a:cs typeface="Gotham Book" pitchFamily="2" charset="0"/>
                </a:rPr>
                <a:t>CUPS / PACKETS / BOTTLES</a:t>
              </a:r>
            </a:p>
          </p:txBody>
        </p:sp>
        <p:sp>
          <p:nvSpPr>
            <p:cNvPr id="9" name="TextBox 8">
              <a:extLst>
                <a:ext uri="{FF2B5EF4-FFF2-40B4-BE49-F238E27FC236}">
                  <a16:creationId xmlns:a16="http://schemas.microsoft.com/office/drawing/2014/main" id="{C1E80A1C-C55A-99BA-1765-C3420C28BF6C}"/>
                </a:ext>
              </a:extLst>
            </p:cNvPr>
            <p:cNvSpPr txBox="1"/>
            <p:nvPr/>
          </p:nvSpPr>
          <p:spPr>
            <a:xfrm>
              <a:off x="4113543" y="4815914"/>
              <a:ext cx="2830992" cy="1015663"/>
            </a:xfrm>
            <a:prstGeom prst="rect">
              <a:avLst/>
            </a:prstGeom>
            <a:noFill/>
          </p:spPr>
          <p:txBody>
            <a:bodyPr wrap="square">
              <a:spAutoFit/>
            </a:bodyPr>
            <a:lstStyle/>
            <a:p>
              <a:pPr>
                <a:lnSpc>
                  <a:spcPts val="1440"/>
                </a:lnSpc>
              </a:pPr>
              <a:r>
                <a:rPr lang="en-US" sz="1200" dirty="0">
                  <a:solidFill>
                    <a:schemeClr val="accent6"/>
                  </a:solidFill>
                  <a:effectLst/>
                  <a:latin typeface="Montserrat" pitchFamily="2" charset="77"/>
                  <a:cs typeface="Gotham Book" pitchFamily="2" charset="0"/>
                </a:rPr>
                <a:t>We have practical packaging perfect for stocking shelves </a:t>
              </a:r>
              <a:br>
                <a:rPr lang="en-US" sz="1200" dirty="0">
                  <a:solidFill>
                    <a:schemeClr val="accent6"/>
                  </a:solidFill>
                  <a:effectLst/>
                  <a:latin typeface="Montserrat" pitchFamily="2" charset="77"/>
                  <a:cs typeface="Gotham Book" pitchFamily="2" charset="0"/>
                </a:rPr>
              </a:br>
              <a:r>
                <a:rPr lang="en-US" sz="1200" dirty="0">
                  <a:solidFill>
                    <a:schemeClr val="accent6"/>
                  </a:solidFill>
                  <a:effectLst/>
                  <a:latin typeface="Montserrat" pitchFamily="2" charset="77"/>
                  <a:cs typeface="Gotham Book" pitchFamily="2" charset="0"/>
                </a:rPr>
                <a:t>and prep lines.</a:t>
              </a:r>
            </a:p>
            <a:p>
              <a:pPr>
                <a:lnSpc>
                  <a:spcPts val="1440"/>
                </a:lnSpc>
              </a:pPr>
              <a:endParaRPr lang="en-US" sz="1200" dirty="0">
                <a:solidFill>
                  <a:schemeClr val="accent6"/>
                </a:solidFill>
                <a:effectLst/>
                <a:latin typeface="Montserrat" pitchFamily="2" charset="77"/>
                <a:cs typeface="Gotham Book" pitchFamily="2" charset="0"/>
              </a:endParaRPr>
            </a:p>
            <a:p>
              <a:pPr>
                <a:lnSpc>
                  <a:spcPts val="1440"/>
                </a:lnSpc>
              </a:pPr>
              <a:r>
                <a:rPr lang="en-US" sz="1200" b="1" dirty="0">
                  <a:solidFill>
                    <a:schemeClr val="bg1"/>
                  </a:solidFill>
                  <a:effectLst/>
                  <a:latin typeface="Montserrat" pitchFamily="2" charset="77"/>
                  <a:cs typeface="Gotham Bold" pitchFamily="2" charset="0"/>
                </a:rPr>
                <a:t>GALLONS / POUCHES</a:t>
              </a:r>
            </a:p>
          </p:txBody>
        </p:sp>
      </p:grpSp>
      <p:grpSp>
        <p:nvGrpSpPr>
          <p:cNvPr id="19" name="Group 18">
            <a:extLst>
              <a:ext uri="{FF2B5EF4-FFF2-40B4-BE49-F238E27FC236}">
                <a16:creationId xmlns:a16="http://schemas.microsoft.com/office/drawing/2014/main" id="{EB40E07E-3473-2438-D397-B078D7AC1544}"/>
              </a:ext>
            </a:extLst>
          </p:cNvPr>
          <p:cNvGrpSpPr/>
          <p:nvPr/>
        </p:nvGrpSpPr>
        <p:grpSpPr>
          <a:xfrm>
            <a:off x="7420454" y="3145844"/>
            <a:ext cx="4201579" cy="2316401"/>
            <a:chOff x="7420454" y="3145844"/>
            <a:chExt cx="4201579" cy="2316401"/>
          </a:xfrm>
        </p:grpSpPr>
        <p:sp>
          <p:nvSpPr>
            <p:cNvPr id="6" name="TextBox 5">
              <a:extLst>
                <a:ext uri="{FF2B5EF4-FFF2-40B4-BE49-F238E27FC236}">
                  <a16:creationId xmlns:a16="http://schemas.microsoft.com/office/drawing/2014/main" id="{0A711887-6D27-973B-DD78-1459A330B74F}"/>
                </a:ext>
              </a:extLst>
            </p:cNvPr>
            <p:cNvSpPr txBox="1"/>
            <p:nvPr/>
          </p:nvSpPr>
          <p:spPr>
            <a:xfrm>
              <a:off x="7420454" y="3145844"/>
              <a:ext cx="4170048" cy="276999"/>
            </a:xfrm>
            <a:prstGeom prst="rect">
              <a:avLst/>
            </a:prstGeom>
            <a:noFill/>
          </p:spPr>
          <p:txBody>
            <a:bodyPr wrap="square">
              <a:spAutoFit/>
            </a:bodyPr>
            <a:lstStyle/>
            <a:p>
              <a:r>
                <a:rPr lang="en-US" sz="1200" b="1" dirty="0">
                  <a:solidFill>
                    <a:schemeClr val="bg1"/>
                  </a:solidFill>
                  <a:latin typeface="Montserrat ExtraBold" pitchFamily="2" charset="77"/>
                  <a:cs typeface="Gotham Black" pitchFamily="2" charset="0"/>
                </a:rPr>
                <a:t>CUSTOM PRODUCTS</a:t>
              </a:r>
              <a:endParaRPr lang="en-US" sz="1400" b="1" dirty="0">
                <a:solidFill>
                  <a:schemeClr val="bg1"/>
                </a:solidFill>
                <a:latin typeface="Montserrat ExtraBold" pitchFamily="2" charset="77"/>
                <a:cs typeface="Gotham Black" pitchFamily="2" charset="0"/>
              </a:endParaRPr>
            </a:p>
          </p:txBody>
        </p:sp>
        <p:sp>
          <p:nvSpPr>
            <p:cNvPr id="7" name="TextBox 6">
              <a:extLst>
                <a:ext uri="{FF2B5EF4-FFF2-40B4-BE49-F238E27FC236}">
                  <a16:creationId xmlns:a16="http://schemas.microsoft.com/office/drawing/2014/main" id="{BA8F7BC2-78B7-B695-648C-0A455A929B73}"/>
                </a:ext>
              </a:extLst>
            </p:cNvPr>
            <p:cNvSpPr txBox="1"/>
            <p:nvPr/>
          </p:nvSpPr>
          <p:spPr>
            <a:xfrm>
              <a:off x="7441474" y="4564740"/>
              <a:ext cx="4170048" cy="276999"/>
            </a:xfrm>
            <a:prstGeom prst="rect">
              <a:avLst/>
            </a:prstGeom>
            <a:noFill/>
          </p:spPr>
          <p:txBody>
            <a:bodyPr wrap="square">
              <a:spAutoFit/>
            </a:bodyPr>
            <a:lstStyle/>
            <a:p>
              <a:r>
                <a:rPr lang="en-US" sz="1200" b="1" dirty="0">
                  <a:solidFill>
                    <a:schemeClr val="bg1"/>
                  </a:solidFill>
                  <a:latin typeface="Montserrat ExtraBold" pitchFamily="2" charset="77"/>
                  <a:cs typeface="Gotham Black" pitchFamily="2" charset="0"/>
                </a:rPr>
                <a:t>SPECIALTY BULK PASTA</a:t>
              </a:r>
              <a:endParaRPr lang="en-US" sz="1400" b="1" dirty="0">
                <a:solidFill>
                  <a:schemeClr val="bg1"/>
                </a:solidFill>
                <a:latin typeface="Montserrat ExtraBold" pitchFamily="2" charset="77"/>
                <a:cs typeface="Gotham Black" pitchFamily="2" charset="0"/>
              </a:endParaRPr>
            </a:p>
          </p:txBody>
        </p:sp>
        <p:sp>
          <p:nvSpPr>
            <p:cNvPr id="10" name="TextBox 9">
              <a:extLst>
                <a:ext uri="{FF2B5EF4-FFF2-40B4-BE49-F238E27FC236}">
                  <a16:creationId xmlns:a16="http://schemas.microsoft.com/office/drawing/2014/main" id="{697BC2E4-8EA1-7AC6-F4C3-5B12E0E87905}"/>
                </a:ext>
              </a:extLst>
            </p:cNvPr>
            <p:cNvSpPr txBox="1"/>
            <p:nvPr/>
          </p:nvSpPr>
          <p:spPr>
            <a:xfrm>
              <a:off x="7451560" y="3418038"/>
              <a:ext cx="4099528" cy="1169551"/>
            </a:xfrm>
            <a:prstGeom prst="rect">
              <a:avLst/>
            </a:prstGeom>
            <a:noFill/>
          </p:spPr>
          <p:txBody>
            <a:bodyPr wrap="square">
              <a:spAutoFit/>
            </a:bodyPr>
            <a:lstStyle/>
            <a:p>
              <a:pPr>
                <a:lnSpc>
                  <a:spcPts val="1440"/>
                </a:lnSpc>
              </a:pPr>
              <a:r>
                <a:rPr lang="en-US" sz="1200" dirty="0">
                  <a:solidFill>
                    <a:schemeClr val="accent6"/>
                  </a:solidFill>
                  <a:effectLst/>
                  <a:latin typeface="Montserrat" pitchFamily="2" charset="77"/>
                  <a:cs typeface="Gotham Book" pitchFamily="2" charset="0"/>
                </a:rPr>
                <a:t>We partner with restaurant concepts, convenience stores and commissaries to create solutions. </a:t>
              </a:r>
              <a:br>
                <a:rPr lang="en-US" sz="1200" dirty="0">
                  <a:solidFill>
                    <a:schemeClr val="accent6"/>
                  </a:solidFill>
                  <a:effectLst/>
                  <a:latin typeface="Montserrat" pitchFamily="2" charset="77"/>
                  <a:cs typeface="Gotham Book" pitchFamily="2" charset="0"/>
                </a:rPr>
              </a:br>
              <a:r>
                <a:rPr lang="en-US" sz="1200" dirty="0">
                  <a:solidFill>
                    <a:schemeClr val="accent6"/>
                  </a:solidFill>
                  <a:effectLst/>
                  <a:latin typeface="Montserrat" pitchFamily="2" charset="77"/>
                  <a:cs typeface="Gotham Book" pitchFamily="2" charset="0"/>
                </a:rPr>
                <a:t>From innovation ideation to culinary concept development and full-scale production, we’re ready to help turn unique needs into unique products.</a:t>
              </a:r>
            </a:p>
          </p:txBody>
        </p:sp>
        <p:sp>
          <p:nvSpPr>
            <p:cNvPr id="11" name="TextBox 10">
              <a:extLst>
                <a:ext uri="{FF2B5EF4-FFF2-40B4-BE49-F238E27FC236}">
                  <a16:creationId xmlns:a16="http://schemas.microsoft.com/office/drawing/2014/main" id="{5F74EFF2-481F-6CF3-C0AB-19792514CE15}"/>
                </a:ext>
              </a:extLst>
            </p:cNvPr>
            <p:cNvSpPr txBox="1"/>
            <p:nvPr/>
          </p:nvSpPr>
          <p:spPr>
            <a:xfrm>
              <a:off x="7483091" y="4815914"/>
              <a:ext cx="4138942" cy="646331"/>
            </a:xfrm>
            <a:prstGeom prst="rect">
              <a:avLst/>
            </a:prstGeom>
            <a:noFill/>
          </p:spPr>
          <p:txBody>
            <a:bodyPr wrap="square">
              <a:spAutoFit/>
            </a:bodyPr>
            <a:lstStyle/>
            <a:p>
              <a:pPr>
                <a:lnSpc>
                  <a:spcPts val="1440"/>
                </a:lnSpc>
              </a:pPr>
              <a:r>
                <a:rPr lang="en-US" sz="1200" dirty="0">
                  <a:solidFill>
                    <a:schemeClr val="accent6"/>
                  </a:solidFill>
                  <a:effectLst/>
                  <a:latin typeface="Montserrat" pitchFamily="2" charset="77"/>
                  <a:cs typeface="Gotham Book" pitchFamily="2" charset="0"/>
                </a:rPr>
                <a:t>In addition to Branded and National Account </a:t>
              </a:r>
              <a:br>
                <a:rPr lang="en-US" sz="1200" dirty="0">
                  <a:solidFill>
                    <a:schemeClr val="accent6"/>
                  </a:solidFill>
                  <a:effectLst/>
                  <a:latin typeface="Montserrat" pitchFamily="2" charset="77"/>
                  <a:cs typeface="Gotham Book" pitchFamily="2" charset="0"/>
                </a:rPr>
              </a:br>
              <a:r>
                <a:rPr lang="en-US" sz="1200" dirty="0">
                  <a:solidFill>
                    <a:schemeClr val="accent6"/>
                  </a:solidFill>
                  <a:effectLst/>
                  <a:latin typeface="Montserrat" pitchFamily="2" charset="77"/>
                  <a:cs typeface="Gotham Book" pitchFamily="2" charset="0"/>
                </a:rPr>
                <a:t>sales, Marzetti Frozen Pasta</a:t>
              </a:r>
              <a:r>
                <a:rPr lang="en-US" sz="1200" baseline="30000" dirty="0">
                  <a:solidFill>
                    <a:schemeClr val="accent6"/>
                  </a:solidFill>
                  <a:effectLst/>
                  <a:latin typeface="Montserrat" pitchFamily="2" charset="77"/>
                  <a:cs typeface="Gotham Book" pitchFamily="2" charset="0"/>
                </a:rPr>
                <a:t>® </a:t>
              </a:r>
              <a:r>
                <a:rPr lang="en-US" sz="1200" dirty="0">
                  <a:solidFill>
                    <a:schemeClr val="accent6"/>
                  </a:solidFill>
                  <a:effectLst/>
                  <a:latin typeface="Montserrat" pitchFamily="2" charset="77"/>
                  <a:cs typeface="Gotham Book" pitchFamily="2" charset="0"/>
                </a:rPr>
                <a:t>products are sold </a:t>
              </a:r>
              <a:br>
                <a:rPr lang="en-US" sz="1200" dirty="0">
                  <a:solidFill>
                    <a:schemeClr val="accent6"/>
                  </a:solidFill>
                  <a:effectLst/>
                  <a:latin typeface="Montserrat" pitchFamily="2" charset="77"/>
                  <a:cs typeface="Gotham Book" pitchFamily="2" charset="0"/>
                </a:rPr>
              </a:br>
              <a:r>
                <a:rPr lang="en-US" sz="1200" dirty="0">
                  <a:solidFill>
                    <a:schemeClr val="accent6"/>
                  </a:solidFill>
                  <a:effectLst/>
                  <a:latin typeface="Montserrat" pitchFamily="2" charset="77"/>
                  <a:cs typeface="Gotham Book" pitchFamily="2" charset="0"/>
                </a:rPr>
                <a:t>in specialty bulk quantities to manufacturers.</a:t>
              </a:r>
            </a:p>
          </p:txBody>
        </p:sp>
      </p:grpSp>
      <p:grpSp>
        <p:nvGrpSpPr>
          <p:cNvPr id="12" name="Group 11">
            <a:extLst>
              <a:ext uri="{FF2B5EF4-FFF2-40B4-BE49-F238E27FC236}">
                <a16:creationId xmlns:a16="http://schemas.microsoft.com/office/drawing/2014/main" id="{28D4F42D-732B-E296-1545-A8F024479B9F}"/>
              </a:ext>
            </a:extLst>
          </p:cNvPr>
          <p:cNvGrpSpPr/>
          <p:nvPr/>
        </p:nvGrpSpPr>
        <p:grpSpPr>
          <a:xfrm>
            <a:off x="7005816" y="3227540"/>
            <a:ext cx="209441" cy="2497769"/>
            <a:chOff x="10807083" y="921384"/>
            <a:chExt cx="209441" cy="2497769"/>
          </a:xfrm>
        </p:grpSpPr>
        <p:sp>
          <p:nvSpPr>
            <p:cNvPr id="13" name="Graphic 12">
              <a:extLst>
                <a:ext uri="{FF2B5EF4-FFF2-40B4-BE49-F238E27FC236}">
                  <a16:creationId xmlns:a16="http://schemas.microsoft.com/office/drawing/2014/main" id="{55C56C61-9355-92EC-1FDF-2D51430DCC5B}"/>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15" name="Straight Connector 14">
              <a:extLst>
                <a:ext uri="{FF2B5EF4-FFF2-40B4-BE49-F238E27FC236}">
                  <a16:creationId xmlns:a16="http://schemas.microsoft.com/office/drawing/2014/main" id="{CCAE4DDF-21D8-EC5F-1F50-65F777130049}"/>
                </a:ext>
              </a:extLst>
            </p:cNvPr>
            <p:cNvCxnSpPr>
              <a:cxnSpLocks/>
            </p:cNvCxnSpPr>
            <p:nvPr userDrawn="1"/>
          </p:nvCxnSpPr>
          <p:spPr>
            <a:xfrm flipV="1">
              <a:off x="10909578" y="921384"/>
              <a:ext cx="0" cy="1143356"/>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BF7B3ED-0E26-4CC9-2D26-968019E9B8F9}"/>
                </a:ext>
              </a:extLst>
            </p:cNvPr>
            <p:cNvCxnSpPr>
              <a:cxnSpLocks/>
            </p:cNvCxnSpPr>
            <p:nvPr/>
          </p:nvCxnSpPr>
          <p:spPr>
            <a:xfrm flipV="1">
              <a:off x="10909578" y="2275797"/>
              <a:ext cx="0" cy="1143356"/>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34" name="Text Placeholder 17">
            <a:extLst>
              <a:ext uri="{FF2B5EF4-FFF2-40B4-BE49-F238E27FC236}">
                <a16:creationId xmlns:a16="http://schemas.microsoft.com/office/drawing/2014/main" id="{EFBECCA2-ADE1-9707-4925-75A65057A752}"/>
              </a:ext>
            </a:extLst>
          </p:cNvPr>
          <p:cNvSpPr txBox="1">
            <a:spLocks/>
          </p:cNvSpPr>
          <p:nvPr/>
        </p:nvSpPr>
        <p:spPr>
          <a:xfrm>
            <a:off x="923846" y="1338222"/>
            <a:ext cx="3635414" cy="51236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Our Products</a:t>
            </a:r>
          </a:p>
        </p:txBody>
      </p:sp>
      <p:pic>
        <p:nvPicPr>
          <p:cNvPr id="49" name="Picture 48">
            <a:extLst>
              <a:ext uri="{FF2B5EF4-FFF2-40B4-BE49-F238E27FC236}">
                <a16:creationId xmlns:a16="http://schemas.microsoft.com/office/drawing/2014/main" id="{D724F9DC-3D7D-20FC-7C57-AA772B5EE2E1}"/>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699878" y="1156975"/>
            <a:ext cx="2577722" cy="781769"/>
          </a:xfrm>
          <a:prstGeom prst="rect">
            <a:avLst/>
          </a:prstGeom>
        </p:spPr>
      </p:pic>
      <p:grpSp>
        <p:nvGrpSpPr>
          <p:cNvPr id="2" name="Graphic 4119">
            <a:extLst>
              <a:ext uri="{FF2B5EF4-FFF2-40B4-BE49-F238E27FC236}">
                <a16:creationId xmlns:a16="http://schemas.microsoft.com/office/drawing/2014/main" id="{16A98332-5FF8-E122-7EEB-F6A474DF630D}"/>
              </a:ext>
            </a:extLst>
          </p:cNvPr>
          <p:cNvGrpSpPr/>
          <p:nvPr/>
        </p:nvGrpSpPr>
        <p:grpSpPr>
          <a:xfrm>
            <a:off x="1401809" y="961171"/>
            <a:ext cx="1640810" cy="438718"/>
            <a:chOff x="2178742" y="-1107180"/>
            <a:chExt cx="2171851" cy="580707"/>
          </a:xfrm>
          <a:solidFill>
            <a:schemeClr val="tx1"/>
          </a:solidFill>
        </p:grpSpPr>
        <p:sp>
          <p:nvSpPr>
            <p:cNvPr id="14" name="Freeform 13">
              <a:extLst>
                <a:ext uri="{FF2B5EF4-FFF2-40B4-BE49-F238E27FC236}">
                  <a16:creationId xmlns:a16="http://schemas.microsoft.com/office/drawing/2014/main" id="{2298FA00-7C5F-014C-5E40-D1BB796D9753}"/>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56DC39FB-14C6-2746-C67B-1E70F256459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2D3C4ABE-2B5C-C231-C12B-89061528AE4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B6598A26-50E3-A9DE-3933-088A97666ED2}"/>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F0A90EF8-27C4-0B87-B89A-B30ECEC437A8}"/>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283311DB-B98E-8DAC-081F-15240C28CC2B}"/>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0978BEA9-4FED-458A-4496-34B067B00F1C}"/>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5F6E65EA-8EC1-B2C0-138F-6DB7E8D34F43}"/>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9A8D8CEF-AA83-A206-830F-0071A56F6448}"/>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78AE9F92-98DF-B421-98E2-31323FDA0B11}"/>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F5EC1348-05F9-7811-3316-B429E3F5CBCF}"/>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C897D562-D59C-E8F8-6A2E-2D7812B951C7}"/>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1FC48B6D-2399-A8AB-5CC6-262691331B01}"/>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77ACF025-DBB6-9BF6-9DB6-55F81C235EF9}"/>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4A0E7614-8B9D-11B1-7F0F-98CF7A0A2247}"/>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3A7CE5F3-A272-C589-8FA3-C610D8BA7B54}"/>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038FE3A6-BFE8-91C5-B0C3-9B5969609BC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4" name="Freeform 53">
              <a:extLst>
                <a:ext uri="{FF2B5EF4-FFF2-40B4-BE49-F238E27FC236}">
                  <a16:creationId xmlns:a16="http://schemas.microsoft.com/office/drawing/2014/main" id="{589A4386-986D-0F1F-4D2C-EC36F7BC8C7C}"/>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16AC493A-CD1E-FF7B-3711-6107F5909D67}"/>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E2BC1523-1286-607E-FDB2-7C17A87A4EB4}"/>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35" name="Slide Number Placeholder 1">
            <a:extLst>
              <a:ext uri="{FF2B5EF4-FFF2-40B4-BE49-F238E27FC236}">
                <a16:creationId xmlns:a16="http://schemas.microsoft.com/office/drawing/2014/main" id="{D374AB44-04F7-7FCF-5ADE-8E7E35B4B7A1}"/>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16</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408329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250"/>
                            </p:stCondLst>
                            <p:childTnLst>
                              <p:par>
                                <p:cTn id="13" presetID="12" presetClass="entr" presetSubtype="4"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p:tgtEl>
                                          <p:spTgt spid="18"/>
                                        </p:tgtEl>
                                        <p:attrNameLst>
                                          <p:attrName>ppt_y</p:attrName>
                                        </p:attrNameLst>
                                      </p:cBhvr>
                                      <p:tavLst>
                                        <p:tav tm="0">
                                          <p:val>
                                            <p:strVal val="#ppt_y+#ppt_h*1.125000"/>
                                          </p:val>
                                        </p:tav>
                                        <p:tav tm="100000">
                                          <p:val>
                                            <p:strVal val="#ppt_y"/>
                                          </p:val>
                                        </p:tav>
                                      </p:tavLst>
                                    </p:anim>
                                    <p:animEffect transition="in" filter="wipe(up)">
                                      <p:cBhvr>
                                        <p:cTn id="16" dur="500"/>
                                        <p:tgtEl>
                                          <p:spTgt spid="18"/>
                                        </p:tgtEl>
                                      </p:cBhvr>
                                    </p:animEffect>
                                  </p:childTnLst>
                                </p:cTn>
                              </p:par>
                              <p:par>
                                <p:cTn id="17" presetID="12" presetClass="entr" presetSubtype="1" fill="hold" nodeType="withEffect">
                                  <p:stCondLst>
                                    <p:cond delay="25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p:tgtEl>
                                          <p:spTgt spid="12"/>
                                        </p:tgtEl>
                                        <p:attrNameLst>
                                          <p:attrName>ppt_y</p:attrName>
                                        </p:attrNameLst>
                                      </p:cBhvr>
                                      <p:tavLst>
                                        <p:tav tm="0">
                                          <p:val>
                                            <p:strVal val="#ppt_y-#ppt_h*1.125000"/>
                                          </p:val>
                                        </p:tav>
                                        <p:tav tm="100000">
                                          <p:val>
                                            <p:strVal val="#ppt_y"/>
                                          </p:val>
                                        </p:tav>
                                      </p:tavLst>
                                    </p:anim>
                                    <p:animEffect transition="in" filter="wipe(down)">
                                      <p:cBhvr>
                                        <p:cTn id="20" dur="500"/>
                                        <p:tgtEl>
                                          <p:spTgt spid="12"/>
                                        </p:tgtEl>
                                      </p:cBhvr>
                                    </p:animEffect>
                                  </p:childTnLst>
                                </p:cTn>
                              </p:par>
                              <p:par>
                                <p:cTn id="21" presetID="12" presetClass="entr" presetSubtype="4" fill="hold" nodeType="withEffect">
                                  <p:stCondLst>
                                    <p:cond delay="50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500"/>
                                        <p:tgtEl>
                                          <p:spTgt spid="19"/>
                                        </p:tgtEl>
                                        <p:attrNameLst>
                                          <p:attrName>ppt_y</p:attrName>
                                        </p:attrNameLst>
                                      </p:cBhvr>
                                      <p:tavLst>
                                        <p:tav tm="0">
                                          <p:val>
                                            <p:strVal val="#ppt_y+#ppt_h*1.125000"/>
                                          </p:val>
                                        </p:tav>
                                        <p:tav tm="100000">
                                          <p:val>
                                            <p:strVal val="#ppt_y"/>
                                          </p:val>
                                        </p:tav>
                                      </p:tavLst>
                                    </p:anim>
                                    <p:animEffect transition="in" filter="wipe(up)">
                                      <p:cBhvr>
                                        <p:cTn id="24" dur="500"/>
                                        <p:tgtEl>
                                          <p:spTgt spid="19"/>
                                        </p:tgtEl>
                                      </p:cBhvr>
                                    </p:animEffect>
                                  </p:childTnLst>
                                </p:cTn>
                              </p:par>
                            </p:childTnLst>
                          </p:cTn>
                        </p:par>
                        <p:par>
                          <p:cTn id="25" fill="hold">
                            <p:stCondLst>
                              <p:cond delay="2250"/>
                            </p:stCondLst>
                            <p:childTnLst>
                              <p:par>
                                <p:cTn id="26" presetID="10" presetClass="entr" presetSubtype="0" fill="hold"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A32DF4AC-85D9-5EFF-61E5-B00CA5A4514E}"/>
              </a:ext>
            </a:extLst>
          </p:cNvPr>
          <p:cNvSpPr/>
          <p:nvPr/>
        </p:nvSpPr>
        <p:spPr>
          <a:xfrm>
            <a:off x="1905847" y="1453361"/>
            <a:ext cx="2519680" cy="206281"/>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16" name="TextBox 15">
            <a:extLst>
              <a:ext uri="{FF2B5EF4-FFF2-40B4-BE49-F238E27FC236}">
                <a16:creationId xmlns:a16="http://schemas.microsoft.com/office/drawing/2014/main" id="{8C234244-3F53-37A9-1712-77C602453F15}"/>
              </a:ext>
            </a:extLst>
          </p:cNvPr>
          <p:cNvSpPr txBox="1"/>
          <p:nvPr/>
        </p:nvSpPr>
        <p:spPr>
          <a:xfrm>
            <a:off x="954405" y="1947802"/>
            <a:ext cx="9063654" cy="361637"/>
          </a:xfrm>
          <a:prstGeom prst="rect">
            <a:avLst/>
          </a:prstGeom>
          <a:noFill/>
        </p:spPr>
        <p:txBody>
          <a:bodyPr wrap="square">
            <a:spAutoFit/>
          </a:bodyPr>
          <a:lstStyle/>
          <a:p>
            <a:pPr>
              <a:lnSpc>
                <a:spcPts val="2100"/>
              </a:lnSpc>
            </a:pPr>
            <a:r>
              <a:rPr lang="en-US" b="1" dirty="0">
                <a:latin typeface="Montserrat" pitchFamily="2" charset="77"/>
                <a:cs typeface="Gotham Bold" pitchFamily="2" charset="0"/>
              </a:rPr>
              <a:t>Our products are packaged to make the consumer experience better.  </a:t>
            </a:r>
          </a:p>
        </p:txBody>
      </p:sp>
      <p:sp>
        <p:nvSpPr>
          <p:cNvPr id="32" name="Rectangle 31">
            <a:extLst>
              <a:ext uri="{FF2B5EF4-FFF2-40B4-BE49-F238E27FC236}">
                <a16:creationId xmlns:a16="http://schemas.microsoft.com/office/drawing/2014/main" id="{3E3D5516-8A38-13CD-B286-ED8DA5B4B006}"/>
              </a:ext>
            </a:extLst>
          </p:cNvPr>
          <p:cNvSpPr/>
          <p:nvPr/>
        </p:nvSpPr>
        <p:spPr>
          <a:xfrm rot="5400000">
            <a:off x="8424798" y="1747110"/>
            <a:ext cx="1881699" cy="3297411"/>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34" name="Rectangle 33">
            <a:extLst>
              <a:ext uri="{FF2B5EF4-FFF2-40B4-BE49-F238E27FC236}">
                <a16:creationId xmlns:a16="http://schemas.microsoft.com/office/drawing/2014/main" id="{CE220DE8-B65E-BEAF-3213-D74A6A948FE1}"/>
              </a:ext>
            </a:extLst>
          </p:cNvPr>
          <p:cNvSpPr/>
          <p:nvPr/>
        </p:nvSpPr>
        <p:spPr>
          <a:xfrm rot="5400000">
            <a:off x="8424798" y="3718085"/>
            <a:ext cx="1881699" cy="3297411"/>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42" name="Rectangle 41">
            <a:extLst>
              <a:ext uri="{FF2B5EF4-FFF2-40B4-BE49-F238E27FC236}">
                <a16:creationId xmlns:a16="http://schemas.microsoft.com/office/drawing/2014/main" id="{E89B9B64-1F3B-D11D-2FB6-EC5CFAEEED63}"/>
              </a:ext>
            </a:extLst>
          </p:cNvPr>
          <p:cNvSpPr/>
          <p:nvPr/>
        </p:nvSpPr>
        <p:spPr>
          <a:xfrm rot="5400000">
            <a:off x="5022304" y="1747110"/>
            <a:ext cx="1881699" cy="3297411"/>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45" name="Rectangle 44">
            <a:extLst>
              <a:ext uri="{FF2B5EF4-FFF2-40B4-BE49-F238E27FC236}">
                <a16:creationId xmlns:a16="http://schemas.microsoft.com/office/drawing/2014/main" id="{43F9CD18-4608-9788-C4BF-99E075596AD5}"/>
              </a:ext>
            </a:extLst>
          </p:cNvPr>
          <p:cNvSpPr/>
          <p:nvPr/>
        </p:nvSpPr>
        <p:spPr>
          <a:xfrm rot="5400000">
            <a:off x="5022304" y="3718085"/>
            <a:ext cx="1881699" cy="3297411"/>
          </a:xfrm>
          <a:prstGeom prst="rect">
            <a:avLst/>
          </a:prstGeom>
          <a:solidFill>
            <a:srgbClr val="D3CFCE"/>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48" name="Rectangle 47">
            <a:extLst>
              <a:ext uri="{FF2B5EF4-FFF2-40B4-BE49-F238E27FC236}">
                <a16:creationId xmlns:a16="http://schemas.microsoft.com/office/drawing/2014/main" id="{FA81CF2D-9F07-C2C7-6C6F-7B17CAD8D169}"/>
              </a:ext>
            </a:extLst>
          </p:cNvPr>
          <p:cNvSpPr/>
          <p:nvPr/>
        </p:nvSpPr>
        <p:spPr>
          <a:xfrm rot="5400000">
            <a:off x="1566226" y="1747110"/>
            <a:ext cx="1881699" cy="3297411"/>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51" name="Rectangle 50">
            <a:extLst>
              <a:ext uri="{FF2B5EF4-FFF2-40B4-BE49-F238E27FC236}">
                <a16:creationId xmlns:a16="http://schemas.microsoft.com/office/drawing/2014/main" id="{D938F715-6EE2-64EE-1A78-2102145E0176}"/>
              </a:ext>
            </a:extLst>
          </p:cNvPr>
          <p:cNvSpPr/>
          <p:nvPr/>
        </p:nvSpPr>
        <p:spPr>
          <a:xfrm rot="5400000">
            <a:off x="1566226" y="3718085"/>
            <a:ext cx="1881699" cy="3297411"/>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17" name="Text Placeholder 17">
            <a:extLst>
              <a:ext uri="{FF2B5EF4-FFF2-40B4-BE49-F238E27FC236}">
                <a16:creationId xmlns:a16="http://schemas.microsoft.com/office/drawing/2014/main" id="{697E444C-6326-501A-E304-E8B83DF8D679}"/>
              </a:ext>
            </a:extLst>
          </p:cNvPr>
          <p:cNvSpPr txBox="1">
            <a:spLocks/>
          </p:cNvSpPr>
          <p:nvPr/>
        </p:nvSpPr>
        <p:spPr>
          <a:xfrm>
            <a:off x="923846" y="1038894"/>
            <a:ext cx="3635414" cy="51236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Our Portfolio</a:t>
            </a:r>
          </a:p>
        </p:txBody>
      </p:sp>
      <p:pic>
        <p:nvPicPr>
          <p:cNvPr id="54" name="Picture 53">
            <a:extLst>
              <a:ext uri="{FF2B5EF4-FFF2-40B4-BE49-F238E27FC236}">
                <a16:creationId xmlns:a16="http://schemas.microsoft.com/office/drawing/2014/main" id="{6854F633-F77E-E4E4-3883-B83315C62823}"/>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4414894" y="4975059"/>
            <a:ext cx="3077190" cy="1181813"/>
          </a:xfrm>
          <a:prstGeom prst="rect">
            <a:avLst/>
          </a:prstGeom>
          <a:solidFill>
            <a:srgbClr val="D2CFCE"/>
          </a:solidFill>
        </p:spPr>
      </p:pic>
      <p:pic>
        <p:nvPicPr>
          <p:cNvPr id="55" name="Picture 54">
            <a:extLst>
              <a:ext uri="{FF2B5EF4-FFF2-40B4-BE49-F238E27FC236}">
                <a16:creationId xmlns:a16="http://schemas.microsoft.com/office/drawing/2014/main" id="{7A20EA5E-EF0D-3E04-A357-59C7917C5157}"/>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18081" y="4520747"/>
            <a:ext cx="3077190" cy="1636125"/>
          </a:xfrm>
          <a:prstGeom prst="rect">
            <a:avLst/>
          </a:prstGeom>
        </p:spPr>
      </p:pic>
      <p:pic>
        <p:nvPicPr>
          <p:cNvPr id="36" name="Picture 35">
            <a:extLst>
              <a:ext uri="{FF2B5EF4-FFF2-40B4-BE49-F238E27FC236}">
                <a16:creationId xmlns:a16="http://schemas.microsoft.com/office/drawing/2014/main" id="{9F207E52-97B9-BC71-8297-4729548FBA46}"/>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953172" y="2550843"/>
            <a:ext cx="3076537" cy="1611200"/>
          </a:xfrm>
          <a:prstGeom prst="rect">
            <a:avLst/>
          </a:prstGeom>
        </p:spPr>
      </p:pic>
      <p:pic>
        <p:nvPicPr>
          <p:cNvPr id="28" name="Picture 27">
            <a:extLst>
              <a:ext uri="{FF2B5EF4-FFF2-40B4-BE49-F238E27FC236}">
                <a16:creationId xmlns:a16="http://schemas.microsoft.com/office/drawing/2014/main" id="{7BB8F68A-C747-6CE8-DCC0-6C1C66D24E88}"/>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954405" y="4542011"/>
            <a:ext cx="3076538" cy="1669037"/>
          </a:xfrm>
          <a:prstGeom prst="rect">
            <a:avLst/>
          </a:prstGeom>
        </p:spPr>
      </p:pic>
      <p:pic>
        <p:nvPicPr>
          <p:cNvPr id="29" name="Picture 28">
            <a:extLst>
              <a:ext uri="{FF2B5EF4-FFF2-40B4-BE49-F238E27FC236}">
                <a16:creationId xmlns:a16="http://schemas.microsoft.com/office/drawing/2014/main" id="{D3EC2772-52C5-B679-F09F-3FD2567404FD}"/>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7818081" y="2550843"/>
            <a:ext cx="3076538" cy="1611200"/>
          </a:xfrm>
          <a:prstGeom prst="rect">
            <a:avLst/>
          </a:prstGeom>
        </p:spPr>
      </p:pic>
      <p:pic>
        <p:nvPicPr>
          <p:cNvPr id="2" name="Picture 1">
            <a:extLst>
              <a:ext uri="{FF2B5EF4-FFF2-40B4-BE49-F238E27FC236}">
                <a16:creationId xmlns:a16="http://schemas.microsoft.com/office/drawing/2014/main" id="{5B94AEA9-2482-58DC-7D8D-1F32963B7B11}"/>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4407593" y="2550843"/>
            <a:ext cx="3084491" cy="1611200"/>
          </a:xfrm>
          <a:prstGeom prst="rect">
            <a:avLst/>
          </a:prstGeom>
        </p:spPr>
      </p:pic>
      <p:grpSp>
        <p:nvGrpSpPr>
          <p:cNvPr id="49" name="Group 48">
            <a:extLst>
              <a:ext uri="{FF2B5EF4-FFF2-40B4-BE49-F238E27FC236}">
                <a16:creationId xmlns:a16="http://schemas.microsoft.com/office/drawing/2014/main" id="{6D9F755C-E9A5-9A00-9B21-C5667E65A6C0}"/>
              </a:ext>
            </a:extLst>
          </p:cNvPr>
          <p:cNvGrpSpPr/>
          <p:nvPr/>
        </p:nvGrpSpPr>
        <p:grpSpPr>
          <a:xfrm>
            <a:off x="5697112" y="2736175"/>
            <a:ext cx="1401603" cy="282543"/>
            <a:chOff x="-3968399" y="-464665"/>
            <a:chExt cx="1401603" cy="282543"/>
          </a:xfrm>
        </p:grpSpPr>
        <p:sp>
          <p:nvSpPr>
            <p:cNvPr id="37" name="Freeform 36">
              <a:extLst>
                <a:ext uri="{FF2B5EF4-FFF2-40B4-BE49-F238E27FC236}">
                  <a16:creationId xmlns:a16="http://schemas.microsoft.com/office/drawing/2014/main" id="{C91B66B7-DA8E-CFE4-5F9F-A8A9C4E93E25}"/>
                </a:ext>
              </a:extLst>
            </p:cNvPr>
            <p:cNvSpPr/>
            <p:nvPr/>
          </p:nvSpPr>
          <p:spPr>
            <a:xfrm>
              <a:off x="-3968399" y="-279146"/>
              <a:ext cx="1376280" cy="97024"/>
            </a:xfrm>
            <a:custGeom>
              <a:avLst/>
              <a:gdLst>
                <a:gd name="connsiteX0" fmla="*/ 883757 w 1376280"/>
                <a:gd name="connsiteY0" fmla="*/ 731 h 97024"/>
                <a:gd name="connsiteX1" fmla="*/ 1001507 w 1376280"/>
                <a:gd name="connsiteY1" fmla="*/ 731 h 97024"/>
                <a:gd name="connsiteX2" fmla="*/ 1001507 w 1376280"/>
                <a:gd name="connsiteY2" fmla="*/ 3266 h 97024"/>
                <a:gd name="connsiteX3" fmla="*/ 1006572 w 1376280"/>
                <a:gd name="connsiteY3" fmla="*/ 731 h 97024"/>
                <a:gd name="connsiteX4" fmla="*/ 1011636 w 1376280"/>
                <a:gd name="connsiteY4" fmla="*/ 3266 h 97024"/>
                <a:gd name="connsiteX5" fmla="*/ 1010370 w 1376280"/>
                <a:gd name="connsiteY5" fmla="*/ 1998 h 97024"/>
                <a:gd name="connsiteX6" fmla="*/ 1019233 w 1376280"/>
                <a:gd name="connsiteY6" fmla="*/ 4533 h 97024"/>
                <a:gd name="connsiteX7" fmla="*/ 1021765 w 1376280"/>
                <a:gd name="connsiteY7" fmla="*/ 1998 h 97024"/>
                <a:gd name="connsiteX8" fmla="*/ 1080007 w 1376280"/>
                <a:gd name="connsiteY8" fmla="*/ 7066 h 97024"/>
                <a:gd name="connsiteX9" fmla="*/ 1190160 w 1376280"/>
                <a:gd name="connsiteY9" fmla="*/ 12134 h 97024"/>
                <a:gd name="connsiteX10" fmla="*/ 1211684 w 1376280"/>
                <a:gd name="connsiteY10" fmla="*/ 13401 h 97024"/>
                <a:gd name="connsiteX11" fmla="*/ 1234475 w 1376280"/>
                <a:gd name="connsiteY11" fmla="*/ 14669 h 97024"/>
                <a:gd name="connsiteX12" fmla="*/ 1254733 w 1376280"/>
                <a:gd name="connsiteY12" fmla="*/ 17203 h 97024"/>
                <a:gd name="connsiteX13" fmla="*/ 1267394 w 1376280"/>
                <a:gd name="connsiteY13" fmla="*/ 18469 h 97024"/>
                <a:gd name="connsiteX14" fmla="*/ 1312974 w 1376280"/>
                <a:gd name="connsiteY14" fmla="*/ 21004 h 97024"/>
                <a:gd name="connsiteX15" fmla="*/ 1315507 w 1376280"/>
                <a:gd name="connsiteY15" fmla="*/ 23538 h 97024"/>
                <a:gd name="connsiteX16" fmla="*/ 1328168 w 1376280"/>
                <a:gd name="connsiteY16" fmla="*/ 22271 h 97024"/>
                <a:gd name="connsiteX17" fmla="*/ 1338297 w 1376280"/>
                <a:gd name="connsiteY17" fmla="*/ 24805 h 97024"/>
                <a:gd name="connsiteX18" fmla="*/ 1359821 w 1376280"/>
                <a:gd name="connsiteY18" fmla="*/ 27339 h 97024"/>
                <a:gd name="connsiteX19" fmla="*/ 1376281 w 1376280"/>
                <a:gd name="connsiteY19" fmla="*/ 31140 h 97024"/>
                <a:gd name="connsiteX20" fmla="*/ 1343362 w 1376280"/>
                <a:gd name="connsiteY20" fmla="*/ 29873 h 97024"/>
                <a:gd name="connsiteX21" fmla="*/ 1333233 w 1376280"/>
                <a:gd name="connsiteY21" fmla="*/ 28606 h 97024"/>
                <a:gd name="connsiteX22" fmla="*/ 1311709 w 1376280"/>
                <a:gd name="connsiteY22" fmla="*/ 32407 h 97024"/>
                <a:gd name="connsiteX23" fmla="*/ 1309176 w 1376280"/>
                <a:gd name="connsiteY23" fmla="*/ 29873 h 97024"/>
                <a:gd name="connsiteX24" fmla="*/ 1272459 w 1376280"/>
                <a:gd name="connsiteY24" fmla="*/ 28606 h 97024"/>
                <a:gd name="connsiteX25" fmla="*/ 1301579 w 1376280"/>
                <a:gd name="connsiteY25" fmla="*/ 34941 h 97024"/>
                <a:gd name="connsiteX26" fmla="*/ 1304112 w 1376280"/>
                <a:gd name="connsiteY26" fmla="*/ 37475 h 97024"/>
                <a:gd name="connsiteX27" fmla="*/ 1307910 w 1376280"/>
                <a:gd name="connsiteY27" fmla="*/ 34941 h 97024"/>
                <a:gd name="connsiteX28" fmla="*/ 1368684 w 1376280"/>
                <a:gd name="connsiteY28" fmla="*/ 42543 h 97024"/>
                <a:gd name="connsiteX29" fmla="*/ 1324370 w 1376280"/>
                <a:gd name="connsiteY29" fmla="*/ 40009 h 97024"/>
                <a:gd name="connsiteX30" fmla="*/ 1252200 w 1376280"/>
                <a:gd name="connsiteY30" fmla="*/ 37475 h 97024"/>
                <a:gd name="connsiteX31" fmla="*/ 1249668 w 1376280"/>
                <a:gd name="connsiteY31" fmla="*/ 36208 h 97024"/>
                <a:gd name="connsiteX32" fmla="*/ 1233209 w 1376280"/>
                <a:gd name="connsiteY32" fmla="*/ 36208 h 97024"/>
                <a:gd name="connsiteX33" fmla="*/ 898951 w 1376280"/>
                <a:gd name="connsiteY33" fmla="*/ 29873 h 97024"/>
                <a:gd name="connsiteX34" fmla="*/ 564693 w 1376280"/>
                <a:gd name="connsiteY34" fmla="*/ 38742 h 97024"/>
                <a:gd name="connsiteX35" fmla="*/ 64573 w 1376280"/>
                <a:gd name="connsiteY35" fmla="*/ 91956 h 97024"/>
                <a:gd name="connsiteX36" fmla="*/ 21524 w 1376280"/>
                <a:gd name="connsiteY36" fmla="*/ 97024 h 97024"/>
                <a:gd name="connsiteX37" fmla="*/ 17726 w 1376280"/>
                <a:gd name="connsiteY37" fmla="*/ 90689 h 97024"/>
                <a:gd name="connsiteX38" fmla="*/ 3798 w 1376280"/>
                <a:gd name="connsiteY38" fmla="*/ 90689 h 97024"/>
                <a:gd name="connsiteX39" fmla="*/ 0 w 1376280"/>
                <a:gd name="connsiteY39" fmla="*/ 84354 h 97024"/>
                <a:gd name="connsiteX40" fmla="*/ 17726 w 1376280"/>
                <a:gd name="connsiteY40" fmla="*/ 76752 h 97024"/>
                <a:gd name="connsiteX41" fmla="*/ 17726 w 1376280"/>
                <a:gd name="connsiteY41" fmla="*/ 72951 h 97024"/>
                <a:gd name="connsiteX42" fmla="*/ 146871 w 1376280"/>
                <a:gd name="connsiteY42" fmla="*/ 48878 h 97024"/>
                <a:gd name="connsiteX43" fmla="*/ 374774 w 1376280"/>
                <a:gd name="connsiteY43" fmla="*/ 26072 h 97024"/>
                <a:gd name="connsiteX44" fmla="*/ 427951 w 1376280"/>
                <a:gd name="connsiteY44" fmla="*/ 23538 h 97024"/>
                <a:gd name="connsiteX45" fmla="*/ 511516 w 1376280"/>
                <a:gd name="connsiteY45" fmla="*/ 19737 h 97024"/>
                <a:gd name="connsiteX46" fmla="*/ 572290 w 1376280"/>
                <a:gd name="connsiteY46" fmla="*/ 15936 h 97024"/>
                <a:gd name="connsiteX47" fmla="*/ 895152 w 1376280"/>
                <a:gd name="connsiteY47" fmla="*/ 5799 h 97024"/>
                <a:gd name="connsiteX48" fmla="*/ 883757 w 1376280"/>
                <a:gd name="connsiteY48" fmla="*/ 731 h 97024"/>
                <a:gd name="connsiteX49" fmla="*/ 1269926 w 1376280"/>
                <a:gd name="connsiteY49" fmla="*/ 26072 h 97024"/>
                <a:gd name="connsiteX50" fmla="*/ 1264862 w 1376280"/>
                <a:gd name="connsiteY50" fmla="*/ 26072 h 97024"/>
                <a:gd name="connsiteX51" fmla="*/ 1269926 w 1376280"/>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6280" h="97024">
                  <a:moveTo>
                    <a:pt x="883757" y="731"/>
                  </a:moveTo>
                  <a:cubicBezTo>
                    <a:pt x="920475" y="-1802"/>
                    <a:pt x="962257" y="3266"/>
                    <a:pt x="1001507" y="731"/>
                  </a:cubicBezTo>
                  <a:cubicBezTo>
                    <a:pt x="1001507" y="1998"/>
                    <a:pt x="1001507" y="1998"/>
                    <a:pt x="1001507" y="3266"/>
                  </a:cubicBezTo>
                  <a:cubicBezTo>
                    <a:pt x="1004039" y="3266"/>
                    <a:pt x="1004039" y="731"/>
                    <a:pt x="1006572" y="731"/>
                  </a:cubicBezTo>
                  <a:cubicBezTo>
                    <a:pt x="1010370" y="731"/>
                    <a:pt x="1006572" y="4533"/>
                    <a:pt x="1011636" y="3266"/>
                  </a:cubicBezTo>
                  <a:cubicBezTo>
                    <a:pt x="1012902" y="3266"/>
                    <a:pt x="1011636" y="1998"/>
                    <a:pt x="1010370" y="1998"/>
                  </a:cubicBezTo>
                  <a:cubicBezTo>
                    <a:pt x="1012902" y="1998"/>
                    <a:pt x="1016701" y="1998"/>
                    <a:pt x="1019233" y="4533"/>
                  </a:cubicBezTo>
                  <a:cubicBezTo>
                    <a:pt x="1023031" y="4533"/>
                    <a:pt x="1016701" y="1998"/>
                    <a:pt x="1021765" y="1998"/>
                  </a:cubicBezTo>
                  <a:cubicBezTo>
                    <a:pt x="1039491" y="4533"/>
                    <a:pt x="1059749" y="731"/>
                    <a:pt x="1080007" y="7066"/>
                  </a:cubicBezTo>
                  <a:cubicBezTo>
                    <a:pt x="1112926" y="7066"/>
                    <a:pt x="1150910" y="9601"/>
                    <a:pt x="1190160" y="12134"/>
                  </a:cubicBezTo>
                  <a:cubicBezTo>
                    <a:pt x="1199023" y="12134"/>
                    <a:pt x="1205354" y="13401"/>
                    <a:pt x="1211684" y="13401"/>
                  </a:cubicBezTo>
                  <a:cubicBezTo>
                    <a:pt x="1218015" y="13401"/>
                    <a:pt x="1228144" y="14669"/>
                    <a:pt x="1234475" y="14669"/>
                  </a:cubicBezTo>
                  <a:cubicBezTo>
                    <a:pt x="1242072" y="14669"/>
                    <a:pt x="1249668" y="17203"/>
                    <a:pt x="1254733" y="17203"/>
                  </a:cubicBezTo>
                  <a:cubicBezTo>
                    <a:pt x="1250934" y="17203"/>
                    <a:pt x="1269926" y="14669"/>
                    <a:pt x="1267394" y="18469"/>
                  </a:cubicBezTo>
                  <a:cubicBezTo>
                    <a:pt x="1281321" y="15936"/>
                    <a:pt x="1299047" y="21004"/>
                    <a:pt x="1312974" y="21004"/>
                  </a:cubicBezTo>
                  <a:cubicBezTo>
                    <a:pt x="1315507" y="21004"/>
                    <a:pt x="1315507" y="22271"/>
                    <a:pt x="1315507" y="23538"/>
                  </a:cubicBezTo>
                  <a:cubicBezTo>
                    <a:pt x="1319305" y="21004"/>
                    <a:pt x="1325636" y="24805"/>
                    <a:pt x="1328168" y="22271"/>
                  </a:cubicBezTo>
                  <a:cubicBezTo>
                    <a:pt x="1329434" y="27339"/>
                    <a:pt x="1335765" y="21004"/>
                    <a:pt x="1338297" y="24805"/>
                  </a:cubicBezTo>
                  <a:cubicBezTo>
                    <a:pt x="1344628" y="21004"/>
                    <a:pt x="1352224" y="26072"/>
                    <a:pt x="1359821" y="27339"/>
                  </a:cubicBezTo>
                  <a:cubicBezTo>
                    <a:pt x="1364886" y="28606"/>
                    <a:pt x="1375015" y="26072"/>
                    <a:pt x="1376281" y="31140"/>
                  </a:cubicBezTo>
                  <a:cubicBezTo>
                    <a:pt x="1369950" y="31140"/>
                    <a:pt x="1362354" y="33674"/>
                    <a:pt x="1343362" y="29873"/>
                  </a:cubicBezTo>
                  <a:cubicBezTo>
                    <a:pt x="1345894" y="31140"/>
                    <a:pt x="1334499" y="32407"/>
                    <a:pt x="1333233" y="28606"/>
                  </a:cubicBezTo>
                  <a:cubicBezTo>
                    <a:pt x="1328168" y="33674"/>
                    <a:pt x="1315507" y="27339"/>
                    <a:pt x="1311709" y="32407"/>
                  </a:cubicBezTo>
                  <a:cubicBezTo>
                    <a:pt x="1307910" y="31140"/>
                    <a:pt x="1311709" y="31140"/>
                    <a:pt x="1309176" y="29873"/>
                  </a:cubicBezTo>
                  <a:cubicBezTo>
                    <a:pt x="1295249" y="31140"/>
                    <a:pt x="1285120" y="27339"/>
                    <a:pt x="1272459" y="28606"/>
                  </a:cubicBezTo>
                  <a:cubicBezTo>
                    <a:pt x="1280055" y="33674"/>
                    <a:pt x="1290184" y="34941"/>
                    <a:pt x="1301579" y="34941"/>
                  </a:cubicBezTo>
                  <a:cubicBezTo>
                    <a:pt x="1305378" y="34941"/>
                    <a:pt x="1301579" y="36208"/>
                    <a:pt x="1304112" y="37475"/>
                  </a:cubicBezTo>
                  <a:cubicBezTo>
                    <a:pt x="1307910" y="37475"/>
                    <a:pt x="1306644" y="36208"/>
                    <a:pt x="1307910" y="34941"/>
                  </a:cubicBezTo>
                  <a:cubicBezTo>
                    <a:pt x="1323104" y="38742"/>
                    <a:pt x="1352224" y="38742"/>
                    <a:pt x="1368684" y="42543"/>
                  </a:cubicBezTo>
                  <a:cubicBezTo>
                    <a:pt x="1354757" y="41276"/>
                    <a:pt x="1335765" y="43810"/>
                    <a:pt x="1324370" y="40009"/>
                  </a:cubicBezTo>
                  <a:cubicBezTo>
                    <a:pt x="1306644" y="41276"/>
                    <a:pt x="1274991" y="40009"/>
                    <a:pt x="1252200" y="37475"/>
                  </a:cubicBezTo>
                  <a:cubicBezTo>
                    <a:pt x="1250934" y="37475"/>
                    <a:pt x="1247136" y="37475"/>
                    <a:pt x="1249668" y="36208"/>
                  </a:cubicBezTo>
                  <a:cubicBezTo>
                    <a:pt x="1244604" y="37475"/>
                    <a:pt x="1239539" y="37475"/>
                    <a:pt x="1233209" y="36208"/>
                  </a:cubicBezTo>
                  <a:cubicBezTo>
                    <a:pt x="1125588" y="29873"/>
                    <a:pt x="1001507" y="29873"/>
                    <a:pt x="898951" y="29873"/>
                  </a:cubicBezTo>
                  <a:cubicBezTo>
                    <a:pt x="784999" y="29873"/>
                    <a:pt x="678645" y="32407"/>
                    <a:pt x="564693" y="38742"/>
                  </a:cubicBezTo>
                  <a:cubicBezTo>
                    <a:pt x="388701" y="47611"/>
                    <a:pt x="222839" y="71684"/>
                    <a:pt x="64573" y="91956"/>
                  </a:cubicBezTo>
                  <a:cubicBezTo>
                    <a:pt x="50645" y="93223"/>
                    <a:pt x="36718" y="97024"/>
                    <a:pt x="21524" y="97024"/>
                  </a:cubicBezTo>
                  <a:cubicBezTo>
                    <a:pt x="17726" y="97024"/>
                    <a:pt x="13927" y="93223"/>
                    <a:pt x="17726" y="90689"/>
                  </a:cubicBezTo>
                  <a:cubicBezTo>
                    <a:pt x="11395" y="90689"/>
                    <a:pt x="8863" y="91956"/>
                    <a:pt x="3798" y="90689"/>
                  </a:cubicBezTo>
                  <a:cubicBezTo>
                    <a:pt x="1266" y="89422"/>
                    <a:pt x="1266" y="86888"/>
                    <a:pt x="0" y="84354"/>
                  </a:cubicBezTo>
                  <a:cubicBezTo>
                    <a:pt x="5064" y="80553"/>
                    <a:pt x="10129" y="78019"/>
                    <a:pt x="17726" y="76752"/>
                  </a:cubicBezTo>
                  <a:cubicBezTo>
                    <a:pt x="20258" y="75485"/>
                    <a:pt x="17726" y="75485"/>
                    <a:pt x="17726" y="72951"/>
                  </a:cubicBezTo>
                  <a:cubicBezTo>
                    <a:pt x="55710" y="61548"/>
                    <a:pt x="100024" y="51412"/>
                    <a:pt x="146871" y="48878"/>
                  </a:cubicBezTo>
                  <a:cubicBezTo>
                    <a:pt x="222839" y="42543"/>
                    <a:pt x="300072" y="31140"/>
                    <a:pt x="374774" y="26072"/>
                  </a:cubicBezTo>
                  <a:cubicBezTo>
                    <a:pt x="392500" y="24805"/>
                    <a:pt x="408959" y="24805"/>
                    <a:pt x="427951" y="23538"/>
                  </a:cubicBezTo>
                  <a:cubicBezTo>
                    <a:pt x="452007" y="22271"/>
                    <a:pt x="482395" y="18469"/>
                    <a:pt x="511516" y="19737"/>
                  </a:cubicBezTo>
                  <a:cubicBezTo>
                    <a:pt x="529241" y="19737"/>
                    <a:pt x="550766" y="17203"/>
                    <a:pt x="572290" y="15936"/>
                  </a:cubicBezTo>
                  <a:cubicBezTo>
                    <a:pt x="674846" y="10868"/>
                    <a:pt x="792596" y="5799"/>
                    <a:pt x="895152" y="5799"/>
                  </a:cubicBezTo>
                  <a:cubicBezTo>
                    <a:pt x="892620" y="-1802"/>
                    <a:pt x="886290" y="3266"/>
                    <a:pt x="883757" y="731"/>
                  </a:cubicBezTo>
                  <a:moveTo>
                    <a:pt x="1269926" y="26072"/>
                  </a:moveTo>
                  <a:cubicBezTo>
                    <a:pt x="1268660" y="26072"/>
                    <a:pt x="1266128" y="26072"/>
                    <a:pt x="1264862" y="26072"/>
                  </a:cubicBezTo>
                  <a:cubicBezTo>
                    <a:pt x="1263596" y="28606"/>
                    <a:pt x="1271192" y="28606"/>
                    <a:pt x="1269926"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41" name="Freeform 40">
              <a:extLst>
                <a:ext uri="{FF2B5EF4-FFF2-40B4-BE49-F238E27FC236}">
                  <a16:creationId xmlns:a16="http://schemas.microsoft.com/office/drawing/2014/main" id="{B43865A5-0E4D-1682-44CD-32AD97C1CD0A}"/>
                </a:ext>
              </a:extLst>
            </p:cNvPr>
            <p:cNvSpPr/>
            <p:nvPr/>
          </p:nvSpPr>
          <p:spPr>
            <a:xfrm>
              <a:off x="-3929149" y="-464665"/>
              <a:ext cx="1362353" cy="158376"/>
            </a:xfrm>
            <a:custGeom>
              <a:avLst/>
              <a:gdLst>
                <a:gd name="connsiteX0" fmla="*/ 1273724 w 1362353"/>
                <a:gd name="connsiteY0" fmla="*/ 78554 h 158376"/>
                <a:gd name="connsiteX1" fmla="*/ 1273724 w 1362353"/>
                <a:gd name="connsiteY1" fmla="*/ 38010 h 158376"/>
                <a:gd name="connsiteX2" fmla="*/ 1293983 w 1362353"/>
                <a:gd name="connsiteY2" fmla="*/ 38010 h 158376"/>
                <a:gd name="connsiteX3" fmla="*/ 1318039 w 1362353"/>
                <a:gd name="connsiteY3" fmla="*/ 58282 h 158376"/>
                <a:gd name="connsiteX4" fmla="*/ 1318039 w 1362353"/>
                <a:gd name="connsiteY4" fmla="*/ 58282 h 158376"/>
                <a:gd name="connsiteX5" fmla="*/ 1293983 w 1362353"/>
                <a:gd name="connsiteY5" fmla="*/ 78554 h 158376"/>
                <a:gd name="connsiteX6" fmla="*/ 1273724 w 1362353"/>
                <a:gd name="connsiteY6" fmla="*/ 78554 h 158376"/>
                <a:gd name="connsiteX7" fmla="*/ 1231942 w 1362353"/>
                <a:gd name="connsiteY7" fmla="*/ 155842 h 158376"/>
                <a:gd name="connsiteX8" fmla="*/ 1274991 w 1362353"/>
                <a:gd name="connsiteY8" fmla="*/ 155842 h 158376"/>
                <a:gd name="connsiteX9" fmla="*/ 1274991 w 1362353"/>
                <a:gd name="connsiteY9" fmla="*/ 111497 h 158376"/>
                <a:gd name="connsiteX10" fmla="*/ 1296515 w 1362353"/>
                <a:gd name="connsiteY10" fmla="*/ 111497 h 158376"/>
                <a:gd name="connsiteX11" fmla="*/ 1362353 w 1362353"/>
                <a:gd name="connsiteY11" fmla="*/ 55748 h 158376"/>
                <a:gd name="connsiteX12" fmla="*/ 1362353 w 1362353"/>
                <a:gd name="connsiteY12" fmla="*/ 55748 h 158376"/>
                <a:gd name="connsiteX13" fmla="*/ 1299047 w 1362353"/>
                <a:gd name="connsiteY13" fmla="*/ 1267 h 158376"/>
                <a:gd name="connsiteX14" fmla="*/ 1231942 w 1362353"/>
                <a:gd name="connsiteY14" fmla="*/ 1267 h 158376"/>
                <a:gd name="connsiteX15" fmla="*/ 1231942 w 1362353"/>
                <a:gd name="connsiteY15" fmla="*/ 155842 h 158376"/>
                <a:gd name="connsiteX16" fmla="*/ 1123055 w 1362353"/>
                <a:gd name="connsiteY16" fmla="*/ 158376 h 158376"/>
                <a:gd name="connsiteX17" fmla="*/ 1195225 w 1362353"/>
                <a:gd name="connsiteY17" fmla="*/ 87424 h 158376"/>
                <a:gd name="connsiteX18" fmla="*/ 1195225 w 1362353"/>
                <a:gd name="connsiteY18" fmla="*/ 2534 h 158376"/>
                <a:gd name="connsiteX19" fmla="*/ 1152176 w 1362353"/>
                <a:gd name="connsiteY19" fmla="*/ 2534 h 158376"/>
                <a:gd name="connsiteX20" fmla="*/ 1152176 w 1362353"/>
                <a:gd name="connsiteY20" fmla="*/ 88691 h 158376"/>
                <a:gd name="connsiteX21" fmla="*/ 1124321 w 1362353"/>
                <a:gd name="connsiteY21" fmla="*/ 120366 h 158376"/>
                <a:gd name="connsiteX22" fmla="*/ 1096466 w 1362353"/>
                <a:gd name="connsiteY22" fmla="*/ 87424 h 158376"/>
                <a:gd name="connsiteX23" fmla="*/ 1096466 w 1362353"/>
                <a:gd name="connsiteY23" fmla="*/ 2534 h 158376"/>
                <a:gd name="connsiteX24" fmla="*/ 1053418 w 1362353"/>
                <a:gd name="connsiteY24" fmla="*/ 2534 h 158376"/>
                <a:gd name="connsiteX25" fmla="*/ 1053418 w 1362353"/>
                <a:gd name="connsiteY25" fmla="*/ 88691 h 158376"/>
                <a:gd name="connsiteX26" fmla="*/ 1123055 w 1362353"/>
                <a:gd name="connsiteY26" fmla="*/ 158376 h 158376"/>
                <a:gd name="connsiteX27" fmla="*/ 957192 w 1362353"/>
                <a:gd name="connsiteY27" fmla="*/ 158376 h 158376"/>
                <a:gd name="connsiteX28" fmla="*/ 1025564 w 1362353"/>
                <a:gd name="connsiteY28" fmla="*/ 124167 h 158376"/>
                <a:gd name="connsiteX29" fmla="*/ 993910 w 1362353"/>
                <a:gd name="connsiteY29" fmla="*/ 101361 h 158376"/>
                <a:gd name="connsiteX30" fmla="*/ 959725 w 1362353"/>
                <a:gd name="connsiteY30" fmla="*/ 120366 h 158376"/>
                <a:gd name="connsiteX31" fmla="*/ 923007 w 1362353"/>
                <a:gd name="connsiteY31" fmla="*/ 79821 h 158376"/>
                <a:gd name="connsiteX32" fmla="*/ 923007 w 1362353"/>
                <a:gd name="connsiteY32" fmla="*/ 79821 h 158376"/>
                <a:gd name="connsiteX33" fmla="*/ 959725 w 1362353"/>
                <a:gd name="connsiteY33" fmla="*/ 39277 h 158376"/>
                <a:gd name="connsiteX34" fmla="*/ 992644 w 1362353"/>
                <a:gd name="connsiteY34" fmla="*/ 57015 h 158376"/>
                <a:gd name="connsiteX35" fmla="*/ 1024297 w 1362353"/>
                <a:gd name="connsiteY35" fmla="*/ 31675 h 158376"/>
                <a:gd name="connsiteX36" fmla="*/ 959725 w 1362353"/>
                <a:gd name="connsiteY36" fmla="*/ 0 h 158376"/>
                <a:gd name="connsiteX37" fmla="*/ 878693 w 1362353"/>
                <a:gd name="connsiteY37" fmla="*/ 79821 h 158376"/>
                <a:gd name="connsiteX38" fmla="*/ 878693 w 1362353"/>
                <a:gd name="connsiteY38" fmla="*/ 79821 h 158376"/>
                <a:gd name="connsiteX39" fmla="*/ 957192 w 1362353"/>
                <a:gd name="connsiteY39" fmla="*/ 158376 h 158376"/>
                <a:gd name="connsiteX40" fmla="*/ 586217 w 1362353"/>
                <a:gd name="connsiteY40" fmla="*/ 155842 h 158376"/>
                <a:gd name="connsiteX41" fmla="*/ 627999 w 1362353"/>
                <a:gd name="connsiteY41" fmla="*/ 155842 h 158376"/>
                <a:gd name="connsiteX42" fmla="*/ 627999 w 1362353"/>
                <a:gd name="connsiteY42" fmla="*/ 91224 h 158376"/>
                <a:gd name="connsiteX43" fmla="*/ 644459 w 1362353"/>
                <a:gd name="connsiteY43" fmla="*/ 70952 h 158376"/>
                <a:gd name="connsiteX44" fmla="*/ 660919 w 1362353"/>
                <a:gd name="connsiteY44" fmla="*/ 91224 h 158376"/>
                <a:gd name="connsiteX45" fmla="*/ 660919 w 1362353"/>
                <a:gd name="connsiteY45" fmla="*/ 155842 h 158376"/>
                <a:gd name="connsiteX46" fmla="*/ 702701 w 1362353"/>
                <a:gd name="connsiteY46" fmla="*/ 155842 h 158376"/>
                <a:gd name="connsiteX47" fmla="*/ 702701 w 1362353"/>
                <a:gd name="connsiteY47" fmla="*/ 91224 h 158376"/>
                <a:gd name="connsiteX48" fmla="*/ 719161 w 1362353"/>
                <a:gd name="connsiteY48" fmla="*/ 70952 h 158376"/>
                <a:gd name="connsiteX49" fmla="*/ 735620 w 1362353"/>
                <a:gd name="connsiteY49" fmla="*/ 91224 h 158376"/>
                <a:gd name="connsiteX50" fmla="*/ 735620 w 1362353"/>
                <a:gd name="connsiteY50" fmla="*/ 155842 h 158376"/>
                <a:gd name="connsiteX51" fmla="*/ 777402 w 1362353"/>
                <a:gd name="connsiteY51" fmla="*/ 155842 h 158376"/>
                <a:gd name="connsiteX52" fmla="*/ 777402 w 1362353"/>
                <a:gd name="connsiteY52" fmla="*/ 78554 h 158376"/>
                <a:gd name="connsiteX53" fmla="*/ 736886 w 1362353"/>
                <a:gd name="connsiteY53" fmla="*/ 35476 h 158376"/>
                <a:gd name="connsiteX54" fmla="*/ 697636 w 1362353"/>
                <a:gd name="connsiteY54" fmla="*/ 54481 h 158376"/>
                <a:gd name="connsiteX55" fmla="*/ 663451 w 1362353"/>
                <a:gd name="connsiteY55" fmla="*/ 35476 h 158376"/>
                <a:gd name="connsiteX56" fmla="*/ 627999 w 1362353"/>
                <a:gd name="connsiteY56" fmla="*/ 54481 h 158376"/>
                <a:gd name="connsiteX57" fmla="*/ 627999 w 1362353"/>
                <a:gd name="connsiteY57" fmla="*/ 38010 h 158376"/>
                <a:gd name="connsiteX58" fmla="*/ 586217 w 1362353"/>
                <a:gd name="connsiteY58" fmla="*/ 38010 h 158376"/>
                <a:gd name="connsiteX59" fmla="*/ 586217 w 1362353"/>
                <a:gd name="connsiteY59" fmla="*/ 155842 h 158376"/>
                <a:gd name="connsiteX60" fmla="*/ 362112 w 1362353"/>
                <a:gd name="connsiteY60" fmla="*/ 155842 h 158376"/>
                <a:gd name="connsiteX61" fmla="*/ 403895 w 1362353"/>
                <a:gd name="connsiteY61" fmla="*/ 155842 h 158376"/>
                <a:gd name="connsiteX62" fmla="*/ 403895 w 1362353"/>
                <a:gd name="connsiteY62" fmla="*/ 91224 h 158376"/>
                <a:gd name="connsiteX63" fmla="*/ 420354 w 1362353"/>
                <a:gd name="connsiteY63" fmla="*/ 70952 h 158376"/>
                <a:gd name="connsiteX64" fmla="*/ 436814 w 1362353"/>
                <a:gd name="connsiteY64" fmla="*/ 91224 h 158376"/>
                <a:gd name="connsiteX65" fmla="*/ 436814 w 1362353"/>
                <a:gd name="connsiteY65" fmla="*/ 155842 h 158376"/>
                <a:gd name="connsiteX66" fmla="*/ 478596 w 1362353"/>
                <a:gd name="connsiteY66" fmla="*/ 155842 h 158376"/>
                <a:gd name="connsiteX67" fmla="*/ 478596 w 1362353"/>
                <a:gd name="connsiteY67" fmla="*/ 91224 h 158376"/>
                <a:gd name="connsiteX68" fmla="*/ 495056 w 1362353"/>
                <a:gd name="connsiteY68" fmla="*/ 70952 h 158376"/>
                <a:gd name="connsiteX69" fmla="*/ 511516 w 1362353"/>
                <a:gd name="connsiteY69" fmla="*/ 91224 h 158376"/>
                <a:gd name="connsiteX70" fmla="*/ 511516 w 1362353"/>
                <a:gd name="connsiteY70" fmla="*/ 155842 h 158376"/>
                <a:gd name="connsiteX71" fmla="*/ 553298 w 1362353"/>
                <a:gd name="connsiteY71" fmla="*/ 155842 h 158376"/>
                <a:gd name="connsiteX72" fmla="*/ 553298 w 1362353"/>
                <a:gd name="connsiteY72" fmla="*/ 78554 h 158376"/>
                <a:gd name="connsiteX73" fmla="*/ 512782 w 1362353"/>
                <a:gd name="connsiteY73" fmla="*/ 35476 h 158376"/>
                <a:gd name="connsiteX74" fmla="*/ 473532 w 1362353"/>
                <a:gd name="connsiteY74" fmla="*/ 54481 h 158376"/>
                <a:gd name="connsiteX75" fmla="*/ 439346 w 1362353"/>
                <a:gd name="connsiteY75" fmla="*/ 35476 h 158376"/>
                <a:gd name="connsiteX76" fmla="*/ 403895 w 1362353"/>
                <a:gd name="connsiteY76" fmla="*/ 54481 h 158376"/>
                <a:gd name="connsiteX77" fmla="*/ 403895 w 1362353"/>
                <a:gd name="connsiteY77" fmla="*/ 38010 h 158376"/>
                <a:gd name="connsiteX78" fmla="*/ 362112 w 1362353"/>
                <a:gd name="connsiteY78" fmla="*/ 38010 h 158376"/>
                <a:gd name="connsiteX79" fmla="*/ 362112 w 1362353"/>
                <a:gd name="connsiteY79" fmla="*/ 155842 h 158376"/>
                <a:gd name="connsiteX80" fmla="*/ 197516 w 1362353"/>
                <a:gd name="connsiteY80" fmla="*/ 158376 h 158376"/>
                <a:gd name="connsiteX81" fmla="*/ 260822 w 1362353"/>
                <a:gd name="connsiteY81" fmla="*/ 103895 h 158376"/>
                <a:gd name="connsiteX82" fmla="*/ 260822 w 1362353"/>
                <a:gd name="connsiteY82" fmla="*/ 103895 h 158376"/>
                <a:gd name="connsiteX83" fmla="*/ 207645 w 1362353"/>
                <a:gd name="connsiteY83" fmla="*/ 55748 h 158376"/>
                <a:gd name="connsiteX84" fmla="*/ 183589 w 1362353"/>
                <a:gd name="connsiteY84" fmla="*/ 60816 h 158376"/>
                <a:gd name="connsiteX85" fmla="*/ 184854 w 1362353"/>
                <a:gd name="connsiteY85" fmla="*/ 38010 h 158376"/>
                <a:gd name="connsiteX86" fmla="*/ 253226 w 1362353"/>
                <a:gd name="connsiteY86" fmla="*/ 38010 h 158376"/>
                <a:gd name="connsiteX87" fmla="*/ 253226 w 1362353"/>
                <a:gd name="connsiteY87" fmla="*/ 2534 h 158376"/>
                <a:gd name="connsiteX88" fmla="*/ 150669 w 1362353"/>
                <a:gd name="connsiteY88" fmla="*/ 2534 h 158376"/>
                <a:gd name="connsiteX89" fmla="*/ 146871 w 1362353"/>
                <a:gd name="connsiteY89" fmla="*/ 79821 h 158376"/>
                <a:gd name="connsiteX90" fmla="*/ 172193 w 1362353"/>
                <a:gd name="connsiteY90" fmla="*/ 93759 h 158376"/>
                <a:gd name="connsiteX91" fmla="*/ 196250 w 1362353"/>
                <a:gd name="connsiteY91" fmla="*/ 86156 h 158376"/>
                <a:gd name="connsiteX92" fmla="*/ 219040 w 1362353"/>
                <a:gd name="connsiteY92" fmla="*/ 103895 h 158376"/>
                <a:gd name="connsiteX93" fmla="*/ 219040 w 1362353"/>
                <a:gd name="connsiteY93" fmla="*/ 103895 h 158376"/>
                <a:gd name="connsiteX94" fmla="*/ 196250 w 1362353"/>
                <a:gd name="connsiteY94" fmla="*/ 121633 h 158376"/>
                <a:gd name="connsiteX95" fmla="*/ 159532 w 1362353"/>
                <a:gd name="connsiteY95" fmla="*/ 105162 h 158376"/>
                <a:gd name="connsiteX96" fmla="*/ 135475 w 1362353"/>
                <a:gd name="connsiteY96" fmla="*/ 133036 h 158376"/>
                <a:gd name="connsiteX97" fmla="*/ 197516 w 1362353"/>
                <a:gd name="connsiteY97" fmla="*/ 158376 h 158376"/>
                <a:gd name="connsiteX98" fmla="*/ 3798 w 1362353"/>
                <a:gd name="connsiteY98" fmla="*/ 155842 h 158376"/>
                <a:gd name="connsiteX99" fmla="*/ 50645 w 1362353"/>
                <a:gd name="connsiteY99" fmla="*/ 155842 h 158376"/>
                <a:gd name="connsiteX100" fmla="*/ 117750 w 1362353"/>
                <a:gd name="connsiteY100" fmla="*/ 34209 h 158376"/>
                <a:gd name="connsiteX101" fmla="*/ 117750 w 1362353"/>
                <a:gd name="connsiteY101" fmla="*/ 2534 h 158376"/>
                <a:gd name="connsiteX102" fmla="*/ 0 w 1362353"/>
                <a:gd name="connsiteY102" fmla="*/ 2534 h 158376"/>
                <a:gd name="connsiteX103" fmla="*/ 0 w 1362353"/>
                <a:gd name="connsiteY103" fmla="*/ 38010 h 158376"/>
                <a:gd name="connsiteX104" fmla="*/ 70903 w 1362353"/>
                <a:gd name="connsiteY104" fmla="*/ 38010 h 158376"/>
                <a:gd name="connsiteX105" fmla="*/ 3798 w 1362353"/>
                <a:gd name="connsiteY105" fmla="*/ 155842 h 15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362353" h="158376">
                  <a:moveTo>
                    <a:pt x="1273724" y="78554"/>
                  </a:moveTo>
                  <a:lnTo>
                    <a:pt x="1273724" y="38010"/>
                  </a:lnTo>
                  <a:lnTo>
                    <a:pt x="1293983" y="38010"/>
                  </a:lnTo>
                  <a:cubicBezTo>
                    <a:pt x="1309176" y="38010"/>
                    <a:pt x="1318039" y="45612"/>
                    <a:pt x="1318039" y="58282"/>
                  </a:cubicBezTo>
                  <a:lnTo>
                    <a:pt x="1318039" y="58282"/>
                  </a:lnTo>
                  <a:cubicBezTo>
                    <a:pt x="1318039" y="70952"/>
                    <a:pt x="1309176" y="78554"/>
                    <a:pt x="1293983" y="78554"/>
                  </a:cubicBezTo>
                  <a:lnTo>
                    <a:pt x="1273724" y="78554"/>
                  </a:lnTo>
                  <a:close/>
                  <a:moveTo>
                    <a:pt x="1231942" y="155842"/>
                  </a:moveTo>
                  <a:lnTo>
                    <a:pt x="1274991" y="155842"/>
                  </a:lnTo>
                  <a:lnTo>
                    <a:pt x="1274991" y="111497"/>
                  </a:lnTo>
                  <a:lnTo>
                    <a:pt x="1296515" y="111497"/>
                  </a:lnTo>
                  <a:cubicBezTo>
                    <a:pt x="1334499" y="111497"/>
                    <a:pt x="1362353" y="92492"/>
                    <a:pt x="1362353" y="55748"/>
                  </a:cubicBezTo>
                  <a:lnTo>
                    <a:pt x="1362353" y="55748"/>
                  </a:lnTo>
                  <a:cubicBezTo>
                    <a:pt x="1362353" y="21539"/>
                    <a:pt x="1337031" y="1267"/>
                    <a:pt x="1299047" y="1267"/>
                  </a:cubicBezTo>
                  <a:lnTo>
                    <a:pt x="1231942" y="1267"/>
                  </a:lnTo>
                  <a:lnTo>
                    <a:pt x="1231942" y="155842"/>
                  </a:lnTo>
                  <a:close/>
                  <a:moveTo>
                    <a:pt x="1123055" y="158376"/>
                  </a:moveTo>
                  <a:cubicBezTo>
                    <a:pt x="1166104" y="158376"/>
                    <a:pt x="1195225" y="136837"/>
                    <a:pt x="1195225" y="87424"/>
                  </a:cubicBezTo>
                  <a:lnTo>
                    <a:pt x="1195225" y="2534"/>
                  </a:lnTo>
                  <a:lnTo>
                    <a:pt x="1152176" y="2534"/>
                  </a:lnTo>
                  <a:lnTo>
                    <a:pt x="1152176" y="88691"/>
                  </a:lnTo>
                  <a:cubicBezTo>
                    <a:pt x="1152176" y="110230"/>
                    <a:pt x="1140781" y="120366"/>
                    <a:pt x="1124321" y="120366"/>
                  </a:cubicBezTo>
                  <a:cubicBezTo>
                    <a:pt x="1106596" y="120366"/>
                    <a:pt x="1096466" y="110230"/>
                    <a:pt x="1096466" y="87424"/>
                  </a:cubicBezTo>
                  <a:lnTo>
                    <a:pt x="1096466" y="2534"/>
                  </a:lnTo>
                  <a:lnTo>
                    <a:pt x="1053418" y="2534"/>
                  </a:lnTo>
                  <a:lnTo>
                    <a:pt x="1053418" y="88691"/>
                  </a:lnTo>
                  <a:cubicBezTo>
                    <a:pt x="1052152" y="135570"/>
                    <a:pt x="1080007" y="158376"/>
                    <a:pt x="1123055" y="158376"/>
                  </a:cubicBezTo>
                  <a:moveTo>
                    <a:pt x="957192" y="158376"/>
                  </a:moveTo>
                  <a:cubicBezTo>
                    <a:pt x="991378" y="158376"/>
                    <a:pt x="1010370" y="143172"/>
                    <a:pt x="1025564" y="124167"/>
                  </a:cubicBezTo>
                  <a:lnTo>
                    <a:pt x="993910" y="101361"/>
                  </a:lnTo>
                  <a:cubicBezTo>
                    <a:pt x="985047" y="112764"/>
                    <a:pt x="974918" y="120366"/>
                    <a:pt x="959725" y="120366"/>
                  </a:cubicBezTo>
                  <a:cubicBezTo>
                    <a:pt x="938200" y="120366"/>
                    <a:pt x="923007" y="102627"/>
                    <a:pt x="923007" y="79821"/>
                  </a:cubicBezTo>
                  <a:lnTo>
                    <a:pt x="923007" y="79821"/>
                  </a:lnTo>
                  <a:cubicBezTo>
                    <a:pt x="923007" y="57015"/>
                    <a:pt x="938200" y="39277"/>
                    <a:pt x="959725" y="39277"/>
                  </a:cubicBezTo>
                  <a:cubicBezTo>
                    <a:pt x="974918" y="39277"/>
                    <a:pt x="985047" y="46879"/>
                    <a:pt x="992644" y="57015"/>
                  </a:cubicBezTo>
                  <a:lnTo>
                    <a:pt x="1024297" y="31675"/>
                  </a:lnTo>
                  <a:cubicBezTo>
                    <a:pt x="1010370" y="12670"/>
                    <a:pt x="990112" y="0"/>
                    <a:pt x="959725" y="0"/>
                  </a:cubicBezTo>
                  <a:cubicBezTo>
                    <a:pt x="912878" y="0"/>
                    <a:pt x="878693" y="35476"/>
                    <a:pt x="878693" y="79821"/>
                  </a:cubicBezTo>
                  <a:lnTo>
                    <a:pt x="878693" y="79821"/>
                  </a:lnTo>
                  <a:cubicBezTo>
                    <a:pt x="878693" y="125434"/>
                    <a:pt x="914144" y="158376"/>
                    <a:pt x="957192" y="158376"/>
                  </a:cubicBezTo>
                  <a:moveTo>
                    <a:pt x="586217" y="155842"/>
                  </a:moveTo>
                  <a:lnTo>
                    <a:pt x="627999" y="155842"/>
                  </a:lnTo>
                  <a:lnTo>
                    <a:pt x="627999" y="91224"/>
                  </a:lnTo>
                  <a:cubicBezTo>
                    <a:pt x="627999" y="78554"/>
                    <a:pt x="635596" y="70952"/>
                    <a:pt x="644459" y="70952"/>
                  </a:cubicBezTo>
                  <a:cubicBezTo>
                    <a:pt x="654588" y="70952"/>
                    <a:pt x="660919" y="77287"/>
                    <a:pt x="660919" y="91224"/>
                  </a:cubicBezTo>
                  <a:lnTo>
                    <a:pt x="660919" y="155842"/>
                  </a:lnTo>
                  <a:lnTo>
                    <a:pt x="702701" y="155842"/>
                  </a:lnTo>
                  <a:lnTo>
                    <a:pt x="702701" y="91224"/>
                  </a:lnTo>
                  <a:cubicBezTo>
                    <a:pt x="702701" y="78554"/>
                    <a:pt x="710297" y="70952"/>
                    <a:pt x="719161" y="70952"/>
                  </a:cubicBezTo>
                  <a:cubicBezTo>
                    <a:pt x="729289" y="70952"/>
                    <a:pt x="735620" y="77287"/>
                    <a:pt x="735620" y="91224"/>
                  </a:cubicBezTo>
                  <a:lnTo>
                    <a:pt x="735620" y="155842"/>
                  </a:lnTo>
                  <a:lnTo>
                    <a:pt x="777402" y="155842"/>
                  </a:lnTo>
                  <a:lnTo>
                    <a:pt x="777402" y="78554"/>
                  </a:lnTo>
                  <a:cubicBezTo>
                    <a:pt x="777402" y="50680"/>
                    <a:pt x="762209" y="35476"/>
                    <a:pt x="736886" y="35476"/>
                  </a:cubicBezTo>
                  <a:cubicBezTo>
                    <a:pt x="719161" y="35476"/>
                    <a:pt x="707765" y="43078"/>
                    <a:pt x="697636" y="54481"/>
                  </a:cubicBezTo>
                  <a:cubicBezTo>
                    <a:pt x="691306" y="41811"/>
                    <a:pt x="678644" y="35476"/>
                    <a:pt x="663451" y="35476"/>
                  </a:cubicBezTo>
                  <a:cubicBezTo>
                    <a:pt x="646991" y="35476"/>
                    <a:pt x="635596" y="44345"/>
                    <a:pt x="627999" y="54481"/>
                  </a:cubicBezTo>
                  <a:lnTo>
                    <a:pt x="627999" y="38010"/>
                  </a:lnTo>
                  <a:lnTo>
                    <a:pt x="586217" y="38010"/>
                  </a:lnTo>
                  <a:lnTo>
                    <a:pt x="586217" y="155842"/>
                  </a:lnTo>
                  <a:close/>
                  <a:moveTo>
                    <a:pt x="362112" y="155842"/>
                  </a:moveTo>
                  <a:lnTo>
                    <a:pt x="403895" y="155842"/>
                  </a:lnTo>
                  <a:lnTo>
                    <a:pt x="403895" y="91224"/>
                  </a:lnTo>
                  <a:cubicBezTo>
                    <a:pt x="403895" y="78554"/>
                    <a:pt x="411492" y="70952"/>
                    <a:pt x="420354" y="70952"/>
                  </a:cubicBezTo>
                  <a:cubicBezTo>
                    <a:pt x="430483" y="70952"/>
                    <a:pt x="436814" y="77287"/>
                    <a:pt x="436814" y="91224"/>
                  </a:cubicBezTo>
                  <a:lnTo>
                    <a:pt x="436814" y="155842"/>
                  </a:lnTo>
                  <a:lnTo>
                    <a:pt x="478596" y="155842"/>
                  </a:lnTo>
                  <a:lnTo>
                    <a:pt x="478596" y="91224"/>
                  </a:lnTo>
                  <a:cubicBezTo>
                    <a:pt x="478596" y="78554"/>
                    <a:pt x="486193" y="70952"/>
                    <a:pt x="495056" y="70952"/>
                  </a:cubicBezTo>
                  <a:cubicBezTo>
                    <a:pt x="505185" y="70952"/>
                    <a:pt x="511516" y="77287"/>
                    <a:pt x="511516" y="91224"/>
                  </a:cubicBezTo>
                  <a:lnTo>
                    <a:pt x="511516" y="155842"/>
                  </a:lnTo>
                  <a:lnTo>
                    <a:pt x="553298" y="155842"/>
                  </a:lnTo>
                  <a:lnTo>
                    <a:pt x="553298" y="78554"/>
                  </a:lnTo>
                  <a:cubicBezTo>
                    <a:pt x="553298" y="50680"/>
                    <a:pt x="538104" y="35476"/>
                    <a:pt x="512782" y="35476"/>
                  </a:cubicBezTo>
                  <a:cubicBezTo>
                    <a:pt x="495056" y="35476"/>
                    <a:pt x="483661" y="43078"/>
                    <a:pt x="473532" y="54481"/>
                  </a:cubicBezTo>
                  <a:cubicBezTo>
                    <a:pt x="467201" y="41811"/>
                    <a:pt x="454540" y="35476"/>
                    <a:pt x="439346" y="35476"/>
                  </a:cubicBezTo>
                  <a:cubicBezTo>
                    <a:pt x="422887" y="35476"/>
                    <a:pt x="411492" y="44345"/>
                    <a:pt x="403895" y="54481"/>
                  </a:cubicBezTo>
                  <a:lnTo>
                    <a:pt x="403895" y="38010"/>
                  </a:lnTo>
                  <a:lnTo>
                    <a:pt x="362112" y="38010"/>
                  </a:lnTo>
                  <a:lnTo>
                    <a:pt x="362112" y="155842"/>
                  </a:lnTo>
                  <a:close/>
                  <a:moveTo>
                    <a:pt x="197516" y="158376"/>
                  </a:moveTo>
                  <a:cubicBezTo>
                    <a:pt x="234234" y="158376"/>
                    <a:pt x="260822" y="138104"/>
                    <a:pt x="260822" y="103895"/>
                  </a:cubicBezTo>
                  <a:lnTo>
                    <a:pt x="260822" y="103895"/>
                  </a:lnTo>
                  <a:cubicBezTo>
                    <a:pt x="260822" y="70952"/>
                    <a:pt x="235499" y="55748"/>
                    <a:pt x="207645" y="55748"/>
                  </a:cubicBezTo>
                  <a:cubicBezTo>
                    <a:pt x="197516" y="55748"/>
                    <a:pt x="189919" y="58282"/>
                    <a:pt x="183589" y="60816"/>
                  </a:cubicBezTo>
                  <a:lnTo>
                    <a:pt x="184854" y="38010"/>
                  </a:lnTo>
                  <a:lnTo>
                    <a:pt x="253226" y="38010"/>
                  </a:lnTo>
                  <a:lnTo>
                    <a:pt x="253226" y="2534"/>
                  </a:lnTo>
                  <a:lnTo>
                    <a:pt x="150669" y="2534"/>
                  </a:lnTo>
                  <a:lnTo>
                    <a:pt x="146871" y="79821"/>
                  </a:lnTo>
                  <a:lnTo>
                    <a:pt x="172193" y="93759"/>
                  </a:lnTo>
                  <a:cubicBezTo>
                    <a:pt x="179790" y="89957"/>
                    <a:pt x="187387" y="86156"/>
                    <a:pt x="196250" y="86156"/>
                  </a:cubicBezTo>
                  <a:cubicBezTo>
                    <a:pt x="210177" y="86156"/>
                    <a:pt x="219040" y="92492"/>
                    <a:pt x="219040" y="103895"/>
                  </a:cubicBezTo>
                  <a:lnTo>
                    <a:pt x="219040" y="103895"/>
                  </a:lnTo>
                  <a:cubicBezTo>
                    <a:pt x="219040" y="115298"/>
                    <a:pt x="210177" y="121633"/>
                    <a:pt x="196250" y="121633"/>
                  </a:cubicBezTo>
                  <a:cubicBezTo>
                    <a:pt x="183589" y="121633"/>
                    <a:pt x="170927" y="115298"/>
                    <a:pt x="159532" y="105162"/>
                  </a:cubicBezTo>
                  <a:lnTo>
                    <a:pt x="135475" y="133036"/>
                  </a:lnTo>
                  <a:cubicBezTo>
                    <a:pt x="150669" y="149507"/>
                    <a:pt x="169661" y="158376"/>
                    <a:pt x="197516" y="158376"/>
                  </a:cubicBezTo>
                  <a:moveTo>
                    <a:pt x="3798" y="155842"/>
                  </a:moveTo>
                  <a:lnTo>
                    <a:pt x="50645" y="155842"/>
                  </a:lnTo>
                  <a:lnTo>
                    <a:pt x="117750" y="34209"/>
                  </a:lnTo>
                  <a:lnTo>
                    <a:pt x="117750" y="2534"/>
                  </a:lnTo>
                  <a:lnTo>
                    <a:pt x="0" y="2534"/>
                  </a:lnTo>
                  <a:lnTo>
                    <a:pt x="0" y="38010"/>
                  </a:lnTo>
                  <a:lnTo>
                    <a:pt x="70903" y="38010"/>
                  </a:lnTo>
                  <a:lnTo>
                    <a:pt x="3798" y="155842"/>
                  </a:lnTo>
                  <a:close/>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grpSp>
        <p:nvGrpSpPr>
          <p:cNvPr id="53" name="Group 52">
            <a:extLst>
              <a:ext uri="{FF2B5EF4-FFF2-40B4-BE49-F238E27FC236}">
                <a16:creationId xmlns:a16="http://schemas.microsoft.com/office/drawing/2014/main" id="{0443109F-5917-4F60-C89E-491D9E39B8B6}"/>
              </a:ext>
            </a:extLst>
          </p:cNvPr>
          <p:cNvGrpSpPr/>
          <p:nvPr/>
        </p:nvGrpSpPr>
        <p:grpSpPr>
          <a:xfrm>
            <a:off x="2385065" y="2731217"/>
            <a:ext cx="1403596" cy="285077"/>
            <a:chOff x="-3857706" y="-2171327"/>
            <a:chExt cx="1403596" cy="285077"/>
          </a:xfrm>
        </p:grpSpPr>
        <p:sp>
          <p:nvSpPr>
            <p:cNvPr id="56" name="Freeform 55">
              <a:extLst>
                <a:ext uri="{FF2B5EF4-FFF2-40B4-BE49-F238E27FC236}">
                  <a16:creationId xmlns:a16="http://schemas.microsoft.com/office/drawing/2014/main" id="{1E2A333D-CD74-5537-07F0-D229E31CF272}"/>
                </a:ext>
              </a:extLst>
            </p:cNvPr>
            <p:cNvSpPr/>
            <p:nvPr/>
          </p:nvSpPr>
          <p:spPr>
            <a:xfrm>
              <a:off x="-3857706" y="-1983274"/>
              <a:ext cx="1391474" cy="97024"/>
            </a:xfrm>
            <a:custGeom>
              <a:avLst/>
              <a:gdLst>
                <a:gd name="connsiteX0" fmla="*/ 892620 w 1391474"/>
                <a:gd name="connsiteY0" fmla="*/ 731 h 97024"/>
                <a:gd name="connsiteX1" fmla="*/ 1011636 w 1391474"/>
                <a:gd name="connsiteY1" fmla="*/ 731 h 97024"/>
                <a:gd name="connsiteX2" fmla="*/ 1011636 w 1391474"/>
                <a:gd name="connsiteY2" fmla="*/ 3266 h 97024"/>
                <a:gd name="connsiteX3" fmla="*/ 1016701 w 1391474"/>
                <a:gd name="connsiteY3" fmla="*/ 731 h 97024"/>
                <a:gd name="connsiteX4" fmla="*/ 1021765 w 1391474"/>
                <a:gd name="connsiteY4" fmla="*/ 3266 h 97024"/>
                <a:gd name="connsiteX5" fmla="*/ 1020499 w 1391474"/>
                <a:gd name="connsiteY5" fmla="*/ 1999 h 97024"/>
                <a:gd name="connsiteX6" fmla="*/ 1029362 w 1391474"/>
                <a:gd name="connsiteY6" fmla="*/ 4533 h 97024"/>
                <a:gd name="connsiteX7" fmla="*/ 1031894 w 1391474"/>
                <a:gd name="connsiteY7" fmla="*/ 1999 h 97024"/>
                <a:gd name="connsiteX8" fmla="*/ 1090136 w 1391474"/>
                <a:gd name="connsiteY8" fmla="*/ 7067 h 97024"/>
                <a:gd name="connsiteX9" fmla="*/ 1201555 w 1391474"/>
                <a:gd name="connsiteY9" fmla="*/ 12135 h 97024"/>
                <a:gd name="connsiteX10" fmla="*/ 1224345 w 1391474"/>
                <a:gd name="connsiteY10" fmla="*/ 13402 h 97024"/>
                <a:gd name="connsiteX11" fmla="*/ 1247136 w 1391474"/>
                <a:gd name="connsiteY11" fmla="*/ 14669 h 97024"/>
                <a:gd name="connsiteX12" fmla="*/ 1268660 w 1391474"/>
                <a:gd name="connsiteY12" fmla="*/ 17203 h 97024"/>
                <a:gd name="connsiteX13" fmla="*/ 1281321 w 1391474"/>
                <a:gd name="connsiteY13" fmla="*/ 18470 h 97024"/>
                <a:gd name="connsiteX14" fmla="*/ 1328168 w 1391474"/>
                <a:gd name="connsiteY14" fmla="*/ 21004 h 97024"/>
                <a:gd name="connsiteX15" fmla="*/ 1330701 w 1391474"/>
                <a:gd name="connsiteY15" fmla="*/ 23538 h 97024"/>
                <a:gd name="connsiteX16" fmla="*/ 1343362 w 1391474"/>
                <a:gd name="connsiteY16" fmla="*/ 22271 h 97024"/>
                <a:gd name="connsiteX17" fmla="*/ 1353491 w 1391474"/>
                <a:gd name="connsiteY17" fmla="*/ 24805 h 97024"/>
                <a:gd name="connsiteX18" fmla="*/ 1375015 w 1391474"/>
                <a:gd name="connsiteY18" fmla="*/ 27339 h 97024"/>
                <a:gd name="connsiteX19" fmla="*/ 1391475 w 1391474"/>
                <a:gd name="connsiteY19" fmla="*/ 31140 h 97024"/>
                <a:gd name="connsiteX20" fmla="*/ 1358555 w 1391474"/>
                <a:gd name="connsiteY20" fmla="*/ 29873 h 97024"/>
                <a:gd name="connsiteX21" fmla="*/ 1348426 w 1391474"/>
                <a:gd name="connsiteY21" fmla="*/ 28606 h 97024"/>
                <a:gd name="connsiteX22" fmla="*/ 1325636 w 1391474"/>
                <a:gd name="connsiteY22" fmla="*/ 32407 h 97024"/>
                <a:gd name="connsiteX23" fmla="*/ 1323104 w 1391474"/>
                <a:gd name="connsiteY23" fmla="*/ 29873 h 97024"/>
                <a:gd name="connsiteX24" fmla="*/ 1285120 w 1391474"/>
                <a:gd name="connsiteY24" fmla="*/ 28606 h 97024"/>
                <a:gd name="connsiteX25" fmla="*/ 1314241 w 1391474"/>
                <a:gd name="connsiteY25" fmla="*/ 34941 h 97024"/>
                <a:gd name="connsiteX26" fmla="*/ 1318039 w 1391474"/>
                <a:gd name="connsiteY26" fmla="*/ 37475 h 97024"/>
                <a:gd name="connsiteX27" fmla="*/ 1321837 w 1391474"/>
                <a:gd name="connsiteY27" fmla="*/ 34941 h 97024"/>
                <a:gd name="connsiteX28" fmla="*/ 1383878 w 1391474"/>
                <a:gd name="connsiteY28" fmla="*/ 42543 h 97024"/>
                <a:gd name="connsiteX29" fmla="*/ 1339563 w 1391474"/>
                <a:gd name="connsiteY29" fmla="*/ 40009 h 97024"/>
                <a:gd name="connsiteX30" fmla="*/ 1266128 w 1391474"/>
                <a:gd name="connsiteY30" fmla="*/ 37475 h 97024"/>
                <a:gd name="connsiteX31" fmla="*/ 1263596 w 1391474"/>
                <a:gd name="connsiteY31" fmla="*/ 36208 h 97024"/>
                <a:gd name="connsiteX32" fmla="*/ 1247136 w 1391474"/>
                <a:gd name="connsiteY32" fmla="*/ 36208 h 97024"/>
                <a:gd name="connsiteX33" fmla="*/ 909080 w 1391474"/>
                <a:gd name="connsiteY33" fmla="*/ 29873 h 97024"/>
                <a:gd name="connsiteX34" fmla="*/ 571024 w 1391474"/>
                <a:gd name="connsiteY34" fmla="*/ 38742 h 97024"/>
                <a:gd name="connsiteX35" fmla="*/ 64573 w 1391474"/>
                <a:gd name="connsiteY35" fmla="*/ 91956 h 97024"/>
                <a:gd name="connsiteX36" fmla="*/ 21524 w 1391474"/>
                <a:gd name="connsiteY36" fmla="*/ 97024 h 97024"/>
                <a:gd name="connsiteX37" fmla="*/ 17726 w 1391474"/>
                <a:gd name="connsiteY37" fmla="*/ 90689 h 97024"/>
                <a:gd name="connsiteX38" fmla="*/ 3798 w 1391474"/>
                <a:gd name="connsiteY38" fmla="*/ 90689 h 97024"/>
                <a:gd name="connsiteX39" fmla="*/ 0 w 1391474"/>
                <a:gd name="connsiteY39" fmla="*/ 84354 h 97024"/>
                <a:gd name="connsiteX40" fmla="*/ 17726 w 1391474"/>
                <a:gd name="connsiteY40" fmla="*/ 76752 h 97024"/>
                <a:gd name="connsiteX41" fmla="*/ 17726 w 1391474"/>
                <a:gd name="connsiteY41" fmla="*/ 72951 h 97024"/>
                <a:gd name="connsiteX42" fmla="*/ 148137 w 1391474"/>
                <a:gd name="connsiteY42" fmla="*/ 48878 h 97024"/>
                <a:gd name="connsiteX43" fmla="*/ 378572 w 1391474"/>
                <a:gd name="connsiteY43" fmla="*/ 26072 h 97024"/>
                <a:gd name="connsiteX44" fmla="*/ 431750 w 1391474"/>
                <a:gd name="connsiteY44" fmla="*/ 23538 h 97024"/>
                <a:gd name="connsiteX45" fmla="*/ 516580 w 1391474"/>
                <a:gd name="connsiteY45" fmla="*/ 19737 h 97024"/>
                <a:gd name="connsiteX46" fmla="*/ 577354 w 1391474"/>
                <a:gd name="connsiteY46" fmla="*/ 15936 h 97024"/>
                <a:gd name="connsiteX47" fmla="*/ 904015 w 1391474"/>
                <a:gd name="connsiteY47" fmla="*/ 5800 h 97024"/>
                <a:gd name="connsiteX48" fmla="*/ 892620 w 1391474"/>
                <a:gd name="connsiteY48" fmla="*/ 731 h 97024"/>
                <a:gd name="connsiteX49" fmla="*/ 1283854 w 1391474"/>
                <a:gd name="connsiteY49" fmla="*/ 26072 h 97024"/>
                <a:gd name="connsiteX50" fmla="*/ 1278789 w 1391474"/>
                <a:gd name="connsiteY50" fmla="*/ 26072 h 97024"/>
                <a:gd name="connsiteX51" fmla="*/ 1283854 w 1391474"/>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91474" h="97024">
                  <a:moveTo>
                    <a:pt x="892620" y="731"/>
                  </a:moveTo>
                  <a:cubicBezTo>
                    <a:pt x="929338" y="-1803"/>
                    <a:pt x="972386" y="3266"/>
                    <a:pt x="1011636" y="731"/>
                  </a:cubicBezTo>
                  <a:cubicBezTo>
                    <a:pt x="1011636" y="1999"/>
                    <a:pt x="1011636" y="1999"/>
                    <a:pt x="1011636" y="3266"/>
                  </a:cubicBezTo>
                  <a:cubicBezTo>
                    <a:pt x="1014169" y="3266"/>
                    <a:pt x="1014169" y="731"/>
                    <a:pt x="1016701" y="731"/>
                  </a:cubicBezTo>
                  <a:cubicBezTo>
                    <a:pt x="1020499" y="731"/>
                    <a:pt x="1016701" y="4533"/>
                    <a:pt x="1021765" y="3266"/>
                  </a:cubicBezTo>
                  <a:cubicBezTo>
                    <a:pt x="1023031" y="3266"/>
                    <a:pt x="1021765" y="1999"/>
                    <a:pt x="1020499" y="1999"/>
                  </a:cubicBezTo>
                  <a:cubicBezTo>
                    <a:pt x="1023031" y="1999"/>
                    <a:pt x="1026830" y="1999"/>
                    <a:pt x="1029362" y="4533"/>
                  </a:cubicBezTo>
                  <a:cubicBezTo>
                    <a:pt x="1033160" y="4533"/>
                    <a:pt x="1026830" y="1999"/>
                    <a:pt x="1031894" y="1999"/>
                  </a:cubicBezTo>
                  <a:cubicBezTo>
                    <a:pt x="1049620" y="4533"/>
                    <a:pt x="1071144" y="731"/>
                    <a:pt x="1090136" y="7067"/>
                  </a:cubicBezTo>
                  <a:cubicBezTo>
                    <a:pt x="1124321" y="7067"/>
                    <a:pt x="1162305" y="9601"/>
                    <a:pt x="1201555" y="12135"/>
                  </a:cubicBezTo>
                  <a:cubicBezTo>
                    <a:pt x="1210418" y="12135"/>
                    <a:pt x="1216749" y="13402"/>
                    <a:pt x="1224345" y="13402"/>
                  </a:cubicBezTo>
                  <a:cubicBezTo>
                    <a:pt x="1230676" y="13402"/>
                    <a:pt x="1240805" y="14669"/>
                    <a:pt x="1247136" y="14669"/>
                  </a:cubicBezTo>
                  <a:cubicBezTo>
                    <a:pt x="1254733" y="14669"/>
                    <a:pt x="1262329" y="17203"/>
                    <a:pt x="1268660" y="17203"/>
                  </a:cubicBezTo>
                  <a:cubicBezTo>
                    <a:pt x="1264862" y="17203"/>
                    <a:pt x="1283854" y="14669"/>
                    <a:pt x="1281321" y="18470"/>
                  </a:cubicBezTo>
                  <a:cubicBezTo>
                    <a:pt x="1295249" y="15936"/>
                    <a:pt x="1312974" y="21004"/>
                    <a:pt x="1328168" y="21004"/>
                  </a:cubicBezTo>
                  <a:cubicBezTo>
                    <a:pt x="1330701" y="21004"/>
                    <a:pt x="1330701" y="22271"/>
                    <a:pt x="1330701" y="23538"/>
                  </a:cubicBezTo>
                  <a:cubicBezTo>
                    <a:pt x="1334499" y="21004"/>
                    <a:pt x="1340829" y="24805"/>
                    <a:pt x="1343362" y="22271"/>
                  </a:cubicBezTo>
                  <a:cubicBezTo>
                    <a:pt x="1344628" y="27339"/>
                    <a:pt x="1350958" y="21004"/>
                    <a:pt x="1353491" y="24805"/>
                  </a:cubicBezTo>
                  <a:cubicBezTo>
                    <a:pt x="1359821" y="21004"/>
                    <a:pt x="1367418" y="26072"/>
                    <a:pt x="1375015" y="27339"/>
                  </a:cubicBezTo>
                  <a:cubicBezTo>
                    <a:pt x="1380079" y="28606"/>
                    <a:pt x="1390208" y="26072"/>
                    <a:pt x="1391475" y="31140"/>
                  </a:cubicBezTo>
                  <a:cubicBezTo>
                    <a:pt x="1385144" y="31140"/>
                    <a:pt x="1376281" y="33674"/>
                    <a:pt x="1358555" y="29873"/>
                  </a:cubicBezTo>
                  <a:cubicBezTo>
                    <a:pt x="1361088" y="31140"/>
                    <a:pt x="1348426" y="32407"/>
                    <a:pt x="1348426" y="28606"/>
                  </a:cubicBezTo>
                  <a:cubicBezTo>
                    <a:pt x="1343362" y="33674"/>
                    <a:pt x="1329434" y="27339"/>
                    <a:pt x="1325636" y="32407"/>
                  </a:cubicBezTo>
                  <a:cubicBezTo>
                    <a:pt x="1321837" y="31140"/>
                    <a:pt x="1325636" y="31140"/>
                    <a:pt x="1323104" y="29873"/>
                  </a:cubicBezTo>
                  <a:cubicBezTo>
                    <a:pt x="1309176" y="31140"/>
                    <a:pt x="1299047" y="27339"/>
                    <a:pt x="1285120" y="28606"/>
                  </a:cubicBezTo>
                  <a:cubicBezTo>
                    <a:pt x="1292717" y="33674"/>
                    <a:pt x="1302846" y="34941"/>
                    <a:pt x="1314241" y="34941"/>
                  </a:cubicBezTo>
                  <a:cubicBezTo>
                    <a:pt x="1318039" y="34941"/>
                    <a:pt x="1314241" y="36208"/>
                    <a:pt x="1318039" y="37475"/>
                  </a:cubicBezTo>
                  <a:cubicBezTo>
                    <a:pt x="1321837" y="37475"/>
                    <a:pt x="1320571" y="36208"/>
                    <a:pt x="1321837" y="34941"/>
                  </a:cubicBezTo>
                  <a:cubicBezTo>
                    <a:pt x="1338297" y="38742"/>
                    <a:pt x="1367418" y="38742"/>
                    <a:pt x="1383878" y="42543"/>
                  </a:cubicBezTo>
                  <a:cubicBezTo>
                    <a:pt x="1369950" y="41276"/>
                    <a:pt x="1350958" y="43810"/>
                    <a:pt x="1339563" y="40009"/>
                  </a:cubicBezTo>
                  <a:cubicBezTo>
                    <a:pt x="1320571" y="41276"/>
                    <a:pt x="1290184" y="40009"/>
                    <a:pt x="1266128" y="37475"/>
                  </a:cubicBezTo>
                  <a:cubicBezTo>
                    <a:pt x="1264862" y="37475"/>
                    <a:pt x="1261063" y="37475"/>
                    <a:pt x="1263596" y="36208"/>
                  </a:cubicBezTo>
                  <a:cubicBezTo>
                    <a:pt x="1258531" y="37475"/>
                    <a:pt x="1253467" y="37475"/>
                    <a:pt x="1247136" y="36208"/>
                  </a:cubicBezTo>
                  <a:cubicBezTo>
                    <a:pt x="1138249" y="29873"/>
                    <a:pt x="1012902" y="29873"/>
                    <a:pt x="909080" y="29873"/>
                  </a:cubicBezTo>
                  <a:cubicBezTo>
                    <a:pt x="793862" y="29873"/>
                    <a:pt x="686241" y="32407"/>
                    <a:pt x="571024" y="38742"/>
                  </a:cubicBezTo>
                  <a:cubicBezTo>
                    <a:pt x="392500" y="48878"/>
                    <a:pt x="225371" y="71684"/>
                    <a:pt x="64573" y="91956"/>
                  </a:cubicBezTo>
                  <a:cubicBezTo>
                    <a:pt x="50645" y="93223"/>
                    <a:pt x="35451" y="97024"/>
                    <a:pt x="21524" y="97024"/>
                  </a:cubicBezTo>
                  <a:cubicBezTo>
                    <a:pt x="17726" y="97024"/>
                    <a:pt x="13927" y="93223"/>
                    <a:pt x="17726" y="90689"/>
                  </a:cubicBezTo>
                  <a:cubicBezTo>
                    <a:pt x="11395" y="90689"/>
                    <a:pt x="8863" y="91956"/>
                    <a:pt x="3798" y="90689"/>
                  </a:cubicBezTo>
                  <a:cubicBezTo>
                    <a:pt x="1266" y="89422"/>
                    <a:pt x="1266" y="86888"/>
                    <a:pt x="0" y="84354"/>
                  </a:cubicBezTo>
                  <a:cubicBezTo>
                    <a:pt x="5064" y="80553"/>
                    <a:pt x="10129" y="78019"/>
                    <a:pt x="17726" y="76752"/>
                  </a:cubicBezTo>
                  <a:cubicBezTo>
                    <a:pt x="20258" y="75485"/>
                    <a:pt x="17726" y="75485"/>
                    <a:pt x="17726" y="72951"/>
                  </a:cubicBezTo>
                  <a:cubicBezTo>
                    <a:pt x="55710" y="61548"/>
                    <a:pt x="101290" y="51412"/>
                    <a:pt x="148137" y="48878"/>
                  </a:cubicBezTo>
                  <a:cubicBezTo>
                    <a:pt x="224104" y="42543"/>
                    <a:pt x="302604" y="31140"/>
                    <a:pt x="378572" y="26072"/>
                  </a:cubicBezTo>
                  <a:cubicBezTo>
                    <a:pt x="396298" y="24805"/>
                    <a:pt x="412758" y="24805"/>
                    <a:pt x="431750" y="23538"/>
                  </a:cubicBezTo>
                  <a:cubicBezTo>
                    <a:pt x="455806" y="22271"/>
                    <a:pt x="487459" y="18470"/>
                    <a:pt x="516580" y="19737"/>
                  </a:cubicBezTo>
                  <a:cubicBezTo>
                    <a:pt x="534306" y="19737"/>
                    <a:pt x="555830" y="17203"/>
                    <a:pt x="577354" y="15936"/>
                  </a:cubicBezTo>
                  <a:cubicBezTo>
                    <a:pt x="681177" y="10868"/>
                    <a:pt x="800193" y="5800"/>
                    <a:pt x="904015" y="5800"/>
                  </a:cubicBezTo>
                  <a:cubicBezTo>
                    <a:pt x="901483" y="-1803"/>
                    <a:pt x="895152" y="3266"/>
                    <a:pt x="892620" y="731"/>
                  </a:cubicBezTo>
                  <a:moveTo>
                    <a:pt x="1283854" y="26072"/>
                  </a:moveTo>
                  <a:cubicBezTo>
                    <a:pt x="1282587" y="26072"/>
                    <a:pt x="1280055" y="26072"/>
                    <a:pt x="1278789" y="26072"/>
                  </a:cubicBezTo>
                  <a:cubicBezTo>
                    <a:pt x="1276257" y="29873"/>
                    <a:pt x="1283854" y="29873"/>
                    <a:pt x="1283854"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57" name="Freeform 56">
              <a:extLst>
                <a:ext uri="{FF2B5EF4-FFF2-40B4-BE49-F238E27FC236}">
                  <a16:creationId xmlns:a16="http://schemas.microsoft.com/office/drawing/2014/main" id="{F79EE076-7883-BB25-D048-30DE090799C6}"/>
                </a:ext>
              </a:extLst>
            </p:cNvPr>
            <p:cNvSpPr/>
            <p:nvPr/>
          </p:nvSpPr>
          <p:spPr>
            <a:xfrm>
              <a:off x="-3853181" y="-2171327"/>
              <a:ext cx="1399071" cy="160910"/>
            </a:xfrm>
            <a:custGeom>
              <a:avLst/>
              <a:gdLst>
                <a:gd name="connsiteX0" fmla="*/ 1310442 w 1399071"/>
                <a:gd name="connsiteY0" fmla="*/ 81089 h 160910"/>
                <a:gd name="connsiteX1" fmla="*/ 1310442 w 1399071"/>
                <a:gd name="connsiteY1" fmla="*/ 40544 h 160910"/>
                <a:gd name="connsiteX2" fmla="*/ 1330700 w 1399071"/>
                <a:gd name="connsiteY2" fmla="*/ 40544 h 160910"/>
                <a:gd name="connsiteX3" fmla="*/ 1354757 w 1399071"/>
                <a:gd name="connsiteY3" fmla="*/ 60816 h 160910"/>
                <a:gd name="connsiteX4" fmla="*/ 1354757 w 1399071"/>
                <a:gd name="connsiteY4" fmla="*/ 60816 h 160910"/>
                <a:gd name="connsiteX5" fmla="*/ 1330700 w 1399071"/>
                <a:gd name="connsiteY5" fmla="*/ 81089 h 160910"/>
                <a:gd name="connsiteX6" fmla="*/ 1310442 w 1399071"/>
                <a:gd name="connsiteY6" fmla="*/ 81089 h 160910"/>
                <a:gd name="connsiteX7" fmla="*/ 1268660 w 1399071"/>
                <a:gd name="connsiteY7" fmla="*/ 158376 h 160910"/>
                <a:gd name="connsiteX8" fmla="*/ 1311708 w 1399071"/>
                <a:gd name="connsiteY8" fmla="*/ 158376 h 160910"/>
                <a:gd name="connsiteX9" fmla="*/ 1311708 w 1399071"/>
                <a:gd name="connsiteY9" fmla="*/ 114031 h 160910"/>
                <a:gd name="connsiteX10" fmla="*/ 1333233 w 1399071"/>
                <a:gd name="connsiteY10" fmla="*/ 114031 h 160910"/>
                <a:gd name="connsiteX11" fmla="*/ 1399071 w 1399071"/>
                <a:gd name="connsiteY11" fmla="*/ 58282 h 160910"/>
                <a:gd name="connsiteX12" fmla="*/ 1399071 w 1399071"/>
                <a:gd name="connsiteY12" fmla="*/ 58282 h 160910"/>
                <a:gd name="connsiteX13" fmla="*/ 1335765 w 1399071"/>
                <a:gd name="connsiteY13" fmla="*/ 3801 h 160910"/>
                <a:gd name="connsiteX14" fmla="*/ 1269926 w 1399071"/>
                <a:gd name="connsiteY14" fmla="*/ 3801 h 160910"/>
                <a:gd name="connsiteX15" fmla="*/ 1269926 w 1399071"/>
                <a:gd name="connsiteY15" fmla="*/ 158376 h 160910"/>
                <a:gd name="connsiteX16" fmla="*/ 1159773 w 1399071"/>
                <a:gd name="connsiteY16" fmla="*/ 160910 h 160910"/>
                <a:gd name="connsiteX17" fmla="*/ 1231942 w 1399071"/>
                <a:gd name="connsiteY17" fmla="*/ 89958 h 160910"/>
                <a:gd name="connsiteX18" fmla="*/ 1231942 w 1399071"/>
                <a:gd name="connsiteY18" fmla="*/ 5068 h 160910"/>
                <a:gd name="connsiteX19" fmla="*/ 1188894 w 1399071"/>
                <a:gd name="connsiteY19" fmla="*/ 5068 h 160910"/>
                <a:gd name="connsiteX20" fmla="*/ 1188894 w 1399071"/>
                <a:gd name="connsiteY20" fmla="*/ 91225 h 160910"/>
                <a:gd name="connsiteX21" fmla="*/ 1161039 w 1399071"/>
                <a:gd name="connsiteY21" fmla="*/ 122900 h 160910"/>
                <a:gd name="connsiteX22" fmla="*/ 1133185 w 1399071"/>
                <a:gd name="connsiteY22" fmla="*/ 89958 h 160910"/>
                <a:gd name="connsiteX23" fmla="*/ 1133185 w 1399071"/>
                <a:gd name="connsiteY23" fmla="*/ 5068 h 160910"/>
                <a:gd name="connsiteX24" fmla="*/ 1090136 w 1399071"/>
                <a:gd name="connsiteY24" fmla="*/ 5068 h 160910"/>
                <a:gd name="connsiteX25" fmla="*/ 1090136 w 1399071"/>
                <a:gd name="connsiteY25" fmla="*/ 91225 h 160910"/>
                <a:gd name="connsiteX26" fmla="*/ 1159773 w 1399071"/>
                <a:gd name="connsiteY26" fmla="*/ 160910 h 160910"/>
                <a:gd name="connsiteX27" fmla="*/ 993910 w 1399071"/>
                <a:gd name="connsiteY27" fmla="*/ 160910 h 160910"/>
                <a:gd name="connsiteX28" fmla="*/ 1062281 w 1399071"/>
                <a:gd name="connsiteY28" fmla="*/ 126701 h 160910"/>
                <a:gd name="connsiteX29" fmla="*/ 1030628 w 1399071"/>
                <a:gd name="connsiteY29" fmla="*/ 103895 h 160910"/>
                <a:gd name="connsiteX30" fmla="*/ 996442 w 1399071"/>
                <a:gd name="connsiteY30" fmla="*/ 122900 h 160910"/>
                <a:gd name="connsiteX31" fmla="*/ 959725 w 1399071"/>
                <a:gd name="connsiteY31" fmla="*/ 82356 h 160910"/>
                <a:gd name="connsiteX32" fmla="*/ 959725 w 1399071"/>
                <a:gd name="connsiteY32" fmla="*/ 82356 h 160910"/>
                <a:gd name="connsiteX33" fmla="*/ 996442 w 1399071"/>
                <a:gd name="connsiteY33" fmla="*/ 41811 h 160910"/>
                <a:gd name="connsiteX34" fmla="*/ 1029362 w 1399071"/>
                <a:gd name="connsiteY34" fmla="*/ 59549 h 160910"/>
                <a:gd name="connsiteX35" fmla="*/ 1061015 w 1399071"/>
                <a:gd name="connsiteY35" fmla="*/ 34209 h 160910"/>
                <a:gd name="connsiteX36" fmla="*/ 996442 w 1399071"/>
                <a:gd name="connsiteY36" fmla="*/ 2534 h 160910"/>
                <a:gd name="connsiteX37" fmla="*/ 915410 w 1399071"/>
                <a:gd name="connsiteY37" fmla="*/ 82356 h 160910"/>
                <a:gd name="connsiteX38" fmla="*/ 915410 w 1399071"/>
                <a:gd name="connsiteY38" fmla="*/ 82356 h 160910"/>
                <a:gd name="connsiteX39" fmla="*/ 993910 w 1399071"/>
                <a:gd name="connsiteY39" fmla="*/ 160910 h 160910"/>
                <a:gd name="connsiteX40" fmla="*/ 622935 w 1399071"/>
                <a:gd name="connsiteY40" fmla="*/ 158376 h 160910"/>
                <a:gd name="connsiteX41" fmla="*/ 664717 w 1399071"/>
                <a:gd name="connsiteY41" fmla="*/ 158376 h 160910"/>
                <a:gd name="connsiteX42" fmla="*/ 664717 w 1399071"/>
                <a:gd name="connsiteY42" fmla="*/ 93759 h 160910"/>
                <a:gd name="connsiteX43" fmla="*/ 681177 w 1399071"/>
                <a:gd name="connsiteY43" fmla="*/ 73487 h 160910"/>
                <a:gd name="connsiteX44" fmla="*/ 697636 w 1399071"/>
                <a:gd name="connsiteY44" fmla="*/ 93759 h 160910"/>
                <a:gd name="connsiteX45" fmla="*/ 697636 w 1399071"/>
                <a:gd name="connsiteY45" fmla="*/ 158376 h 160910"/>
                <a:gd name="connsiteX46" fmla="*/ 739419 w 1399071"/>
                <a:gd name="connsiteY46" fmla="*/ 158376 h 160910"/>
                <a:gd name="connsiteX47" fmla="*/ 739419 w 1399071"/>
                <a:gd name="connsiteY47" fmla="*/ 93759 h 160910"/>
                <a:gd name="connsiteX48" fmla="*/ 755878 w 1399071"/>
                <a:gd name="connsiteY48" fmla="*/ 73487 h 160910"/>
                <a:gd name="connsiteX49" fmla="*/ 772338 w 1399071"/>
                <a:gd name="connsiteY49" fmla="*/ 93759 h 160910"/>
                <a:gd name="connsiteX50" fmla="*/ 772338 w 1399071"/>
                <a:gd name="connsiteY50" fmla="*/ 158376 h 160910"/>
                <a:gd name="connsiteX51" fmla="*/ 814120 w 1399071"/>
                <a:gd name="connsiteY51" fmla="*/ 158376 h 160910"/>
                <a:gd name="connsiteX52" fmla="*/ 814120 w 1399071"/>
                <a:gd name="connsiteY52" fmla="*/ 81089 h 160910"/>
                <a:gd name="connsiteX53" fmla="*/ 773604 w 1399071"/>
                <a:gd name="connsiteY53" fmla="*/ 38010 h 160910"/>
                <a:gd name="connsiteX54" fmla="*/ 734354 w 1399071"/>
                <a:gd name="connsiteY54" fmla="*/ 57015 h 160910"/>
                <a:gd name="connsiteX55" fmla="*/ 700169 w 1399071"/>
                <a:gd name="connsiteY55" fmla="*/ 38010 h 160910"/>
                <a:gd name="connsiteX56" fmla="*/ 664717 w 1399071"/>
                <a:gd name="connsiteY56" fmla="*/ 57015 h 160910"/>
                <a:gd name="connsiteX57" fmla="*/ 664717 w 1399071"/>
                <a:gd name="connsiteY57" fmla="*/ 40544 h 160910"/>
                <a:gd name="connsiteX58" fmla="*/ 622935 w 1399071"/>
                <a:gd name="connsiteY58" fmla="*/ 40544 h 160910"/>
                <a:gd name="connsiteX59" fmla="*/ 622935 w 1399071"/>
                <a:gd name="connsiteY59" fmla="*/ 158376 h 160910"/>
                <a:gd name="connsiteX60" fmla="*/ 398830 w 1399071"/>
                <a:gd name="connsiteY60" fmla="*/ 158376 h 160910"/>
                <a:gd name="connsiteX61" fmla="*/ 440612 w 1399071"/>
                <a:gd name="connsiteY61" fmla="*/ 158376 h 160910"/>
                <a:gd name="connsiteX62" fmla="*/ 440612 w 1399071"/>
                <a:gd name="connsiteY62" fmla="*/ 93759 h 160910"/>
                <a:gd name="connsiteX63" fmla="*/ 457072 w 1399071"/>
                <a:gd name="connsiteY63" fmla="*/ 73487 h 160910"/>
                <a:gd name="connsiteX64" fmla="*/ 473532 w 1399071"/>
                <a:gd name="connsiteY64" fmla="*/ 93759 h 160910"/>
                <a:gd name="connsiteX65" fmla="*/ 473532 w 1399071"/>
                <a:gd name="connsiteY65" fmla="*/ 158376 h 160910"/>
                <a:gd name="connsiteX66" fmla="*/ 515314 w 1399071"/>
                <a:gd name="connsiteY66" fmla="*/ 158376 h 160910"/>
                <a:gd name="connsiteX67" fmla="*/ 515314 w 1399071"/>
                <a:gd name="connsiteY67" fmla="*/ 93759 h 160910"/>
                <a:gd name="connsiteX68" fmla="*/ 531774 w 1399071"/>
                <a:gd name="connsiteY68" fmla="*/ 73487 h 160910"/>
                <a:gd name="connsiteX69" fmla="*/ 548233 w 1399071"/>
                <a:gd name="connsiteY69" fmla="*/ 93759 h 160910"/>
                <a:gd name="connsiteX70" fmla="*/ 548233 w 1399071"/>
                <a:gd name="connsiteY70" fmla="*/ 158376 h 160910"/>
                <a:gd name="connsiteX71" fmla="*/ 590015 w 1399071"/>
                <a:gd name="connsiteY71" fmla="*/ 158376 h 160910"/>
                <a:gd name="connsiteX72" fmla="*/ 590015 w 1399071"/>
                <a:gd name="connsiteY72" fmla="*/ 81089 h 160910"/>
                <a:gd name="connsiteX73" fmla="*/ 549499 w 1399071"/>
                <a:gd name="connsiteY73" fmla="*/ 38010 h 160910"/>
                <a:gd name="connsiteX74" fmla="*/ 510249 w 1399071"/>
                <a:gd name="connsiteY74" fmla="*/ 57015 h 160910"/>
                <a:gd name="connsiteX75" fmla="*/ 476064 w 1399071"/>
                <a:gd name="connsiteY75" fmla="*/ 38010 h 160910"/>
                <a:gd name="connsiteX76" fmla="*/ 440612 w 1399071"/>
                <a:gd name="connsiteY76" fmla="*/ 57015 h 160910"/>
                <a:gd name="connsiteX77" fmla="*/ 440612 w 1399071"/>
                <a:gd name="connsiteY77" fmla="*/ 40544 h 160910"/>
                <a:gd name="connsiteX78" fmla="*/ 398830 w 1399071"/>
                <a:gd name="connsiteY78" fmla="*/ 40544 h 160910"/>
                <a:gd name="connsiteX79" fmla="*/ 398830 w 1399071"/>
                <a:gd name="connsiteY79" fmla="*/ 158376 h 160910"/>
                <a:gd name="connsiteX80" fmla="*/ 225371 w 1399071"/>
                <a:gd name="connsiteY80" fmla="*/ 122900 h 160910"/>
                <a:gd name="connsiteX81" fmla="*/ 197516 w 1399071"/>
                <a:gd name="connsiteY81" fmla="*/ 81089 h 160910"/>
                <a:gd name="connsiteX82" fmla="*/ 197516 w 1399071"/>
                <a:gd name="connsiteY82" fmla="*/ 81089 h 160910"/>
                <a:gd name="connsiteX83" fmla="*/ 225371 w 1399071"/>
                <a:gd name="connsiteY83" fmla="*/ 39277 h 160910"/>
                <a:gd name="connsiteX84" fmla="*/ 253226 w 1399071"/>
                <a:gd name="connsiteY84" fmla="*/ 81089 h 160910"/>
                <a:gd name="connsiteX85" fmla="*/ 253226 w 1399071"/>
                <a:gd name="connsiteY85" fmla="*/ 81089 h 160910"/>
                <a:gd name="connsiteX86" fmla="*/ 225371 w 1399071"/>
                <a:gd name="connsiteY86" fmla="*/ 122900 h 160910"/>
                <a:gd name="connsiteX87" fmla="*/ 225371 w 1399071"/>
                <a:gd name="connsiteY87" fmla="*/ 160910 h 160910"/>
                <a:gd name="connsiteX88" fmla="*/ 296274 w 1399071"/>
                <a:gd name="connsiteY88" fmla="*/ 81089 h 160910"/>
                <a:gd name="connsiteX89" fmla="*/ 296274 w 1399071"/>
                <a:gd name="connsiteY89" fmla="*/ 81089 h 160910"/>
                <a:gd name="connsiteX90" fmla="*/ 225371 w 1399071"/>
                <a:gd name="connsiteY90" fmla="*/ 1267 h 160910"/>
                <a:gd name="connsiteX91" fmla="*/ 154467 w 1399071"/>
                <a:gd name="connsiteY91" fmla="*/ 81089 h 160910"/>
                <a:gd name="connsiteX92" fmla="*/ 154467 w 1399071"/>
                <a:gd name="connsiteY92" fmla="*/ 81089 h 160910"/>
                <a:gd name="connsiteX93" fmla="*/ 225371 w 1399071"/>
                <a:gd name="connsiteY93" fmla="*/ 160910 h 160910"/>
                <a:gd name="connsiteX94" fmla="*/ 62040 w 1399071"/>
                <a:gd name="connsiteY94" fmla="*/ 127968 h 160910"/>
                <a:gd name="connsiteX95" fmla="*/ 40516 w 1399071"/>
                <a:gd name="connsiteY95" fmla="*/ 107696 h 160910"/>
                <a:gd name="connsiteX96" fmla="*/ 40516 w 1399071"/>
                <a:gd name="connsiteY96" fmla="*/ 107696 h 160910"/>
                <a:gd name="connsiteX97" fmla="*/ 62040 w 1399071"/>
                <a:gd name="connsiteY97" fmla="*/ 88691 h 160910"/>
                <a:gd name="connsiteX98" fmla="*/ 83564 w 1399071"/>
                <a:gd name="connsiteY98" fmla="*/ 108963 h 160910"/>
                <a:gd name="connsiteX99" fmla="*/ 83564 w 1399071"/>
                <a:gd name="connsiteY99" fmla="*/ 108963 h 160910"/>
                <a:gd name="connsiteX100" fmla="*/ 62040 w 1399071"/>
                <a:gd name="connsiteY100" fmla="*/ 127968 h 160910"/>
                <a:gd name="connsiteX101" fmla="*/ 64572 w 1399071"/>
                <a:gd name="connsiteY101" fmla="*/ 160910 h 160910"/>
                <a:gd name="connsiteX102" fmla="*/ 125347 w 1399071"/>
                <a:gd name="connsiteY102" fmla="*/ 105162 h 160910"/>
                <a:gd name="connsiteX103" fmla="*/ 125347 w 1399071"/>
                <a:gd name="connsiteY103" fmla="*/ 105162 h 160910"/>
                <a:gd name="connsiteX104" fmla="*/ 74701 w 1399071"/>
                <a:gd name="connsiteY104" fmla="*/ 57015 h 160910"/>
                <a:gd name="connsiteX105" fmla="*/ 41782 w 1399071"/>
                <a:gd name="connsiteY105" fmla="*/ 68419 h 160910"/>
                <a:gd name="connsiteX106" fmla="*/ 70903 w 1399071"/>
                <a:gd name="connsiteY106" fmla="*/ 35476 h 160910"/>
                <a:gd name="connsiteX107" fmla="*/ 101290 w 1399071"/>
                <a:gd name="connsiteY107" fmla="*/ 46879 h 160910"/>
                <a:gd name="connsiteX108" fmla="*/ 121548 w 1399071"/>
                <a:gd name="connsiteY108" fmla="*/ 16471 h 160910"/>
                <a:gd name="connsiteX109" fmla="*/ 70903 w 1399071"/>
                <a:gd name="connsiteY109" fmla="*/ 0 h 160910"/>
                <a:gd name="connsiteX110" fmla="*/ 0 w 1399071"/>
                <a:gd name="connsiteY110" fmla="*/ 83623 h 160910"/>
                <a:gd name="connsiteX111" fmla="*/ 0 w 1399071"/>
                <a:gd name="connsiteY111" fmla="*/ 83623 h 160910"/>
                <a:gd name="connsiteX112" fmla="*/ 18992 w 1399071"/>
                <a:gd name="connsiteY112" fmla="*/ 140638 h 160910"/>
                <a:gd name="connsiteX113" fmla="*/ 64572 w 1399071"/>
                <a:gd name="connsiteY113" fmla="*/ 160910 h 16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399071" h="160910">
                  <a:moveTo>
                    <a:pt x="1310442" y="81089"/>
                  </a:moveTo>
                  <a:lnTo>
                    <a:pt x="1310442" y="40544"/>
                  </a:lnTo>
                  <a:lnTo>
                    <a:pt x="1330700" y="40544"/>
                  </a:lnTo>
                  <a:cubicBezTo>
                    <a:pt x="1345894" y="40544"/>
                    <a:pt x="1354757" y="48146"/>
                    <a:pt x="1354757" y="60816"/>
                  </a:cubicBezTo>
                  <a:lnTo>
                    <a:pt x="1354757" y="60816"/>
                  </a:lnTo>
                  <a:cubicBezTo>
                    <a:pt x="1354757" y="73487"/>
                    <a:pt x="1345894" y="81089"/>
                    <a:pt x="1330700" y="81089"/>
                  </a:cubicBezTo>
                  <a:lnTo>
                    <a:pt x="1310442" y="81089"/>
                  </a:lnTo>
                  <a:close/>
                  <a:moveTo>
                    <a:pt x="1268660" y="158376"/>
                  </a:moveTo>
                  <a:lnTo>
                    <a:pt x="1311708" y="158376"/>
                  </a:lnTo>
                  <a:lnTo>
                    <a:pt x="1311708" y="114031"/>
                  </a:lnTo>
                  <a:lnTo>
                    <a:pt x="1333233" y="114031"/>
                  </a:lnTo>
                  <a:cubicBezTo>
                    <a:pt x="1371216" y="114031"/>
                    <a:pt x="1399071" y="95026"/>
                    <a:pt x="1399071" y="58282"/>
                  </a:cubicBezTo>
                  <a:lnTo>
                    <a:pt x="1399071" y="58282"/>
                  </a:lnTo>
                  <a:cubicBezTo>
                    <a:pt x="1399071" y="24073"/>
                    <a:pt x="1373749" y="3801"/>
                    <a:pt x="1335765" y="3801"/>
                  </a:cubicBezTo>
                  <a:lnTo>
                    <a:pt x="1269926" y="3801"/>
                  </a:lnTo>
                  <a:lnTo>
                    <a:pt x="1269926" y="158376"/>
                  </a:lnTo>
                  <a:close/>
                  <a:moveTo>
                    <a:pt x="1159773" y="160910"/>
                  </a:moveTo>
                  <a:cubicBezTo>
                    <a:pt x="1202822" y="160910"/>
                    <a:pt x="1231942" y="139371"/>
                    <a:pt x="1231942" y="89958"/>
                  </a:cubicBezTo>
                  <a:lnTo>
                    <a:pt x="1231942" y="5068"/>
                  </a:lnTo>
                  <a:lnTo>
                    <a:pt x="1188894" y="5068"/>
                  </a:lnTo>
                  <a:lnTo>
                    <a:pt x="1188894" y="91225"/>
                  </a:lnTo>
                  <a:cubicBezTo>
                    <a:pt x="1188894" y="112764"/>
                    <a:pt x="1177499" y="122900"/>
                    <a:pt x="1161039" y="122900"/>
                  </a:cubicBezTo>
                  <a:cubicBezTo>
                    <a:pt x="1143313" y="122900"/>
                    <a:pt x="1133185" y="112764"/>
                    <a:pt x="1133185" y="89958"/>
                  </a:cubicBezTo>
                  <a:lnTo>
                    <a:pt x="1133185" y="5068"/>
                  </a:lnTo>
                  <a:lnTo>
                    <a:pt x="1090136" y="5068"/>
                  </a:lnTo>
                  <a:lnTo>
                    <a:pt x="1090136" y="91225"/>
                  </a:lnTo>
                  <a:cubicBezTo>
                    <a:pt x="1088870" y="139371"/>
                    <a:pt x="1116725" y="160910"/>
                    <a:pt x="1159773" y="160910"/>
                  </a:cubicBezTo>
                  <a:moveTo>
                    <a:pt x="993910" y="160910"/>
                  </a:moveTo>
                  <a:cubicBezTo>
                    <a:pt x="1028096" y="160910"/>
                    <a:pt x="1047088" y="145706"/>
                    <a:pt x="1062281" y="126701"/>
                  </a:cubicBezTo>
                  <a:lnTo>
                    <a:pt x="1030628" y="103895"/>
                  </a:lnTo>
                  <a:cubicBezTo>
                    <a:pt x="1021765" y="115298"/>
                    <a:pt x="1011636" y="122900"/>
                    <a:pt x="996442" y="122900"/>
                  </a:cubicBezTo>
                  <a:cubicBezTo>
                    <a:pt x="974918" y="122900"/>
                    <a:pt x="959725" y="105162"/>
                    <a:pt x="959725" y="82356"/>
                  </a:cubicBezTo>
                  <a:lnTo>
                    <a:pt x="959725" y="82356"/>
                  </a:lnTo>
                  <a:cubicBezTo>
                    <a:pt x="959725" y="59549"/>
                    <a:pt x="974918" y="41811"/>
                    <a:pt x="996442" y="41811"/>
                  </a:cubicBezTo>
                  <a:cubicBezTo>
                    <a:pt x="1011636" y="41811"/>
                    <a:pt x="1021765" y="49413"/>
                    <a:pt x="1029362" y="59549"/>
                  </a:cubicBezTo>
                  <a:lnTo>
                    <a:pt x="1061015" y="34209"/>
                  </a:lnTo>
                  <a:cubicBezTo>
                    <a:pt x="1047088" y="15204"/>
                    <a:pt x="1026829" y="2534"/>
                    <a:pt x="996442" y="2534"/>
                  </a:cubicBezTo>
                  <a:cubicBezTo>
                    <a:pt x="949596" y="2534"/>
                    <a:pt x="915410" y="38010"/>
                    <a:pt x="915410" y="82356"/>
                  </a:cubicBezTo>
                  <a:lnTo>
                    <a:pt x="915410" y="82356"/>
                  </a:lnTo>
                  <a:cubicBezTo>
                    <a:pt x="915410" y="127968"/>
                    <a:pt x="950862" y="160910"/>
                    <a:pt x="993910" y="160910"/>
                  </a:cubicBezTo>
                  <a:moveTo>
                    <a:pt x="622935" y="158376"/>
                  </a:moveTo>
                  <a:lnTo>
                    <a:pt x="664717" y="158376"/>
                  </a:lnTo>
                  <a:lnTo>
                    <a:pt x="664717" y="93759"/>
                  </a:lnTo>
                  <a:cubicBezTo>
                    <a:pt x="664717" y="81089"/>
                    <a:pt x="672314" y="73487"/>
                    <a:pt x="681177" y="73487"/>
                  </a:cubicBezTo>
                  <a:cubicBezTo>
                    <a:pt x="691306" y="73487"/>
                    <a:pt x="697636" y="79822"/>
                    <a:pt x="697636" y="93759"/>
                  </a:cubicBezTo>
                  <a:lnTo>
                    <a:pt x="697636" y="158376"/>
                  </a:lnTo>
                  <a:lnTo>
                    <a:pt x="739419" y="158376"/>
                  </a:lnTo>
                  <a:lnTo>
                    <a:pt x="739419" y="93759"/>
                  </a:lnTo>
                  <a:cubicBezTo>
                    <a:pt x="739419" y="81089"/>
                    <a:pt x="747015" y="73487"/>
                    <a:pt x="755878" y="73487"/>
                  </a:cubicBezTo>
                  <a:cubicBezTo>
                    <a:pt x="766007" y="73487"/>
                    <a:pt x="772338" y="79822"/>
                    <a:pt x="772338" y="93759"/>
                  </a:cubicBezTo>
                  <a:lnTo>
                    <a:pt x="772338" y="158376"/>
                  </a:lnTo>
                  <a:lnTo>
                    <a:pt x="814120" y="158376"/>
                  </a:lnTo>
                  <a:lnTo>
                    <a:pt x="814120" y="81089"/>
                  </a:lnTo>
                  <a:cubicBezTo>
                    <a:pt x="814120" y="53214"/>
                    <a:pt x="798926" y="38010"/>
                    <a:pt x="773604" y="38010"/>
                  </a:cubicBezTo>
                  <a:cubicBezTo>
                    <a:pt x="755878" y="38010"/>
                    <a:pt x="744483" y="45612"/>
                    <a:pt x="734354" y="57015"/>
                  </a:cubicBezTo>
                  <a:cubicBezTo>
                    <a:pt x="728024" y="44345"/>
                    <a:pt x="715362" y="38010"/>
                    <a:pt x="700169" y="38010"/>
                  </a:cubicBezTo>
                  <a:cubicBezTo>
                    <a:pt x="683709" y="38010"/>
                    <a:pt x="672314" y="46879"/>
                    <a:pt x="664717" y="57015"/>
                  </a:cubicBezTo>
                  <a:lnTo>
                    <a:pt x="664717" y="40544"/>
                  </a:lnTo>
                  <a:lnTo>
                    <a:pt x="622935" y="40544"/>
                  </a:lnTo>
                  <a:lnTo>
                    <a:pt x="622935" y="158376"/>
                  </a:lnTo>
                  <a:close/>
                  <a:moveTo>
                    <a:pt x="398830" y="158376"/>
                  </a:moveTo>
                  <a:lnTo>
                    <a:pt x="440612" y="158376"/>
                  </a:lnTo>
                  <a:lnTo>
                    <a:pt x="440612" y="93759"/>
                  </a:lnTo>
                  <a:cubicBezTo>
                    <a:pt x="440612" y="81089"/>
                    <a:pt x="448209" y="73487"/>
                    <a:pt x="457072" y="73487"/>
                  </a:cubicBezTo>
                  <a:cubicBezTo>
                    <a:pt x="467201" y="73487"/>
                    <a:pt x="473532" y="79822"/>
                    <a:pt x="473532" y="93759"/>
                  </a:cubicBezTo>
                  <a:lnTo>
                    <a:pt x="473532" y="158376"/>
                  </a:lnTo>
                  <a:lnTo>
                    <a:pt x="515314" y="158376"/>
                  </a:lnTo>
                  <a:lnTo>
                    <a:pt x="515314" y="93759"/>
                  </a:lnTo>
                  <a:cubicBezTo>
                    <a:pt x="515314" y="81089"/>
                    <a:pt x="522911" y="73487"/>
                    <a:pt x="531774" y="73487"/>
                  </a:cubicBezTo>
                  <a:cubicBezTo>
                    <a:pt x="541903" y="73487"/>
                    <a:pt x="548233" y="79822"/>
                    <a:pt x="548233" y="93759"/>
                  </a:cubicBezTo>
                  <a:lnTo>
                    <a:pt x="548233" y="158376"/>
                  </a:lnTo>
                  <a:lnTo>
                    <a:pt x="590015" y="158376"/>
                  </a:lnTo>
                  <a:lnTo>
                    <a:pt x="590015" y="81089"/>
                  </a:lnTo>
                  <a:cubicBezTo>
                    <a:pt x="590015" y="53214"/>
                    <a:pt x="574822" y="38010"/>
                    <a:pt x="549499" y="38010"/>
                  </a:cubicBezTo>
                  <a:cubicBezTo>
                    <a:pt x="531774" y="38010"/>
                    <a:pt x="520378" y="45612"/>
                    <a:pt x="510249" y="57015"/>
                  </a:cubicBezTo>
                  <a:cubicBezTo>
                    <a:pt x="503919" y="44345"/>
                    <a:pt x="491257" y="38010"/>
                    <a:pt x="476064" y="38010"/>
                  </a:cubicBezTo>
                  <a:cubicBezTo>
                    <a:pt x="459604" y="38010"/>
                    <a:pt x="448209" y="46879"/>
                    <a:pt x="440612" y="57015"/>
                  </a:cubicBezTo>
                  <a:lnTo>
                    <a:pt x="440612" y="40544"/>
                  </a:lnTo>
                  <a:lnTo>
                    <a:pt x="398830" y="40544"/>
                  </a:lnTo>
                  <a:lnTo>
                    <a:pt x="398830" y="158376"/>
                  </a:lnTo>
                  <a:close/>
                  <a:moveTo>
                    <a:pt x="225371" y="122900"/>
                  </a:moveTo>
                  <a:cubicBezTo>
                    <a:pt x="207645" y="122900"/>
                    <a:pt x="197516" y="105162"/>
                    <a:pt x="197516" y="81089"/>
                  </a:cubicBezTo>
                  <a:lnTo>
                    <a:pt x="197516" y="81089"/>
                  </a:lnTo>
                  <a:cubicBezTo>
                    <a:pt x="197516" y="57015"/>
                    <a:pt x="208911" y="39277"/>
                    <a:pt x="225371" y="39277"/>
                  </a:cubicBezTo>
                  <a:cubicBezTo>
                    <a:pt x="241830" y="39277"/>
                    <a:pt x="253226" y="57015"/>
                    <a:pt x="253226" y="81089"/>
                  </a:cubicBezTo>
                  <a:lnTo>
                    <a:pt x="253226" y="81089"/>
                  </a:lnTo>
                  <a:cubicBezTo>
                    <a:pt x="253226" y="106429"/>
                    <a:pt x="243096" y="122900"/>
                    <a:pt x="225371" y="122900"/>
                  </a:cubicBezTo>
                  <a:moveTo>
                    <a:pt x="225371" y="160910"/>
                  </a:moveTo>
                  <a:cubicBezTo>
                    <a:pt x="269685" y="160910"/>
                    <a:pt x="296274" y="124167"/>
                    <a:pt x="296274" y="81089"/>
                  </a:cubicBezTo>
                  <a:lnTo>
                    <a:pt x="296274" y="81089"/>
                  </a:lnTo>
                  <a:cubicBezTo>
                    <a:pt x="296274" y="38010"/>
                    <a:pt x="269685" y="1267"/>
                    <a:pt x="225371" y="1267"/>
                  </a:cubicBezTo>
                  <a:cubicBezTo>
                    <a:pt x="181056" y="1267"/>
                    <a:pt x="154467" y="38010"/>
                    <a:pt x="154467" y="81089"/>
                  </a:cubicBezTo>
                  <a:lnTo>
                    <a:pt x="154467" y="81089"/>
                  </a:lnTo>
                  <a:cubicBezTo>
                    <a:pt x="154467" y="125434"/>
                    <a:pt x="181056" y="160910"/>
                    <a:pt x="225371" y="160910"/>
                  </a:cubicBezTo>
                  <a:moveTo>
                    <a:pt x="62040" y="127968"/>
                  </a:moveTo>
                  <a:cubicBezTo>
                    <a:pt x="48113" y="127968"/>
                    <a:pt x="40516" y="119099"/>
                    <a:pt x="40516" y="107696"/>
                  </a:cubicBezTo>
                  <a:lnTo>
                    <a:pt x="40516" y="107696"/>
                  </a:lnTo>
                  <a:cubicBezTo>
                    <a:pt x="40516" y="96293"/>
                    <a:pt x="48113" y="88691"/>
                    <a:pt x="62040" y="88691"/>
                  </a:cubicBezTo>
                  <a:cubicBezTo>
                    <a:pt x="75968" y="88691"/>
                    <a:pt x="83564" y="97560"/>
                    <a:pt x="83564" y="108963"/>
                  </a:cubicBezTo>
                  <a:lnTo>
                    <a:pt x="83564" y="108963"/>
                  </a:lnTo>
                  <a:cubicBezTo>
                    <a:pt x="83564" y="119099"/>
                    <a:pt x="75968" y="127968"/>
                    <a:pt x="62040" y="127968"/>
                  </a:cubicBezTo>
                  <a:moveTo>
                    <a:pt x="64572" y="160910"/>
                  </a:moveTo>
                  <a:cubicBezTo>
                    <a:pt x="97492" y="160910"/>
                    <a:pt x="125347" y="140638"/>
                    <a:pt x="125347" y="105162"/>
                  </a:cubicBezTo>
                  <a:lnTo>
                    <a:pt x="125347" y="105162"/>
                  </a:lnTo>
                  <a:cubicBezTo>
                    <a:pt x="125347" y="74754"/>
                    <a:pt x="101290" y="57015"/>
                    <a:pt x="74701" y="57015"/>
                  </a:cubicBezTo>
                  <a:cubicBezTo>
                    <a:pt x="59508" y="57015"/>
                    <a:pt x="49379" y="63350"/>
                    <a:pt x="41782" y="68419"/>
                  </a:cubicBezTo>
                  <a:cubicBezTo>
                    <a:pt x="44314" y="49413"/>
                    <a:pt x="53177" y="35476"/>
                    <a:pt x="70903" y="35476"/>
                  </a:cubicBezTo>
                  <a:cubicBezTo>
                    <a:pt x="83564" y="35476"/>
                    <a:pt x="92427" y="40544"/>
                    <a:pt x="101290" y="46879"/>
                  </a:cubicBezTo>
                  <a:lnTo>
                    <a:pt x="121548" y="16471"/>
                  </a:lnTo>
                  <a:cubicBezTo>
                    <a:pt x="106355" y="5068"/>
                    <a:pt x="92427" y="0"/>
                    <a:pt x="70903" y="0"/>
                  </a:cubicBezTo>
                  <a:cubicBezTo>
                    <a:pt x="22790" y="0"/>
                    <a:pt x="0" y="36743"/>
                    <a:pt x="0" y="83623"/>
                  </a:cubicBezTo>
                  <a:lnTo>
                    <a:pt x="0" y="83623"/>
                  </a:lnTo>
                  <a:cubicBezTo>
                    <a:pt x="0" y="112764"/>
                    <a:pt x="7596" y="129235"/>
                    <a:pt x="18992" y="140638"/>
                  </a:cubicBezTo>
                  <a:cubicBezTo>
                    <a:pt x="27855" y="154575"/>
                    <a:pt x="43048" y="160910"/>
                    <a:pt x="64572" y="160910"/>
                  </a:cubicBezTo>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grpSp>
        <p:nvGrpSpPr>
          <p:cNvPr id="58" name="Group 57">
            <a:extLst>
              <a:ext uri="{FF2B5EF4-FFF2-40B4-BE49-F238E27FC236}">
                <a16:creationId xmlns:a16="http://schemas.microsoft.com/office/drawing/2014/main" id="{ECB5A399-9072-CB18-B5AB-F480E6D56B37}"/>
              </a:ext>
            </a:extLst>
          </p:cNvPr>
          <p:cNvGrpSpPr/>
          <p:nvPr/>
        </p:nvGrpSpPr>
        <p:grpSpPr>
          <a:xfrm>
            <a:off x="9737399" y="2728524"/>
            <a:ext cx="1064813" cy="282543"/>
            <a:chOff x="-3769617" y="1280007"/>
            <a:chExt cx="1064813" cy="282543"/>
          </a:xfrm>
        </p:grpSpPr>
        <p:sp>
          <p:nvSpPr>
            <p:cNvPr id="59" name="Freeform 58">
              <a:extLst>
                <a:ext uri="{FF2B5EF4-FFF2-40B4-BE49-F238E27FC236}">
                  <a16:creationId xmlns:a16="http://schemas.microsoft.com/office/drawing/2014/main" id="{B2100B17-7B9D-F58A-069B-957322654F21}"/>
                </a:ext>
              </a:extLst>
            </p:cNvPr>
            <p:cNvSpPr/>
            <p:nvPr/>
          </p:nvSpPr>
          <p:spPr>
            <a:xfrm>
              <a:off x="-3769617" y="1465526"/>
              <a:ext cx="1064813" cy="97024"/>
            </a:xfrm>
            <a:custGeom>
              <a:avLst/>
              <a:gdLst>
                <a:gd name="connsiteX0" fmla="*/ 687508 w 1064813"/>
                <a:gd name="connsiteY0" fmla="*/ 732 h 97024"/>
                <a:gd name="connsiteX1" fmla="*/ 778669 w 1064813"/>
                <a:gd name="connsiteY1" fmla="*/ 732 h 97024"/>
                <a:gd name="connsiteX2" fmla="*/ 778669 w 1064813"/>
                <a:gd name="connsiteY2" fmla="*/ 3265 h 97024"/>
                <a:gd name="connsiteX3" fmla="*/ 782467 w 1064813"/>
                <a:gd name="connsiteY3" fmla="*/ 732 h 97024"/>
                <a:gd name="connsiteX4" fmla="*/ 786266 w 1064813"/>
                <a:gd name="connsiteY4" fmla="*/ 3265 h 97024"/>
                <a:gd name="connsiteX5" fmla="*/ 784999 w 1064813"/>
                <a:gd name="connsiteY5" fmla="*/ 1999 h 97024"/>
                <a:gd name="connsiteX6" fmla="*/ 791330 w 1064813"/>
                <a:gd name="connsiteY6" fmla="*/ 4532 h 97024"/>
                <a:gd name="connsiteX7" fmla="*/ 792596 w 1064813"/>
                <a:gd name="connsiteY7" fmla="*/ 1999 h 97024"/>
                <a:gd name="connsiteX8" fmla="*/ 836911 w 1064813"/>
                <a:gd name="connsiteY8" fmla="*/ 7067 h 97024"/>
                <a:gd name="connsiteX9" fmla="*/ 921741 w 1064813"/>
                <a:gd name="connsiteY9" fmla="*/ 12135 h 97024"/>
                <a:gd name="connsiteX10" fmla="*/ 938201 w 1064813"/>
                <a:gd name="connsiteY10" fmla="*/ 13402 h 97024"/>
                <a:gd name="connsiteX11" fmla="*/ 955927 w 1064813"/>
                <a:gd name="connsiteY11" fmla="*/ 14669 h 97024"/>
                <a:gd name="connsiteX12" fmla="*/ 972386 w 1064813"/>
                <a:gd name="connsiteY12" fmla="*/ 17203 h 97024"/>
                <a:gd name="connsiteX13" fmla="*/ 982515 w 1064813"/>
                <a:gd name="connsiteY13" fmla="*/ 18470 h 97024"/>
                <a:gd name="connsiteX14" fmla="*/ 1017967 w 1064813"/>
                <a:gd name="connsiteY14" fmla="*/ 21004 h 97024"/>
                <a:gd name="connsiteX15" fmla="*/ 1019233 w 1064813"/>
                <a:gd name="connsiteY15" fmla="*/ 23538 h 97024"/>
                <a:gd name="connsiteX16" fmla="*/ 1028096 w 1064813"/>
                <a:gd name="connsiteY16" fmla="*/ 22271 h 97024"/>
                <a:gd name="connsiteX17" fmla="*/ 1035693 w 1064813"/>
                <a:gd name="connsiteY17" fmla="*/ 24805 h 97024"/>
                <a:gd name="connsiteX18" fmla="*/ 1052152 w 1064813"/>
                <a:gd name="connsiteY18" fmla="*/ 27339 h 97024"/>
                <a:gd name="connsiteX19" fmla="*/ 1064814 w 1064813"/>
                <a:gd name="connsiteY19" fmla="*/ 31140 h 97024"/>
                <a:gd name="connsiteX20" fmla="*/ 1039491 w 1064813"/>
                <a:gd name="connsiteY20" fmla="*/ 29873 h 97024"/>
                <a:gd name="connsiteX21" fmla="*/ 1031894 w 1064813"/>
                <a:gd name="connsiteY21" fmla="*/ 28606 h 97024"/>
                <a:gd name="connsiteX22" fmla="*/ 1014169 w 1064813"/>
                <a:gd name="connsiteY22" fmla="*/ 32407 h 97024"/>
                <a:gd name="connsiteX23" fmla="*/ 1012902 w 1064813"/>
                <a:gd name="connsiteY23" fmla="*/ 29873 h 97024"/>
                <a:gd name="connsiteX24" fmla="*/ 983782 w 1064813"/>
                <a:gd name="connsiteY24" fmla="*/ 28606 h 97024"/>
                <a:gd name="connsiteX25" fmla="*/ 1006572 w 1064813"/>
                <a:gd name="connsiteY25" fmla="*/ 34941 h 97024"/>
                <a:gd name="connsiteX26" fmla="*/ 1009104 w 1064813"/>
                <a:gd name="connsiteY26" fmla="*/ 37475 h 97024"/>
                <a:gd name="connsiteX27" fmla="*/ 1011637 w 1064813"/>
                <a:gd name="connsiteY27" fmla="*/ 34941 h 97024"/>
                <a:gd name="connsiteX28" fmla="*/ 1058483 w 1064813"/>
                <a:gd name="connsiteY28" fmla="*/ 42543 h 97024"/>
                <a:gd name="connsiteX29" fmla="*/ 1024298 w 1064813"/>
                <a:gd name="connsiteY29" fmla="*/ 40009 h 97024"/>
                <a:gd name="connsiteX30" fmla="*/ 968588 w 1064813"/>
                <a:gd name="connsiteY30" fmla="*/ 37475 h 97024"/>
                <a:gd name="connsiteX31" fmla="*/ 967322 w 1064813"/>
                <a:gd name="connsiteY31" fmla="*/ 36208 h 97024"/>
                <a:gd name="connsiteX32" fmla="*/ 954661 w 1064813"/>
                <a:gd name="connsiteY32" fmla="*/ 36208 h 97024"/>
                <a:gd name="connsiteX33" fmla="*/ 696370 w 1064813"/>
                <a:gd name="connsiteY33" fmla="*/ 29873 h 97024"/>
                <a:gd name="connsiteX34" fmla="*/ 438080 w 1064813"/>
                <a:gd name="connsiteY34" fmla="*/ 38742 h 97024"/>
                <a:gd name="connsiteX35" fmla="*/ 50645 w 1064813"/>
                <a:gd name="connsiteY35" fmla="*/ 91956 h 97024"/>
                <a:gd name="connsiteX36" fmla="*/ 17726 w 1064813"/>
                <a:gd name="connsiteY36" fmla="*/ 97024 h 97024"/>
                <a:gd name="connsiteX37" fmla="*/ 13927 w 1064813"/>
                <a:gd name="connsiteY37" fmla="*/ 90689 h 97024"/>
                <a:gd name="connsiteX38" fmla="*/ 2532 w 1064813"/>
                <a:gd name="connsiteY38" fmla="*/ 90689 h 97024"/>
                <a:gd name="connsiteX39" fmla="*/ 0 w 1064813"/>
                <a:gd name="connsiteY39" fmla="*/ 84354 h 97024"/>
                <a:gd name="connsiteX40" fmla="*/ 13927 w 1064813"/>
                <a:gd name="connsiteY40" fmla="*/ 76752 h 97024"/>
                <a:gd name="connsiteX41" fmla="*/ 13927 w 1064813"/>
                <a:gd name="connsiteY41" fmla="*/ 72951 h 97024"/>
                <a:gd name="connsiteX42" fmla="*/ 113952 w 1064813"/>
                <a:gd name="connsiteY42" fmla="*/ 48878 h 97024"/>
                <a:gd name="connsiteX43" fmla="*/ 289944 w 1064813"/>
                <a:gd name="connsiteY43" fmla="*/ 26072 h 97024"/>
                <a:gd name="connsiteX44" fmla="*/ 330459 w 1064813"/>
                <a:gd name="connsiteY44" fmla="*/ 23538 h 97024"/>
                <a:gd name="connsiteX45" fmla="*/ 395032 w 1064813"/>
                <a:gd name="connsiteY45" fmla="*/ 19737 h 97024"/>
                <a:gd name="connsiteX46" fmla="*/ 441879 w 1064813"/>
                <a:gd name="connsiteY46" fmla="*/ 15935 h 97024"/>
                <a:gd name="connsiteX47" fmla="*/ 691306 w 1064813"/>
                <a:gd name="connsiteY47" fmla="*/ 5800 h 97024"/>
                <a:gd name="connsiteX48" fmla="*/ 687508 w 1064813"/>
                <a:gd name="connsiteY48" fmla="*/ 732 h 97024"/>
                <a:gd name="connsiteX49" fmla="*/ 986314 w 1064813"/>
                <a:gd name="connsiteY49" fmla="*/ 26072 h 97024"/>
                <a:gd name="connsiteX50" fmla="*/ 982515 w 1064813"/>
                <a:gd name="connsiteY50" fmla="*/ 26072 h 97024"/>
                <a:gd name="connsiteX51" fmla="*/ 986314 w 1064813"/>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64813" h="97024">
                  <a:moveTo>
                    <a:pt x="687508" y="732"/>
                  </a:moveTo>
                  <a:cubicBezTo>
                    <a:pt x="715362" y="-1803"/>
                    <a:pt x="748282" y="3265"/>
                    <a:pt x="778669" y="732"/>
                  </a:cubicBezTo>
                  <a:cubicBezTo>
                    <a:pt x="778669" y="1999"/>
                    <a:pt x="778669" y="1999"/>
                    <a:pt x="778669" y="3265"/>
                  </a:cubicBezTo>
                  <a:cubicBezTo>
                    <a:pt x="781201" y="3265"/>
                    <a:pt x="781201" y="732"/>
                    <a:pt x="782467" y="732"/>
                  </a:cubicBezTo>
                  <a:cubicBezTo>
                    <a:pt x="784999" y="732"/>
                    <a:pt x="782467" y="4532"/>
                    <a:pt x="786266" y="3265"/>
                  </a:cubicBezTo>
                  <a:cubicBezTo>
                    <a:pt x="787532" y="3265"/>
                    <a:pt x="786266" y="1999"/>
                    <a:pt x="784999" y="1999"/>
                  </a:cubicBezTo>
                  <a:cubicBezTo>
                    <a:pt x="786266" y="1999"/>
                    <a:pt x="790064" y="1999"/>
                    <a:pt x="791330" y="4532"/>
                  </a:cubicBezTo>
                  <a:cubicBezTo>
                    <a:pt x="793862" y="4532"/>
                    <a:pt x="788798" y="1999"/>
                    <a:pt x="792596" y="1999"/>
                  </a:cubicBezTo>
                  <a:cubicBezTo>
                    <a:pt x="806524" y="4532"/>
                    <a:pt x="821717" y="732"/>
                    <a:pt x="836911" y="7067"/>
                  </a:cubicBezTo>
                  <a:cubicBezTo>
                    <a:pt x="862233" y="7067"/>
                    <a:pt x="892620" y="9600"/>
                    <a:pt x="921741" y="12135"/>
                  </a:cubicBezTo>
                  <a:cubicBezTo>
                    <a:pt x="928072" y="12135"/>
                    <a:pt x="934403" y="13402"/>
                    <a:pt x="938201" y="13402"/>
                  </a:cubicBezTo>
                  <a:cubicBezTo>
                    <a:pt x="941999" y="13402"/>
                    <a:pt x="950862" y="14669"/>
                    <a:pt x="955927" y="14669"/>
                  </a:cubicBezTo>
                  <a:cubicBezTo>
                    <a:pt x="960991" y="14669"/>
                    <a:pt x="967322" y="17203"/>
                    <a:pt x="972386" y="17203"/>
                  </a:cubicBezTo>
                  <a:cubicBezTo>
                    <a:pt x="969854" y="17203"/>
                    <a:pt x="985048" y="14669"/>
                    <a:pt x="982515" y="18470"/>
                  </a:cubicBezTo>
                  <a:cubicBezTo>
                    <a:pt x="993910" y="15935"/>
                    <a:pt x="1006572" y="21004"/>
                    <a:pt x="1017967" y="21004"/>
                  </a:cubicBezTo>
                  <a:cubicBezTo>
                    <a:pt x="1019233" y="21004"/>
                    <a:pt x="1019233" y="22271"/>
                    <a:pt x="1019233" y="23538"/>
                  </a:cubicBezTo>
                  <a:cubicBezTo>
                    <a:pt x="1021765" y="21004"/>
                    <a:pt x="1026830" y="24805"/>
                    <a:pt x="1028096" y="22271"/>
                  </a:cubicBezTo>
                  <a:cubicBezTo>
                    <a:pt x="1029362" y="27339"/>
                    <a:pt x="1034427" y="21004"/>
                    <a:pt x="1035693" y="24805"/>
                  </a:cubicBezTo>
                  <a:cubicBezTo>
                    <a:pt x="1040757" y="21004"/>
                    <a:pt x="1047088" y="26072"/>
                    <a:pt x="1052152" y="27339"/>
                  </a:cubicBezTo>
                  <a:cubicBezTo>
                    <a:pt x="1055951" y="28606"/>
                    <a:pt x="1063547" y="26072"/>
                    <a:pt x="1064814" y="31140"/>
                  </a:cubicBezTo>
                  <a:cubicBezTo>
                    <a:pt x="1059749" y="31140"/>
                    <a:pt x="1053419" y="33674"/>
                    <a:pt x="1039491" y="29873"/>
                  </a:cubicBezTo>
                  <a:cubicBezTo>
                    <a:pt x="1042024" y="31140"/>
                    <a:pt x="1031894" y="32407"/>
                    <a:pt x="1031894" y="28606"/>
                  </a:cubicBezTo>
                  <a:cubicBezTo>
                    <a:pt x="1028096" y="33674"/>
                    <a:pt x="1017967" y="27339"/>
                    <a:pt x="1014169" y="32407"/>
                  </a:cubicBezTo>
                  <a:cubicBezTo>
                    <a:pt x="1011637" y="31140"/>
                    <a:pt x="1014169" y="31140"/>
                    <a:pt x="1012902" y="29873"/>
                  </a:cubicBezTo>
                  <a:cubicBezTo>
                    <a:pt x="1001507" y="31140"/>
                    <a:pt x="995177" y="27339"/>
                    <a:pt x="983782" y="28606"/>
                  </a:cubicBezTo>
                  <a:cubicBezTo>
                    <a:pt x="990112" y="33674"/>
                    <a:pt x="997709" y="34941"/>
                    <a:pt x="1006572" y="34941"/>
                  </a:cubicBezTo>
                  <a:cubicBezTo>
                    <a:pt x="1009104" y="34941"/>
                    <a:pt x="1006572" y="36208"/>
                    <a:pt x="1009104" y="37475"/>
                  </a:cubicBezTo>
                  <a:cubicBezTo>
                    <a:pt x="1011637" y="37475"/>
                    <a:pt x="1010370" y="36208"/>
                    <a:pt x="1011637" y="34941"/>
                  </a:cubicBezTo>
                  <a:cubicBezTo>
                    <a:pt x="1024298" y="38742"/>
                    <a:pt x="1045822" y="38742"/>
                    <a:pt x="1058483" y="42543"/>
                  </a:cubicBezTo>
                  <a:cubicBezTo>
                    <a:pt x="1048354" y="41276"/>
                    <a:pt x="1033160" y="43810"/>
                    <a:pt x="1024298" y="40009"/>
                  </a:cubicBezTo>
                  <a:cubicBezTo>
                    <a:pt x="1010370" y="41276"/>
                    <a:pt x="986314" y="40009"/>
                    <a:pt x="968588" y="37475"/>
                  </a:cubicBezTo>
                  <a:cubicBezTo>
                    <a:pt x="967322" y="37475"/>
                    <a:pt x="964790" y="37475"/>
                    <a:pt x="967322" y="36208"/>
                  </a:cubicBezTo>
                  <a:cubicBezTo>
                    <a:pt x="963523" y="37475"/>
                    <a:pt x="959725" y="37475"/>
                    <a:pt x="954661" y="36208"/>
                  </a:cubicBezTo>
                  <a:cubicBezTo>
                    <a:pt x="871096" y="29873"/>
                    <a:pt x="774870" y="29873"/>
                    <a:pt x="696370" y="29873"/>
                  </a:cubicBezTo>
                  <a:cubicBezTo>
                    <a:pt x="607741" y="29873"/>
                    <a:pt x="525443" y="32407"/>
                    <a:pt x="438080" y="38742"/>
                  </a:cubicBezTo>
                  <a:cubicBezTo>
                    <a:pt x="301339" y="47611"/>
                    <a:pt x="173460" y="71684"/>
                    <a:pt x="50645" y="91956"/>
                  </a:cubicBezTo>
                  <a:cubicBezTo>
                    <a:pt x="39250" y="93223"/>
                    <a:pt x="29121" y="97024"/>
                    <a:pt x="17726" y="97024"/>
                  </a:cubicBezTo>
                  <a:cubicBezTo>
                    <a:pt x="15194" y="97024"/>
                    <a:pt x="11395" y="93223"/>
                    <a:pt x="13927" y="90689"/>
                  </a:cubicBezTo>
                  <a:cubicBezTo>
                    <a:pt x="8863" y="90689"/>
                    <a:pt x="7597" y="91956"/>
                    <a:pt x="2532" y="90689"/>
                  </a:cubicBezTo>
                  <a:cubicBezTo>
                    <a:pt x="1266" y="89422"/>
                    <a:pt x="0" y="86888"/>
                    <a:pt x="0" y="84354"/>
                  </a:cubicBezTo>
                  <a:cubicBezTo>
                    <a:pt x="3799" y="80553"/>
                    <a:pt x="7597" y="78019"/>
                    <a:pt x="13927" y="76752"/>
                  </a:cubicBezTo>
                  <a:cubicBezTo>
                    <a:pt x="15194" y="75485"/>
                    <a:pt x="13927" y="75485"/>
                    <a:pt x="13927" y="72951"/>
                  </a:cubicBezTo>
                  <a:cubicBezTo>
                    <a:pt x="43049" y="61548"/>
                    <a:pt x="77234" y="51412"/>
                    <a:pt x="113952" y="48878"/>
                  </a:cubicBezTo>
                  <a:cubicBezTo>
                    <a:pt x="172193" y="42543"/>
                    <a:pt x="232968" y="31140"/>
                    <a:pt x="289944" y="26072"/>
                  </a:cubicBezTo>
                  <a:cubicBezTo>
                    <a:pt x="303871" y="24805"/>
                    <a:pt x="316532" y="24805"/>
                    <a:pt x="330459" y="23538"/>
                  </a:cubicBezTo>
                  <a:cubicBezTo>
                    <a:pt x="349451" y="22271"/>
                    <a:pt x="372242" y="18470"/>
                    <a:pt x="395032" y="19737"/>
                  </a:cubicBezTo>
                  <a:cubicBezTo>
                    <a:pt x="408960" y="19737"/>
                    <a:pt x="425419" y="17203"/>
                    <a:pt x="441879" y="15935"/>
                  </a:cubicBezTo>
                  <a:cubicBezTo>
                    <a:pt x="521645" y="10868"/>
                    <a:pt x="612806" y="5800"/>
                    <a:pt x="691306" y="5800"/>
                  </a:cubicBezTo>
                  <a:cubicBezTo>
                    <a:pt x="693838" y="-1803"/>
                    <a:pt x="690040" y="3265"/>
                    <a:pt x="687508" y="732"/>
                  </a:cubicBezTo>
                  <a:moveTo>
                    <a:pt x="986314" y="26072"/>
                  </a:moveTo>
                  <a:cubicBezTo>
                    <a:pt x="985048" y="26072"/>
                    <a:pt x="983782" y="26072"/>
                    <a:pt x="982515" y="26072"/>
                  </a:cubicBezTo>
                  <a:cubicBezTo>
                    <a:pt x="981249" y="28606"/>
                    <a:pt x="987580" y="28606"/>
                    <a:pt x="986314"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60" name="Freeform 59">
              <a:extLst>
                <a:ext uri="{FF2B5EF4-FFF2-40B4-BE49-F238E27FC236}">
                  <a16:creationId xmlns:a16="http://schemas.microsoft.com/office/drawing/2014/main" id="{8F62AFD7-6186-6D84-27D6-6D43A53CADD6}"/>
                </a:ext>
              </a:extLst>
            </p:cNvPr>
            <p:cNvSpPr/>
            <p:nvPr/>
          </p:nvSpPr>
          <p:spPr>
            <a:xfrm>
              <a:off x="-3718972" y="1280007"/>
              <a:ext cx="943265" cy="158376"/>
            </a:xfrm>
            <a:custGeom>
              <a:avLst/>
              <a:gdLst>
                <a:gd name="connsiteX0" fmla="*/ 854636 w 943265"/>
                <a:gd name="connsiteY0" fmla="*/ 154575 h 158376"/>
                <a:gd name="connsiteX1" fmla="*/ 897685 w 943265"/>
                <a:gd name="connsiteY1" fmla="*/ 154575 h 158376"/>
                <a:gd name="connsiteX2" fmla="*/ 897685 w 943265"/>
                <a:gd name="connsiteY2" fmla="*/ 39277 h 158376"/>
                <a:gd name="connsiteX3" fmla="*/ 943265 w 943265"/>
                <a:gd name="connsiteY3" fmla="*/ 39277 h 158376"/>
                <a:gd name="connsiteX4" fmla="*/ 943265 w 943265"/>
                <a:gd name="connsiteY4" fmla="*/ 1267 h 158376"/>
                <a:gd name="connsiteX5" fmla="*/ 809056 w 943265"/>
                <a:gd name="connsiteY5" fmla="*/ 1267 h 158376"/>
                <a:gd name="connsiteX6" fmla="*/ 809056 w 943265"/>
                <a:gd name="connsiteY6" fmla="*/ 38010 h 158376"/>
                <a:gd name="connsiteX7" fmla="*/ 854636 w 943265"/>
                <a:gd name="connsiteY7" fmla="*/ 38010 h 158376"/>
                <a:gd name="connsiteX8" fmla="*/ 854636 w 943265"/>
                <a:gd name="connsiteY8" fmla="*/ 154575 h 158376"/>
                <a:gd name="connsiteX9" fmla="*/ 660919 w 943265"/>
                <a:gd name="connsiteY9" fmla="*/ 154575 h 158376"/>
                <a:gd name="connsiteX10" fmla="*/ 784999 w 943265"/>
                <a:gd name="connsiteY10" fmla="*/ 154575 h 158376"/>
                <a:gd name="connsiteX11" fmla="*/ 784999 w 943265"/>
                <a:gd name="connsiteY11" fmla="*/ 117832 h 158376"/>
                <a:gd name="connsiteX12" fmla="*/ 702701 w 943265"/>
                <a:gd name="connsiteY12" fmla="*/ 117832 h 158376"/>
                <a:gd name="connsiteX13" fmla="*/ 702701 w 943265"/>
                <a:gd name="connsiteY13" fmla="*/ 93759 h 158376"/>
                <a:gd name="connsiteX14" fmla="*/ 776137 w 943265"/>
                <a:gd name="connsiteY14" fmla="*/ 93759 h 158376"/>
                <a:gd name="connsiteX15" fmla="*/ 776137 w 943265"/>
                <a:gd name="connsiteY15" fmla="*/ 60817 h 158376"/>
                <a:gd name="connsiteX16" fmla="*/ 702701 w 943265"/>
                <a:gd name="connsiteY16" fmla="*/ 60817 h 158376"/>
                <a:gd name="connsiteX17" fmla="*/ 702701 w 943265"/>
                <a:gd name="connsiteY17" fmla="*/ 38010 h 158376"/>
                <a:gd name="connsiteX18" fmla="*/ 783733 w 943265"/>
                <a:gd name="connsiteY18" fmla="*/ 38010 h 158376"/>
                <a:gd name="connsiteX19" fmla="*/ 783733 w 943265"/>
                <a:gd name="connsiteY19" fmla="*/ 1267 h 158376"/>
                <a:gd name="connsiteX20" fmla="*/ 660919 w 943265"/>
                <a:gd name="connsiteY20" fmla="*/ 1267 h 158376"/>
                <a:gd name="connsiteX21" fmla="*/ 660919 w 943265"/>
                <a:gd name="connsiteY21" fmla="*/ 154575 h 158376"/>
                <a:gd name="connsiteX22" fmla="*/ 489992 w 943265"/>
                <a:gd name="connsiteY22" fmla="*/ 154575 h 158376"/>
                <a:gd name="connsiteX23" fmla="*/ 533040 w 943265"/>
                <a:gd name="connsiteY23" fmla="*/ 154575 h 158376"/>
                <a:gd name="connsiteX24" fmla="*/ 533040 w 943265"/>
                <a:gd name="connsiteY24" fmla="*/ 115298 h 158376"/>
                <a:gd name="connsiteX25" fmla="*/ 548234 w 943265"/>
                <a:gd name="connsiteY25" fmla="*/ 97560 h 158376"/>
                <a:gd name="connsiteX26" fmla="*/ 586217 w 943265"/>
                <a:gd name="connsiteY26" fmla="*/ 154575 h 158376"/>
                <a:gd name="connsiteX27" fmla="*/ 636863 w 943265"/>
                <a:gd name="connsiteY27" fmla="*/ 154575 h 158376"/>
                <a:gd name="connsiteX28" fmla="*/ 577354 w 943265"/>
                <a:gd name="connsiteY28" fmla="*/ 67152 h 158376"/>
                <a:gd name="connsiteX29" fmla="*/ 635596 w 943265"/>
                <a:gd name="connsiteY29" fmla="*/ 1267 h 158376"/>
                <a:gd name="connsiteX30" fmla="*/ 584951 w 943265"/>
                <a:gd name="connsiteY30" fmla="*/ 1267 h 158376"/>
                <a:gd name="connsiteX31" fmla="*/ 531774 w 943265"/>
                <a:gd name="connsiteY31" fmla="*/ 63350 h 158376"/>
                <a:gd name="connsiteX32" fmla="*/ 531774 w 943265"/>
                <a:gd name="connsiteY32" fmla="*/ 1267 h 158376"/>
                <a:gd name="connsiteX33" fmla="*/ 489992 w 943265"/>
                <a:gd name="connsiteY33" fmla="*/ 1267 h 158376"/>
                <a:gd name="connsiteX34" fmla="*/ 489992 w 943265"/>
                <a:gd name="connsiteY34" fmla="*/ 154575 h 158376"/>
                <a:gd name="connsiteX35" fmla="*/ 392500 w 943265"/>
                <a:gd name="connsiteY35" fmla="*/ 158376 h 158376"/>
                <a:gd name="connsiteX36" fmla="*/ 460871 w 943265"/>
                <a:gd name="connsiteY36" fmla="*/ 124167 h 158376"/>
                <a:gd name="connsiteX37" fmla="*/ 429218 w 943265"/>
                <a:gd name="connsiteY37" fmla="*/ 101361 h 158376"/>
                <a:gd name="connsiteX38" fmla="*/ 395032 w 943265"/>
                <a:gd name="connsiteY38" fmla="*/ 120366 h 158376"/>
                <a:gd name="connsiteX39" fmla="*/ 358314 w 943265"/>
                <a:gd name="connsiteY39" fmla="*/ 79822 h 158376"/>
                <a:gd name="connsiteX40" fmla="*/ 358314 w 943265"/>
                <a:gd name="connsiteY40" fmla="*/ 79822 h 158376"/>
                <a:gd name="connsiteX41" fmla="*/ 395032 w 943265"/>
                <a:gd name="connsiteY41" fmla="*/ 39277 h 158376"/>
                <a:gd name="connsiteX42" fmla="*/ 427951 w 943265"/>
                <a:gd name="connsiteY42" fmla="*/ 57015 h 158376"/>
                <a:gd name="connsiteX43" fmla="*/ 459605 w 943265"/>
                <a:gd name="connsiteY43" fmla="*/ 31675 h 158376"/>
                <a:gd name="connsiteX44" fmla="*/ 395032 w 943265"/>
                <a:gd name="connsiteY44" fmla="*/ 0 h 158376"/>
                <a:gd name="connsiteX45" fmla="*/ 314000 w 943265"/>
                <a:gd name="connsiteY45" fmla="*/ 79822 h 158376"/>
                <a:gd name="connsiteX46" fmla="*/ 314000 w 943265"/>
                <a:gd name="connsiteY46" fmla="*/ 79822 h 158376"/>
                <a:gd name="connsiteX47" fmla="*/ 392500 w 943265"/>
                <a:gd name="connsiteY47" fmla="*/ 158376 h 158376"/>
                <a:gd name="connsiteX48" fmla="*/ 200048 w 943265"/>
                <a:gd name="connsiteY48" fmla="*/ 95026 h 158376"/>
                <a:gd name="connsiteX49" fmla="*/ 217774 w 943265"/>
                <a:gd name="connsiteY49" fmla="*/ 51947 h 158376"/>
                <a:gd name="connsiteX50" fmla="*/ 234234 w 943265"/>
                <a:gd name="connsiteY50" fmla="*/ 95026 h 158376"/>
                <a:gd name="connsiteX51" fmla="*/ 200048 w 943265"/>
                <a:gd name="connsiteY51" fmla="*/ 95026 h 158376"/>
                <a:gd name="connsiteX52" fmla="*/ 131678 w 943265"/>
                <a:gd name="connsiteY52" fmla="*/ 154575 h 158376"/>
                <a:gd name="connsiteX53" fmla="*/ 175992 w 943265"/>
                <a:gd name="connsiteY53" fmla="*/ 154575 h 158376"/>
                <a:gd name="connsiteX54" fmla="*/ 187387 w 943265"/>
                <a:gd name="connsiteY54" fmla="*/ 126701 h 158376"/>
                <a:gd name="connsiteX55" fmla="*/ 246895 w 943265"/>
                <a:gd name="connsiteY55" fmla="*/ 126701 h 158376"/>
                <a:gd name="connsiteX56" fmla="*/ 258290 w 943265"/>
                <a:gd name="connsiteY56" fmla="*/ 154575 h 158376"/>
                <a:gd name="connsiteX57" fmla="*/ 303871 w 943265"/>
                <a:gd name="connsiteY57" fmla="*/ 154575 h 158376"/>
                <a:gd name="connsiteX58" fmla="*/ 238032 w 943265"/>
                <a:gd name="connsiteY58" fmla="*/ 0 h 158376"/>
                <a:gd name="connsiteX59" fmla="*/ 197516 w 943265"/>
                <a:gd name="connsiteY59" fmla="*/ 0 h 158376"/>
                <a:gd name="connsiteX60" fmla="*/ 131678 w 943265"/>
                <a:gd name="connsiteY60" fmla="*/ 154575 h 158376"/>
                <a:gd name="connsiteX61" fmla="*/ 43049 w 943265"/>
                <a:gd name="connsiteY61" fmla="*/ 78555 h 158376"/>
                <a:gd name="connsiteX62" fmla="*/ 43049 w 943265"/>
                <a:gd name="connsiteY62" fmla="*/ 38010 h 158376"/>
                <a:gd name="connsiteX63" fmla="*/ 63306 w 943265"/>
                <a:gd name="connsiteY63" fmla="*/ 38010 h 158376"/>
                <a:gd name="connsiteX64" fmla="*/ 87363 w 943265"/>
                <a:gd name="connsiteY64" fmla="*/ 58283 h 158376"/>
                <a:gd name="connsiteX65" fmla="*/ 87363 w 943265"/>
                <a:gd name="connsiteY65" fmla="*/ 58283 h 158376"/>
                <a:gd name="connsiteX66" fmla="*/ 63306 w 943265"/>
                <a:gd name="connsiteY66" fmla="*/ 78555 h 158376"/>
                <a:gd name="connsiteX67" fmla="*/ 43049 w 943265"/>
                <a:gd name="connsiteY67" fmla="*/ 78555 h 158376"/>
                <a:gd name="connsiteX68" fmla="*/ 0 w 943265"/>
                <a:gd name="connsiteY68" fmla="*/ 154575 h 158376"/>
                <a:gd name="connsiteX69" fmla="*/ 43049 w 943265"/>
                <a:gd name="connsiteY69" fmla="*/ 154575 h 158376"/>
                <a:gd name="connsiteX70" fmla="*/ 43049 w 943265"/>
                <a:gd name="connsiteY70" fmla="*/ 110230 h 158376"/>
                <a:gd name="connsiteX71" fmla="*/ 64573 w 943265"/>
                <a:gd name="connsiteY71" fmla="*/ 110230 h 158376"/>
                <a:gd name="connsiteX72" fmla="*/ 130411 w 943265"/>
                <a:gd name="connsiteY72" fmla="*/ 54482 h 158376"/>
                <a:gd name="connsiteX73" fmla="*/ 130411 w 943265"/>
                <a:gd name="connsiteY73" fmla="*/ 54482 h 158376"/>
                <a:gd name="connsiteX74" fmla="*/ 67105 w 943265"/>
                <a:gd name="connsiteY74" fmla="*/ 0 h 158376"/>
                <a:gd name="connsiteX75" fmla="*/ 1266 w 943265"/>
                <a:gd name="connsiteY75" fmla="*/ 0 h 158376"/>
                <a:gd name="connsiteX76" fmla="*/ 1266 w 943265"/>
                <a:gd name="connsiteY76" fmla="*/ 154575 h 15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43265" h="158376">
                  <a:moveTo>
                    <a:pt x="854636" y="154575"/>
                  </a:moveTo>
                  <a:lnTo>
                    <a:pt x="897685" y="154575"/>
                  </a:lnTo>
                  <a:lnTo>
                    <a:pt x="897685" y="39277"/>
                  </a:lnTo>
                  <a:lnTo>
                    <a:pt x="943265" y="39277"/>
                  </a:lnTo>
                  <a:lnTo>
                    <a:pt x="943265" y="1267"/>
                  </a:lnTo>
                  <a:lnTo>
                    <a:pt x="809056" y="1267"/>
                  </a:lnTo>
                  <a:lnTo>
                    <a:pt x="809056" y="38010"/>
                  </a:lnTo>
                  <a:lnTo>
                    <a:pt x="854636" y="38010"/>
                  </a:lnTo>
                  <a:lnTo>
                    <a:pt x="854636" y="154575"/>
                  </a:lnTo>
                  <a:close/>
                  <a:moveTo>
                    <a:pt x="660919" y="154575"/>
                  </a:moveTo>
                  <a:lnTo>
                    <a:pt x="784999" y="154575"/>
                  </a:lnTo>
                  <a:lnTo>
                    <a:pt x="784999" y="117832"/>
                  </a:lnTo>
                  <a:lnTo>
                    <a:pt x="702701" y="117832"/>
                  </a:lnTo>
                  <a:lnTo>
                    <a:pt x="702701" y="93759"/>
                  </a:lnTo>
                  <a:lnTo>
                    <a:pt x="776137" y="93759"/>
                  </a:lnTo>
                  <a:lnTo>
                    <a:pt x="776137" y="60817"/>
                  </a:lnTo>
                  <a:lnTo>
                    <a:pt x="702701" y="60817"/>
                  </a:lnTo>
                  <a:lnTo>
                    <a:pt x="702701" y="38010"/>
                  </a:lnTo>
                  <a:lnTo>
                    <a:pt x="783733" y="38010"/>
                  </a:lnTo>
                  <a:lnTo>
                    <a:pt x="783733" y="1267"/>
                  </a:lnTo>
                  <a:lnTo>
                    <a:pt x="660919" y="1267"/>
                  </a:lnTo>
                  <a:lnTo>
                    <a:pt x="660919" y="154575"/>
                  </a:lnTo>
                  <a:close/>
                  <a:moveTo>
                    <a:pt x="489992" y="154575"/>
                  </a:moveTo>
                  <a:lnTo>
                    <a:pt x="533040" y="154575"/>
                  </a:lnTo>
                  <a:lnTo>
                    <a:pt x="533040" y="115298"/>
                  </a:lnTo>
                  <a:lnTo>
                    <a:pt x="548234" y="97560"/>
                  </a:lnTo>
                  <a:lnTo>
                    <a:pt x="586217" y="154575"/>
                  </a:lnTo>
                  <a:lnTo>
                    <a:pt x="636863" y="154575"/>
                  </a:lnTo>
                  <a:lnTo>
                    <a:pt x="577354" y="67152"/>
                  </a:lnTo>
                  <a:lnTo>
                    <a:pt x="635596" y="1267"/>
                  </a:lnTo>
                  <a:lnTo>
                    <a:pt x="584951" y="1267"/>
                  </a:lnTo>
                  <a:lnTo>
                    <a:pt x="531774" y="63350"/>
                  </a:lnTo>
                  <a:lnTo>
                    <a:pt x="531774" y="1267"/>
                  </a:lnTo>
                  <a:lnTo>
                    <a:pt x="489992" y="1267"/>
                  </a:lnTo>
                  <a:lnTo>
                    <a:pt x="489992" y="154575"/>
                  </a:lnTo>
                  <a:close/>
                  <a:moveTo>
                    <a:pt x="392500" y="158376"/>
                  </a:moveTo>
                  <a:cubicBezTo>
                    <a:pt x="426685" y="158376"/>
                    <a:pt x="445677" y="143172"/>
                    <a:pt x="460871" y="124167"/>
                  </a:cubicBezTo>
                  <a:lnTo>
                    <a:pt x="429218" y="101361"/>
                  </a:lnTo>
                  <a:cubicBezTo>
                    <a:pt x="420355" y="112764"/>
                    <a:pt x="410226" y="120366"/>
                    <a:pt x="395032" y="120366"/>
                  </a:cubicBezTo>
                  <a:cubicBezTo>
                    <a:pt x="373508" y="120366"/>
                    <a:pt x="358314" y="102628"/>
                    <a:pt x="358314" y="79822"/>
                  </a:cubicBezTo>
                  <a:lnTo>
                    <a:pt x="358314" y="79822"/>
                  </a:lnTo>
                  <a:cubicBezTo>
                    <a:pt x="358314" y="57015"/>
                    <a:pt x="373508" y="39277"/>
                    <a:pt x="395032" y="39277"/>
                  </a:cubicBezTo>
                  <a:cubicBezTo>
                    <a:pt x="410226" y="39277"/>
                    <a:pt x="420355" y="46880"/>
                    <a:pt x="427951" y="57015"/>
                  </a:cubicBezTo>
                  <a:lnTo>
                    <a:pt x="459605" y="31675"/>
                  </a:lnTo>
                  <a:cubicBezTo>
                    <a:pt x="445677" y="12670"/>
                    <a:pt x="425419" y="0"/>
                    <a:pt x="395032" y="0"/>
                  </a:cubicBezTo>
                  <a:cubicBezTo>
                    <a:pt x="348185" y="0"/>
                    <a:pt x="314000" y="35476"/>
                    <a:pt x="314000" y="79822"/>
                  </a:cubicBezTo>
                  <a:lnTo>
                    <a:pt x="314000" y="79822"/>
                  </a:lnTo>
                  <a:cubicBezTo>
                    <a:pt x="314000" y="124167"/>
                    <a:pt x="349451" y="158376"/>
                    <a:pt x="392500" y="158376"/>
                  </a:cubicBezTo>
                  <a:moveTo>
                    <a:pt x="200048" y="95026"/>
                  </a:moveTo>
                  <a:lnTo>
                    <a:pt x="217774" y="51947"/>
                  </a:lnTo>
                  <a:lnTo>
                    <a:pt x="234234" y="95026"/>
                  </a:lnTo>
                  <a:lnTo>
                    <a:pt x="200048" y="95026"/>
                  </a:lnTo>
                  <a:close/>
                  <a:moveTo>
                    <a:pt x="131678" y="154575"/>
                  </a:moveTo>
                  <a:lnTo>
                    <a:pt x="175992" y="154575"/>
                  </a:lnTo>
                  <a:lnTo>
                    <a:pt x="187387" y="126701"/>
                  </a:lnTo>
                  <a:lnTo>
                    <a:pt x="246895" y="126701"/>
                  </a:lnTo>
                  <a:lnTo>
                    <a:pt x="258290" y="154575"/>
                  </a:lnTo>
                  <a:lnTo>
                    <a:pt x="303871" y="154575"/>
                  </a:lnTo>
                  <a:lnTo>
                    <a:pt x="238032" y="0"/>
                  </a:lnTo>
                  <a:lnTo>
                    <a:pt x="197516" y="0"/>
                  </a:lnTo>
                  <a:lnTo>
                    <a:pt x="131678" y="154575"/>
                  </a:lnTo>
                  <a:close/>
                  <a:moveTo>
                    <a:pt x="43049" y="78555"/>
                  </a:moveTo>
                  <a:lnTo>
                    <a:pt x="43049" y="38010"/>
                  </a:lnTo>
                  <a:lnTo>
                    <a:pt x="63306" y="38010"/>
                  </a:lnTo>
                  <a:cubicBezTo>
                    <a:pt x="78500" y="38010"/>
                    <a:pt x="87363" y="45612"/>
                    <a:pt x="87363" y="58283"/>
                  </a:cubicBezTo>
                  <a:lnTo>
                    <a:pt x="87363" y="58283"/>
                  </a:lnTo>
                  <a:cubicBezTo>
                    <a:pt x="87363" y="70953"/>
                    <a:pt x="78500" y="78555"/>
                    <a:pt x="63306" y="78555"/>
                  </a:cubicBezTo>
                  <a:lnTo>
                    <a:pt x="43049" y="78555"/>
                  </a:lnTo>
                  <a:close/>
                  <a:moveTo>
                    <a:pt x="0" y="154575"/>
                  </a:moveTo>
                  <a:lnTo>
                    <a:pt x="43049" y="154575"/>
                  </a:lnTo>
                  <a:lnTo>
                    <a:pt x="43049" y="110230"/>
                  </a:lnTo>
                  <a:lnTo>
                    <a:pt x="64573" y="110230"/>
                  </a:lnTo>
                  <a:cubicBezTo>
                    <a:pt x="102556" y="110230"/>
                    <a:pt x="130411" y="91225"/>
                    <a:pt x="130411" y="54482"/>
                  </a:cubicBezTo>
                  <a:lnTo>
                    <a:pt x="130411" y="54482"/>
                  </a:lnTo>
                  <a:cubicBezTo>
                    <a:pt x="130411" y="20272"/>
                    <a:pt x="105089" y="0"/>
                    <a:pt x="67105" y="0"/>
                  </a:cubicBezTo>
                  <a:lnTo>
                    <a:pt x="1266" y="0"/>
                  </a:lnTo>
                  <a:lnTo>
                    <a:pt x="1266" y="154575"/>
                  </a:lnTo>
                  <a:close/>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grpSp>
        <p:nvGrpSpPr>
          <p:cNvPr id="61" name="Group 60">
            <a:extLst>
              <a:ext uri="{FF2B5EF4-FFF2-40B4-BE49-F238E27FC236}">
                <a16:creationId xmlns:a16="http://schemas.microsoft.com/office/drawing/2014/main" id="{F9F3070E-B5B4-7489-3A86-BE27CCFD74F3}"/>
              </a:ext>
            </a:extLst>
          </p:cNvPr>
          <p:cNvGrpSpPr/>
          <p:nvPr/>
        </p:nvGrpSpPr>
        <p:grpSpPr>
          <a:xfrm>
            <a:off x="8011663" y="4689983"/>
            <a:ext cx="1064813" cy="285077"/>
            <a:chOff x="-1093022" y="1285075"/>
            <a:chExt cx="1064813" cy="285077"/>
          </a:xfrm>
        </p:grpSpPr>
        <p:sp>
          <p:nvSpPr>
            <p:cNvPr id="62" name="Freeform 61">
              <a:extLst>
                <a:ext uri="{FF2B5EF4-FFF2-40B4-BE49-F238E27FC236}">
                  <a16:creationId xmlns:a16="http://schemas.microsoft.com/office/drawing/2014/main" id="{CF4E0BA1-75C5-714B-213E-A6798C302804}"/>
                </a:ext>
              </a:extLst>
            </p:cNvPr>
            <p:cNvSpPr/>
            <p:nvPr/>
          </p:nvSpPr>
          <p:spPr>
            <a:xfrm>
              <a:off x="-1093022" y="1473128"/>
              <a:ext cx="1064813" cy="97024"/>
            </a:xfrm>
            <a:custGeom>
              <a:avLst/>
              <a:gdLst>
                <a:gd name="connsiteX0" fmla="*/ 687507 w 1064813"/>
                <a:gd name="connsiteY0" fmla="*/ 732 h 97024"/>
                <a:gd name="connsiteX1" fmla="*/ 778669 w 1064813"/>
                <a:gd name="connsiteY1" fmla="*/ 732 h 97024"/>
                <a:gd name="connsiteX2" fmla="*/ 778669 w 1064813"/>
                <a:gd name="connsiteY2" fmla="*/ 3265 h 97024"/>
                <a:gd name="connsiteX3" fmla="*/ 782467 w 1064813"/>
                <a:gd name="connsiteY3" fmla="*/ 732 h 97024"/>
                <a:gd name="connsiteX4" fmla="*/ 786265 w 1064813"/>
                <a:gd name="connsiteY4" fmla="*/ 3265 h 97024"/>
                <a:gd name="connsiteX5" fmla="*/ 784999 w 1064813"/>
                <a:gd name="connsiteY5" fmla="*/ 1998 h 97024"/>
                <a:gd name="connsiteX6" fmla="*/ 791330 w 1064813"/>
                <a:gd name="connsiteY6" fmla="*/ 4532 h 97024"/>
                <a:gd name="connsiteX7" fmla="*/ 792596 w 1064813"/>
                <a:gd name="connsiteY7" fmla="*/ 1998 h 97024"/>
                <a:gd name="connsiteX8" fmla="*/ 836910 w 1064813"/>
                <a:gd name="connsiteY8" fmla="*/ 7067 h 97024"/>
                <a:gd name="connsiteX9" fmla="*/ 921741 w 1064813"/>
                <a:gd name="connsiteY9" fmla="*/ 12135 h 97024"/>
                <a:gd name="connsiteX10" fmla="*/ 938200 w 1064813"/>
                <a:gd name="connsiteY10" fmla="*/ 13402 h 97024"/>
                <a:gd name="connsiteX11" fmla="*/ 955927 w 1064813"/>
                <a:gd name="connsiteY11" fmla="*/ 14668 h 97024"/>
                <a:gd name="connsiteX12" fmla="*/ 972386 w 1064813"/>
                <a:gd name="connsiteY12" fmla="*/ 17203 h 97024"/>
                <a:gd name="connsiteX13" fmla="*/ 982515 w 1064813"/>
                <a:gd name="connsiteY13" fmla="*/ 18470 h 97024"/>
                <a:gd name="connsiteX14" fmla="*/ 1017966 w 1064813"/>
                <a:gd name="connsiteY14" fmla="*/ 21003 h 97024"/>
                <a:gd name="connsiteX15" fmla="*/ 1019233 w 1064813"/>
                <a:gd name="connsiteY15" fmla="*/ 23538 h 97024"/>
                <a:gd name="connsiteX16" fmla="*/ 1028096 w 1064813"/>
                <a:gd name="connsiteY16" fmla="*/ 22271 h 97024"/>
                <a:gd name="connsiteX17" fmla="*/ 1035692 w 1064813"/>
                <a:gd name="connsiteY17" fmla="*/ 24805 h 97024"/>
                <a:gd name="connsiteX18" fmla="*/ 1052152 w 1064813"/>
                <a:gd name="connsiteY18" fmla="*/ 27338 h 97024"/>
                <a:gd name="connsiteX19" fmla="*/ 1064813 w 1064813"/>
                <a:gd name="connsiteY19" fmla="*/ 31140 h 97024"/>
                <a:gd name="connsiteX20" fmla="*/ 1039491 w 1064813"/>
                <a:gd name="connsiteY20" fmla="*/ 29873 h 97024"/>
                <a:gd name="connsiteX21" fmla="*/ 1031894 w 1064813"/>
                <a:gd name="connsiteY21" fmla="*/ 28606 h 97024"/>
                <a:gd name="connsiteX22" fmla="*/ 1014168 w 1064813"/>
                <a:gd name="connsiteY22" fmla="*/ 32407 h 97024"/>
                <a:gd name="connsiteX23" fmla="*/ 1012902 w 1064813"/>
                <a:gd name="connsiteY23" fmla="*/ 29873 h 97024"/>
                <a:gd name="connsiteX24" fmla="*/ 983782 w 1064813"/>
                <a:gd name="connsiteY24" fmla="*/ 28606 h 97024"/>
                <a:gd name="connsiteX25" fmla="*/ 1006572 w 1064813"/>
                <a:gd name="connsiteY25" fmla="*/ 34941 h 97024"/>
                <a:gd name="connsiteX26" fmla="*/ 1009104 w 1064813"/>
                <a:gd name="connsiteY26" fmla="*/ 37475 h 97024"/>
                <a:gd name="connsiteX27" fmla="*/ 1011636 w 1064813"/>
                <a:gd name="connsiteY27" fmla="*/ 34941 h 97024"/>
                <a:gd name="connsiteX28" fmla="*/ 1058483 w 1064813"/>
                <a:gd name="connsiteY28" fmla="*/ 42543 h 97024"/>
                <a:gd name="connsiteX29" fmla="*/ 1024297 w 1064813"/>
                <a:gd name="connsiteY29" fmla="*/ 40009 h 97024"/>
                <a:gd name="connsiteX30" fmla="*/ 968588 w 1064813"/>
                <a:gd name="connsiteY30" fmla="*/ 37475 h 97024"/>
                <a:gd name="connsiteX31" fmla="*/ 967321 w 1064813"/>
                <a:gd name="connsiteY31" fmla="*/ 36208 h 97024"/>
                <a:gd name="connsiteX32" fmla="*/ 954660 w 1064813"/>
                <a:gd name="connsiteY32" fmla="*/ 36208 h 97024"/>
                <a:gd name="connsiteX33" fmla="*/ 696370 w 1064813"/>
                <a:gd name="connsiteY33" fmla="*/ 29873 h 97024"/>
                <a:gd name="connsiteX34" fmla="*/ 438080 w 1064813"/>
                <a:gd name="connsiteY34" fmla="*/ 38742 h 97024"/>
                <a:gd name="connsiteX35" fmla="*/ 50645 w 1064813"/>
                <a:gd name="connsiteY35" fmla="*/ 91956 h 97024"/>
                <a:gd name="connsiteX36" fmla="*/ 17726 w 1064813"/>
                <a:gd name="connsiteY36" fmla="*/ 97024 h 97024"/>
                <a:gd name="connsiteX37" fmla="*/ 13927 w 1064813"/>
                <a:gd name="connsiteY37" fmla="*/ 90689 h 97024"/>
                <a:gd name="connsiteX38" fmla="*/ 2532 w 1064813"/>
                <a:gd name="connsiteY38" fmla="*/ 90689 h 97024"/>
                <a:gd name="connsiteX39" fmla="*/ 0 w 1064813"/>
                <a:gd name="connsiteY39" fmla="*/ 84354 h 97024"/>
                <a:gd name="connsiteX40" fmla="*/ 13927 w 1064813"/>
                <a:gd name="connsiteY40" fmla="*/ 76752 h 97024"/>
                <a:gd name="connsiteX41" fmla="*/ 13927 w 1064813"/>
                <a:gd name="connsiteY41" fmla="*/ 72951 h 97024"/>
                <a:gd name="connsiteX42" fmla="*/ 113952 w 1064813"/>
                <a:gd name="connsiteY42" fmla="*/ 48878 h 97024"/>
                <a:gd name="connsiteX43" fmla="*/ 289943 w 1064813"/>
                <a:gd name="connsiteY43" fmla="*/ 26072 h 97024"/>
                <a:gd name="connsiteX44" fmla="*/ 330459 w 1064813"/>
                <a:gd name="connsiteY44" fmla="*/ 23538 h 97024"/>
                <a:gd name="connsiteX45" fmla="*/ 395032 w 1064813"/>
                <a:gd name="connsiteY45" fmla="*/ 19737 h 97024"/>
                <a:gd name="connsiteX46" fmla="*/ 441878 w 1064813"/>
                <a:gd name="connsiteY46" fmla="*/ 15935 h 97024"/>
                <a:gd name="connsiteX47" fmla="*/ 691306 w 1064813"/>
                <a:gd name="connsiteY47" fmla="*/ 5800 h 97024"/>
                <a:gd name="connsiteX48" fmla="*/ 687507 w 1064813"/>
                <a:gd name="connsiteY48" fmla="*/ 732 h 97024"/>
                <a:gd name="connsiteX49" fmla="*/ 986313 w 1064813"/>
                <a:gd name="connsiteY49" fmla="*/ 26072 h 97024"/>
                <a:gd name="connsiteX50" fmla="*/ 982515 w 1064813"/>
                <a:gd name="connsiteY50" fmla="*/ 26072 h 97024"/>
                <a:gd name="connsiteX51" fmla="*/ 986313 w 1064813"/>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64813" h="97024">
                  <a:moveTo>
                    <a:pt x="687507" y="732"/>
                  </a:moveTo>
                  <a:cubicBezTo>
                    <a:pt x="715362" y="-1803"/>
                    <a:pt x="748281" y="3265"/>
                    <a:pt x="778669" y="732"/>
                  </a:cubicBezTo>
                  <a:cubicBezTo>
                    <a:pt x="778669" y="1998"/>
                    <a:pt x="778669" y="1998"/>
                    <a:pt x="778669" y="3265"/>
                  </a:cubicBezTo>
                  <a:cubicBezTo>
                    <a:pt x="781201" y="3265"/>
                    <a:pt x="781201" y="732"/>
                    <a:pt x="782467" y="732"/>
                  </a:cubicBezTo>
                  <a:cubicBezTo>
                    <a:pt x="784999" y="732"/>
                    <a:pt x="782467" y="4532"/>
                    <a:pt x="786265" y="3265"/>
                  </a:cubicBezTo>
                  <a:cubicBezTo>
                    <a:pt x="787532" y="3265"/>
                    <a:pt x="786265" y="1998"/>
                    <a:pt x="784999" y="1998"/>
                  </a:cubicBezTo>
                  <a:cubicBezTo>
                    <a:pt x="786265" y="1998"/>
                    <a:pt x="790063" y="1998"/>
                    <a:pt x="791330" y="4532"/>
                  </a:cubicBezTo>
                  <a:cubicBezTo>
                    <a:pt x="793862" y="4532"/>
                    <a:pt x="788798" y="1998"/>
                    <a:pt x="792596" y="1998"/>
                  </a:cubicBezTo>
                  <a:cubicBezTo>
                    <a:pt x="806524" y="4532"/>
                    <a:pt x="821717" y="732"/>
                    <a:pt x="836910" y="7067"/>
                  </a:cubicBezTo>
                  <a:cubicBezTo>
                    <a:pt x="862233" y="7067"/>
                    <a:pt x="892620" y="9600"/>
                    <a:pt x="921741" y="12135"/>
                  </a:cubicBezTo>
                  <a:cubicBezTo>
                    <a:pt x="928072" y="12135"/>
                    <a:pt x="934402" y="13402"/>
                    <a:pt x="938200" y="13402"/>
                  </a:cubicBezTo>
                  <a:cubicBezTo>
                    <a:pt x="943265" y="13402"/>
                    <a:pt x="950862" y="14668"/>
                    <a:pt x="955927" y="14668"/>
                  </a:cubicBezTo>
                  <a:cubicBezTo>
                    <a:pt x="960991" y="14668"/>
                    <a:pt x="967321" y="17203"/>
                    <a:pt x="972386" y="17203"/>
                  </a:cubicBezTo>
                  <a:cubicBezTo>
                    <a:pt x="969854" y="17203"/>
                    <a:pt x="985047" y="14668"/>
                    <a:pt x="982515" y="18470"/>
                  </a:cubicBezTo>
                  <a:cubicBezTo>
                    <a:pt x="993910" y="15935"/>
                    <a:pt x="1006572" y="21003"/>
                    <a:pt x="1017966" y="21003"/>
                  </a:cubicBezTo>
                  <a:cubicBezTo>
                    <a:pt x="1019233" y="21003"/>
                    <a:pt x="1019233" y="22271"/>
                    <a:pt x="1019233" y="23538"/>
                  </a:cubicBezTo>
                  <a:cubicBezTo>
                    <a:pt x="1021765" y="21003"/>
                    <a:pt x="1026829" y="24805"/>
                    <a:pt x="1028096" y="22271"/>
                  </a:cubicBezTo>
                  <a:cubicBezTo>
                    <a:pt x="1029362" y="27338"/>
                    <a:pt x="1034427" y="21003"/>
                    <a:pt x="1035692" y="24805"/>
                  </a:cubicBezTo>
                  <a:cubicBezTo>
                    <a:pt x="1040757" y="21003"/>
                    <a:pt x="1047088" y="26072"/>
                    <a:pt x="1052152" y="27338"/>
                  </a:cubicBezTo>
                  <a:cubicBezTo>
                    <a:pt x="1055950" y="28606"/>
                    <a:pt x="1063547" y="26072"/>
                    <a:pt x="1064813" y="31140"/>
                  </a:cubicBezTo>
                  <a:cubicBezTo>
                    <a:pt x="1059749" y="31140"/>
                    <a:pt x="1053419" y="33674"/>
                    <a:pt x="1039491" y="29873"/>
                  </a:cubicBezTo>
                  <a:cubicBezTo>
                    <a:pt x="1042023" y="31140"/>
                    <a:pt x="1031894" y="32407"/>
                    <a:pt x="1031894" y="28606"/>
                  </a:cubicBezTo>
                  <a:cubicBezTo>
                    <a:pt x="1028096" y="33674"/>
                    <a:pt x="1017966" y="27338"/>
                    <a:pt x="1014168" y="32407"/>
                  </a:cubicBezTo>
                  <a:cubicBezTo>
                    <a:pt x="1011636" y="31140"/>
                    <a:pt x="1014168" y="31140"/>
                    <a:pt x="1012902" y="29873"/>
                  </a:cubicBezTo>
                  <a:cubicBezTo>
                    <a:pt x="1001507" y="31140"/>
                    <a:pt x="995176" y="28606"/>
                    <a:pt x="983782" y="28606"/>
                  </a:cubicBezTo>
                  <a:cubicBezTo>
                    <a:pt x="990112" y="33674"/>
                    <a:pt x="997709" y="34941"/>
                    <a:pt x="1006572" y="34941"/>
                  </a:cubicBezTo>
                  <a:cubicBezTo>
                    <a:pt x="1009104" y="34941"/>
                    <a:pt x="1006572" y="36208"/>
                    <a:pt x="1009104" y="37475"/>
                  </a:cubicBezTo>
                  <a:cubicBezTo>
                    <a:pt x="1011636" y="37475"/>
                    <a:pt x="1010370" y="36208"/>
                    <a:pt x="1011636" y="34941"/>
                  </a:cubicBezTo>
                  <a:cubicBezTo>
                    <a:pt x="1024297" y="38742"/>
                    <a:pt x="1045821" y="38742"/>
                    <a:pt x="1058483" y="42543"/>
                  </a:cubicBezTo>
                  <a:cubicBezTo>
                    <a:pt x="1048354" y="41276"/>
                    <a:pt x="1033160" y="43810"/>
                    <a:pt x="1024297" y="40009"/>
                  </a:cubicBezTo>
                  <a:cubicBezTo>
                    <a:pt x="1010370" y="41276"/>
                    <a:pt x="986313" y="40009"/>
                    <a:pt x="968588" y="37475"/>
                  </a:cubicBezTo>
                  <a:cubicBezTo>
                    <a:pt x="967321" y="37475"/>
                    <a:pt x="964790" y="37475"/>
                    <a:pt x="967321" y="36208"/>
                  </a:cubicBezTo>
                  <a:cubicBezTo>
                    <a:pt x="963523" y="37475"/>
                    <a:pt x="959725" y="37475"/>
                    <a:pt x="954660" y="36208"/>
                  </a:cubicBezTo>
                  <a:cubicBezTo>
                    <a:pt x="871096" y="29873"/>
                    <a:pt x="774870" y="29873"/>
                    <a:pt x="696370" y="29873"/>
                  </a:cubicBezTo>
                  <a:cubicBezTo>
                    <a:pt x="607741" y="29873"/>
                    <a:pt x="525443" y="32407"/>
                    <a:pt x="438080" y="38742"/>
                  </a:cubicBezTo>
                  <a:cubicBezTo>
                    <a:pt x="301338" y="47611"/>
                    <a:pt x="173459" y="71684"/>
                    <a:pt x="50645" y="91956"/>
                  </a:cubicBezTo>
                  <a:cubicBezTo>
                    <a:pt x="39250" y="93223"/>
                    <a:pt x="29121" y="97024"/>
                    <a:pt x="17726" y="97024"/>
                  </a:cubicBezTo>
                  <a:cubicBezTo>
                    <a:pt x="15193" y="97024"/>
                    <a:pt x="11395" y="93223"/>
                    <a:pt x="13927" y="90689"/>
                  </a:cubicBezTo>
                  <a:cubicBezTo>
                    <a:pt x="8863" y="90689"/>
                    <a:pt x="7596" y="91956"/>
                    <a:pt x="2532" y="90689"/>
                  </a:cubicBezTo>
                  <a:cubicBezTo>
                    <a:pt x="1266" y="89422"/>
                    <a:pt x="0" y="86888"/>
                    <a:pt x="0" y="84354"/>
                  </a:cubicBezTo>
                  <a:cubicBezTo>
                    <a:pt x="3798" y="80553"/>
                    <a:pt x="7596" y="78019"/>
                    <a:pt x="13927" y="76752"/>
                  </a:cubicBezTo>
                  <a:cubicBezTo>
                    <a:pt x="15193" y="75485"/>
                    <a:pt x="13927" y="75485"/>
                    <a:pt x="13927" y="72951"/>
                  </a:cubicBezTo>
                  <a:cubicBezTo>
                    <a:pt x="43048" y="61548"/>
                    <a:pt x="77233" y="51412"/>
                    <a:pt x="113952" y="48878"/>
                  </a:cubicBezTo>
                  <a:cubicBezTo>
                    <a:pt x="172193" y="42543"/>
                    <a:pt x="232967" y="31140"/>
                    <a:pt x="289943" y="26072"/>
                  </a:cubicBezTo>
                  <a:cubicBezTo>
                    <a:pt x="303871" y="24805"/>
                    <a:pt x="316532" y="24805"/>
                    <a:pt x="330459" y="23538"/>
                  </a:cubicBezTo>
                  <a:cubicBezTo>
                    <a:pt x="349451" y="22271"/>
                    <a:pt x="372241" y="18470"/>
                    <a:pt x="395032" y="19737"/>
                  </a:cubicBezTo>
                  <a:cubicBezTo>
                    <a:pt x="408959" y="19737"/>
                    <a:pt x="425419" y="17203"/>
                    <a:pt x="441878" y="15935"/>
                  </a:cubicBezTo>
                  <a:cubicBezTo>
                    <a:pt x="521645" y="10868"/>
                    <a:pt x="612805" y="5800"/>
                    <a:pt x="691306" y="5800"/>
                  </a:cubicBezTo>
                  <a:cubicBezTo>
                    <a:pt x="693838" y="-1803"/>
                    <a:pt x="690040" y="3265"/>
                    <a:pt x="687507" y="732"/>
                  </a:cubicBezTo>
                  <a:moveTo>
                    <a:pt x="986313" y="26072"/>
                  </a:moveTo>
                  <a:cubicBezTo>
                    <a:pt x="985047" y="26072"/>
                    <a:pt x="983782" y="26072"/>
                    <a:pt x="982515" y="26072"/>
                  </a:cubicBezTo>
                  <a:cubicBezTo>
                    <a:pt x="981249" y="29873"/>
                    <a:pt x="987580" y="29873"/>
                    <a:pt x="986313"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63" name="Freeform 62">
              <a:extLst>
                <a:ext uri="{FF2B5EF4-FFF2-40B4-BE49-F238E27FC236}">
                  <a16:creationId xmlns:a16="http://schemas.microsoft.com/office/drawing/2014/main" id="{B5CA6C99-AFDD-A99E-F9DB-376CDFC1DAA6}"/>
                </a:ext>
              </a:extLst>
            </p:cNvPr>
            <p:cNvSpPr/>
            <p:nvPr/>
          </p:nvSpPr>
          <p:spPr>
            <a:xfrm>
              <a:off x="-1071498" y="1285075"/>
              <a:ext cx="988845" cy="160910"/>
            </a:xfrm>
            <a:custGeom>
              <a:avLst/>
              <a:gdLst>
                <a:gd name="connsiteX0" fmla="*/ 844507 w 988845"/>
                <a:gd name="connsiteY0" fmla="*/ 158376 h 160910"/>
                <a:gd name="connsiteX1" fmla="*/ 886290 w 988845"/>
                <a:gd name="connsiteY1" fmla="*/ 158376 h 160910"/>
                <a:gd name="connsiteX2" fmla="*/ 886290 w 988845"/>
                <a:gd name="connsiteY2" fmla="*/ 74754 h 160910"/>
                <a:gd name="connsiteX3" fmla="*/ 952128 w 988845"/>
                <a:gd name="connsiteY3" fmla="*/ 158376 h 160910"/>
                <a:gd name="connsiteX4" fmla="*/ 988846 w 988845"/>
                <a:gd name="connsiteY4" fmla="*/ 158376 h 160910"/>
                <a:gd name="connsiteX5" fmla="*/ 988846 w 988845"/>
                <a:gd name="connsiteY5" fmla="*/ 5068 h 160910"/>
                <a:gd name="connsiteX6" fmla="*/ 947064 w 988845"/>
                <a:gd name="connsiteY6" fmla="*/ 5068 h 160910"/>
                <a:gd name="connsiteX7" fmla="*/ 947064 w 988845"/>
                <a:gd name="connsiteY7" fmla="*/ 86157 h 160910"/>
                <a:gd name="connsiteX8" fmla="*/ 883758 w 988845"/>
                <a:gd name="connsiteY8" fmla="*/ 5068 h 160910"/>
                <a:gd name="connsiteX9" fmla="*/ 844507 w 988845"/>
                <a:gd name="connsiteY9" fmla="*/ 5068 h 160910"/>
                <a:gd name="connsiteX10" fmla="*/ 844507 w 988845"/>
                <a:gd name="connsiteY10" fmla="*/ 158376 h 160910"/>
                <a:gd name="connsiteX11" fmla="*/ 729290 w 988845"/>
                <a:gd name="connsiteY11" fmla="*/ 122900 h 160910"/>
                <a:gd name="connsiteX12" fmla="*/ 690040 w 988845"/>
                <a:gd name="connsiteY12" fmla="*/ 81089 h 160910"/>
                <a:gd name="connsiteX13" fmla="*/ 690040 w 988845"/>
                <a:gd name="connsiteY13" fmla="*/ 81089 h 160910"/>
                <a:gd name="connsiteX14" fmla="*/ 729290 w 988845"/>
                <a:gd name="connsiteY14" fmla="*/ 40544 h 160910"/>
                <a:gd name="connsiteX15" fmla="*/ 768539 w 988845"/>
                <a:gd name="connsiteY15" fmla="*/ 82356 h 160910"/>
                <a:gd name="connsiteX16" fmla="*/ 768539 w 988845"/>
                <a:gd name="connsiteY16" fmla="*/ 82356 h 160910"/>
                <a:gd name="connsiteX17" fmla="*/ 729290 w 988845"/>
                <a:gd name="connsiteY17" fmla="*/ 122900 h 160910"/>
                <a:gd name="connsiteX18" fmla="*/ 729290 w 988845"/>
                <a:gd name="connsiteY18" fmla="*/ 160910 h 160910"/>
                <a:gd name="connsiteX19" fmla="*/ 811588 w 988845"/>
                <a:gd name="connsiteY19" fmla="*/ 81089 h 160910"/>
                <a:gd name="connsiteX20" fmla="*/ 811588 w 988845"/>
                <a:gd name="connsiteY20" fmla="*/ 81089 h 160910"/>
                <a:gd name="connsiteX21" fmla="*/ 729290 w 988845"/>
                <a:gd name="connsiteY21" fmla="*/ 1267 h 160910"/>
                <a:gd name="connsiteX22" fmla="*/ 646991 w 988845"/>
                <a:gd name="connsiteY22" fmla="*/ 81089 h 160910"/>
                <a:gd name="connsiteX23" fmla="*/ 646991 w 988845"/>
                <a:gd name="connsiteY23" fmla="*/ 81089 h 160910"/>
                <a:gd name="connsiteX24" fmla="*/ 729290 w 988845"/>
                <a:gd name="connsiteY24" fmla="*/ 160910 h 160910"/>
                <a:gd name="connsiteX25" fmla="*/ 515314 w 988845"/>
                <a:gd name="connsiteY25" fmla="*/ 158376 h 160910"/>
                <a:gd name="connsiteX26" fmla="*/ 631798 w 988845"/>
                <a:gd name="connsiteY26" fmla="*/ 158376 h 160910"/>
                <a:gd name="connsiteX27" fmla="*/ 631798 w 988845"/>
                <a:gd name="connsiteY27" fmla="*/ 121633 h 160910"/>
                <a:gd name="connsiteX28" fmla="*/ 557097 w 988845"/>
                <a:gd name="connsiteY28" fmla="*/ 121633 h 160910"/>
                <a:gd name="connsiteX29" fmla="*/ 557097 w 988845"/>
                <a:gd name="connsiteY29" fmla="*/ 5068 h 160910"/>
                <a:gd name="connsiteX30" fmla="*/ 514048 w 988845"/>
                <a:gd name="connsiteY30" fmla="*/ 5068 h 160910"/>
                <a:gd name="connsiteX31" fmla="*/ 514048 w 988845"/>
                <a:gd name="connsiteY31" fmla="*/ 158376 h 160910"/>
                <a:gd name="connsiteX32" fmla="*/ 369709 w 988845"/>
                <a:gd name="connsiteY32" fmla="*/ 158376 h 160910"/>
                <a:gd name="connsiteX33" fmla="*/ 486193 w 988845"/>
                <a:gd name="connsiteY33" fmla="*/ 158376 h 160910"/>
                <a:gd name="connsiteX34" fmla="*/ 486193 w 988845"/>
                <a:gd name="connsiteY34" fmla="*/ 121633 h 160910"/>
                <a:gd name="connsiteX35" fmla="*/ 411492 w 988845"/>
                <a:gd name="connsiteY35" fmla="*/ 121633 h 160910"/>
                <a:gd name="connsiteX36" fmla="*/ 411492 w 988845"/>
                <a:gd name="connsiteY36" fmla="*/ 5068 h 160910"/>
                <a:gd name="connsiteX37" fmla="*/ 368443 w 988845"/>
                <a:gd name="connsiteY37" fmla="*/ 5068 h 160910"/>
                <a:gd name="connsiteX38" fmla="*/ 368443 w 988845"/>
                <a:gd name="connsiteY38" fmla="*/ 158376 h 160910"/>
                <a:gd name="connsiteX39" fmla="*/ 239298 w 988845"/>
                <a:gd name="connsiteY39" fmla="*/ 97560 h 160910"/>
                <a:gd name="connsiteX40" fmla="*/ 257024 w 988845"/>
                <a:gd name="connsiteY40" fmla="*/ 54482 h 160910"/>
                <a:gd name="connsiteX41" fmla="*/ 273484 w 988845"/>
                <a:gd name="connsiteY41" fmla="*/ 97560 h 160910"/>
                <a:gd name="connsiteX42" fmla="*/ 239298 w 988845"/>
                <a:gd name="connsiteY42" fmla="*/ 97560 h 160910"/>
                <a:gd name="connsiteX43" fmla="*/ 172193 w 988845"/>
                <a:gd name="connsiteY43" fmla="*/ 158376 h 160910"/>
                <a:gd name="connsiteX44" fmla="*/ 216508 w 988845"/>
                <a:gd name="connsiteY44" fmla="*/ 158376 h 160910"/>
                <a:gd name="connsiteX45" fmla="*/ 227903 w 988845"/>
                <a:gd name="connsiteY45" fmla="*/ 130502 h 160910"/>
                <a:gd name="connsiteX46" fmla="*/ 287411 w 988845"/>
                <a:gd name="connsiteY46" fmla="*/ 130502 h 160910"/>
                <a:gd name="connsiteX47" fmla="*/ 298806 w 988845"/>
                <a:gd name="connsiteY47" fmla="*/ 158376 h 160910"/>
                <a:gd name="connsiteX48" fmla="*/ 344387 w 988845"/>
                <a:gd name="connsiteY48" fmla="*/ 158376 h 160910"/>
                <a:gd name="connsiteX49" fmla="*/ 278548 w 988845"/>
                <a:gd name="connsiteY49" fmla="*/ 3801 h 160910"/>
                <a:gd name="connsiteX50" fmla="*/ 238032 w 988845"/>
                <a:gd name="connsiteY50" fmla="*/ 3801 h 160910"/>
                <a:gd name="connsiteX51" fmla="*/ 172193 w 988845"/>
                <a:gd name="connsiteY51" fmla="*/ 158376 h 160910"/>
                <a:gd name="connsiteX52" fmla="*/ 82298 w 988845"/>
                <a:gd name="connsiteY52" fmla="*/ 160910 h 160910"/>
                <a:gd name="connsiteX53" fmla="*/ 149403 w 988845"/>
                <a:gd name="connsiteY53" fmla="*/ 136837 h 160910"/>
                <a:gd name="connsiteX54" fmla="*/ 149403 w 988845"/>
                <a:gd name="connsiteY54" fmla="*/ 67152 h 160910"/>
                <a:gd name="connsiteX55" fmla="*/ 78500 w 988845"/>
                <a:gd name="connsiteY55" fmla="*/ 67152 h 160910"/>
                <a:gd name="connsiteX56" fmla="*/ 78500 w 988845"/>
                <a:gd name="connsiteY56" fmla="*/ 98827 h 160910"/>
                <a:gd name="connsiteX57" fmla="*/ 108887 w 988845"/>
                <a:gd name="connsiteY57" fmla="*/ 98827 h 160910"/>
                <a:gd name="connsiteX58" fmla="*/ 108887 w 988845"/>
                <a:gd name="connsiteY58" fmla="*/ 117832 h 160910"/>
                <a:gd name="connsiteX59" fmla="*/ 84831 w 988845"/>
                <a:gd name="connsiteY59" fmla="*/ 124167 h 160910"/>
                <a:gd name="connsiteX60" fmla="*/ 43048 w 988845"/>
                <a:gd name="connsiteY60" fmla="*/ 81089 h 160910"/>
                <a:gd name="connsiteX61" fmla="*/ 43048 w 988845"/>
                <a:gd name="connsiteY61" fmla="*/ 81089 h 160910"/>
                <a:gd name="connsiteX62" fmla="*/ 82298 w 988845"/>
                <a:gd name="connsiteY62" fmla="*/ 39277 h 160910"/>
                <a:gd name="connsiteX63" fmla="*/ 119016 w 988845"/>
                <a:gd name="connsiteY63" fmla="*/ 53215 h 160910"/>
                <a:gd name="connsiteX64" fmla="*/ 144339 w 988845"/>
                <a:gd name="connsiteY64" fmla="*/ 22806 h 160910"/>
                <a:gd name="connsiteX65" fmla="*/ 82298 w 988845"/>
                <a:gd name="connsiteY65" fmla="*/ 0 h 160910"/>
                <a:gd name="connsiteX66" fmla="*/ 0 w 988845"/>
                <a:gd name="connsiteY66" fmla="*/ 79822 h 160910"/>
                <a:gd name="connsiteX67" fmla="*/ 0 w 988845"/>
                <a:gd name="connsiteY67" fmla="*/ 79822 h 160910"/>
                <a:gd name="connsiteX68" fmla="*/ 82298 w 988845"/>
                <a:gd name="connsiteY68" fmla="*/ 160910 h 16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88845" h="160910">
                  <a:moveTo>
                    <a:pt x="844507" y="158376"/>
                  </a:moveTo>
                  <a:lnTo>
                    <a:pt x="886290" y="158376"/>
                  </a:lnTo>
                  <a:lnTo>
                    <a:pt x="886290" y="74754"/>
                  </a:lnTo>
                  <a:lnTo>
                    <a:pt x="952128" y="158376"/>
                  </a:lnTo>
                  <a:lnTo>
                    <a:pt x="988846" y="158376"/>
                  </a:lnTo>
                  <a:lnTo>
                    <a:pt x="988846" y="5068"/>
                  </a:lnTo>
                  <a:lnTo>
                    <a:pt x="947064" y="5068"/>
                  </a:lnTo>
                  <a:lnTo>
                    <a:pt x="947064" y="86157"/>
                  </a:lnTo>
                  <a:lnTo>
                    <a:pt x="883758" y="5068"/>
                  </a:lnTo>
                  <a:lnTo>
                    <a:pt x="844507" y="5068"/>
                  </a:lnTo>
                  <a:lnTo>
                    <a:pt x="844507" y="158376"/>
                  </a:lnTo>
                  <a:close/>
                  <a:moveTo>
                    <a:pt x="729290" y="122900"/>
                  </a:moveTo>
                  <a:cubicBezTo>
                    <a:pt x="706500" y="122900"/>
                    <a:pt x="690040" y="103895"/>
                    <a:pt x="690040" y="81089"/>
                  </a:cubicBezTo>
                  <a:lnTo>
                    <a:pt x="690040" y="81089"/>
                  </a:lnTo>
                  <a:cubicBezTo>
                    <a:pt x="690040" y="59550"/>
                    <a:pt x="705233" y="40544"/>
                    <a:pt x="729290" y="40544"/>
                  </a:cubicBezTo>
                  <a:cubicBezTo>
                    <a:pt x="753347" y="40544"/>
                    <a:pt x="768539" y="59550"/>
                    <a:pt x="768539" y="82356"/>
                  </a:cubicBezTo>
                  <a:lnTo>
                    <a:pt x="768539" y="82356"/>
                  </a:lnTo>
                  <a:cubicBezTo>
                    <a:pt x="768539" y="103895"/>
                    <a:pt x="753347" y="122900"/>
                    <a:pt x="729290" y="122900"/>
                  </a:cubicBezTo>
                  <a:moveTo>
                    <a:pt x="729290" y="160910"/>
                  </a:moveTo>
                  <a:cubicBezTo>
                    <a:pt x="776137" y="160910"/>
                    <a:pt x="811588" y="125434"/>
                    <a:pt x="811588" y="81089"/>
                  </a:cubicBezTo>
                  <a:lnTo>
                    <a:pt x="811588" y="81089"/>
                  </a:lnTo>
                  <a:cubicBezTo>
                    <a:pt x="811588" y="36744"/>
                    <a:pt x="776137" y="1267"/>
                    <a:pt x="729290" y="1267"/>
                  </a:cubicBezTo>
                  <a:cubicBezTo>
                    <a:pt x="682443" y="1267"/>
                    <a:pt x="646991" y="36744"/>
                    <a:pt x="646991" y="81089"/>
                  </a:cubicBezTo>
                  <a:lnTo>
                    <a:pt x="646991" y="81089"/>
                  </a:lnTo>
                  <a:cubicBezTo>
                    <a:pt x="646991" y="125434"/>
                    <a:pt x="682443" y="160910"/>
                    <a:pt x="729290" y="160910"/>
                  </a:cubicBezTo>
                  <a:moveTo>
                    <a:pt x="515314" y="158376"/>
                  </a:moveTo>
                  <a:lnTo>
                    <a:pt x="631798" y="158376"/>
                  </a:lnTo>
                  <a:lnTo>
                    <a:pt x="631798" y="121633"/>
                  </a:lnTo>
                  <a:lnTo>
                    <a:pt x="557097" y="121633"/>
                  </a:lnTo>
                  <a:lnTo>
                    <a:pt x="557097" y="5068"/>
                  </a:lnTo>
                  <a:lnTo>
                    <a:pt x="514048" y="5068"/>
                  </a:lnTo>
                  <a:lnTo>
                    <a:pt x="514048" y="158376"/>
                  </a:lnTo>
                  <a:close/>
                  <a:moveTo>
                    <a:pt x="369709" y="158376"/>
                  </a:moveTo>
                  <a:lnTo>
                    <a:pt x="486193" y="158376"/>
                  </a:lnTo>
                  <a:lnTo>
                    <a:pt x="486193" y="121633"/>
                  </a:lnTo>
                  <a:lnTo>
                    <a:pt x="411492" y="121633"/>
                  </a:lnTo>
                  <a:lnTo>
                    <a:pt x="411492" y="5068"/>
                  </a:lnTo>
                  <a:lnTo>
                    <a:pt x="368443" y="5068"/>
                  </a:lnTo>
                  <a:lnTo>
                    <a:pt x="368443" y="158376"/>
                  </a:lnTo>
                  <a:close/>
                  <a:moveTo>
                    <a:pt x="239298" y="97560"/>
                  </a:moveTo>
                  <a:lnTo>
                    <a:pt x="257024" y="54482"/>
                  </a:lnTo>
                  <a:lnTo>
                    <a:pt x="273484" y="97560"/>
                  </a:lnTo>
                  <a:lnTo>
                    <a:pt x="239298" y="97560"/>
                  </a:lnTo>
                  <a:close/>
                  <a:moveTo>
                    <a:pt x="172193" y="158376"/>
                  </a:moveTo>
                  <a:lnTo>
                    <a:pt x="216508" y="158376"/>
                  </a:lnTo>
                  <a:lnTo>
                    <a:pt x="227903" y="130502"/>
                  </a:lnTo>
                  <a:lnTo>
                    <a:pt x="287411" y="130502"/>
                  </a:lnTo>
                  <a:lnTo>
                    <a:pt x="298806" y="158376"/>
                  </a:lnTo>
                  <a:lnTo>
                    <a:pt x="344387" y="158376"/>
                  </a:lnTo>
                  <a:lnTo>
                    <a:pt x="278548" y="3801"/>
                  </a:lnTo>
                  <a:lnTo>
                    <a:pt x="238032" y="3801"/>
                  </a:lnTo>
                  <a:lnTo>
                    <a:pt x="172193" y="158376"/>
                  </a:lnTo>
                  <a:close/>
                  <a:moveTo>
                    <a:pt x="82298" y="160910"/>
                  </a:moveTo>
                  <a:cubicBezTo>
                    <a:pt x="110153" y="160910"/>
                    <a:pt x="132943" y="150774"/>
                    <a:pt x="149403" y="136837"/>
                  </a:cubicBezTo>
                  <a:lnTo>
                    <a:pt x="149403" y="67152"/>
                  </a:lnTo>
                  <a:lnTo>
                    <a:pt x="78500" y="67152"/>
                  </a:lnTo>
                  <a:lnTo>
                    <a:pt x="78500" y="98827"/>
                  </a:lnTo>
                  <a:lnTo>
                    <a:pt x="108887" y="98827"/>
                  </a:lnTo>
                  <a:lnTo>
                    <a:pt x="108887" y="117832"/>
                  </a:lnTo>
                  <a:cubicBezTo>
                    <a:pt x="102556" y="121633"/>
                    <a:pt x="94960" y="124167"/>
                    <a:pt x="84831" y="124167"/>
                  </a:cubicBezTo>
                  <a:cubicBezTo>
                    <a:pt x="60774" y="124167"/>
                    <a:pt x="43048" y="106429"/>
                    <a:pt x="43048" y="81089"/>
                  </a:cubicBezTo>
                  <a:lnTo>
                    <a:pt x="43048" y="81089"/>
                  </a:lnTo>
                  <a:cubicBezTo>
                    <a:pt x="43048" y="57015"/>
                    <a:pt x="60774" y="39277"/>
                    <a:pt x="82298" y="39277"/>
                  </a:cubicBezTo>
                  <a:cubicBezTo>
                    <a:pt x="97492" y="39277"/>
                    <a:pt x="108887" y="44345"/>
                    <a:pt x="119016" y="53215"/>
                  </a:cubicBezTo>
                  <a:lnTo>
                    <a:pt x="144339" y="22806"/>
                  </a:lnTo>
                  <a:cubicBezTo>
                    <a:pt x="127879" y="8869"/>
                    <a:pt x="108887" y="0"/>
                    <a:pt x="82298" y="0"/>
                  </a:cubicBezTo>
                  <a:cubicBezTo>
                    <a:pt x="34186" y="0"/>
                    <a:pt x="0" y="35476"/>
                    <a:pt x="0" y="79822"/>
                  </a:cubicBezTo>
                  <a:lnTo>
                    <a:pt x="0" y="79822"/>
                  </a:lnTo>
                  <a:cubicBezTo>
                    <a:pt x="0" y="127968"/>
                    <a:pt x="35452" y="160910"/>
                    <a:pt x="82298" y="160910"/>
                  </a:cubicBezTo>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grpSp>
        <p:nvGrpSpPr>
          <p:cNvPr id="64" name="Group 63">
            <a:extLst>
              <a:ext uri="{FF2B5EF4-FFF2-40B4-BE49-F238E27FC236}">
                <a16:creationId xmlns:a16="http://schemas.microsoft.com/office/drawing/2014/main" id="{46D36134-C0A7-DB2F-4749-30480620E4AC}"/>
              </a:ext>
            </a:extLst>
          </p:cNvPr>
          <p:cNvGrpSpPr/>
          <p:nvPr/>
        </p:nvGrpSpPr>
        <p:grpSpPr>
          <a:xfrm>
            <a:off x="4671549" y="4688875"/>
            <a:ext cx="1064813" cy="283810"/>
            <a:chOff x="-1048708" y="-474801"/>
            <a:chExt cx="1064813" cy="283810"/>
          </a:xfrm>
        </p:grpSpPr>
        <p:sp>
          <p:nvSpPr>
            <p:cNvPr id="65" name="Freeform 64">
              <a:extLst>
                <a:ext uri="{FF2B5EF4-FFF2-40B4-BE49-F238E27FC236}">
                  <a16:creationId xmlns:a16="http://schemas.microsoft.com/office/drawing/2014/main" id="{F03A65E4-E24D-288A-E974-3B9D34715C8C}"/>
                </a:ext>
              </a:extLst>
            </p:cNvPr>
            <p:cNvSpPr/>
            <p:nvPr/>
          </p:nvSpPr>
          <p:spPr>
            <a:xfrm>
              <a:off x="-1048708" y="-288015"/>
              <a:ext cx="1064813" cy="97024"/>
            </a:xfrm>
            <a:custGeom>
              <a:avLst/>
              <a:gdLst>
                <a:gd name="connsiteX0" fmla="*/ 687507 w 1064813"/>
                <a:gd name="connsiteY0" fmla="*/ 732 h 97024"/>
                <a:gd name="connsiteX1" fmla="*/ 778669 w 1064813"/>
                <a:gd name="connsiteY1" fmla="*/ 732 h 97024"/>
                <a:gd name="connsiteX2" fmla="*/ 778669 w 1064813"/>
                <a:gd name="connsiteY2" fmla="*/ 3265 h 97024"/>
                <a:gd name="connsiteX3" fmla="*/ 782467 w 1064813"/>
                <a:gd name="connsiteY3" fmla="*/ 732 h 97024"/>
                <a:gd name="connsiteX4" fmla="*/ 786265 w 1064813"/>
                <a:gd name="connsiteY4" fmla="*/ 3265 h 97024"/>
                <a:gd name="connsiteX5" fmla="*/ 784999 w 1064813"/>
                <a:gd name="connsiteY5" fmla="*/ 1998 h 97024"/>
                <a:gd name="connsiteX6" fmla="*/ 791330 w 1064813"/>
                <a:gd name="connsiteY6" fmla="*/ 4532 h 97024"/>
                <a:gd name="connsiteX7" fmla="*/ 792596 w 1064813"/>
                <a:gd name="connsiteY7" fmla="*/ 1998 h 97024"/>
                <a:gd name="connsiteX8" fmla="*/ 836910 w 1064813"/>
                <a:gd name="connsiteY8" fmla="*/ 7067 h 97024"/>
                <a:gd name="connsiteX9" fmla="*/ 921741 w 1064813"/>
                <a:gd name="connsiteY9" fmla="*/ 12135 h 97024"/>
                <a:gd name="connsiteX10" fmla="*/ 938200 w 1064813"/>
                <a:gd name="connsiteY10" fmla="*/ 13402 h 97024"/>
                <a:gd name="connsiteX11" fmla="*/ 955927 w 1064813"/>
                <a:gd name="connsiteY11" fmla="*/ 14668 h 97024"/>
                <a:gd name="connsiteX12" fmla="*/ 972386 w 1064813"/>
                <a:gd name="connsiteY12" fmla="*/ 17203 h 97024"/>
                <a:gd name="connsiteX13" fmla="*/ 982515 w 1064813"/>
                <a:gd name="connsiteY13" fmla="*/ 18470 h 97024"/>
                <a:gd name="connsiteX14" fmla="*/ 1017966 w 1064813"/>
                <a:gd name="connsiteY14" fmla="*/ 21003 h 97024"/>
                <a:gd name="connsiteX15" fmla="*/ 1019233 w 1064813"/>
                <a:gd name="connsiteY15" fmla="*/ 23538 h 97024"/>
                <a:gd name="connsiteX16" fmla="*/ 1028096 w 1064813"/>
                <a:gd name="connsiteY16" fmla="*/ 22271 h 97024"/>
                <a:gd name="connsiteX17" fmla="*/ 1035692 w 1064813"/>
                <a:gd name="connsiteY17" fmla="*/ 24805 h 97024"/>
                <a:gd name="connsiteX18" fmla="*/ 1052152 w 1064813"/>
                <a:gd name="connsiteY18" fmla="*/ 27338 h 97024"/>
                <a:gd name="connsiteX19" fmla="*/ 1064813 w 1064813"/>
                <a:gd name="connsiteY19" fmla="*/ 31140 h 97024"/>
                <a:gd name="connsiteX20" fmla="*/ 1039491 w 1064813"/>
                <a:gd name="connsiteY20" fmla="*/ 29873 h 97024"/>
                <a:gd name="connsiteX21" fmla="*/ 1031894 w 1064813"/>
                <a:gd name="connsiteY21" fmla="*/ 28606 h 97024"/>
                <a:gd name="connsiteX22" fmla="*/ 1014168 w 1064813"/>
                <a:gd name="connsiteY22" fmla="*/ 32407 h 97024"/>
                <a:gd name="connsiteX23" fmla="*/ 1012902 w 1064813"/>
                <a:gd name="connsiteY23" fmla="*/ 29873 h 97024"/>
                <a:gd name="connsiteX24" fmla="*/ 983782 w 1064813"/>
                <a:gd name="connsiteY24" fmla="*/ 28606 h 97024"/>
                <a:gd name="connsiteX25" fmla="*/ 1006572 w 1064813"/>
                <a:gd name="connsiteY25" fmla="*/ 34941 h 97024"/>
                <a:gd name="connsiteX26" fmla="*/ 1009104 w 1064813"/>
                <a:gd name="connsiteY26" fmla="*/ 37475 h 97024"/>
                <a:gd name="connsiteX27" fmla="*/ 1011636 w 1064813"/>
                <a:gd name="connsiteY27" fmla="*/ 34941 h 97024"/>
                <a:gd name="connsiteX28" fmla="*/ 1058483 w 1064813"/>
                <a:gd name="connsiteY28" fmla="*/ 42543 h 97024"/>
                <a:gd name="connsiteX29" fmla="*/ 1024297 w 1064813"/>
                <a:gd name="connsiteY29" fmla="*/ 40009 h 97024"/>
                <a:gd name="connsiteX30" fmla="*/ 968588 w 1064813"/>
                <a:gd name="connsiteY30" fmla="*/ 37475 h 97024"/>
                <a:gd name="connsiteX31" fmla="*/ 967321 w 1064813"/>
                <a:gd name="connsiteY31" fmla="*/ 36208 h 97024"/>
                <a:gd name="connsiteX32" fmla="*/ 954660 w 1064813"/>
                <a:gd name="connsiteY32" fmla="*/ 36208 h 97024"/>
                <a:gd name="connsiteX33" fmla="*/ 696370 w 1064813"/>
                <a:gd name="connsiteY33" fmla="*/ 29873 h 97024"/>
                <a:gd name="connsiteX34" fmla="*/ 438080 w 1064813"/>
                <a:gd name="connsiteY34" fmla="*/ 38742 h 97024"/>
                <a:gd name="connsiteX35" fmla="*/ 50645 w 1064813"/>
                <a:gd name="connsiteY35" fmla="*/ 91956 h 97024"/>
                <a:gd name="connsiteX36" fmla="*/ 17726 w 1064813"/>
                <a:gd name="connsiteY36" fmla="*/ 97024 h 97024"/>
                <a:gd name="connsiteX37" fmla="*/ 13927 w 1064813"/>
                <a:gd name="connsiteY37" fmla="*/ 90689 h 97024"/>
                <a:gd name="connsiteX38" fmla="*/ 2532 w 1064813"/>
                <a:gd name="connsiteY38" fmla="*/ 90689 h 97024"/>
                <a:gd name="connsiteX39" fmla="*/ 0 w 1064813"/>
                <a:gd name="connsiteY39" fmla="*/ 84354 h 97024"/>
                <a:gd name="connsiteX40" fmla="*/ 13927 w 1064813"/>
                <a:gd name="connsiteY40" fmla="*/ 76752 h 97024"/>
                <a:gd name="connsiteX41" fmla="*/ 13927 w 1064813"/>
                <a:gd name="connsiteY41" fmla="*/ 72951 h 97024"/>
                <a:gd name="connsiteX42" fmla="*/ 113952 w 1064813"/>
                <a:gd name="connsiteY42" fmla="*/ 48878 h 97024"/>
                <a:gd name="connsiteX43" fmla="*/ 289943 w 1064813"/>
                <a:gd name="connsiteY43" fmla="*/ 26072 h 97024"/>
                <a:gd name="connsiteX44" fmla="*/ 330459 w 1064813"/>
                <a:gd name="connsiteY44" fmla="*/ 23538 h 97024"/>
                <a:gd name="connsiteX45" fmla="*/ 395032 w 1064813"/>
                <a:gd name="connsiteY45" fmla="*/ 19737 h 97024"/>
                <a:gd name="connsiteX46" fmla="*/ 441878 w 1064813"/>
                <a:gd name="connsiteY46" fmla="*/ 15935 h 97024"/>
                <a:gd name="connsiteX47" fmla="*/ 691306 w 1064813"/>
                <a:gd name="connsiteY47" fmla="*/ 5800 h 97024"/>
                <a:gd name="connsiteX48" fmla="*/ 687507 w 1064813"/>
                <a:gd name="connsiteY48" fmla="*/ 732 h 97024"/>
                <a:gd name="connsiteX49" fmla="*/ 986313 w 1064813"/>
                <a:gd name="connsiteY49" fmla="*/ 26072 h 97024"/>
                <a:gd name="connsiteX50" fmla="*/ 982515 w 1064813"/>
                <a:gd name="connsiteY50" fmla="*/ 26072 h 97024"/>
                <a:gd name="connsiteX51" fmla="*/ 986313 w 1064813"/>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64813" h="97024">
                  <a:moveTo>
                    <a:pt x="687507" y="732"/>
                  </a:moveTo>
                  <a:cubicBezTo>
                    <a:pt x="715362" y="-1803"/>
                    <a:pt x="748281" y="3265"/>
                    <a:pt x="778669" y="732"/>
                  </a:cubicBezTo>
                  <a:cubicBezTo>
                    <a:pt x="778669" y="1998"/>
                    <a:pt x="778669" y="1998"/>
                    <a:pt x="778669" y="3265"/>
                  </a:cubicBezTo>
                  <a:cubicBezTo>
                    <a:pt x="781201" y="3265"/>
                    <a:pt x="781201" y="732"/>
                    <a:pt x="782467" y="732"/>
                  </a:cubicBezTo>
                  <a:cubicBezTo>
                    <a:pt x="784999" y="732"/>
                    <a:pt x="782467" y="4532"/>
                    <a:pt x="786265" y="3265"/>
                  </a:cubicBezTo>
                  <a:cubicBezTo>
                    <a:pt x="787532" y="3265"/>
                    <a:pt x="786265" y="1998"/>
                    <a:pt x="784999" y="1998"/>
                  </a:cubicBezTo>
                  <a:cubicBezTo>
                    <a:pt x="786265" y="1998"/>
                    <a:pt x="790063" y="1998"/>
                    <a:pt x="791330" y="4532"/>
                  </a:cubicBezTo>
                  <a:cubicBezTo>
                    <a:pt x="793862" y="4532"/>
                    <a:pt x="788798" y="1998"/>
                    <a:pt x="792596" y="1998"/>
                  </a:cubicBezTo>
                  <a:cubicBezTo>
                    <a:pt x="806524" y="4532"/>
                    <a:pt x="821717" y="732"/>
                    <a:pt x="836910" y="7067"/>
                  </a:cubicBezTo>
                  <a:cubicBezTo>
                    <a:pt x="862233" y="7067"/>
                    <a:pt x="892620" y="9600"/>
                    <a:pt x="921741" y="12135"/>
                  </a:cubicBezTo>
                  <a:cubicBezTo>
                    <a:pt x="928072" y="12135"/>
                    <a:pt x="934402" y="13402"/>
                    <a:pt x="938200" y="13402"/>
                  </a:cubicBezTo>
                  <a:cubicBezTo>
                    <a:pt x="943265" y="13402"/>
                    <a:pt x="950862" y="14668"/>
                    <a:pt x="955927" y="14668"/>
                  </a:cubicBezTo>
                  <a:cubicBezTo>
                    <a:pt x="960991" y="14668"/>
                    <a:pt x="967321" y="17203"/>
                    <a:pt x="972386" y="17203"/>
                  </a:cubicBezTo>
                  <a:cubicBezTo>
                    <a:pt x="969854" y="17203"/>
                    <a:pt x="985047" y="14668"/>
                    <a:pt x="982515" y="18470"/>
                  </a:cubicBezTo>
                  <a:cubicBezTo>
                    <a:pt x="993910" y="15935"/>
                    <a:pt x="1006572" y="21003"/>
                    <a:pt x="1017966" y="21003"/>
                  </a:cubicBezTo>
                  <a:cubicBezTo>
                    <a:pt x="1019233" y="21003"/>
                    <a:pt x="1019233" y="22271"/>
                    <a:pt x="1019233" y="23538"/>
                  </a:cubicBezTo>
                  <a:cubicBezTo>
                    <a:pt x="1021765" y="21003"/>
                    <a:pt x="1026829" y="24805"/>
                    <a:pt x="1028096" y="22271"/>
                  </a:cubicBezTo>
                  <a:cubicBezTo>
                    <a:pt x="1029362" y="27338"/>
                    <a:pt x="1034427" y="21003"/>
                    <a:pt x="1035692" y="24805"/>
                  </a:cubicBezTo>
                  <a:cubicBezTo>
                    <a:pt x="1040757" y="21003"/>
                    <a:pt x="1047088" y="26072"/>
                    <a:pt x="1052152" y="27338"/>
                  </a:cubicBezTo>
                  <a:cubicBezTo>
                    <a:pt x="1055950" y="28606"/>
                    <a:pt x="1063547" y="26072"/>
                    <a:pt x="1064813" y="31140"/>
                  </a:cubicBezTo>
                  <a:cubicBezTo>
                    <a:pt x="1059749" y="31140"/>
                    <a:pt x="1053419" y="33674"/>
                    <a:pt x="1039491" y="29873"/>
                  </a:cubicBezTo>
                  <a:cubicBezTo>
                    <a:pt x="1042023" y="31140"/>
                    <a:pt x="1031894" y="32407"/>
                    <a:pt x="1031894" y="28606"/>
                  </a:cubicBezTo>
                  <a:cubicBezTo>
                    <a:pt x="1028096" y="33674"/>
                    <a:pt x="1017966" y="27338"/>
                    <a:pt x="1014168" y="32407"/>
                  </a:cubicBezTo>
                  <a:cubicBezTo>
                    <a:pt x="1011636" y="31140"/>
                    <a:pt x="1014168" y="31140"/>
                    <a:pt x="1012902" y="29873"/>
                  </a:cubicBezTo>
                  <a:cubicBezTo>
                    <a:pt x="1001507" y="31140"/>
                    <a:pt x="995176" y="27338"/>
                    <a:pt x="983782" y="28606"/>
                  </a:cubicBezTo>
                  <a:cubicBezTo>
                    <a:pt x="990112" y="33674"/>
                    <a:pt x="997709" y="34941"/>
                    <a:pt x="1006572" y="34941"/>
                  </a:cubicBezTo>
                  <a:cubicBezTo>
                    <a:pt x="1009104" y="34941"/>
                    <a:pt x="1006572" y="36208"/>
                    <a:pt x="1009104" y="37475"/>
                  </a:cubicBezTo>
                  <a:cubicBezTo>
                    <a:pt x="1011636" y="37475"/>
                    <a:pt x="1010370" y="36208"/>
                    <a:pt x="1011636" y="34941"/>
                  </a:cubicBezTo>
                  <a:cubicBezTo>
                    <a:pt x="1024297" y="38742"/>
                    <a:pt x="1045821" y="38742"/>
                    <a:pt x="1058483" y="42543"/>
                  </a:cubicBezTo>
                  <a:cubicBezTo>
                    <a:pt x="1048354" y="41276"/>
                    <a:pt x="1033160" y="43810"/>
                    <a:pt x="1024297" y="40009"/>
                  </a:cubicBezTo>
                  <a:cubicBezTo>
                    <a:pt x="1010370" y="41276"/>
                    <a:pt x="986313" y="40009"/>
                    <a:pt x="968588" y="37475"/>
                  </a:cubicBezTo>
                  <a:cubicBezTo>
                    <a:pt x="967321" y="37475"/>
                    <a:pt x="964790" y="37475"/>
                    <a:pt x="967321" y="36208"/>
                  </a:cubicBezTo>
                  <a:cubicBezTo>
                    <a:pt x="963523" y="37475"/>
                    <a:pt x="959725" y="37475"/>
                    <a:pt x="954660" y="36208"/>
                  </a:cubicBezTo>
                  <a:cubicBezTo>
                    <a:pt x="871096" y="29873"/>
                    <a:pt x="774870" y="29873"/>
                    <a:pt x="696370" y="29873"/>
                  </a:cubicBezTo>
                  <a:cubicBezTo>
                    <a:pt x="607741" y="29873"/>
                    <a:pt x="525443" y="32407"/>
                    <a:pt x="438080" y="38742"/>
                  </a:cubicBezTo>
                  <a:cubicBezTo>
                    <a:pt x="301338" y="47611"/>
                    <a:pt x="173459" y="71684"/>
                    <a:pt x="50645" y="91956"/>
                  </a:cubicBezTo>
                  <a:cubicBezTo>
                    <a:pt x="39250" y="93223"/>
                    <a:pt x="29121" y="97024"/>
                    <a:pt x="17726" y="97024"/>
                  </a:cubicBezTo>
                  <a:cubicBezTo>
                    <a:pt x="15193" y="97024"/>
                    <a:pt x="11395" y="93223"/>
                    <a:pt x="13927" y="90689"/>
                  </a:cubicBezTo>
                  <a:cubicBezTo>
                    <a:pt x="8863" y="90689"/>
                    <a:pt x="7596" y="91956"/>
                    <a:pt x="2532" y="90689"/>
                  </a:cubicBezTo>
                  <a:cubicBezTo>
                    <a:pt x="1266" y="89422"/>
                    <a:pt x="0" y="86888"/>
                    <a:pt x="0" y="84354"/>
                  </a:cubicBezTo>
                  <a:cubicBezTo>
                    <a:pt x="3798" y="80553"/>
                    <a:pt x="7596" y="78019"/>
                    <a:pt x="13927" y="76752"/>
                  </a:cubicBezTo>
                  <a:cubicBezTo>
                    <a:pt x="15193" y="75485"/>
                    <a:pt x="13927" y="75485"/>
                    <a:pt x="13927" y="72951"/>
                  </a:cubicBezTo>
                  <a:cubicBezTo>
                    <a:pt x="43048" y="61548"/>
                    <a:pt x="77233" y="51412"/>
                    <a:pt x="113952" y="48878"/>
                  </a:cubicBezTo>
                  <a:cubicBezTo>
                    <a:pt x="172193" y="42543"/>
                    <a:pt x="232967" y="31140"/>
                    <a:pt x="289943" y="26072"/>
                  </a:cubicBezTo>
                  <a:cubicBezTo>
                    <a:pt x="303871" y="24805"/>
                    <a:pt x="316532" y="24805"/>
                    <a:pt x="330459" y="23538"/>
                  </a:cubicBezTo>
                  <a:cubicBezTo>
                    <a:pt x="349451" y="22271"/>
                    <a:pt x="372241" y="18470"/>
                    <a:pt x="395032" y="19737"/>
                  </a:cubicBezTo>
                  <a:cubicBezTo>
                    <a:pt x="408959" y="19737"/>
                    <a:pt x="425419" y="17203"/>
                    <a:pt x="441878" y="15935"/>
                  </a:cubicBezTo>
                  <a:cubicBezTo>
                    <a:pt x="521645" y="10868"/>
                    <a:pt x="612805" y="5800"/>
                    <a:pt x="691306" y="5800"/>
                  </a:cubicBezTo>
                  <a:cubicBezTo>
                    <a:pt x="693838" y="-1803"/>
                    <a:pt x="690040" y="3265"/>
                    <a:pt x="687507" y="732"/>
                  </a:cubicBezTo>
                  <a:moveTo>
                    <a:pt x="986313" y="26072"/>
                  </a:moveTo>
                  <a:cubicBezTo>
                    <a:pt x="985047" y="26072"/>
                    <a:pt x="983782" y="26072"/>
                    <a:pt x="982515" y="26072"/>
                  </a:cubicBezTo>
                  <a:cubicBezTo>
                    <a:pt x="981249" y="29873"/>
                    <a:pt x="987580" y="29873"/>
                    <a:pt x="986313"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66" name="Freeform 65">
              <a:extLst>
                <a:ext uri="{FF2B5EF4-FFF2-40B4-BE49-F238E27FC236}">
                  <a16:creationId xmlns:a16="http://schemas.microsoft.com/office/drawing/2014/main" id="{5078F4B3-1D8D-2503-EC45-3C006D170D8C}"/>
                </a:ext>
              </a:extLst>
            </p:cNvPr>
            <p:cNvSpPr/>
            <p:nvPr/>
          </p:nvSpPr>
          <p:spPr>
            <a:xfrm>
              <a:off x="-949950" y="-474801"/>
              <a:ext cx="840709" cy="159643"/>
            </a:xfrm>
            <a:custGeom>
              <a:avLst/>
              <a:gdLst>
                <a:gd name="connsiteX0" fmla="*/ 700169 w 840709"/>
                <a:gd name="connsiteY0" fmla="*/ 157109 h 159643"/>
                <a:gd name="connsiteX1" fmla="*/ 743217 w 840709"/>
                <a:gd name="connsiteY1" fmla="*/ 157109 h 159643"/>
                <a:gd name="connsiteX2" fmla="*/ 743217 w 840709"/>
                <a:gd name="connsiteY2" fmla="*/ 98827 h 159643"/>
                <a:gd name="connsiteX3" fmla="*/ 797661 w 840709"/>
                <a:gd name="connsiteY3" fmla="*/ 98827 h 159643"/>
                <a:gd name="connsiteX4" fmla="*/ 797661 w 840709"/>
                <a:gd name="connsiteY4" fmla="*/ 157109 h 159643"/>
                <a:gd name="connsiteX5" fmla="*/ 840709 w 840709"/>
                <a:gd name="connsiteY5" fmla="*/ 157109 h 159643"/>
                <a:gd name="connsiteX6" fmla="*/ 840709 w 840709"/>
                <a:gd name="connsiteY6" fmla="*/ 3801 h 159643"/>
                <a:gd name="connsiteX7" fmla="*/ 797661 w 840709"/>
                <a:gd name="connsiteY7" fmla="*/ 3801 h 159643"/>
                <a:gd name="connsiteX8" fmla="*/ 797661 w 840709"/>
                <a:gd name="connsiteY8" fmla="*/ 60817 h 159643"/>
                <a:gd name="connsiteX9" fmla="*/ 743217 w 840709"/>
                <a:gd name="connsiteY9" fmla="*/ 60817 h 159643"/>
                <a:gd name="connsiteX10" fmla="*/ 743217 w 840709"/>
                <a:gd name="connsiteY10" fmla="*/ 3801 h 159643"/>
                <a:gd name="connsiteX11" fmla="*/ 700169 w 840709"/>
                <a:gd name="connsiteY11" fmla="*/ 3801 h 159643"/>
                <a:gd name="connsiteX12" fmla="*/ 700169 w 840709"/>
                <a:gd name="connsiteY12" fmla="*/ 157109 h 159643"/>
                <a:gd name="connsiteX13" fmla="*/ 602677 w 840709"/>
                <a:gd name="connsiteY13" fmla="*/ 159643 h 159643"/>
                <a:gd name="connsiteX14" fmla="*/ 671048 w 840709"/>
                <a:gd name="connsiteY14" fmla="*/ 125434 h 159643"/>
                <a:gd name="connsiteX15" fmla="*/ 639395 w 840709"/>
                <a:gd name="connsiteY15" fmla="*/ 102628 h 159643"/>
                <a:gd name="connsiteX16" fmla="*/ 605209 w 840709"/>
                <a:gd name="connsiteY16" fmla="*/ 121633 h 159643"/>
                <a:gd name="connsiteX17" fmla="*/ 568492 w 840709"/>
                <a:gd name="connsiteY17" fmla="*/ 81089 h 159643"/>
                <a:gd name="connsiteX18" fmla="*/ 568492 w 840709"/>
                <a:gd name="connsiteY18" fmla="*/ 81089 h 159643"/>
                <a:gd name="connsiteX19" fmla="*/ 605209 w 840709"/>
                <a:gd name="connsiteY19" fmla="*/ 40544 h 159643"/>
                <a:gd name="connsiteX20" fmla="*/ 638129 w 840709"/>
                <a:gd name="connsiteY20" fmla="*/ 58283 h 159643"/>
                <a:gd name="connsiteX21" fmla="*/ 669782 w 840709"/>
                <a:gd name="connsiteY21" fmla="*/ 32942 h 159643"/>
                <a:gd name="connsiteX22" fmla="*/ 605209 w 840709"/>
                <a:gd name="connsiteY22" fmla="*/ 1267 h 159643"/>
                <a:gd name="connsiteX23" fmla="*/ 524177 w 840709"/>
                <a:gd name="connsiteY23" fmla="*/ 81089 h 159643"/>
                <a:gd name="connsiteX24" fmla="*/ 524177 w 840709"/>
                <a:gd name="connsiteY24" fmla="*/ 81089 h 159643"/>
                <a:gd name="connsiteX25" fmla="*/ 602677 w 840709"/>
                <a:gd name="connsiteY25" fmla="*/ 159643 h 159643"/>
                <a:gd name="connsiteX26" fmla="*/ 420355 w 840709"/>
                <a:gd name="connsiteY26" fmla="*/ 159643 h 159643"/>
                <a:gd name="connsiteX27" fmla="*/ 492524 w 840709"/>
                <a:gd name="connsiteY27" fmla="*/ 88691 h 159643"/>
                <a:gd name="connsiteX28" fmla="*/ 492524 w 840709"/>
                <a:gd name="connsiteY28" fmla="*/ 3801 h 159643"/>
                <a:gd name="connsiteX29" fmla="*/ 449475 w 840709"/>
                <a:gd name="connsiteY29" fmla="*/ 3801 h 159643"/>
                <a:gd name="connsiteX30" fmla="*/ 449475 w 840709"/>
                <a:gd name="connsiteY30" fmla="*/ 89958 h 159643"/>
                <a:gd name="connsiteX31" fmla="*/ 421620 w 840709"/>
                <a:gd name="connsiteY31" fmla="*/ 121633 h 159643"/>
                <a:gd name="connsiteX32" fmla="*/ 393765 w 840709"/>
                <a:gd name="connsiteY32" fmla="*/ 88691 h 159643"/>
                <a:gd name="connsiteX33" fmla="*/ 393765 w 840709"/>
                <a:gd name="connsiteY33" fmla="*/ 3801 h 159643"/>
                <a:gd name="connsiteX34" fmla="*/ 350718 w 840709"/>
                <a:gd name="connsiteY34" fmla="*/ 3801 h 159643"/>
                <a:gd name="connsiteX35" fmla="*/ 350718 w 840709"/>
                <a:gd name="connsiteY35" fmla="*/ 89958 h 159643"/>
                <a:gd name="connsiteX36" fmla="*/ 420355 w 840709"/>
                <a:gd name="connsiteY36" fmla="*/ 159643 h 159643"/>
                <a:gd name="connsiteX37" fmla="*/ 236766 w 840709"/>
                <a:gd name="connsiteY37" fmla="*/ 121633 h 159643"/>
                <a:gd name="connsiteX38" fmla="*/ 197516 w 840709"/>
                <a:gd name="connsiteY38" fmla="*/ 79822 h 159643"/>
                <a:gd name="connsiteX39" fmla="*/ 197516 w 840709"/>
                <a:gd name="connsiteY39" fmla="*/ 79822 h 159643"/>
                <a:gd name="connsiteX40" fmla="*/ 236766 w 840709"/>
                <a:gd name="connsiteY40" fmla="*/ 39277 h 159643"/>
                <a:gd name="connsiteX41" fmla="*/ 276016 w 840709"/>
                <a:gd name="connsiteY41" fmla="*/ 81089 h 159643"/>
                <a:gd name="connsiteX42" fmla="*/ 276016 w 840709"/>
                <a:gd name="connsiteY42" fmla="*/ 81089 h 159643"/>
                <a:gd name="connsiteX43" fmla="*/ 236766 w 840709"/>
                <a:gd name="connsiteY43" fmla="*/ 121633 h 159643"/>
                <a:gd name="connsiteX44" fmla="*/ 235499 w 840709"/>
                <a:gd name="connsiteY44" fmla="*/ 159643 h 159643"/>
                <a:gd name="connsiteX45" fmla="*/ 317798 w 840709"/>
                <a:gd name="connsiteY45" fmla="*/ 79822 h 159643"/>
                <a:gd name="connsiteX46" fmla="*/ 317798 w 840709"/>
                <a:gd name="connsiteY46" fmla="*/ 79822 h 159643"/>
                <a:gd name="connsiteX47" fmla="*/ 235499 w 840709"/>
                <a:gd name="connsiteY47" fmla="*/ 0 h 159643"/>
                <a:gd name="connsiteX48" fmla="*/ 153202 w 840709"/>
                <a:gd name="connsiteY48" fmla="*/ 79822 h 159643"/>
                <a:gd name="connsiteX49" fmla="*/ 153202 w 840709"/>
                <a:gd name="connsiteY49" fmla="*/ 79822 h 159643"/>
                <a:gd name="connsiteX50" fmla="*/ 235499 w 840709"/>
                <a:gd name="connsiteY50" fmla="*/ 159643 h 159643"/>
                <a:gd name="connsiteX51" fmla="*/ 43048 w 840709"/>
                <a:gd name="connsiteY51" fmla="*/ 79822 h 159643"/>
                <a:gd name="connsiteX52" fmla="*/ 43048 w 840709"/>
                <a:gd name="connsiteY52" fmla="*/ 39277 h 159643"/>
                <a:gd name="connsiteX53" fmla="*/ 63306 w 840709"/>
                <a:gd name="connsiteY53" fmla="*/ 39277 h 159643"/>
                <a:gd name="connsiteX54" fmla="*/ 87363 w 840709"/>
                <a:gd name="connsiteY54" fmla="*/ 59550 h 159643"/>
                <a:gd name="connsiteX55" fmla="*/ 87363 w 840709"/>
                <a:gd name="connsiteY55" fmla="*/ 59550 h 159643"/>
                <a:gd name="connsiteX56" fmla="*/ 63306 w 840709"/>
                <a:gd name="connsiteY56" fmla="*/ 79822 h 159643"/>
                <a:gd name="connsiteX57" fmla="*/ 43048 w 840709"/>
                <a:gd name="connsiteY57" fmla="*/ 79822 h 159643"/>
                <a:gd name="connsiteX58" fmla="*/ 0 w 840709"/>
                <a:gd name="connsiteY58" fmla="*/ 157109 h 159643"/>
                <a:gd name="connsiteX59" fmla="*/ 43048 w 840709"/>
                <a:gd name="connsiteY59" fmla="*/ 157109 h 159643"/>
                <a:gd name="connsiteX60" fmla="*/ 43048 w 840709"/>
                <a:gd name="connsiteY60" fmla="*/ 112764 h 159643"/>
                <a:gd name="connsiteX61" fmla="*/ 64573 w 840709"/>
                <a:gd name="connsiteY61" fmla="*/ 112764 h 159643"/>
                <a:gd name="connsiteX62" fmla="*/ 130411 w 840709"/>
                <a:gd name="connsiteY62" fmla="*/ 57015 h 159643"/>
                <a:gd name="connsiteX63" fmla="*/ 130411 w 840709"/>
                <a:gd name="connsiteY63" fmla="*/ 57015 h 159643"/>
                <a:gd name="connsiteX64" fmla="*/ 67105 w 840709"/>
                <a:gd name="connsiteY64" fmla="*/ 2534 h 159643"/>
                <a:gd name="connsiteX65" fmla="*/ 0 w 840709"/>
                <a:gd name="connsiteY65" fmla="*/ 2534 h 159643"/>
                <a:gd name="connsiteX66" fmla="*/ 0 w 840709"/>
                <a:gd name="connsiteY66" fmla="*/ 157109 h 15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40709" h="159643">
                  <a:moveTo>
                    <a:pt x="700169" y="157109"/>
                  </a:moveTo>
                  <a:lnTo>
                    <a:pt x="743217" y="157109"/>
                  </a:lnTo>
                  <a:lnTo>
                    <a:pt x="743217" y="98827"/>
                  </a:lnTo>
                  <a:lnTo>
                    <a:pt x="797661" y="98827"/>
                  </a:lnTo>
                  <a:lnTo>
                    <a:pt x="797661" y="157109"/>
                  </a:lnTo>
                  <a:lnTo>
                    <a:pt x="840709" y="157109"/>
                  </a:lnTo>
                  <a:lnTo>
                    <a:pt x="840709" y="3801"/>
                  </a:lnTo>
                  <a:lnTo>
                    <a:pt x="797661" y="3801"/>
                  </a:lnTo>
                  <a:lnTo>
                    <a:pt x="797661" y="60817"/>
                  </a:lnTo>
                  <a:lnTo>
                    <a:pt x="743217" y="60817"/>
                  </a:lnTo>
                  <a:lnTo>
                    <a:pt x="743217" y="3801"/>
                  </a:lnTo>
                  <a:lnTo>
                    <a:pt x="700169" y="3801"/>
                  </a:lnTo>
                  <a:lnTo>
                    <a:pt x="700169" y="157109"/>
                  </a:lnTo>
                  <a:close/>
                  <a:moveTo>
                    <a:pt x="602677" y="159643"/>
                  </a:moveTo>
                  <a:cubicBezTo>
                    <a:pt x="636862" y="159643"/>
                    <a:pt x="655854" y="144439"/>
                    <a:pt x="671048" y="125434"/>
                  </a:cubicBezTo>
                  <a:lnTo>
                    <a:pt x="639395" y="102628"/>
                  </a:lnTo>
                  <a:cubicBezTo>
                    <a:pt x="630532" y="114031"/>
                    <a:pt x="620403" y="121633"/>
                    <a:pt x="605209" y="121633"/>
                  </a:cubicBezTo>
                  <a:cubicBezTo>
                    <a:pt x="583685" y="121633"/>
                    <a:pt x="568492" y="103895"/>
                    <a:pt x="568492" y="81089"/>
                  </a:cubicBezTo>
                  <a:lnTo>
                    <a:pt x="568492" y="81089"/>
                  </a:lnTo>
                  <a:cubicBezTo>
                    <a:pt x="568492" y="58283"/>
                    <a:pt x="583685" y="40544"/>
                    <a:pt x="605209" y="40544"/>
                  </a:cubicBezTo>
                  <a:cubicBezTo>
                    <a:pt x="620403" y="40544"/>
                    <a:pt x="630532" y="48147"/>
                    <a:pt x="638129" y="58283"/>
                  </a:cubicBezTo>
                  <a:lnTo>
                    <a:pt x="669782" y="32942"/>
                  </a:lnTo>
                  <a:cubicBezTo>
                    <a:pt x="655854" y="13937"/>
                    <a:pt x="635596" y="1267"/>
                    <a:pt x="605209" y="1267"/>
                  </a:cubicBezTo>
                  <a:cubicBezTo>
                    <a:pt x="558362" y="1267"/>
                    <a:pt x="524177" y="36743"/>
                    <a:pt x="524177" y="81089"/>
                  </a:cubicBezTo>
                  <a:lnTo>
                    <a:pt x="524177" y="81089"/>
                  </a:lnTo>
                  <a:cubicBezTo>
                    <a:pt x="522911" y="126701"/>
                    <a:pt x="558362" y="159643"/>
                    <a:pt x="602677" y="159643"/>
                  </a:cubicBezTo>
                  <a:moveTo>
                    <a:pt x="420355" y="159643"/>
                  </a:moveTo>
                  <a:cubicBezTo>
                    <a:pt x="463403" y="159643"/>
                    <a:pt x="492524" y="138104"/>
                    <a:pt x="492524" y="88691"/>
                  </a:cubicBezTo>
                  <a:lnTo>
                    <a:pt x="492524" y="3801"/>
                  </a:lnTo>
                  <a:lnTo>
                    <a:pt x="449475" y="3801"/>
                  </a:lnTo>
                  <a:lnTo>
                    <a:pt x="449475" y="89958"/>
                  </a:lnTo>
                  <a:cubicBezTo>
                    <a:pt x="449475" y="111497"/>
                    <a:pt x="438080" y="121633"/>
                    <a:pt x="421620" y="121633"/>
                  </a:cubicBezTo>
                  <a:cubicBezTo>
                    <a:pt x="405161" y="121633"/>
                    <a:pt x="393765" y="111497"/>
                    <a:pt x="393765" y="88691"/>
                  </a:cubicBezTo>
                  <a:lnTo>
                    <a:pt x="393765" y="3801"/>
                  </a:lnTo>
                  <a:lnTo>
                    <a:pt x="350718" y="3801"/>
                  </a:lnTo>
                  <a:lnTo>
                    <a:pt x="350718" y="89958"/>
                  </a:lnTo>
                  <a:cubicBezTo>
                    <a:pt x="349451" y="138104"/>
                    <a:pt x="377306" y="159643"/>
                    <a:pt x="420355" y="159643"/>
                  </a:cubicBezTo>
                  <a:moveTo>
                    <a:pt x="236766" y="121633"/>
                  </a:moveTo>
                  <a:cubicBezTo>
                    <a:pt x="213976" y="121633"/>
                    <a:pt x="197516" y="102628"/>
                    <a:pt x="197516" y="79822"/>
                  </a:cubicBezTo>
                  <a:lnTo>
                    <a:pt x="197516" y="79822"/>
                  </a:lnTo>
                  <a:cubicBezTo>
                    <a:pt x="197516" y="58283"/>
                    <a:pt x="212709" y="39277"/>
                    <a:pt x="236766" y="39277"/>
                  </a:cubicBezTo>
                  <a:cubicBezTo>
                    <a:pt x="260822" y="39277"/>
                    <a:pt x="276016" y="58283"/>
                    <a:pt x="276016" y="81089"/>
                  </a:cubicBezTo>
                  <a:lnTo>
                    <a:pt x="276016" y="81089"/>
                  </a:lnTo>
                  <a:cubicBezTo>
                    <a:pt x="274750" y="102628"/>
                    <a:pt x="259556" y="121633"/>
                    <a:pt x="236766" y="121633"/>
                  </a:cubicBezTo>
                  <a:moveTo>
                    <a:pt x="235499" y="159643"/>
                  </a:moveTo>
                  <a:cubicBezTo>
                    <a:pt x="282346" y="159643"/>
                    <a:pt x="317798" y="124167"/>
                    <a:pt x="317798" y="79822"/>
                  </a:cubicBezTo>
                  <a:lnTo>
                    <a:pt x="317798" y="79822"/>
                  </a:lnTo>
                  <a:cubicBezTo>
                    <a:pt x="317798" y="35476"/>
                    <a:pt x="282346" y="0"/>
                    <a:pt x="235499" y="0"/>
                  </a:cubicBezTo>
                  <a:cubicBezTo>
                    <a:pt x="188653" y="0"/>
                    <a:pt x="153202" y="35476"/>
                    <a:pt x="153202" y="79822"/>
                  </a:cubicBezTo>
                  <a:lnTo>
                    <a:pt x="153202" y="79822"/>
                  </a:lnTo>
                  <a:cubicBezTo>
                    <a:pt x="153202" y="124167"/>
                    <a:pt x="188653" y="159643"/>
                    <a:pt x="235499" y="159643"/>
                  </a:cubicBezTo>
                  <a:moveTo>
                    <a:pt x="43048" y="79822"/>
                  </a:moveTo>
                  <a:lnTo>
                    <a:pt x="43048" y="39277"/>
                  </a:lnTo>
                  <a:lnTo>
                    <a:pt x="63306" y="39277"/>
                  </a:lnTo>
                  <a:cubicBezTo>
                    <a:pt x="78500" y="39277"/>
                    <a:pt x="87363" y="46880"/>
                    <a:pt x="87363" y="59550"/>
                  </a:cubicBezTo>
                  <a:lnTo>
                    <a:pt x="87363" y="59550"/>
                  </a:lnTo>
                  <a:cubicBezTo>
                    <a:pt x="87363" y="72220"/>
                    <a:pt x="78500" y="79822"/>
                    <a:pt x="63306" y="79822"/>
                  </a:cubicBezTo>
                  <a:lnTo>
                    <a:pt x="43048" y="79822"/>
                  </a:lnTo>
                  <a:close/>
                  <a:moveTo>
                    <a:pt x="0" y="157109"/>
                  </a:moveTo>
                  <a:lnTo>
                    <a:pt x="43048" y="157109"/>
                  </a:lnTo>
                  <a:lnTo>
                    <a:pt x="43048" y="112764"/>
                  </a:lnTo>
                  <a:lnTo>
                    <a:pt x="64573" y="112764"/>
                  </a:lnTo>
                  <a:cubicBezTo>
                    <a:pt x="102556" y="112764"/>
                    <a:pt x="130411" y="93759"/>
                    <a:pt x="130411" y="57015"/>
                  </a:cubicBezTo>
                  <a:lnTo>
                    <a:pt x="130411" y="57015"/>
                  </a:lnTo>
                  <a:cubicBezTo>
                    <a:pt x="130411" y="22806"/>
                    <a:pt x="105088" y="2534"/>
                    <a:pt x="67105" y="2534"/>
                  </a:cubicBezTo>
                  <a:lnTo>
                    <a:pt x="0" y="2534"/>
                  </a:lnTo>
                  <a:lnTo>
                    <a:pt x="0" y="157109"/>
                  </a:lnTo>
                  <a:close/>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grpSp>
        <p:nvGrpSpPr>
          <p:cNvPr id="67" name="Group 66">
            <a:extLst>
              <a:ext uri="{FF2B5EF4-FFF2-40B4-BE49-F238E27FC236}">
                <a16:creationId xmlns:a16="http://schemas.microsoft.com/office/drawing/2014/main" id="{3BD55A1D-2BAB-4554-BA2A-BC59D0FE3D81}"/>
              </a:ext>
            </a:extLst>
          </p:cNvPr>
          <p:cNvGrpSpPr/>
          <p:nvPr/>
        </p:nvGrpSpPr>
        <p:grpSpPr>
          <a:xfrm>
            <a:off x="2588901" y="4683699"/>
            <a:ext cx="1064813" cy="283810"/>
            <a:chOff x="490125" y="-2304731"/>
            <a:chExt cx="1064813" cy="283810"/>
          </a:xfrm>
        </p:grpSpPr>
        <p:sp>
          <p:nvSpPr>
            <p:cNvPr id="68" name="Freeform 67">
              <a:extLst>
                <a:ext uri="{FF2B5EF4-FFF2-40B4-BE49-F238E27FC236}">
                  <a16:creationId xmlns:a16="http://schemas.microsoft.com/office/drawing/2014/main" id="{DACF6F16-A086-F7E6-CBAF-0048140CE83B}"/>
                </a:ext>
              </a:extLst>
            </p:cNvPr>
            <p:cNvSpPr/>
            <p:nvPr/>
          </p:nvSpPr>
          <p:spPr>
            <a:xfrm>
              <a:off x="490125" y="-2117945"/>
              <a:ext cx="1064813" cy="97024"/>
            </a:xfrm>
            <a:custGeom>
              <a:avLst/>
              <a:gdLst>
                <a:gd name="connsiteX0" fmla="*/ 687507 w 1064813"/>
                <a:gd name="connsiteY0" fmla="*/ 731 h 97024"/>
                <a:gd name="connsiteX1" fmla="*/ 778669 w 1064813"/>
                <a:gd name="connsiteY1" fmla="*/ 731 h 97024"/>
                <a:gd name="connsiteX2" fmla="*/ 778669 w 1064813"/>
                <a:gd name="connsiteY2" fmla="*/ 3266 h 97024"/>
                <a:gd name="connsiteX3" fmla="*/ 782467 w 1064813"/>
                <a:gd name="connsiteY3" fmla="*/ 731 h 97024"/>
                <a:gd name="connsiteX4" fmla="*/ 786265 w 1064813"/>
                <a:gd name="connsiteY4" fmla="*/ 3266 h 97024"/>
                <a:gd name="connsiteX5" fmla="*/ 784999 w 1064813"/>
                <a:gd name="connsiteY5" fmla="*/ 1999 h 97024"/>
                <a:gd name="connsiteX6" fmla="*/ 791330 w 1064813"/>
                <a:gd name="connsiteY6" fmla="*/ 4533 h 97024"/>
                <a:gd name="connsiteX7" fmla="*/ 792596 w 1064813"/>
                <a:gd name="connsiteY7" fmla="*/ 1999 h 97024"/>
                <a:gd name="connsiteX8" fmla="*/ 836910 w 1064813"/>
                <a:gd name="connsiteY8" fmla="*/ 7067 h 97024"/>
                <a:gd name="connsiteX9" fmla="*/ 921741 w 1064813"/>
                <a:gd name="connsiteY9" fmla="*/ 12135 h 97024"/>
                <a:gd name="connsiteX10" fmla="*/ 938200 w 1064813"/>
                <a:gd name="connsiteY10" fmla="*/ 13402 h 97024"/>
                <a:gd name="connsiteX11" fmla="*/ 955927 w 1064813"/>
                <a:gd name="connsiteY11" fmla="*/ 14669 h 97024"/>
                <a:gd name="connsiteX12" fmla="*/ 972386 w 1064813"/>
                <a:gd name="connsiteY12" fmla="*/ 17203 h 97024"/>
                <a:gd name="connsiteX13" fmla="*/ 982515 w 1064813"/>
                <a:gd name="connsiteY13" fmla="*/ 18470 h 97024"/>
                <a:gd name="connsiteX14" fmla="*/ 1017967 w 1064813"/>
                <a:gd name="connsiteY14" fmla="*/ 21004 h 97024"/>
                <a:gd name="connsiteX15" fmla="*/ 1019233 w 1064813"/>
                <a:gd name="connsiteY15" fmla="*/ 23538 h 97024"/>
                <a:gd name="connsiteX16" fmla="*/ 1028096 w 1064813"/>
                <a:gd name="connsiteY16" fmla="*/ 22271 h 97024"/>
                <a:gd name="connsiteX17" fmla="*/ 1035692 w 1064813"/>
                <a:gd name="connsiteY17" fmla="*/ 24805 h 97024"/>
                <a:gd name="connsiteX18" fmla="*/ 1052152 w 1064813"/>
                <a:gd name="connsiteY18" fmla="*/ 27339 h 97024"/>
                <a:gd name="connsiteX19" fmla="*/ 1064813 w 1064813"/>
                <a:gd name="connsiteY19" fmla="*/ 31140 h 97024"/>
                <a:gd name="connsiteX20" fmla="*/ 1039491 w 1064813"/>
                <a:gd name="connsiteY20" fmla="*/ 29873 h 97024"/>
                <a:gd name="connsiteX21" fmla="*/ 1031894 w 1064813"/>
                <a:gd name="connsiteY21" fmla="*/ 28606 h 97024"/>
                <a:gd name="connsiteX22" fmla="*/ 1014168 w 1064813"/>
                <a:gd name="connsiteY22" fmla="*/ 32407 h 97024"/>
                <a:gd name="connsiteX23" fmla="*/ 1012902 w 1064813"/>
                <a:gd name="connsiteY23" fmla="*/ 29873 h 97024"/>
                <a:gd name="connsiteX24" fmla="*/ 983782 w 1064813"/>
                <a:gd name="connsiteY24" fmla="*/ 28606 h 97024"/>
                <a:gd name="connsiteX25" fmla="*/ 1006572 w 1064813"/>
                <a:gd name="connsiteY25" fmla="*/ 34941 h 97024"/>
                <a:gd name="connsiteX26" fmla="*/ 1009104 w 1064813"/>
                <a:gd name="connsiteY26" fmla="*/ 37475 h 97024"/>
                <a:gd name="connsiteX27" fmla="*/ 1011637 w 1064813"/>
                <a:gd name="connsiteY27" fmla="*/ 34941 h 97024"/>
                <a:gd name="connsiteX28" fmla="*/ 1058483 w 1064813"/>
                <a:gd name="connsiteY28" fmla="*/ 42543 h 97024"/>
                <a:gd name="connsiteX29" fmla="*/ 1024298 w 1064813"/>
                <a:gd name="connsiteY29" fmla="*/ 40009 h 97024"/>
                <a:gd name="connsiteX30" fmla="*/ 968588 w 1064813"/>
                <a:gd name="connsiteY30" fmla="*/ 37475 h 97024"/>
                <a:gd name="connsiteX31" fmla="*/ 967322 w 1064813"/>
                <a:gd name="connsiteY31" fmla="*/ 36208 h 97024"/>
                <a:gd name="connsiteX32" fmla="*/ 954661 w 1064813"/>
                <a:gd name="connsiteY32" fmla="*/ 36208 h 97024"/>
                <a:gd name="connsiteX33" fmla="*/ 696370 w 1064813"/>
                <a:gd name="connsiteY33" fmla="*/ 29873 h 97024"/>
                <a:gd name="connsiteX34" fmla="*/ 438080 w 1064813"/>
                <a:gd name="connsiteY34" fmla="*/ 38742 h 97024"/>
                <a:gd name="connsiteX35" fmla="*/ 50645 w 1064813"/>
                <a:gd name="connsiteY35" fmla="*/ 91956 h 97024"/>
                <a:gd name="connsiteX36" fmla="*/ 17726 w 1064813"/>
                <a:gd name="connsiteY36" fmla="*/ 97024 h 97024"/>
                <a:gd name="connsiteX37" fmla="*/ 13927 w 1064813"/>
                <a:gd name="connsiteY37" fmla="*/ 90689 h 97024"/>
                <a:gd name="connsiteX38" fmla="*/ 2532 w 1064813"/>
                <a:gd name="connsiteY38" fmla="*/ 90689 h 97024"/>
                <a:gd name="connsiteX39" fmla="*/ 0 w 1064813"/>
                <a:gd name="connsiteY39" fmla="*/ 84354 h 97024"/>
                <a:gd name="connsiteX40" fmla="*/ 13927 w 1064813"/>
                <a:gd name="connsiteY40" fmla="*/ 76752 h 97024"/>
                <a:gd name="connsiteX41" fmla="*/ 13927 w 1064813"/>
                <a:gd name="connsiteY41" fmla="*/ 72951 h 97024"/>
                <a:gd name="connsiteX42" fmla="*/ 113952 w 1064813"/>
                <a:gd name="connsiteY42" fmla="*/ 48878 h 97024"/>
                <a:gd name="connsiteX43" fmla="*/ 289943 w 1064813"/>
                <a:gd name="connsiteY43" fmla="*/ 26072 h 97024"/>
                <a:gd name="connsiteX44" fmla="*/ 330459 w 1064813"/>
                <a:gd name="connsiteY44" fmla="*/ 23538 h 97024"/>
                <a:gd name="connsiteX45" fmla="*/ 395032 w 1064813"/>
                <a:gd name="connsiteY45" fmla="*/ 19737 h 97024"/>
                <a:gd name="connsiteX46" fmla="*/ 441879 w 1064813"/>
                <a:gd name="connsiteY46" fmla="*/ 15936 h 97024"/>
                <a:gd name="connsiteX47" fmla="*/ 691306 w 1064813"/>
                <a:gd name="connsiteY47" fmla="*/ 5800 h 97024"/>
                <a:gd name="connsiteX48" fmla="*/ 687507 w 1064813"/>
                <a:gd name="connsiteY48" fmla="*/ 731 h 97024"/>
                <a:gd name="connsiteX49" fmla="*/ 986314 w 1064813"/>
                <a:gd name="connsiteY49" fmla="*/ 26072 h 97024"/>
                <a:gd name="connsiteX50" fmla="*/ 982515 w 1064813"/>
                <a:gd name="connsiteY50" fmla="*/ 26072 h 97024"/>
                <a:gd name="connsiteX51" fmla="*/ 986314 w 1064813"/>
                <a:gd name="connsiteY51" fmla="*/ 26072 h 9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64813" h="97024">
                  <a:moveTo>
                    <a:pt x="687507" y="731"/>
                  </a:moveTo>
                  <a:cubicBezTo>
                    <a:pt x="715362" y="-1803"/>
                    <a:pt x="748281" y="3266"/>
                    <a:pt x="778669" y="731"/>
                  </a:cubicBezTo>
                  <a:cubicBezTo>
                    <a:pt x="778669" y="1999"/>
                    <a:pt x="778669" y="1999"/>
                    <a:pt x="778669" y="3266"/>
                  </a:cubicBezTo>
                  <a:cubicBezTo>
                    <a:pt x="781201" y="3266"/>
                    <a:pt x="781201" y="731"/>
                    <a:pt x="782467" y="731"/>
                  </a:cubicBezTo>
                  <a:cubicBezTo>
                    <a:pt x="784999" y="731"/>
                    <a:pt x="782467" y="4533"/>
                    <a:pt x="786265" y="3266"/>
                  </a:cubicBezTo>
                  <a:cubicBezTo>
                    <a:pt x="787532" y="3266"/>
                    <a:pt x="786265" y="1999"/>
                    <a:pt x="784999" y="1999"/>
                  </a:cubicBezTo>
                  <a:cubicBezTo>
                    <a:pt x="786265" y="1999"/>
                    <a:pt x="790064" y="1999"/>
                    <a:pt x="791330" y="4533"/>
                  </a:cubicBezTo>
                  <a:cubicBezTo>
                    <a:pt x="793862" y="4533"/>
                    <a:pt x="788798" y="1999"/>
                    <a:pt x="792596" y="1999"/>
                  </a:cubicBezTo>
                  <a:cubicBezTo>
                    <a:pt x="806524" y="4533"/>
                    <a:pt x="821717" y="731"/>
                    <a:pt x="836910" y="7067"/>
                  </a:cubicBezTo>
                  <a:cubicBezTo>
                    <a:pt x="862233" y="7067"/>
                    <a:pt x="892620" y="9601"/>
                    <a:pt x="921741" y="12135"/>
                  </a:cubicBezTo>
                  <a:cubicBezTo>
                    <a:pt x="928072" y="12135"/>
                    <a:pt x="934402" y="13402"/>
                    <a:pt x="938200" y="13402"/>
                  </a:cubicBezTo>
                  <a:cubicBezTo>
                    <a:pt x="943265" y="13402"/>
                    <a:pt x="950862" y="14669"/>
                    <a:pt x="955927" y="14669"/>
                  </a:cubicBezTo>
                  <a:cubicBezTo>
                    <a:pt x="960991" y="14669"/>
                    <a:pt x="967322" y="17203"/>
                    <a:pt x="972386" y="17203"/>
                  </a:cubicBezTo>
                  <a:cubicBezTo>
                    <a:pt x="969854" y="17203"/>
                    <a:pt x="985047" y="14669"/>
                    <a:pt x="982515" y="18470"/>
                  </a:cubicBezTo>
                  <a:cubicBezTo>
                    <a:pt x="993910" y="15936"/>
                    <a:pt x="1006572" y="21004"/>
                    <a:pt x="1017967" y="21004"/>
                  </a:cubicBezTo>
                  <a:cubicBezTo>
                    <a:pt x="1019233" y="21004"/>
                    <a:pt x="1019233" y="22271"/>
                    <a:pt x="1019233" y="23538"/>
                  </a:cubicBezTo>
                  <a:cubicBezTo>
                    <a:pt x="1021765" y="21004"/>
                    <a:pt x="1026829" y="24805"/>
                    <a:pt x="1028096" y="22271"/>
                  </a:cubicBezTo>
                  <a:cubicBezTo>
                    <a:pt x="1029362" y="27339"/>
                    <a:pt x="1034427" y="21004"/>
                    <a:pt x="1035692" y="24805"/>
                  </a:cubicBezTo>
                  <a:cubicBezTo>
                    <a:pt x="1040757" y="21004"/>
                    <a:pt x="1047088" y="26072"/>
                    <a:pt x="1052152" y="27339"/>
                  </a:cubicBezTo>
                  <a:cubicBezTo>
                    <a:pt x="1055951" y="28606"/>
                    <a:pt x="1063547" y="26072"/>
                    <a:pt x="1064813" y="31140"/>
                  </a:cubicBezTo>
                  <a:cubicBezTo>
                    <a:pt x="1059749" y="31140"/>
                    <a:pt x="1053419" y="33674"/>
                    <a:pt x="1039491" y="29873"/>
                  </a:cubicBezTo>
                  <a:cubicBezTo>
                    <a:pt x="1042023" y="31140"/>
                    <a:pt x="1031894" y="32407"/>
                    <a:pt x="1031894" y="28606"/>
                  </a:cubicBezTo>
                  <a:cubicBezTo>
                    <a:pt x="1028096" y="33674"/>
                    <a:pt x="1017967" y="27339"/>
                    <a:pt x="1014168" y="32407"/>
                  </a:cubicBezTo>
                  <a:cubicBezTo>
                    <a:pt x="1011637" y="31140"/>
                    <a:pt x="1014168" y="31140"/>
                    <a:pt x="1012902" y="29873"/>
                  </a:cubicBezTo>
                  <a:cubicBezTo>
                    <a:pt x="1001507" y="31140"/>
                    <a:pt x="995176" y="27339"/>
                    <a:pt x="983782" y="28606"/>
                  </a:cubicBezTo>
                  <a:cubicBezTo>
                    <a:pt x="990112" y="33674"/>
                    <a:pt x="997709" y="34941"/>
                    <a:pt x="1006572" y="34941"/>
                  </a:cubicBezTo>
                  <a:cubicBezTo>
                    <a:pt x="1009104" y="34941"/>
                    <a:pt x="1006572" y="36208"/>
                    <a:pt x="1009104" y="37475"/>
                  </a:cubicBezTo>
                  <a:cubicBezTo>
                    <a:pt x="1011637" y="37475"/>
                    <a:pt x="1010370" y="36208"/>
                    <a:pt x="1011637" y="34941"/>
                  </a:cubicBezTo>
                  <a:cubicBezTo>
                    <a:pt x="1024298" y="38742"/>
                    <a:pt x="1045821" y="38742"/>
                    <a:pt x="1058483" y="42543"/>
                  </a:cubicBezTo>
                  <a:cubicBezTo>
                    <a:pt x="1048354" y="41276"/>
                    <a:pt x="1033160" y="43810"/>
                    <a:pt x="1024298" y="40009"/>
                  </a:cubicBezTo>
                  <a:cubicBezTo>
                    <a:pt x="1010370" y="41276"/>
                    <a:pt x="986314" y="40009"/>
                    <a:pt x="968588" y="37475"/>
                  </a:cubicBezTo>
                  <a:cubicBezTo>
                    <a:pt x="967322" y="37475"/>
                    <a:pt x="964790" y="37475"/>
                    <a:pt x="967322" y="36208"/>
                  </a:cubicBezTo>
                  <a:cubicBezTo>
                    <a:pt x="963523" y="37475"/>
                    <a:pt x="959725" y="37475"/>
                    <a:pt x="954661" y="36208"/>
                  </a:cubicBezTo>
                  <a:cubicBezTo>
                    <a:pt x="871096" y="29873"/>
                    <a:pt x="774870" y="29873"/>
                    <a:pt x="696370" y="29873"/>
                  </a:cubicBezTo>
                  <a:cubicBezTo>
                    <a:pt x="607741" y="29873"/>
                    <a:pt x="525443" y="32407"/>
                    <a:pt x="438080" y="38742"/>
                  </a:cubicBezTo>
                  <a:cubicBezTo>
                    <a:pt x="301338" y="47611"/>
                    <a:pt x="173460" y="71684"/>
                    <a:pt x="50645" y="91956"/>
                  </a:cubicBezTo>
                  <a:cubicBezTo>
                    <a:pt x="39250" y="93223"/>
                    <a:pt x="29121" y="97024"/>
                    <a:pt x="17726" y="97024"/>
                  </a:cubicBezTo>
                  <a:cubicBezTo>
                    <a:pt x="15194" y="97024"/>
                    <a:pt x="11395" y="93223"/>
                    <a:pt x="13927" y="90689"/>
                  </a:cubicBezTo>
                  <a:cubicBezTo>
                    <a:pt x="8863" y="90689"/>
                    <a:pt x="7597" y="91956"/>
                    <a:pt x="2532" y="90689"/>
                  </a:cubicBezTo>
                  <a:cubicBezTo>
                    <a:pt x="1266" y="89422"/>
                    <a:pt x="0" y="86888"/>
                    <a:pt x="0" y="84354"/>
                  </a:cubicBezTo>
                  <a:cubicBezTo>
                    <a:pt x="3798" y="80553"/>
                    <a:pt x="7597" y="78019"/>
                    <a:pt x="13927" y="76752"/>
                  </a:cubicBezTo>
                  <a:cubicBezTo>
                    <a:pt x="15194" y="75485"/>
                    <a:pt x="13927" y="75485"/>
                    <a:pt x="13927" y="72951"/>
                  </a:cubicBezTo>
                  <a:cubicBezTo>
                    <a:pt x="43048" y="61548"/>
                    <a:pt x="77234" y="51412"/>
                    <a:pt x="113952" y="48878"/>
                  </a:cubicBezTo>
                  <a:cubicBezTo>
                    <a:pt x="172193" y="42543"/>
                    <a:pt x="232967" y="31140"/>
                    <a:pt x="289943" y="26072"/>
                  </a:cubicBezTo>
                  <a:cubicBezTo>
                    <a:pt x="303871" y="24805"/>
                    <a:pt x="316532" y="24805"/>
                    <a:pt x="330459" y="23538"/>
                  </a:cubicBezTo>
                  <a:cubicBezTo>
                    <a:pt x="349451" y="22271"/>
                    <a:pt x="372242" y="18470"/>
                    <a:pt x="395032" y="19737"/>
                  </a:cubicBezTo>
                  <a:cubicBezTo>
                    <a:pt x="408959" y="19737"/>
                    <a:pt x="425419" y="17203"/>
                    <a:pt x="441879" y="15936"/>
                  </a:cubicBezTo>
                  <a:cubicBezTo>
                    <a:pt x="521645" y="10868"/>
                    <a:pt x="612806" y="5800"/>
                    <a:pt x="691306" y="5800"/>
                  </a:cubicBezTo>
                  <a:cubicBezTo>
                    <a:pt x="693838" y="-1803"/>
                    <a:pt x="690040" y="1999"/>
                    <a:pt x="687507" y="731"/>
                  </a:cubicBezTo>
                  <a:moveTo>
                    <a:pt x="986314" y="26072"/>
                  </a:moveTo>
                  <a:cubicBezTo>
                    <a:pt x="985047" y="26072"/>
                    <a:pt x="983782" y="26072"/>
                    <a:pt x="982515" y="26072"/>
                  </a:cubicBezTo>
                  <a:cubicBezTo>
                    <a:pt x="981249" y="28606"/>
                    <a:pt x="987580" y="28606"/>
                    <a:pt x="986314" y="26072"/>
                  </a:cubicBezTo>
                </a:path>
              </a:pathLst>
            </a:custGeom>
            <a:solidFill>
              <a:srgbClr val="96C940"/>
            </a:solidFill>
            <a:ln w="12657" cap="flat">
              <a:noFill/>
              <a:prstDash val="solid"/>
              <a:miter/>
            </a:ln>
          </p:spPr>
          <p:txBody>
            <a:bodyPr rtlCol="0" anchor="ctr"/>
            <a:lstStyle/>
            <a:p>
              <a:endParaRPr lang="en-US" b="1" dirty="0">
                <a:latin typeface="Montserrat" pitchFamily="2" charset="77"/>
              </a:endParaRPr>
            </a:p>
          </p:txBody>
        </p:sp>
        <p:sp>
          <p:nvSpPr>
            <p:cNvPr id="69" name="Freeform 68">
              <a:extLst>
                <a:ext uri="{FF2B5EF4-FFF2-40B4-BE49-F238E27FC236}">
                  <a16:creationId xmlns:a16="http://schemas.microsoft.com/office/drawing/2014/main" id="{968568B5-42B4-7704-5678-D3CF07C1FB45}"/>
                </a:ext>
              </a:extLst>
            </p:cNvPr>
            <p:cNvSpPr/>
            <p:nvPr/>
          </p:nvSpPr>
          <p:spPr>
            <a:xfrm>
              <a:off x="543302" y="-2304731"/>
              <a:ext cx="935668" cy="159643"/>
            </a:xfrm>
            <a:custGeom>
              <a:avLst/>
              <a:gdLst>
                <a:gd name="connsiteX0" fmla="*/ 811588 w 935668"/>
                <a:gd name="connsiteY0" fmla="*/ 155842 h 159643"/>
                <a:gd name="connsiteX1" fmla="*/ 935668 w 935668"/>
                <a:gd name="connsiteY1" fmla="*/ 155842 h 159643"/>
                <a:gd name="connsiteX2" fmla="*/ 935668 w 935668"/>
                <a:gd name="connsiteY2" fmla="*/ 119099 h 159643"/>
                <a:gd name="connsiteX3" fmla="*/ 853370 w 935668"/>
                <a:gd name="connsiteY3" fmla="*/ 119099 h 159643"/>
                <a:gd name="connsiteX4" fmla="*/ 853370 w 935668"/>
                <a:gd name="connsiteY4" fmla="*/ 95026 h 159643"/>
                <a:gd name="connsiteX5" fmla="*/ 926806 w 935668"/>
                <a:gd name="connsiteY5" fmla="*/ 95026 h 159643"/>
                <a:gd name="connsiteX6" fmla="*/ 926806 w 935668"/>
                <a:gd name="connsiteY6" fmla="*/ 62083 h 159643"/>
                <a:gd name="connsiteX7" fmla="*/ 853370 w 935668"/>
                <a:gd name="connsiteY7" fmla="*/ 62083 h 159643"/>
                <a:gd name="connsiteX8" fmla="*/ 853370 w 935668"/>
                <a:gd name="connsiteY8" fmla="*/ 39277 h 159643"/>
                <a:gd name="connsiteX9" fmla="*/ 934402 w 935668"/>
                <a:gd name="connsiteY9" fmla="*/ 39277 h 159643"/>
                <a:gd name="connsiteX10" fmla="*/ 934402 w 935668"/>
                <a:gd name="connsiteY10" fmla="*/ 2534 h 159643"/>
                <a:gd name="connsiteX11" fmla="*/ 811588 w 935668"/>
                <a:gd name="connsiteY11" fmla="*/ 2534 h 159643"/>
                <a:gd name="connsiteX12" fmla="*/ 811588 w 935668"/>
                <a:gd name="connsiteY12" fmla="*/ 155842 h 159643"/>
                <a:gd name="connsiteX13" fmla="*/ 664717 w 935668"/>
                <a:gd name="connsiteY13" fmla="*/ 155842 h 159643"/>
                <a:gd name="connsiteX14" fmla="*/ 781201 w 935668"/>
                <a:gd name="connsiteY14" fmla="*/ 155842 h 159643"/>
                <a:gd name="connsiteX15" fmla="*/ 781201 w 935668"/>
                <a:gd name="connsiteY15" fmla="*/ 119099 h 159643"/>
                <a:gd name="connsiteX16" fmla="*/ 706499 w 935668"/>
                <a:gd name="connsiteY16" fmla="*/ 119099 h 159643"/>
                <a:gd name="connsiteX17" fmla="*/ 706499 w 935668"/>
                <a:gd name="connsiteY17" fmla="*/ 2534 h 159643"/>
                <a:gd name="connsiteX18" fmla="*/ 663451 w 935668"/>
                <a:gd name="connsiteY18" fmla="*/ 2534 h 159643"/>
                <a:gd name="connsiteX19" fmla="*/ 663451 w 935668"/>
                <a:gd name="connsiteY19" fmla="*/ 155842 h 159643"/>
                <a:gd name="connsiteX20" fmla="*/ 546967 w 935668"/>
                <a:gd name="connsiteY20" fmla="*/ 155842 h 159643"/>
                <a:gd name="connsiteX21" fmla="*/ 590015 w 935668"/>
                <a:gd name="connsiteY21" fmla="*/ 155842 h 159643"/>
                <a:gd name="connsiteX22" fmla="*/ 590015 w 935668"/>
                <a:gd name="connsiteY22" fmla="*/ 39277 h 159643"/>
                <a:gd name="connsiteX23" fmla="*/ 635596 w 935668"/>
                <a:gd name="connsiteY23" fmla="*/ 39277 h 159643"/>
                <a:gd name="connsiteX24" fmla="*/ 635596 w 935668"/>
                <a:gd name="connsiteY24" fmla="*/ 2534 h 159643"/>
                <a:gd name="connsiteX25" fmla="*/ 501386 w 935668"/>
                <a:gd name="connsiteY25" fmla="*/ 2534 h 159643"/>
                <a:gd name="connsiteX26" fmla="*/ 501386 w 935668"/>
                <a:gd name="connsiteY26" fmla="*/ 39277 h 159643"/>
                <a:gd name="connsiteX27" fmla="*/ 546967 w 935668"/>
                <a:gd name="connsiteY27" fmla="*/ 39277 h 159643"/>
                <a:gd name="connsiteX28" fmla="*/ 546967 w 935668"/>
                <a:gd name="connsiteY28" fmla="*/ 155842 h 159643"/>
                <a:gd name="connsiteX29" fmla="*/ 391233 w 935668"/>
                <a:gd name="connsiteY29" fmla="*/ 155842 h 159643"/>
                <a:gd name="connsiteX30" fmla="*/ 434282 w 935668"/>
                <a:gd name="connsiteY30" fmla="*/ 155842 h 159643"/>
                <a:gd name="connsiteX31" fmla="*/ 434282 w 935668"/>
                <a:gd name="connsiteY31" fmla="*/ 39277 h 159643"/>
                <a:gd name="connsiteX32" fmla="*/ 479862 w 935668"/>
                <a:gd name="connsiteY32" fmla="*/ 39277 h 159643"/>
                <a:gd name="connsiteX33" fmla="*/ 479862 w 935668"/>
                <a:gd name="connsiteY33" fmla="*/ 2534 h 159643"/>
                <a:gd name="connsiteX34" fmla="*/ 345653 w 935668"/>
                <a:gd name="connsiteY34" fmla="*/ 2534 h 159643"/>
                <a:gd name="connsiteX35" fmla="*/ 345653 w 935668"/>
                <a:gd name="connsiteY35" fmla="*/ 39277 h 159643"/>
                <a:gd name="connsiteX36" fmla="*/ 391233 w 935668"/>
                <a:gd name="connsiteY36" fmla="*/ 39277 h 159643"/>
                <a:gd name="connsiteX37" fmla="*/ 391233 w 935668"/>
                <a:gd name="connsiteY37" fmla="*/ 155842 h 159643"/>
                <a:gd name="connsiteX38" fmla="*/ 245629 w 935668"/>
                <a:gd name="connsiteY38" fmla="*/ 120366 h 159643"/>
                <a:gd name="connsiteX39" fmla="*/ 206379 w 935668"/>
                <a:gd name="connsiteY39" fmla="*/ 78555 h 159643"/>
                <a:gd name="connsiteX40" fmla="*/ 206379 w 935668"/>
                <a:gd name="connsiteY40" fmla="*/ 78555 h 159643"/>
                <a:gd name="connsiteX41" fmla="*/ 245629 w 935668"/>
                <a:gd name="connsiteY41" fmla="*/ 38010 h 159643"/>
                <a:gd name="connsiteX42" fmla="*/ 284879 w 935668"/>
                <a:gd name="connsiteY42" fmla="*/ 79822 h 159643"/>
                <a:gd name="connsiteX43" fmla="*/ 284879 w 935668"/>
                <a:gd name="connsiteY43" fmla="*/ 79822 h 159643"/>
                <a:gd name="connsiteX44" fmla="*/ 245629 w 935668"/>
                <a:gd name="connsiteY44" fmla="*/ 120366 h 159643"/>
                <a:gd name="connsiteX45" fmla="*/ 245629 w 935668"/>
                <a:gd name="connsiteY45" fmla="*/ 159643 h 159643"/>
                <a:gd name="connsiteX46" fmla="*/ 327927 w 935668"/>
                <a:gd name="connsiteY46" fmla="*/ 79822 h 159643"/>
                <a:gd name="connsiteX47" fmla="*/ 327927 w 935668"/>
                <a:gd name="connsiteY47" fmla="*/ 79822 h 159643"/>
                <a:gd name="connsiteX48" fmla="*/ 245629 w 935668"/>
                <a:gd name="connsiteY48" fmla="*/ 0 h 159643"/>
                <a:gd name="connsiteX49" fmla="*/ 163330 w 935668"/>
                <a:gd name="connsiteY49" fmla="*/ 79822 h 159643"/>
                <a:gd name="connsiteX50" fmla="*/ 163330 w 935668"/>
                <a:gd name="connsiteY50" fmla="*/ 79822 h 159643"/>
                <a:gd name="connsiteX51" fmla="*/ 245629 w 935668"/>
                <a:gd name="connsiteY51" fmla="*/ 159643 h 159643"/>
                <a:gd name="connsiteX52" fmla="*/ 41782 w 935668"/>
                <a:gd name="connsiteY52" fmla="*/ 121633 h 159643"/>
                <a:gd name="connsiteX53" fmla="*/ 41782 w 935668"/>
                <a:gd name="connsiteY53" fmla="*/ 93759 h 159643"/>
                <a:gd name="connsiteX54" fmla="*/ 74701 w 935668"/>
                <a:gd name="connsiteY54" fmla="*/ 93759 h 159643"/>
                <a:gd name="connsiteX55" fmla="*/ 94960 w 935668"/>
                <a:gd name="connsiteY55" fmla="*/ 107696 h 159643"/>
                <a:gd name="connsiteX56" fmla="*/ 94960 w 935668"/>
                <a:gd name="connsiteY56" fmla="*/ 107696 h 159643"/>
                <a:gd name="connsiteX57" fmla="*/ 74701 w 935668"/>
                <a:gd name="connsiteY57" fmla="*/ 121633 h 159643"/>
                <a:gd name="connsiteX58" fmla="*/ 41782 w 935668"/>
                <a:gd name="connsiteY58" fmla="*/ 121633 h 159643"/>
                <a:gd name="connsiteX59" fmla="*/ 41782 w 935668"/>
                <a:gd name="connsiteY59" fmla="*/ 63350 h 159643"/>
                <a:gd name="connsiteX60" fmla="*/ 41782 w 935668"/>
                <a:gd name="connsiteY60" fmla="*/ 36743 h 159643"/>
                <a:gd name="connsiteX61" fmla="*/ 69637 w 935668"/>
                <a:gd name="connsiteY61" fmla="*/ 36743 h 159643"/>
                <a:gd name="connsiteX62" fmla="*/ 88629 w 935668"/>
                <a:gd name="connsiteY62" fmla="*/ 49413 h 159643"/>
                <a:gd name="connsiteX63" fmla="*/ 88629 w 935668"/>
                <a:gd name="connsiteY63" fmla="*/ 49413 h 159643"/>
                <a:gd name="connsiteX64" fmla="*/ 68371 w 935668"/>
                <a:gd name="connsiteY64" fmla="*/ 63350 h 159643"/>
                <a:gd name="connsiteX65" fmla="*/ 41782 w 935668"/>
                <a:gd name="connsiteY65" fmla="*/ 63350 h 159643"/>
                <a:gd name="connsiteX66" fmla="*/ 0 w 935668"/>
                <a:gd name="connsiteY66" fmla="*/ 155842 h 159643"/>
                <a:gd name="connsiteX67" fmla="*/ 78500 w 935668"/>
                <a:gd name="connsiteY67" fmla="*/ 155842 h 159643"/>
                <a:gd name="connsiteX68" fmla="*/ 136742 w 935668"/>
                <a:gd name="connsiteY68" fmla="*/ 114031 h 159643"/>
                <a:gd name="connsiteX69" fmla="*/ 136742 w 935668"/>
                <a:gd name="connsiteY69" fmla="*/ 114031 h 159643"/>
                <a:gd name="connsiteX70" fmla="*/ 106355 w 935668"/>
                <a:gd name="connsiteY70" fmla="*/ 76021 h 159643"/>
                <a:gd name="connsiteX71" fmla="*/ 130411 w 935668"/>
                <a:gd name="connsiteY71" fmla="*/ 41811 h 159643"/>
                <a:gd name="connsiteX72" fmla="*/ 130411 w 935668"/>
                <a:gd name="connsiteY72" fmla="*/ 41811 h 159643"/>
                <a:gd name="connsiteX73" fmla="*/ 120282 w 935668"/>
                <a:gd name="connsiteY73" fmla="*/ 16471 h 159643"/>
                <a:gd name="connsiteX74" fmla="*/ 78500 w 935668"/>
                <a:gd name="connsiteY74" fmla="*/ 2534 h 159643"/>
                <a:gd name="connsiteX75" fmla="*/ 0 w 935668"/>
                <a:gd name="connsiteY75" fmla="*/ 2534 h 159643"/>
                <a:gd name="connsiteX76" fmla="*/ 0 w 935668"/>
                <a:gd name="connsiteY76" fmla="*/ 155842 h 15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35668" h="159643">
                  <a:moveTo>
                    <a:pt x="811588" y="155842"/>
                  </a:moveTo>
                  <a:lnTo>
                    <a:pt x="935668" y="155842"/>
                  </a:lnTo>
                  <a:lnTo>
                    <a:pt x="935668" y="119099"/>
                  </a:lnTo>
                  <a:lnTo>
                    <a:pt x="853370" y="119099"/>
                  </a:lnTo>
                  <a:lnTo>
                    <a:pt x="853370" y="95026"/>
                  </a:lnTo>
                  <a:lnTo>
                    <a:pt x="926806" y="95026"/>
                  </a:lnTo>
                  <a:lnTo>
                    <a:pt x="926806" y="62083"/>
                  </a:lnTo>
                  <a:lnTo>
                    <a:pt x="853370" y="62083"/>
                  </a:lnTo>
                  <a:lnTo>
                    <a:pt x="853370" y="39277"/>
                  </a:lnTo>
                  <a:lnTo>
                    <a:pt x="934402" y="39277"/>
                  </a:lnTo>
                  <a:lnTo>
                    <a:pt x="934402" y="2534"/>
                  </a:lnTo>
                  <a:lnTo>
                    <a:pt x="811588" y="2534"/>
                  </a:lnTo>
                  <a:lnTo>
                    <a:pt x="811588" y="155842"/>
                  </a:lnTo>
                  <a:close/>
                  <a:moveTo>
                    <a:pt x="664717" y="155842"/>
                  </a:moveTo>
                  <a:lnTo>
                    <a:pt x="781201" y="155842"/>
                  </a:lnTo>
                  <a:lnTo>
                    <a:pt x="781201" y="119099"/>
                  </a:lnTo>
                  <a:lnTo>
                    <a:pt x="706499" y="119099"/>
                  </a:lnTo>
                  <a:lnTo>
                    <a:pt x="706499" y="2534"/>
                  </a:lnTo>
                  <a:lnTo>
                    <a:pt x="663451" y="2534"/>
                  </a:lnTo>
                  <a:lnTo>
                    <a:pt x="663451" y="155842"/>
                  </a:lnTo>
                  <a:close/>
                  <a:moveTo>
                    <a:pt x="546967" y="155842"/>
                  </a:moveTo>
                  <a:lnTo>
                    <a:pt x="590015" y="155842"/>
                  </a:lnTo>
                  <a:lnTo>
                    <a:pt x="590015" y="39277"/>
                  </a:lnTo>
                  <a:lnTo>
                    <a:pt x="635596" y="39277"/>
                  </a:lnTo>
                  <a:lnTo>
                    <a:pt x="635596" y="2534"/>
                  </a:lnTo>
                  <a:lnTo>
                    <a:pt x="501386" y="2534"/>
                  </a:lnTo>
                  <a:lnTo>
                    <a:pt x="501386" y="39277"/>
                  </a:lnTo>
                  <a:lnTo>
                    <a:pt x="546967" y="39277"/>
                  </a:lnTo>
                  <a:lnTo>
                    <a:pt x="546967" y="155842"/>
                  </a:lnTo>
                  <a:close/>
                  <a:moveTo>
                    <a:pt x="391233" y="155842"/>
                  </a:moveTo>
                  <a:lnTo>
                    <a:pt x="434282" y="155842"/>
                  </a:lnTo>
                  <a:lnTo>
                    <a:pt x="434282" y="39277"/>
                  </a:lnTo>
                  <a:lnTo>
                    <a:pt x="479862" y="39277"/>
                  </a:lnTo>
                  <a:lnTo>
                    <a:pt x="479862" y="2534"/>
                  </a:lnTo>
                  <a:lnTo>
                    <a:pt x="345653" y="2534"/>
                  </a:lnTo>
                  <a:lnTo>
                    <a:pt x="345653" y="39277"/>
                  </a:lnTo>
                  <a:lnTo>
                    <a:pt x="391233" y="39277"/>
                  </a:lnTo>
                  <a:lnTo>
                    <a:pt x="391233" y="155842"/>
                  </a:lnTo>
                  <a:close/>
                  <a:moveTo>
                    <a:pt x="245629" y="120366"/>
                  </a:moveTo>
                  <a:cubicBezTo>
                    <a:pt x="222838" y="120366"/>
                    <a:pt x="206379" y="101361"/>
                    <a:pt x="206379" y="78555"/>
                  </a:cubicBezTo>
                  <a:lnTo>
                    <a:pt x="206379" y="78555"/>
                  </a:lnTo>
                  <a:cubicBezTo>
                    <a:pt x="206379" y="57015"/>
                    <a:pt x="221572" y="38010"/>
                    <a:pt x="245629" y="38010"/>
                  </a:cubicBezTo>
                  <a:cubicBezTo>
                    <a:pt x="269685" y="38010"/>
                    <a:pt x="284879" y="57015"/>
                    <a:pt x="284879" y="79822"/>
                  </a:cubicBezTo>
                  <a:lnTo>
                    <a:pt x="284879" y="79822"/>
                  </a:lnTo>
                  <a:cubicBezTo>
                    <a:pt x="284879" y="101361"/>
                    <a:pt x="268419" y="120366"/>
                    <a:pt x="245629" y="120366"/>
                  </a:cubicBezTo>
                  <a:moveTo>
                    <a:pt x="245629" y="159643"/>
                  </a:moveTo>
                  <a:cubicBezTo>
                    <a:pt x="292475" y="159643"/>
                    <a:pt x="327927" y="124167"/>
                    <a:pt x="327927" y="79822"/>
                  </a:cubicBezTo>
                  <a:lnTo>
                    <a:pt x="327927" y="79822"/>
                  </a:lnTo>
                  <a:cubicBezTo>
                    <a:pt x="327927" y="35476"/>
                    <a:pt x="292475" y="0"/>
                    <a:pt x="245629" y="0"/>
                  </a:cubicBezTo>
                  <a:cubicBezTo>
                    <a:pt x="198782" y="0"/>
                    <a:pt x="163330" y="35476"/>
                    <a:pt x="163330" y="79822"/>
                  </a:cubicBezTo>
                  <a:lnTo>
                    <a:pt x="163330" y="79822"/>
                  </a:lnTo>
                  <a:cubicBezTo>
                    <a:pt x="162064" y="124167"/>
                    <a:pt x="197516" y="159643"/>
                    <a:pt x="245629" y="159643"/>
                  </a:cubicBezTo>
                  <a:moveTo>
                    <a:pt x="41782" y="121633"/>
                  </a:moveTo>
                  <a:lnTo>
                    <a:pt x="41782" y="93759"/>
                  </a:lnTo>
                  <a:lnTo>
                    <a:pt x="74701" y="93759"/>
                  </a:lnTo>
                  <a:cubicBezTo>
                    <a:pt x="88629" y="93759"/>
                    <a:pt x="94960" y="98827"/>
                    <a:pt x="94960" y="107696"/>
                  </a:cubicBezTo>
                  <a:lnTo>
                    <a:pt x="94960" y="107696"/>
                  </a:lnTo>
                  <a:cubicBezTo>
                    <a:pt x="94960" y="116565"/>
                    <a:pt x="87363" y="121633"/>
                    <a:pt x="74701" y="121633"/>
                  </a:cubicBezTo>
                  <a:lnTo>
                    <a:pt x="41782" y="121633"/>
                  </a:lnTo>
                  <a:close/>
                  <a:moveTo>
                    <a:pt x="41782" y="63350"/>
                  </a:moveTo>
                  <a:lnTo>
                    <a:pt x="41782" y="36743"/>
                  </a:lnTo>
                  <a:lnTo>
                    <a:pt x="69637" y="36743"/>
                  </a:lnTo>
                  <a:cubicBezTo>
                    <a:pt x="82298" y="36743"/>
                    <a:pt x="88629" y="41811"/>
                    <a:pt x="88629" y="49413"/>
                  </a:cubicBezTo>
                  <a:lnTo>
                    <a:pt x="88629" y="49413"/>
                  </a:lnTo>
                  <a:cubicBezTo>
                    <a:pt x="88629" y="58282"/>
                    <a:pt x="81032" y="63350"/>
                    <a:pt x="68371" y="63350"/>
                  </a:cubicBezTo>
                  <a:lnTo>
                    <a:pt x="41782" y="63350"/>
                  </a:lnTo>
                  <a:close/>
                  <a:moveTo>
                    <a:pt x="0" y="155842"/>
                  </a:moveTo>
                  <a:lnTo>
                    <a:pt x="78500" y="155842"/>
                  </a:lnTo>
                  <a:cubicBezTo>
                    <a:pt x="115217" y="155842"/>
                    <a:pt x="136742" y="139371"/>
                    <a:pt x="136742" y="114031"/>
                  </a:cubicBezTo>
                  <a:lnTo>
                    <a:pt x="136742" y="114031"/>
                  </a:lnTo>
                  <a:cubicBezTo>
                    <a:pt x="136742" y="93759"/>
                    <a:pt x="125347" y="82356"/>
                    <a:pt x="106355" y="76021"/>
                  </a:cubicBezTo>
                  <a:cubicBezTo>
                    <a:pt x="120282" y="69686"/>
                    <a:pt x="130411" y="59550"/>
                    <a:pt x="130411" y="41811"/>
                  </a:cubicBezTo>
                  <a:lnTo>
                    <a:pt x="130411" y="41811"/>
                  </a:lnTo>
                  <a:cubicBezTo>
                    <a:pt x="130411" y="31675"/>
                    <a:pt x="126613" y="22806"/>
                    <a:pt x="120282" y="16471"/>
                  </a:cubicBezTo>
                  <a:cubicBezTo>
                    <a:pt x="111419" y="7602"/>
                    <a:pt x="97492" y="2534"/>
                    <a:pt x="78500" y="2534"/>
                  </a:cubicBezTo>
                  <a:lnTo>
                    <a:pt x="0" y="2534"/>
                  </a:lnTo>
                  <a:lnTo>
                    <a:pt x="0" y="155842"/>
                  </a:lnTo>
                  <a:close/>
                </a:path>
              </a:pathLst>
            </a:custGeom>
            <a:solidFill>
              <a:srgbClr val="4E3527"/>
            </a:solidFill>
            <a:ln w="12657" cap="flat">
              <a:noFill/>
              <a:prstDash val="solid"/>
              <a:miter/>
            </a:ln>
          </p:spPr>
          <p:txBody>
            <a:bodyPr rtlCol="0" anchor="ctr"/>
            <a:lstStyle/>
            <a:p>
              <a:endParaRPr lang="en-US" b="1" dirty="0">
                <a:latin typeface="Montserrat" pitchFamily="2" charset="77"/>
              </a:endParaRPr>
            </a:p>
          </p:txBody>
        </p:sp>
      </p:grpSp>
      <p:pic>
        <p:nvPicPr>
          <p:cNvPr id="40" name="Picture 39">
            <a:extLst>
              <a:ext uri="{FF2B5EF4-FFF2-40B4-BE49-F238E27FC236}">
                <a16:creationId xmlns:a16="http://schemas.microsoft.com/office/drawing/2014/main" id="{0835847A-9097-9F36-C52B-C73DBF328972}"/>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8448538" y="811801"/>
            <a:ext cx="2577722" cy="781769"/>
          </a:xfrm>
          <a:prstGeom prst="rect">
            <a:avLst/>
          </a:prstGeom>
        </p:spPr>
      </p:pic>
      <p:grpSp>
        <p:nvGrpSpPr>
          <p:cNvPr id="3" name="Graphic 4119">
            <a:extLst>
              <a:ext uri="{FF2B5EF4-FFF2-40B4-BE49-F238E27FC236}">
                <a16:creationId xmlns:a16="http://schemas.microsoft.com/office/drawing/2014/main" id="{0629C1FB-E477-C28F-C771-D087E95C5E1D}"/>
              </a:ext>
            </a:extLst>
          </p:cNvPr>
          <p:cNvGrpSpPr/>
          <p:nvPr/>
        </p:nvGrpSpPr>
        <p:grpSpPr>
          <a:xfrm>
            <a:off x="1401809" y="649483"/>
            <a:ext cx="1640810" cy="438718"/>
            <a:chOff x="2178742" y="-1107180"/>
            <a:chExt cx="2171851" cy="580707"/>
          </a:xfrm>
          <a:solidFill>
            <a:schemeClr val="tx1"/>
          </a:solidFill>
        </p:grpSpPr>
        <p:sp>
          <p:nvSpPr>
            <p:cNvPr id="4" name="Freeform 3">
              <a:extLst>
                <a:ext uri="{FF2B5EF4-FFF2-40B4-BE49-F238E27FC236}">
                  <a16:creationId xmlns:a16="http://schemas.microsoft.com/office/drawing/2014/main" id="{B20DC898-D225-9C56-57D9-44598188C59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DD053F38-493B-000D-9098-31617819AAA9}"/>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2E4622FA-1F85-D656-F4B2-33C612DB7957}"/>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2AE6BD41-9ECE-2146-235C-7E5769E03838}"/>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EFAB041F-602F-641B-3AA0-575124FCF492}"/>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BC7A61AE-AECD-3F0B-0669-70DA2A22BF09}"/>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9BA3D9FC-332E-56A2-928E-E4CCCE991DA2}"/>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C6AB23E5-398B-2032-0C94-AB60FC5FFE4B}"/>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8F18309C-9CD6-7F8F-BD74-34BD0536904F}"/>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A29A92FD-C6CB-0B37-95CE-301307BB9CF6}"/>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06AD8F7F-71CC-98CA-618F-A7A824F92C79}"/>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D4528519-D149-5CC5-F5F3-C2D50718AB2A}"/>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B5AF424F-6D13-DB11-BA48-9A235D6116B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B73BAD9D-BA59-E4D2-D9E3-48597208BB35}"/>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0E6FA6F7-D376-A05A-83FD-AAFE78421EA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D4DF40C6-B7AD-D649-2C03-1EADBEC5F0D4}"/>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7" name="Freeform 46">
              <a:extLst>
                <a:ext uri="{FF2B5EF4-FFF2-40B4-BE49-F238E27FC236}">
                  <a16:creationId xmlns:a16="http://schemas.microsoft.com/office/drawing/2014/main" id="{5AA994F8-1FAA-CEFC-0AB2-86203BF44A9E}"/>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9A303F44-A85A-75E4-DC14-0C73875E0313}"/>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EB6A6DE9-384E-43FE-465B-D18A2A95598F}"/>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0" name="Freeform 69">
              <a:extLst>
                <a:ext uri="{FF2B5EF4-FFF2-40B4-BE49-F238E27FC236}">
                  <a16:creationId xmlns:a16="http://schemas.microsoft.com/office/drawing/2014/main" id="{2BDE4D76-D9C2-FC79-399C-C86A4EB67F6F}"/>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18" name="Slide Number Placeholder 1">
            <a:extLst>
              <a:ext uri="{FF2B5EF4-FFF2-40B4-BE49-F238E27FC236}">
                <a16:creationId xmlns:a16="http://schemas.microsoft.com/office/drawing/2014/main" id="{DDF11DA4-73B1-D132-06D9-7F9E22685B8C}"/>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17</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4120711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Placeholder 31">
            <a:extLst>
              <a:ext uri="{FF2B5EF4-FFF2-40B4-BE49-F238E27FC236}">
                <a16:creationId xmlns:a16="http://schemas.microsoft.com/office/drawing/2014/main" id="{3D2ABB4C-4597-D912-0886-110A3B0C9403}"/>
              </a:ext>
            </a:extLst>
          </p:cNvPr>
          <p:cNvSpPr>
            <a:spLocks noGrp="1"/>
          </p:cNvSpPr>
          <p:nvPr>
            <p:ph type="body" sz="quarter" idx="4294967295"/>
          </p:nvPr>
        </p:nvSpPr>
        <p:spPr>
          <a:xfrm>
            <a:off x="954086" y="2144713"/>
            <a:ext cx="7656513" cy="354012"/>
          </a:xfrm>
        </p:spPr>
        <p:txBody>
          <a:bodyPr>
            <a:noAutofit/>
          </a:bodyPr>
          <a:lstStyle/>
          <a:p>
            <a:pPr algn="l">
              <a:lnSpc>
                <a:spcPts val="2100"/>
              </a:lnSpc>
            </a:pPr>
            <a:r>
              <a:rPr lang="en-US" sz="1800" dirty="0">
                <a:solidFill>
                  <a:schemeClr val="tx1"/>
                </a:solidFill>
                <a:cs typeface="Gotham Bold" pitchFamily="2" charset="0"/>
              </a:rPr>
              <a:t>T. Marzetti’s dynamic team is like none other in the business. </a:t>
            </a:r>
          </a:p>
        </p:txBody>
      </p:sp>
      <p:sp>
        <p:nvSpPr>
          <p:cNvPr id="21" name="Freeform 20">
            <a:extLst>
              <a:ext uri="{FF2B5EF4-FFF2-40B4-BE49-F238E27FC236}">
                <a16:creationId xmlns:a16="http://schemas.microsoft.com/office/drawing/2014/main" id="{A32DF4AC-85D9-5EFF-61E5-B00CA5A4514E}"/>
              </a:ext>
            </a:extLst>
          </p:cNvPr>
          <p:cNvSpPr/>
          <p:nvPr/>
        </p:nvSpPr>
        <p:spPr>
          <a:xfrm>
            <a:off x="1962852" y="1770632"/>
            <a:ext cx="2425605" cy="201797"/>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grpSp>
        <p:nvGrpSpPr>
          <p:cNvPr id="47" name="Group 46">
            <a:extLst>
              <a:ext uri="{FF2B5EF4-FFF2-40B4-BE49-F238E27FC236}">
                <a16:creationId xmlns:a16="http://schemas.microsoft.com/office/drawing/2014/main" id="{527988B0-BD40-A2B9-72A2-2D25578870DE}"/>
              </a:ext>
            </a:extLst>
          </p:cNvPr>
          <p:cNvGrpSpPr/>
          <p:nvPr/>
        </p:nvGrpSpPr>
        <p:grpSpPr>
          <a:xfrm>
            <a:off x="1175506" y="3663911"/>
            <a:ext cx="2603435" cy="2066625"/>
            <a:chOff x="1103212" y="3624042"/>
            <a:chExt cx="2603435" cy="2066625"/>
          </a:xfrm>
        </p:grpSpPr>
        <p:sp>
          <p:nvSpPr>
            <p:cNvPr id="37" name="Chevron 36">
              <a:extLst>
                <a:ext uri="{FF2B5EF4-FFF2-40B4-BE49-F238E27FC236}">
                  <a16:creationId xmlns:a16="http://schemas.microsoft.com/office/drawing/2014/main" id="{AE8DEDD6-36CC-2A92-F35D-D5E398170A46}"/>
                </a:ext>
              </a:extLst>
            </p:cNvPr>
            <p:cNvSpPr/>
            <p:nvPr/>
          </p:nvSpPr>
          <p:spPr>
            <a:xfrm>
              <a:off x="1103212" y="3624042"/>
              <a:ext cx="2461847" cy="2066625"/>
            </a:xfrm>
            <a:custGeom>
              <a:avLst/>
              <a:gdLst>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1033313 w 2515380"/>
                <a:gd name="connsiteY5" fmla="*/ 1033313 h 2066625"/>
                <a:gd name="connsiteX6" fmla="*/ 0 w 2515380"/>
                <a:gd name="connsiteY6" fmla="*/ 0 h 2066625"/>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801819 w 2515380"/>
                <a:gd name="connsiteY5" fmla="*/ 1044888 h 2066625"/>
                <a:gd name="connsiteX6" fmla="*/ 0 w 2515380"/>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0 w 2272312"/>
                <a:gd name="connsiteY4" fmla="*/ 2066625 h 2066625"/>
                <a:gd name="connsiteX5" fmla="*/ 801819 w 2272312"/>
                <a:gd name="connsiteY5" fmla="*/ 1044888 h 2066625"/>
                <a:gd name="connsiteX6" fmla="*/ 0 w 2272312"/>
                <a:gd name="connsiteY6" fmla="*/ 0 h 20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2312" h="2066625">
                  <a:moveTo>
                    <a:pt x="0" y="0"/>
                  </a:moveTo>
                  <a:lnTo>
                    <a:pt x="1482068" y="0"/>
                  </a:lnTo>
                  <a:lnTo>
                    <a:pt x="2272312" y="1033313"/>
                  </a:lnTo>
                  <a:lnTo>
                    <a:pt x="1482068" y="2066625"/>
                  </a:lnTo>
                  <a:lnTo>
                    <a:pt x="0" y="2066625"/>
                  </a:lnTo>
                  <a:lnTo>
                    <a:pt x="801819" y="1044888"/>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1"/>
                </a:solidFill>
                <a:latin typeface="Montserrat" pitchFamily="2" charset="77"/>
              </a:endParaRPr>
            </a:p>
          </p:txBody>
        </p:sp>
        <p:sp>
          <p:nvSpPr>
            <p:cNvPr id="26" name="TextBox 25">
              <a:extLst>
                <a:ext uri="{FF2B5EF4-FFF2-40B4-BE49-F238E27FC236}">
                  <a16:creationId xmlns:a16="http://schemas.microsoft.com/office/drawing/2014/main" id="{253E4F67-FCF6-CC9C-292E-112AEE8CEA52}"/>
                </a:ext>
              </a:extLst>
            </p:cNvPr>
            <p:cNvSpPr txBox="1"/>
            <p:nvPr/>
          </p:nvSpPr>
          <p:spPr>
            <a:xfrm>
              <a:off x="1705530" y="4521544"/>
              <a:ext cx="2001117" cy="276999"/>
            </a:xfrm>
            <a:prstGeom prst="rect">
              <a:avLst/>
            </a:prstGeom>
            <a:noFill/>
          </p:spPr>
          <p:txBody>
            <a:bodyPr wrap="square">
              <a:spAutoFit/>
            </a:bodyPr>
            <a:lstStyle/>
            <a:p>
              <a:pPr algn="ctr"/>
              <a:r>
                <a:rPr lang="en-US" sz="1200" b="1" dirty="0">
                  <a:solidFill>
                    <a:srgbClr val="FFFFFF"/>
                  </a:solidFill>
                  <a:latin typeface="Montserrat ExtraBold" pitchFamily="2" charset="77"/>
                  <a:cs typeface="Gotham Black" pitchFamily="2" charset="0"/>
                </a:rPr>
                <a:t>IDEATION</a:t>
              </a:r>
              <a:endParaRPr lang="en-US" sz="1400" dirty="0">
                <a:solidFill>
                  <a:srgbClr val="FFFFFF"/>
                </a:solidFill>
                <a:latin typeface="Montserrat" pitchFamily="2" charset="77"/>
                <a:cs typeface="Gotham Book" pitchFamily="2" charset="0"/>
              </a:endParaRPr>
            </a:p>
          </p:txBody>
        </p:sp>
      </p:grpSp>
      <p:grpSp>
        <p:nvGrpSpPr>
          <p:cNvPr id="58" name="Group 57">
            <a:extLst>
              <a:ext uri="{FF2B5EF4-FFF2-40B4-BE49-F238E27FC236}">
                <a16:creationId xmlns:a16="http://schemas.microsoft.com/office/drawing/2014/main" id="{54AFAA2C-C8DD-5AB1-9985-21571D520327}"/>
              </a:ext>
            </a:extLst>
          </p:cNvPr>
          <p:cNvGrpSpPr/>
          <p:nvPr/>
        </p:nvGrpSpPr>
        <p:grpSpPr>
          <a:xfrm>
            <a:off x="2992731" y="3663911"/>
            <a:ext cx="2604193" cy="2066625"/>
            <a:chOff x="2920437" y="3624042"/>
            <a:chExt cx="2604193" cy="2066625"/>
          </a:xfrm>
        </p:grpSpPr>
        <p:sp>
          <p:nvSpPr>
            <p:cNvPr id="43" name="Chevron 36">
              <a:extLst>
                <a:ext uri="{FF2B5EF4-FFF2-40B4-BE49-F238E27FC236}">
                  <a16:creationId xmlns:a16="http://schemas.microsoft.com/office/drawing/2014/main" id="{62ADAC09-BCDF-130D-0DA2-FA9DCAFFD5BC}"/>
                </a:ext>
              </a:extLst>
            </p:cNvPr>
            <p:cNvSpPr/>
            <p:nvPr/>
          </p:nvSpPr>
          <p:spPr>
            <a:xfrm>
              <a:off x="2920437" y="3624042"/>
              <a:ext cx="2461847" cy="2066625"/>
            </a:xfrm>
            <a:custGeom>
              <a:avLst/>
              <a:gdLst>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1033313 w 2515380"/>
                <a:gd name="connsiteY5" fmla="*/ 1033313 h 2066625"/>
                <a:gd name="connsiteX6" fmla="*/ 0 w 2515380"/>
                <a:gd name="connsiteY6" fmla="*/ 0 h 2066625"/>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801819 w 2515380"/>
                <a:gd name="connsiteY5" fmla="*/ 1044888 h 2066625"/>
                <a:gd name="connsiteX6" fmla="*/ 0 w 2515380"/>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0 w 2272312"/>
                <a:gd name="connsiteY4" fmla="*/ 2066625 h 2066625"/>
                <a:gd name="connsiteX5" fmla="*/ 801819 w 2272312"/>
                <a:gd name="connsiteY5" fmla="*/ 1044888 h 2066625"/>
                <a:gd name="connsiteX6" fmla="*/ 0 w 2272312"/>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24929 w 2272312"/>
                <a:gd name="connsiteY4" fmla="*/ 2066625 h 2066625"/>
                <a:gd name="connsiteX5" fmla="*/ 801819 w 2272312"/>
                <a:gd name="connsiteY5" fmla="*/ 1044888 h 2066625"/>
                <a:gd name="connsiteX6" fmla="*/ 0 w 2272312"/>
                <a:gd name="connsiteY6" fmla="*/ 0 h 20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2312" h="2066625">
                  <a:moveTo>
                    <a:pt x="0" y="0"/>
                  </a:moveTo>
                  <a:lnTo>
                    <a:pt x="1482068" y="0"/>
                  </a:lnTo>
                  <a:lnTo>
                    <a:pt x="2272312" y="1033313"/>
                  </a:lnTo>
                  <a:lnTo>
                    <a:pt x="1482068" y="2066625"/>
                  </a:lnTo>
                  <a:lnTo>
                    <a:pt x="24929" y="2066625"/>
                  </a:lnTo>
                  <a:lnTo>
                    <a:pt x="801819" y="1044888"/>
                  </a:lnTo>
                  <a:lnTo>
                    <a:pt x="0"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1"/>
                </a:solidFill>
                <a:latin typeface="Montserrat" pitchFamily="2" charset="77"/>
              </a:endParaRPr>
            </a:p>
          </p:txBody>
        </p:sp>
        <p:sp>
          <p:nvSpPr>
            <p:cNvPr id="27" name="TextBox 26">
              <a:extLst>
                <a:ext uri="{FF2B5EF4-FFF2-40B4-BE49-F238E27FC236}">
                  <a16:creationId xmlns:a16="http://schemas.microsoft.com/office/drawing/2014/main" id="{18E7A7F3-F8B0-FF40-227A-57FD7A536416}"/>
                </a:ext>
              </a:extLst>
            </p:cNvPr>
            <p:cNvSpPr txBox="1"/>
            <p:nvPr/>
          </p:nvSpPr>
          <p:spPr>
            <a:xfrm>
              <a:off x="3523513" y="4521544"/>
              <a:ext cx="2001117" cy="276999"/>
            </a:xfrm>
            <a:prstGeom prst="rect">
              <a:avLst/>
            </a:prstGeom>
            <a:noFill/>
          </p:spPr>
          <p:txBody>
            <a:bodyPr wrap="square">
              <a:spAutoFit/>
            </a:bodyPr>
            <a:lstStyle/>
            <a:p>
              <a:pPr algn="ctr"/>
              <a:r>
                <a:rPr lang="en-US" sz="1200" b="1" dirty="0">
                  <a:solidFill>
                    <a:schemeClr val="bg1"/>
                  </a:solidFill>
                  <a:latin typeface="Montserrat ExtraBold" pitchFamily="2" charset="77"/>
                  <a:cs typeface="Gotham Black" pitchFamily="2" charset="0"/>
                </a:rPr>
                <a:t>INNOVATION</a:t>
              </a:r>
              <a:endParaRPr lang="en-US" sz="1400" dirty="0">
                <a:solidFill>
                  <a:schemeClr val="bg1"/>
                </a:solidFill>
                <a:latin typeface="Montserrat" pitchFamily="2" charset="77"/>
                <a:cs typeface="Gotham Book" pitchFamily="2" charset="0"/>
              </a:endParaRPr>
            </a:p>
          </p:txBody>
        </p:sp>
      </p:grpSp>
      <p:grpSp>
        <p:nvGrpSpPr>
          <p:cNvPr id="59" name="Group 58">
            <a:extLst>
              <a:ext uri="{FF2B5EF4-FFF2-40B4-BE49-F238E27FC236}">
                <a16:creationId xmlns:a16="http://schemas.microsoft.com/office/drawing/2014/main" id="{D6C3A8C3-C682-3E4D-045B-C1D16B12FFE9}"/>
              </a:ext>
            </a:extLst>
          </p:cNvPr>
          <p:cNvGrpSpPr/>
          <p:nvPr/>
        </p:nvGrpSpPr>
        <p:grpSpPr>
          <a:xfrm>
            <a:off x="4811371" y="3663911"/>
            <a:ext cx="2600377" cy="2066625"/>
            <a:chOff x="4739077" y="3624042"/>
            <a:chExt cx="2600377" cy="2066625"/>
          </a:xfrm>
        </p:grpSpPr>
        <p:sp>
          <p:nvSpPr>
            <p:cNvPr id="55" name="Chevron 36">
              <a:extLst>
                <a:ext uri="{FF2B5EF4-FFF2-40B4-BE49-F238E27FC236}">
                  <a16:creationId xmlns:a16="http://schemas.microsoft.com/office/drawing/2014/main" id="{2D1903A3-68A3-B0BC-0FD3-B8F71158174D}"/>
                </a:ext>
              </a:extLst>
            </p:cNvPr>
            <p:cNvSpPr/>
            <p:nvPr/>
          </p:nvSpPr>
          <p:spPr>
            <a:xfrm>
              <a:off x="4739077" y="3624042"/>
              <a:ext cx="2461847" cy="2066625"/>
            </a:xfrm>
            <a:custGeom>
              <a:avLst/>
              <a:gdLst>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1033313 w 2515380"/>
                <a:gd name="connsiteY5" fmla="*/ 1033313 h 2066625"/>
                <a:gd name="connsiteX6" fmla="*/ 0 w 2515380"/>
                <a:gd name="connsiteY6" fmla="*/ 0 h 2066625"/>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801819 w 2515380"/>
                <a:gd name="connsiteY5" fmla="*/ 1044888 h 2066625"/>
                <a:gd name="connsiteX6" fmla="*/ 0 w 2515380"/>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0 w 2272312"/>
                <a:gd name="connsiteY4" fmla="*/ 2066625 h 2066625"/>
                <a:gd name="connsiteX5" fmla="*/ 801819 w 2272312"/>
                <a:gd name="connsiteY5" fmla="*/ 1044888 h 2066625"/>
                <a:gd name="connsiteX6" fmla="*/ 0 w 2272312"/>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24929 w 2272312"/>
                <a:gd name="connsiteY4" fmla="*/ 2066625 h 2066625"/>
                <a:gd name="connsiteX5" fmla="*/ 801819 w 2272312"/>
                <a:gd name="connsiteY5" fmla="*/ 1044888 h 2066625"/>
                <a:gd name="connsiteX6" fmla="*/ 0 w 2272312"/>
                <a:gd name="connsiteY6" fmla="*/ 0 h 20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2312" h="2066625">
                  <a:moveTo>
                    <a:pt x="0" y="0"/>
                  </a:moveTo>
                  <a:lnTo>
                    <a:pt x="1482068" y="0"/>
                  </a:lnTo>
                  <a:lnTo>
                    <a:pt x="2272312" y="1033313"/>
                  </a:lnTo>
                  <a:lnTo>
                    <a:pt x="1482068" y="2066625"/>
                  </a:lnTo>
                  <a:lnTo>
                    <a:pt x="24929" y="2066625"/>
                  </a:lnTo>
                  <a:lnTo>
                    <a:pt x="801819" y="1044888"/>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1"/>
                </a:solidFill>
                <a:latin typeface="Montserrat" pitchFamily="2" charset="77"/>
              </a:endParaRPr>
            </a:p>
          </p:txBody>
        </p:sp>
        <p:sp>
          <p:nvSpPr>
            <p:cNvPr id="28" name="TextBox 27">
              <a:extLst>
                <a:ext uri="{FF2B5EF4-FFF2-40B4-BE49-F238E27FC236}">
                  <a16:creationId xmlns:a16="http://schemas.microsoft.com/office/drawing/2014/main" id="{34EE340C-20A1-3960-BFD3-9E98383DE575}"/>
                </a:ext>
              </a:extLst>
            </p:cNvPr>
            <p:cNvSpPr txBox="1"/>
            <p:nvPr/>
          </p:nvSpPr>
          <p:spPr>
            <a:xfrm>
              <a:off x="5338337" y="4521544"/>
              <a:ext cx="2001117" cy="276999"/>
            </a:xfrm>
            <a:prstGeom prst="rect">
              <a:avLst/>
            </a:prstGeom>
            <a:noFill/>
          </p:spPr>
          <p:txBody>
            <a:bodyPr wrap="square">
              <a:spAutoFit/>
            </a:bodyPr>
            <a:lstStyle/>
            <a:p>
              <a:pPr algn="ctr"/>
              <a:r>
                <a:rPr lang="en-US" sz="1200" b="1" dirty="0">
                  <a:solidFill>
                    <a:srgbClr val="FFFFFF"/>
                  </a:solidFill>
                  <a:latin typeface="Montserrat ExtraBold" pitchFamily="2" charset="77"/>
                  <a:cs typeface="Gotham Black" pitchFamily="2" charset="0"/>
                </a:rPr>
                <a:t>DEVELOPMENT</a:t>
              </a:r>
              <a:endParaRPr lang="en-US" sz="1400" dirty="0">
                <a:solidFill>
                  <a:srgbClr val="FFFFFF"/>
                </a:solidFill>
                <a:latin typeface="Montserrat" pitchFamily="2" charset="77"/>
                <a:cs typeface="Gotham Book" pitchFamily="2" charset="0"/>
              </a:endParaRPr>
            </a:p>
          </p:txBody>
        </p:sp>
      </p:grpSp>
      <p:grpSp>
        <p:nvGrpSpPr>
          <p:cNvPr id="60" name="Group 59">
            <a:extLst>
              <a:ext uri="{FF2B5EF4-FFF2-40B4-BE49-F238E27FC236}">
                <a16:creationId xmlns:a16="http://schemas.microsoft.com/office/drawing/2014/main" id="{27188FDB-1E0C-DAD8-CBDB-AF5B6F3F1771}"/>
              </a:ext>
            </a:extLst>
          </p:cNvPr>
          <p:cNvGrpSpPr/>
          <p:nvPr/>
        </p:nvGrpSpPr>
        <p:grpSpPr>
          <a:xfrm>
            <a:off x="6619851" y="3663911"/>
            <a:ext cx="2583230" cy="2066625"/>
            <a:chOff x="6547557" y="3624042"/>
            <a:chExt cx="2583230" cy="2066625"/>
          </a:xfrm>
        </p:grpSpPr>
        <p:sp>
          <p:nvSpPr>
            <p:cNvPr id="56" name="Chevron 36">
              <a:extLst>
                <a:ext uri="{FF2B5EF4-FFF2-40B4-BE49-F238E27FC236}">
                  <a16:creationId xmlns:a16="http://schemas.microsoft.com/office/drawing/2014/main" id="{A5649BF8-D15B-2C4E-A73C-62236CFA0F01}"/>
                </a:ext>
              </a:extLst>
            </p:cNvPr>
            <p:cNvSpPr/>
            <p:nvPr/>
          </p:nvSpPr>
          <p:spPr>
            <a:xfrm>
              <a:off x="6547557" y="3624042"/>
              <a:ext cx="2461847" cy="2066625"/>
            </a:xfrm>
            <a:custGeom>
              <a:avLst/>
              <a:gdLst>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1033313 w 2515380"/>
                <a:gd name="connsiteY5" fmla="*/ 1033313 h 2066625"/>
                <a:gd name="connsiteX6" fmla="*/ 0 w 2515380"/>
                <a:gd name="connsiteY6" fmla="*/ 0 h 2066625"/>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801819 w 2515380"/>
                <a:gd name="connsiteY5" fmla="*/ 1044888 h 2066625"/>
                <a:gd name="connsiteX6" fmla="*/ 0 w 2515380"/>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0 w 2272312"/>
                <a:gd name="connsiteY4" fmla="*/ 2066625 h 2066625"/>
                <a:gd name="connsiteX5" fmla="*/ 801819 w 2272312"/>
                <a:gd name="connsiteY5" fmla="*/ 1044888 h 2066625"/>
                <a:gd name="connsiteX6" fmla="*/ 0 w 2272312"/>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24929 w 2272312"/>
                <a:gd name="connsiteY4" fmla="*/ 2066625 h 2066625"/>
                <a:gd name="connsiteX5" fmla="*/ 801819 w 2272312"/>
                <a:gd name="connsiteY5" fmla="*/ 1044888 h 2066625"/>
                <a:gd name="connsiteX6" fmla="*/ 0 w 2272312"/>
                <a:gd name="connsiteY6" fmla="*/ 0 h 20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2312" h="2066625">
                  <a:moveTo>
                    <a:pt x="0" y="0"/>
                  </a:moveTo>
                  <a:lnTo>
                    <a:pt x="1482068" y="0"/>
                  </a:lnTo>
                  <a:lnTo>
                    <a:pt x="2272312" y="1033313"/>
                  </a:lnTo>
                  <a:lnTo>
                    <a:pt x="1482068" y="2066625"/>
                  </a:lnTo>
                  <a:lnTo>
                    <a:pt x="24929" y="2066625"/>
                  </a:lnTo>
                  <a:lnTo>
                    <a:pt x="801819" y="1044888"/>
                  </a:lnTo>
                  <a:lnTo>
                    <a:pt x="0"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1"/>
                </a:solidFill>
                <a:latin typeface="Montserrat" pitchFamily="2" charset="77"/>
              </a:endParaRPr>
            </a:p>
          </p:txBody>
        </p:sp>
        <p:sp>
          <p:nvSpPr>
            <p:cNvPr id="29" name="TextBox 28">
              <a:extLst>
                <a:ext uri="{FF2B5EF4-FFF2-40B4-BE49-F238E27FC236}">
                  <a16:creationId xmlns:a16="http://schemas.microsoft.com/office/drawing/2014/main" id="{B5FB471A-72D3-F408-5B80-E93E911E6D23}"/>
                </a:ext>
              </a:extLst>
            </p:cNvPr>
            <p:cNvSpPr txBox="1"/>
            <p:nvPr/>
          </p:nvSpPr>
          <p:spPr>
            <a:xfrm>
              <a:off x="7129670" y="4521544"/>
              <a:ext cx="2001117" cy="276999"/>
            </a:xfrm>
            <a:prstGeom prst="rect">
              <a:avLst/>
            </a:prstGeom>
            <a:noFill/>
          </p:spPr>
          <p:txBody>
            <a:bodyPr wrap="square">
              <a:spAutoFit/>
            </a:bodyPr>
            <a:lstStyle/>
            <a:p>
              <a:pPr algn="ctr"/>
              <a:r>
                <a:rPr lang="en-US" sz="1200" b="1" dirty="0">
                  <a:solidFill>
                    <a:schemeClr val="bg1"/>
                  </a:solidFill>
                  <a:latin typeface="Montserrat ExtraBold" pitchFamily="2" charset="77"/>
                  <a:cs typeface="Gotham Black" pitchFamily="2" charset="0"/>
                </a:rPr>
                <a:t>TESTING</a:t>
              </a:r>
              <a:endParaRPr lang="en-US" sz="1400" dirty="0">
                <a:solidFill>
                  <a:schemeClr val="bg1"/>
                </a:solidFill>
                <a:latin typeface="Montserrat" pitchFamily="2" charset="77"/>
                <a:cs typeface="Gotham Book" pitchFamily="2" charset="0"/>
              </a:endParaRPr>
            </a:p>
          </p:txBody>
        </p:sp>
      </p:grpSp>
      <p:grpSp>
        <p:nvGrpSpPr>
          <p:cNvPr id="61" name="Group 60">
            <a:extLst>
              <a:ext uri="{FF2B5EF4-FFF2-40B4-BE49-F238E27FC236}">
                <a16:creationId xmlns:a16="http://schemas.microsoft.com/office/drawing/2014/main" id="{327859C2-EC0D-1052-2D51-53DEBB6FBDD9}"/>
              </a:ext>
            </a:extLst>
          </p:cNvPr>
          <p:cNvGrpSpPr/>
          <p:nvPr/>
        </p:nvGrpSpPr>
        <p:grpSpPr>
          <a:xfrm>
            <a:off x="8438491" y="3663911"/>
            <a:ext cx="2559709" cy="2066625"/>
            <a:chOff x="8366197" y="3624042"/>
            <a:chExt cx="2559709" cy="2066625"/>
          </a:xfrm>
        </p:grpSpPr>
        <p:sp>
          <p:nvSpPr>
            <p:cNvPr id="57" name="Chevron 36">
              <a:extLst>
                <a:ext uri="{FF2B5EF4-FFF2-40B4-BE49-F238E27FC236}">
                  <a16:creationId xmlns:a16="http://schemas.microsoft.com/office/drawing/2014/main" id="{C205DF9D-3422-BBB5-D2E8-6E0A436512DD}"/>
                </a:ext>
              </a:extLst>
            </p:cNvPr>
            <p:cNvSpPr/>
            <p:nvPr/>
          </p:nvSpPr>
          <p:spPr>
            <a:xfrm>
              <a:off x="8366197" y="3624042"/>
              <a:ext cx="2461847" cy="2066625"/>
            </a:xfrm>
            <a:custGeom>
              <a:avLst/>
              <a:gdLst>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1033313 w 2515380"/>
                <a:gd name="connsiteY5" fmla="*/ 1033313 h 2066625"/>
                <a:gd name="connsiteX6" fmla="*/ 0 w 2515380"/>
                <a:gd name="connsiteY6" fmla="*/ 0 h 2066625"/>
                <a:gd name="connsiteX0" fmla="*/ 0 w 2515380"/>
                <a:gd name="connsiteY0" fmla="*/ 0 h 2066625"/>
                <a:gd name="connsiteX1" fmla="*/ 1482068 w 2515380"/>
                <a:gd name="connsiteY1" fmla="*/ 0 h 2066625"/>
                <a:gd name="connsiteX2" fmla="*/ 2515380 w 2515380"/>
                <a:gd name="connsiteY2" fmla="*/ 1033313 h 2066625"/>
                <a:gd name="connsiteX3" fmla="*/ 1482068 w 2515380"/>
                <a:gd name="connsiteY3" fmla="*/ 2066625 h 2066625"/>
                <a:gd name="connsiteX4" fmla="*/ 0 w 2515380"/>
                <a:gd name="connsiteY4" fmla="*/ 2066625 h 2066625"/>
                <a:gd name="connsiteX5" fmla="*/ 801819 w 2515380"/>
                <a:gd name="connsiteY5" fmla="*/ 1044888 h 2066625"/>
                <a:gd name="connsiteX6" fmla="*/ 0 w 2515380"/>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0 w 2272312"/>
                <a:gd name="connsiteY4" fmla="*/ 2066625 h 2066625"/>
                <a:gd name="connsiteX5" fmla="*/ 801819 w 2272312"/>
                <a:gd name="connsiteY5" fmla="*/ 1044888 h 2066625"/>
                <a:gd name="connsiteX6" fmla="*/ 0 w 2272312"/>
                <a:gd name="connsiteY6" fmla="*/ 0 h 2066625"/>
                <a:gd name="connsiteX0" fmla="*/ 0 w 2272312"/>
                <a:gd name="connsiteY0" fmla="*/ 0 h 2066625"/>
                <a:gd name="connsiteX1" fmla="*/ 1482068 w 2272312"/>
                <a:gd name="connsiteY1" fmla="*/ 0 h 2066625"/>
                <a:gd name="connsiteX2" fmla="*/ 2272312 w 2272312"/>
                <a:gd name="connsiteY2" fmla="*/ 1033313 h 2066625"/>
                <a:gd name="connsiteX3" fmla="*/ 1482068 w 2272312"/>
                <a:gd name="connsiteY3" fmla="*/ 2066625 h 2066625"/>
                <a:gd name="connsiteX4" fmla="*/ 24929 w 2272312"/>
                <a:gd name="connsiteY4" fmla="*/ 2066625 h 2066625"/>
                <a:gd name="connsiteX5" fmla="*/ 801819 w 2272312"/>
                <a:gd name="connsiteY5" fmla="*/ 1044888 h 2066625"/>
                <a:gd name="connsiteX6" fmla="*/ 0 w 2272312"/>
                <a:gd name="connsiteY6" fmla="*/ 0 h 20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2312" h="2066625">
                  <a:moveTo>
                    <a:pt x="0" y="0"/>
                  </a:moveTo>
                  <a:lnTo>
                    <a:pt x="1482068" y="0"/>
                  </a:lnTo>
                  <a:lnTo>
                    <a:pt x="2272312" y="1033313"/>
                  </a:lnTo>
                  <a:lnTo>
                    <a:pt x="1482068" y="2066625"/>
                  </a:lnTo>
                  <a:lnTo>
                    <a:pt x="24929" y="2066625"/>
                  </a:lnTo>
                  <a:lnTo>
                    <a:pt x="801819" y="1044888"/>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tx1"/>
                </a:solidFill>
                <a:latin typeface="Montserrat" pitchFamily="2" charset="77"/>
              </a:endParaRPr>
            </a:p>
          </p:txBody>
        </p:sp>
        <p:sp>
          <p:nvSpPr>
            <p:cNvPr id="30" name="TextBox 29">
              <a:extLst>
                <a:ext uri="{FF2B5EF4-FFF2-40B4-BE49-F238E27FC236}">
                  <a16:creationId xmlns:a16="http://schemas.microsoft.com/office/drawing/2014/main" id="{8D483DD8-6551-6EF8-DFE4-A4537BDFE69B}"/>
                </a:ext>
              </a:extLst>
            </p:cNvPr>
            <p:cNvSpPr txBox="1"/>
            <p:nvPr/>
          </p:nvSpPr>
          <p:spPr>
            <a:xfrm>
              <a:off x="8924789" y="4521544"/>
              <a:ext cx="2001117" cy="276999"/>
            </a:xfrm>
            <a:prstGeom prst="rect">
              <a:avLst/>
            </a:prstGeom>
            <a:noFill/>
          </p:spPr>
          <p:txBody>
            <a:bodyPr wrap="square">
              <a:spAutoFit/>
            </a:bodyPr>
            <a:lstStyle/>
            <a:p>
              <a:pPr algn="ctr"/>
              <a:r>
                <a:rPr lang="en-US" sz="1200" b="1" dirty="0">
                  <a:solidFill>
                    <a:srgbClr val="FFFFFF"/>
                  </a:solidFill>
                  <a:latin typeface="Montserrat ExtraBold" pitchFamily="2" charset="77"/>
                  <a:cs typeface="Gotham Black" pitchFamily="2" charset="0"/>
                </a:rPr>
                <a:t>PRODUCTION</a:t>
              </a:r>
              <a:endParaRPr lang="en-US" sz="1400" dirty="0">
                <a:solidFill>
                  <a:srgbClr val="FFFFFF"/>
                </a:solidFill>
                <a:latin typeface="Montserrat" pitchFamily="2" charset="77"/>
                <a:cs typeface="Gotham Book" pitchFamily="2" charset="0"/>
              </a:endParaRPr>
            </a:p>
          </p:txBody>
        </p:sp>
      </p:grpSp>
      <p:sp>
        <p:nvSpPr>
          <p:cNvPr id="31" name="Text Placeholder 31">
            <a:extLst>
              <a:ext uri="{FF2B5EF4-FFF2-40B4-BE49-F238E27FC236}">
                <a16:creationId xmlns:a16="http://schemas.microsoft.com/office/drawing/2014/main" id="{333BA933-3D7F-1D6F-F828-55FE836EF6D8}"/>
              </a:ext>
            </a:extLst>
          </p:cNvPr>
          <p:cNvSpPr txBox="1">
            <a:spLocks/>
          </p:cNvSpPr>
          <p:nvPr/>
        </p:nvSpPr>
        <p:spPr>
          <a:xfrm>
            <a:off x="954404" y="2500760"/>
            <a:ext cx="7656195" cy="968880"/>
          </a:xfrm>
          <a:prstGeom prst="rect">
            <a:avLst/>
          </a:prstGeom>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ts val="1940"/>
              </a:lnSpc>
            </a:pPr>
            <a:r>
              <a:rPr lang="en-US" b="0" dirty="0">
                <a:solidFill>
                  <a:schemeClr val="accent6"/>
                </a:solidFill>
                <a:effectLst/>
                <a:latin typeface="Montserrat" pitchFamily="2" charset="77"/>
              </a:rPr>
              <a:t>Composed of experienced food scientists, chefs and nutritionists, we cohesively translate a deep understanding of food science and culinary arts into consumer-loved proprietary and branded products—all at the speed of trends. </a:t>
            </a:r>
          </a:p>
        </p:txBody>
      </p:sp>
      <p:sp>
        <p:nvSpPr>
          <p:cNvPr id="15" name="Text Placeholder 17">
            <a:extLst>
              <a:ext uri="{FF2B5EF4-FFF2-40B4-BE49-F238E27FC236}">
                <a16:creationId xmlns:a16="http://schemas.microsoft.com/office/drawing/2014/main" id="{A0CAECC2-D6D3-5105-5FCE-8B409BC4B033}"/>
              </a:ext>
            </a:extLst>
          </p:cNvPr>
          <p:cNvSpPr txBox="1">
            <a:spLocks/>
          </p:cNvSpPr>
          <p:nvPr/>
        </p:nvSpPr>
        <p:spPr>
          <a:xfrm>
            <a:off x="923846" y="1338222"/>
            <a:ext cx="3635414" cy="512368"/>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Our Expertise</a:t>
            </a:r>
          </a:p>
        </p:txBody>
      </p:sp>
      <p:grpSp>
        <p:nvGrpSpPr>
          <p:cNvPr id="2" name="Graphic 4119">
            <a:extLst>
              <a:ext uri="{FF2B5EF4-FFF2-40B4-BE49-F238E27FC236}">
                <a16:creationId xmlns:a16="http://schemas.microsoft.com/office/drawing/2014/main" id="{2267CEB1-8F4A-7BD5-067A-3E5A3A339BE7}"/>
              </a:ext>
            </a:extLst>
          </p:cNvPr>
          <p:cNvGrpSpPr/>
          <p:nvPr/>
        </p:nvGrpSpPr>
        <p:grpSpPr>
          <a:xfrm>
            <a:off x="1401809" y="961171"/>
            <a:ext cx="1640810" cy="438718"/>
            <a:chOff x="2178742" y="-1107180"/>
            <a:chExt cx="2171851" cy="580707"/>
          </a:xfrm>
          <a:solidFill>
            <a:schemeClr val="tx1"/>
          </a:solidFill>
        </p:grpSpPr>
        <p:sp>
          <p:nvSpPr>
            <p:cNvPr id="3" name="Freeform 2">
              <a:extLst>
                <a:ext uri="{FF2B5EF4-FFF2-40B4-BE49-F238E27FC236}">
                  <a16:creationId xmlns:a16="http://schemas.microsoft.com/office/drawing/2014/main" id="{D63B8E73-FDF1-B551-7EB8-6B274C61181F}"/>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 name="Freeform 3">
              <a:extLst>
                <a:ext uri="{FF2B5EF4-FFF2-40B4-BE49-F238E27FC236}">
                  <a16:creationId xmlns:a16="http://schemas.microsoft.com/office/drawing/2014/main" id="{A4DB8AC4-DBDE-7A6D-DD67-CEF91AE87521}"/>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 name="Freeform 4">
              <a:extLst>
                <a:ext uri="{FF2B5EF4-FFF2-40B4-BE49-F238E27FC236}">
                  <a16:creationId xmlns:a16="http://schemas.microsoft.com/office/drawing/2014/main" id="{27D2D22F-CEAB-44AE-E04C-D6BFAE8D03D8}"/>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C7F3FEDD-2436-6809-03FE-70E115F504B9}"/>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29ADCAE0-8731-D815-D90A-C3734B9FDE5A}"/>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F4F86B39-5202-3FBC-E9DE-E9C0518933A0}"/>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9" name="Freeform 8">
              <a:extLst>
                <a:ext uri="{FF2B5EF4-FFF2-40B4-BE49-F238E27FC236}">
                  <a16:creationId xmlns:a16="http://schemas.microsoft.com/office/drawing/2014/main" id="{1F18EEE6-1C41-A266-C044-D01AC719B0B5}"/>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13434A1F-00EF-41AD-B5A6-8181A065398F}"/>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D0497F1B-E70D-4954-E742-ED5134B7FBBC}"/>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7685BCD4-2B55-9496-5C23-A8C514A0C3A2}"/>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19C1AC50-F529-9A89-3782-88002D2688B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C9894A13-4F58-8326-AF5C-EB152EE020B6}"/>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27D82805-6E26-65E2-B183-473DEAD67ACF}"/>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8BE50E4E-ADF7-4107-2D8D-C90D43A8D824}"/>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1DB68F12-456D-9123-3A69-8FE245B614F4}"/>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2" name="Freeform 41">
              <a:extLst>
                <a:ext uri="{FF2B5EF4-FFF2-40B4-BE49-F238E27FC236}">
                  <a16:creationId xmlns:a16="http://schemas.microsoft.com/office/drawing/2014/main" id="{69F7872F-0539-8E41-70A4-EC5C05BAD218}"/>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85569424-9547-1F36-58AF-B03228D135E0}"/>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5" name="Freeform 44">
              <a:extLst>
                <a:ext uri="{FF2B5EF4-FFF2-40B4-BE49-F238E27FC236}">
                  <a16:creationId xmlns:a16="http://schemas.microsoft.com/office/drawing/2014/main" id="{B76B1BA4-C1B4-7083-5FB0-E6FBE2E77A55}"/>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6" name="Freeform 45">
              <a:extLst>
                <a:ext uri="{FF2B5EF4-FFF2-40B4-BE49-F238E27FC236}">
                  <a16:creationId xmlns:a16="http://schemas.microsoft.com/office/drawing/2014/main" id="{A4B71CBD-EF87-973D-E6CA-E60F886F9EA4}"/>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8" name="Freeform 47">
              <a:extLst>
                <a:ext uri="{FF2B5EF4-FFF2-40B4-BE49-F238E27FC236}">
                  <a16:creationId xmlns:a16="http://schemas.microsoft.com/office/drawing/2014/main" id="{C8F65B14-0C3A-07A3-2FF3-3BD19DE57BC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18" name="Slide Number Placeholder 1">
            <a:extLst>
              <a:ext uri="{FF2B5EF4-FFF2-40B4-BE49-F238E27FC236}">
                <a16:creationId xmlns:a16="http://schemas.microsoft.com/office/drawing/2014/main" id="{CF990FC1-881D-BF5D-9C39-EF062A3BDB76}"/>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18</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292054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par>
                          <p:cTn id="8" fill="hold">
                            <p:stCondLst>
                              <p:cond delay="750"/>
                            </p:stCondLst>
                            <p:childTnLst>
                              <p:par>
                                <p:cTn id="9" presetID="12" presetClass="entr" presetSubtype="8" fill="hold" nodeType="after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p:tgtEl>
                                          <p:spTgt spid="47"/>
                                        </p:tgtEl>
                                        <p:attrNameLst>
                                          <p:attrName>ppt_x</p:attrName>
                                        </p:attrNameLst>
                                      </p:cBhvr>
                                      <p:tavLst>
                                        <p:tav tm="0">
                                          <p:val>
                                            <p:strVal val="#ppt_x-#ppt_w*1.125000"/>
                                          </p:val>
                                        </p:tav>
                                        <p:tav tm="100000">
                                          <p:val>
                                            <p:strVal val="#ppt_x"/>
                                          </p:val>
                                        </p:tav>
                                      </p:tavLst>
                                    </p:anim>
                                    <p:animEffect transition="in" filter="wipe(right)">
                                      <p:cBhvr>
                                        <p:cTn id="12" dur="500"/>
                                        <p:tgtEl>
                                          <p:spTgt spid="47"/>
                                        </p:tgtEl>
                                      </p:cBhvr>
                                    </p:animEffect>
                                  </p:childTnLst>
                                </p:cTn>
                              </p:par>
                            </p:childTnLst>
                          </p:cTn>
                        </p:par>
                        <p:par>
                          <p:cTn id="13" fill="hold">
                            <p:stCondLst>
                              <p:cond delay="1250"/>
                            </p:stCondLst>
                            <p:childTnLst>
                              <p:par>
                                <p:cTn id="14" presetID="12" presetClass="entr" presetSubtype="8" fill="hold" nodeType="afterEffect">
                                  <p:stCondLst>
                                    <p:cond delay="0"/>
                                  </p:stCondLst>
                                  <p:childTnLst>
                                    <p:set>
                                      <p:cBhvr>
                                        <p:cTn id="15" dur="1" fill="hold">
                                          <p:stCondLst>
                                            <p:cond delay="0"/>
                                          </p:stCondLst>
                                        </p:cTn>
                                        <p:tgtEl>
                                          <p:spTgt spid="58"/>
                                        </p:tgtEl>
                                        <p:attrNameLst>
                                          <p:attrName>style.visibility</p:attrName>
                                        </p:attrNameLst>
                                      </p:cBhvr>
                                      <p:to>
                                        <p:strVal val="visible"/>
                                      </p:to>
                                    </p:set>
                                    <p:anim calcmode="lin" valueType="num">
                                      <p:cBhvr additive="base">
                                        <p:cTn id="16" dur="500"/>
                                        <p:tgtEl>
                                          <p:spTgt spid="58"/>
                                        </p:tgtEl>
                                        <p:attrNameLst>
                                          <p:attrName>ppt_x</p:attrName>
                                        </p:attrNameLst>
                                      </p:cBhvr>
                                      <p:tavLst>
                                        <p:tav tm="0">
                                          <p:val>
                                            <p:strVal val="#ppt_x-#ppt_w*1.125000"/>
                                          </p:val>
                                        </p:tav>
                                        <p:tav tm="100000">
                                          <p:val>
                                            <p:strVal val="#ppt_x"/>
                                          </p:val>
                                        </p:tav>
                                      </p:tavLst>
                                    </p:anim>
                                    <p:animEffect transition="in" filter="wipe(right)">
                                      <p:cBhvr>
                                        <p:cTn id="17" dur="500"/>
                                        <p:tgtEl>
                                          <p:spTgt spid="58"/>
                                        </p:tgtEl>
                                      </p:cBhvr>
                                    </p:animEffect>
                                  </p:childTnLst>
                                </p:cTn>
                              </p:par>
                            </p:childTnLst>
                          </p:cTn>
                        </p:par>
                        <p:par>
                          <p:cTn id="18" fill="hold">
                            <p:stCondLst>
                              <p:cond delay="1750"/>
                            </p:stCondLst>
                            <p:childTnLst>
                              <p:par>
                                <p:cTn id="19" presetID="12" presetClass="entr" presetSubtype="8" fill="hold" nodeType="afterEffect">
                                  <p:stCondLst>
                                    <p:cond delay="0"/>
                                  </p:stCondLst>
                                  <p:childTnLst>
                                    <p:set>
                                      <p:cBhvr>
                                        <p:cTn id="20" dur="1" fill="hold">
                                          <p:stCondLst>
                                            <p:cond delay="0"/>
                                          </p:stCondLst>
                                        </p:cTn>
                                        <p:tgtEl>
                                          <p:spTgt spid="59"/>
                                        </p:tgtEl>
                                        <p:attrNameLst>
                                          <p:attrName>style.visibility</p:attrName>
                                        </p:attrNameLst>
                                      </p:cBhvr>
                                      <p:to>
                                        <p:strVal val="visible"/>
                                      </p:to>
                                    </p:set>
                                    <p:anim calcmode="lin" valueType="num">
                                      <p:cBhvr additive="base">
                                        <p:cTn id="21" dur="500"/>
                                        <p:tgtEl>
                                          <p:spTgt spid="59"/>
                                        </p:tgtEl>
                                        <p:attrNameLst>
                                          <p:attrName>ppt_x</p:attrName>
                                        </p:attrNameLst>
                                      </p:cBhvr>
                                      <p:tavLst>
                                        <p:tav tm="0">
                                          <p:val>
                                            <p:strVal val="#ppt_x-#ppt_w*1.125000"/>
                                          </p:val>
                                        </p:tav>
                                        <p:tav tm="100000">
                                          <p:val>
                                            <p:strVal val="#ppt_x"/>
                                          </p:val>
                                        </p:tav>
                                      </p:tavLst>
                                    </p:anim>
                                    <p:animEffect transition="in" filter="wipe(right)">
                                      <p:cBhvr>
                                        <p:cTn id="22" dur="500"/>
                                        <p:tgtEl>
                                          <p:spTgt spid="59"/>
                                        </p:tgtEl>
                                      </p:cBhvr>
                                    </p:animEffect>
                                  </p:childTnLst>
                                </p:cTn>
                              </p:par>
                            </p:childTnLst>
                          </p:cTn>
                        </p:par>
                        <p:par>
                          <p:cTn id="23" fill="hold">
                            <p:stCondLst>
                              <p:cond delay="2250"/>
                            </p:stCondLst>
                            <p:childTnLst>
                              <p:par>
                                <p:cTn id="24" presetID="12" presetClass="entr" presetSubtype="8"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additive="base">
                                        <p:cTn id="26" dur="500"/>
                                        <p:tgtEl>
                                          <p:spTgt spid="60"/>
                                        </p:tgtEl>
                                        <p:attrNameLst>
                                          <p:attrName>ppt_x</p:attrName>
                                        </p:attrNameLst>
                                      </p:cBhvr>
                                      <p:tavLst>
                                        <p:tav tm="0">
                                          <p:val>
                                            <p:strVal val="#ppt_x-#ppt_w*1.125000"/>
                                          </p:val>
                                        </p:tav>
                                        <p:tav tm="100000">
                                          <p:val>
                                            <p:strVal val="#ppt_x"/>
                                          </p:val>
                                        </p:tav>
                                      </p:tavLst>
                                    </p:anim>
                                    <p:animEffect transition="in" filter="wipe(right)">
                                      <p:cBhvr>
                                        <p:cTn id="27" dur="500"/>
                                        <p:tgtEl>
                                          <p:spTgt spid="60"/>
                                        </p:tgtEl>
                                      </p:cBhvr>
                                    </p:animEffect>
                                  </p:childTnLst>
                                </p:cTn>
                              </p:par>
                            </p:childTnLst>
                          </p:cTn>
                        </p:par>
                        <p:par>
                          <p:cTn id="28" fill="hold">
                            <p:stCondLst>
                              <p:cond delay="2750"/>
                            </p:stCondLst>
                            <p:childTnLst>
                              <p:par>
                                <p:cTn id="29" presetID="12" presetClass="entr" presetSubtype="8" fill="hold" nodeType="afterEffect">
                                  <p:stCondLst>
                                    <p:cond delay="0"/>
                                  </p:stCondLst>
                                  <p:childTnLst>
                                    <p:set>
                                      <p:cBhvr>
                                        <p:cTn id="30" dur="1" fill="hold">
                                          <p:stCondLst>
                                            <p:cond delay="0"/>
                                          </p:stCondLst>
                                        </p:cTn>
                                        <p:tgtEl>
                                          <p:spTgt spid="61"/>
                                        </p:tgtEl>
                                        <p:attrNameLst>
                                          <p:attrName>style.visibility</p:attrName>
                                        </p:attrNameLst>
                                      </p:cBhvr>
                                      <p:to>
                                        <p:strVal val="visible"/>
                                      </p:to>
                                    </p:set>
                                    <p:anim calcmode="lin" valueType="num">
                                      <p:cBhvr additive="base">
                                        <p:cTn id="31" dur="500"/>
                                        <p:tgtEl>
                                          <p:spTgt spid="61"/>
                                        </p:tgtEl>
                                        <p:attrNameLst>
                                          <p:attrName>ppt_x</p:attrName>
                                        </p:attrNameLst>
                                      </p:cBhvr>
                                      <p:tavLst>
                                        <p:tav tm="0">
                                          <p:val>
                                            <p:strVal val="#ppt_x-#ppt_w*1.125000"/>
                                          </p:val>
                                        </p:tav>
                                        <p:tav tm="100000">
                                          <p:val>
                                            <p:strVal val="#ppt_x"/>
                                          </p:val>
                                        </p:tav>
                                      </p:tavLst>
                                    </p:anim>
                                    <p:animEffect transition="in" filter="wipe(right)">
                                      <p:cBhvr>
                                        <p:cTn id="32"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5CE1F9F0-4DAE-FA05-F573-AA5934B487D4}"/>
              </a:ext>
            </a:extLst>
          </p:cNvPr>
          <p:cNvSpPr/>
          <p:nvPr/>
        </p:nvSpPr>
        <p:spPr>
          <a:xfrm>
            <a:off x="6096000" y="-91440"/>
            <a:ext cx="6096000" cy="69494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a:extLst>
              <a:ext uri="{FF2B5EF4-FFF2-40B4-BE49-F238E27FC236}">
                <a16:creationId xmlns:a16="http://schemas.microsoft.com/office/drawing/2014/main" id="{083253ED-7D3C-1666-1AA5-438ABFA6FA5C}"/>
              </a:ext>
            </a:extLst>
          </p:cNvPr>
          <p:cNvPicPr>
            <a:picLocks noChangeAspect="1"/>
          </p:cNvPicPr>
          <p:nvPr/>
        </p:nvPicPr>
        <p:blipFill rotWithShape="1">
          <a:blip r:embed="rId2"/>
          <a:srcRect l="44911" t="-572" r="-4010" b="572"/>
          <a:stretch/>
        </p:blipFill>
        <p:spPr>
          <a:xfrm>
            <a:off x="6096000" y="337070"/>
            <a:ext cx="6539740" cy="6089729"/>
          </a:xfrm>
          <a:prstGeom prst="rect">
            <a:avLst/>
          </a:prstGeom>
        </p:spPr>
      </p:pic>
      <p:sp>
        <p:nvSpPr>
          <p:cNvPr id="43" name="Text Placeholder 31">
            <a:extLst>
              <a:ext uri="{FF2B5EF4-FFF2-40B4-BE49-F238E27FC236}">
                <a16:creationId xmlns:a16="http://schemas.microsoft.com/office/drawing/2014/main" id="{0F2DFA3F-F2F3-268C-A876-AA21422B0F85}"/>
              </a:ext>
            </a:extLst>
          </p:cNvPr>
          <p:cNvSpPr txBox="1">
            <a:spLocks/>
          </p:cNvSpPr>
          <p:nvPr/>
        </p:nvSpPr>
        <p:spPr>
          <a:xfrm>
            <a:off x="718235" y="2587960"/>
            <a:ext cx="4231145" cy="969502"/>
          </a:xfrm>
          <a:prstGeom prst="rect">
            <a:avLst/>
          </a:prstGeom>
        </p:spPr>
        <p:txBody>
          <a:bodyPr>
            <a:noAutofit/>
          </a:bodyPr>
          <a:lstStyle>
            <a:lvl1pPr marL="0" indent="0" algn="l" defTabSz="914400" rtl="0" eaLnBrk="1" latinLnBrk="0" hangingPunct="1">
              <a:lnSpc>
                <a:spcPct val="90000"/>
              </a:lnSpc>
              <a:spcBef>
                <a:spcPts val="1000"/>
              </a:spcBef>
              <a:buFont typeface="Arial" panose="020B0604020202020204" pitchFamily="34" charset="0"/>
              <a:buNone/>
              <a:defRPr sz="1800" b="1" i="0" kern="1200">
                <a:solidFill>
                  <a:schemeClr val="tx1"/>
                </a:solidFill>
                <a:latin typeface="Montserrat" pitchFamily="2" charset="77"/>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2140"/>
              </a:lnSpc>
            </a:pPr>
            <a:r>
              <a:rPr lang="en-US">
                <a:cs typeface="Gotham Bold" pitchFamily="2" charset="0"/>
              </a:rPr>
              <a:t>We use trend data, insights, sensory research and your vision to guide our ideation journey.</a:t>
            </a:r>
            <a:endParaRPr lang="en-US" dirty="0">
              <a:cs typeface="Gotham Bold" pitchFamily="2" charset="0"/>
            </a:endParaRPr>
          </a:p>
        </p:txBody>
      </p:sp>
      <p:sp>
        <p:nvSpPr>
          <p:cNvPr id="44" name="Text Placeholder 31">
            <a:extLst>
              <a:ext uri="{FF2B5EF4-FFF2-40B4-BE49-F238E27FC236}">
                <a16:creationId xmlns:a16="http://schemas.microsoft.com/office/drawing/2014/main" id="{06A84644-C774-44D8-CC0D-E0FA5647B80D}"/>
              </a:ext>
            </a:extLst>
          </p:cNvPr>
          <p:cNvSpPr txBox="1">
            <a:spLocks/>
          </p:cNvSpPr>
          <p:nvPr/>
        </p:nvSpPr>
        <p:spPr>
          <a:xfrm>
            <a:off x="718235" y="3589431"/>
            <a:ext cx="4351203" cy="1140189"/>
          </a:xfrm>
          <a:prstGeom prst="rect">
            <a:avLst/>
          </a:prstGeom>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200" b="0" dirty="0">
                <a:solidFill>
                  <a:schemeClr val="accent6"/>
                </a:solidFill>
                <a:latin typeface="Montserrat" pitchFamily="2" charset="77"/>
              </a:rPr>
              <a:t>Knowing where food is going is half the battle. </a:t>
            </a:r>
            <a:br>
              <a:rPr lang="en-US" sz="1200" b="0" dirty="0">
                <a:solidFill>
                  <a:schemeClr val="accent6"/>
                </a:solidFill>
                <a:latin typeface="Montserrat" pitchFamily="2" charset="77"/>
              </a:rPr>
            </a:br>
            <a:r>
              <a:rPr lang="en-US" sz="1200" b="0" dirty="0">
                <a:solidFill>
                  <a:schemeClr val="accent6"/>
                </a:solidFill>
                <a:latin typeface="Montserrat" pitchFamily="2" charset="77"/>
              </a:rPr>
              <a:t>That's why each of our cross-functional teams embrace the trends &amp; insights that matter to </a:t>
            </a:r>
            <a:br>
              <a:rPr lang="en-US" sz="1200" b="0" dirty="0">
                <a:solidFill>
                  <a:schemeClr val="accent6"/>
                </a:solidFill>
                <a:latin typeface="Montserrat" pitchFamily="2" charset="77"/>
              </a:rPr>
            </a:br>
            <a:r>
              <a:rPr lang="en-US" sz="1200" b="0" dirty="0">
                <a:solidFill>
                  <a:schemeClr val="accent6"/>
                </a:solidFill>
                <a:latin typeface="Montserrat" pitchFamily="2" charset="77"/>
              </a:rPr>
              <a:t>your business.</a:t>
            </a:r>
          </a:p>
        </p:txBody>
      </p:sp>
      <p:pic>
        <p:nvPicPr>
          <p:cNvPr id="45" name="Picture 44">
            <a:extLst>
              <a:ext uri="{FF2B5EF4-FFF2-40B4-BE49-F238E27FC236}">
                <a16:creationId xmlns:a16="http://schemas.microsoft.com/office/drawing/2014/main" id="{CFCEFB71-B16E-9D5E-9D14-08F0417B10D2}"/>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20644" y="5323771"/>
            <a:ext cx="2096944" cy="635959"/>
          </a:xfrm>
          <a:prstGeom prst="rect">
            <a:avLst/>
          </a:prstGeom>
        </p:spPr>
      </p:pic>
      <p:sp>
        <p:nvSpPr>
          <p:cNvPr id="46" name="Text Placeholder 17">
            <a:extLst>
              <a:ext uri="{FF2B5EF4-FFF2-40B4-BE49-F238E27FC236}">
                <a16:creationId xmlns:a16="http://schemas.microsoft.com/office/drawing/2014/main" id="{82CB261B-1B28-B138-4429-9DB297443501}"/>
              </a:ext>
            </a:extLst>
          </p:cNvPr>
          <p:cNvSpPr txBox="1">
            <a:spLocks/>
          </p:cNvSpPr>
          <p:nvPr/>
        </p:nvSpPr>
        <p:spPr>
          <a:xfrm>
            <a:off x="718235" y="1501899"/>
            <a:ext cx="3190266" cy="1062090"/>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Ideation </a:t>
            </a:r>
            <a:br>
              <a:rPr lang="en-US" sz="3600" dirty="0">
                <a:solidFill>
                  <a:schemeClr val="bg1"/>
                </a:solidFill>
                <a:latin typeface="Montserrat ExtraBold" pitchFamily="2" charset="77"/>
                <a:cs typeface="Gotham Black" pitchFamily="2" charset="0"/>
              </a:rPr>
            </a:br>
            <a:r>
              <a:rPr lang="en-US" sz="3600" dirty="0">
                <a:solidFill>
                  <a:schemeClr val="bg1"/>
                </a:solidFill>
                <a:latin typeface="Montserrat ExtraBold" pitchFamily="2" charset="77"/>
                <a:cs typeface="Gotham Black" pitchFamily="2" charset="0"/>
              </a:rPr>
              <a:t>&amp; Insights</a:t>
            </a:r>
          </a:p>
        </p:txBody>
      </p:sp>
      <p:grpSp>
        <p:nvGrpSpPr>
          <p:cNvPr id="47" name="Graphic 4119">
            <a:extLst>
              <a:ext uri="{FF2B5EF4-FFF2-40B4-BE49-F238E27FC236}">
                <a16:creationId xmlns:a16="http://schemas.microsoft.com/office/drawing/2014/main" id="{DC184D1D-1A94-E086-2AD0-55EE5B53BC9D}"/>
              </a:ext>
            </a:extLst>
          </p:cNvPr>
          <p:cNvGrpSpPr/>
          <p:nvPr/>
        </p:nvGrpSpPr>
        <p:grpSpPr>
          <a:xfrm>
            <a:off x="912709" y="1130149"/>
            <a:ext cx="1640810" cy="438718"/>
            <a:chOff x="2178742" y="-1107180"/>
            <a:chExt cx="2171851" cy="580707"/>
          </a:xfrm>
          <a:solidFill>
            <a:schemeClr val="tx1"/>
          </a:solidFill>
        </p:grpSpPr>
        <p:sp>
          <p:nvSpPr>
            <p:cNvPr id="48" name="Freeform 47">
              <a:extLst>
                <a:ext uri="{FF2B5EF4-FFF2-40B4-BE49-F238E27FC236}">
                  <a16:creationId xmlns:a16="http://schemas.microsoft.com/office/drawing/2014/main" id="{9CAB8A4A-686A-5A1A-3F0A-6EAD61CE4C08}"/>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9" name="Freeform 48">
              <a:extLst>
                <a:ext uri="{FF2B5EF4-FFF2-40B4-BE49-F238E27FC236}">
                  <a16:creationId xmlns:a16="http://schemas.microsoft.com/office/drawing/2014/main" id="{15B6C161-5227-5EC3-DB89-A17709F67426}"/>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0" name="Freeform 49">
              <a:extLst>
                <a:ext uri="{FF2B5EF4-FFF2-40B4-BE49-F238E27FC236}">
                  <a16:creationId xmlns:a16="http://schemas.microsoft.com/office/drawing/2014/main" id="{05359239-9311-B1BA-2506-7AC20A5857C1}"/>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1" name="Freeform 50">
              <a:extLst>
                <a:ext uri="{FF2B5EF4-FFF2-40B4-BE49-F238E27FC236}">
                  <a16:creationId xmlns:a16="http://schemas.microsoft.com/office/drawing/2014/main" id="{1D1DD458-9166-8834-009C-C90335730DA8}"/>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355D09BE-D6E2-95EE-2579-773ED1F942FC}"/>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ABE6F274-F566-A4B9-7CE2-821EFE4FEEC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4" name="Freeform 53">
              <a:extLst>
                <a:ext uri="{FF2B5EF4-FFF2-40B4-BE49-F238E27FC236}">
                  <a16:creationId xmlns:a16="http://schemas.microsoft.com/office/drawing/2014/main" id="{5524BAC6-255D-6DFE-D3E6-4FF3EA7D74AD}"/>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A5CD8FB5-93AB-7ADB-5FF1-D3796CA8B3E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8F7915E2-EB1F-FC8B-2DEE-B1E8F334DBC1}"/>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7" name="Freeform 56">
              <a:extLst>
                <a:ext uri="{FF2B5EF4-FFF2-40B4-BE49-F238E27FC236}">
                  <a16:creationId xmlns:a16="http://schemas.microsoft.com/office/drawing/2014/main" id="{C6D241EF-3F4F-CD6F-370A-F0E23D4A7DB1}"/>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8" name="Freeform 57">
              <a:extLst>
                <a:ext uri="{FF2B5EF4-FFF2-40B4-BE49-F238E27FC236}">
                  <a16:creationId xmlns:a16="http://schemas.microsoft.com/office/drawing/2014/main" id="{E6AA86DD-EF5E-E48C-CB4E-84016940A03A}"/>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9" name="Freeform 58">
              <a:extLst>
                <a:ext uri="{FF2B5EF4-FFF2-40B4-BE49-F238E27FC236}">
                  <a16:creationId xmlns:a16="http://schemas.microsoft.com/office/drawing/2014/main" id="{782F60AE-1257-B86F-6331-82AAB61E3B64}"/>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0" name="Freeform 59">
              <a:extLst>
                <a:ext uri="{FF2B5EF4-FFF2-40B4-BE49-F238E27FC236}">
                  <a16:creationId xmlns:a16="http://schemas.microsoft.com/office/drawing/2014/main" id="{41B53442-1876-9C12-36F7-C87E43B82D6B}"/>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1" name="Freeform 60">
              <a:extLst>
                <a:ext uri="{FF2B5EF4-FFF2-40B4-BE49-F238E27FC236}">
                  <a16:creationId xmlns:a16="http://schemas.microsoft.com/office/drawing/2014/main" id="{737CD6E4-95F0-F49C-452D-D729294CF13D}"/>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2" name="Freeform 61">
              <a:extLst>
                <a:ext uri="{FF2B5EF4-FFF2-40B4-BE49-F238E27FC236}">
                  <a16:creationId xmlns:a16="http://schemas.microsoft.com/office/drawing/2014/main" id="{38928DA0-3493-9F18-02E9-C0A6DAD5898B}"/>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3" name="Freeform 62">
              <a:extLst>
                <a:ext uri="{FF2B5EF4-FFF2-40B4-BE49-F238E27FC236}">
                  <a16:creationId xmlns:a16="http://schemas.microsoft.com/office/drawing/2014/main" id="{82AB0497-BC85-A395-626B-413E73945145}"/>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4" name="Freeform 63">
              <a:extLst>
                <a:ext uri="{FF2B5EF4-FFF2-40B4-BE49-F238E27FC236}">
                  <a16:creationId xmlns:a16="http://schemas.microsoft.com/office/drawing/2014/main" id="{27389A7C-FD0B-831F-FF70-75A8879CA38D}"/>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5" name="Freeform 64">
              <a:extLst>
                <a:ext uri="{FF2B5EF4-FFF2-40B4-BE49-F238E27FC236}">
                  <a16:creationId xmlns:a16="http://schemas.microsoft.com/office/drawing/2014/main" id="{8590F59B-1BA0-66E3-E953-9A8AF4F2BCF9}"/>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6" name="Freeform 65">
              <a:extLst>
                <a:ext uri="{FF2B5EF4-FFF2-40B4-BE49-F238E27FC236}">
                  <a16:creationId xmlns:a16="http://schemas.microsoft.com/office/drawing/2014/main" id="{26A0D3FF-4922-F7D9-C09F-71053B018ED2}"/>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7" name="Freeform 66">
              <a:extLst>
                <a:ext uri="{FF2B5EF4-FFF2-40B4-BE49-F238E27FC236}">
                  <a16:creationId xmlns:a16="http://schemas.microsoft.com/office/drawing/2014/main" id="{6ABF6402-AD3E-F05B-094A-FC126A4E448D}"/>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2" name="Slide Number Placeholder 1">
            <a:extLst>
              <a:ext uri="{FF2B5EF4-FFF2-40B4-BE49-F238E27FC236}">
                <a16:creationId xmlns:a16="http://schemas.microsoft.com/office/drawing/2014/main" id="{32153A94-18E0-DEC0-A9A2-5104E2D56D89}"/>
              </a:ext>
            </a:extLst>
          </p:cNvPr>
          <p:cNvSpPr>
            <a:spLocks noGrp="1"/>
          </p:cNvSpPr>
          <p:nvPr>
            <p:ph type="sldNum" sz="quarter" idx="21"/>
          </p:nvPr>
        </p:nvSpPr>
        <p:spPr>
          <a:xfrm>
            <a:off x="8532082" y="6464779"/>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pPr/>
              <a:t>19</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349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50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1000"/>
                                        <p:tgtEl>
                                          <p:spTgt spid="9"/>
                                        </p:tgtEl>
                                      </p:cBhvr>
                                    </p:animEffect>
                                  </p:childTnLst>
                                </p:cTn>
                              </p:par>
                              <p:par>
                                <p:cTn id="8" presetID="12" presetClass="entr" presetSubtype="4" fill="hold" nodeType="withEffect">
                                  <p:stCondLst>
                                    <p:cond delay="500"/>
                                  </p:stCondLst>
                                  <p:childTnLst>
                                    <p:set>
                                      <p:cBhvr>
                                        <p:cTn id="9" dur="1" fill="hold">
                                          <p:stCondLst>
                                            <p:cond delay="0"/>
                                          </p:stCondLst>
                                        </p:cTn>
                                        <p:tgtEl>
                                          <p:spTgt spid="45"/>
                                        </p:tgtEl>
                                        <p:attrNameLst>
                                          <p:attrName>style.visibility</p:attrName>
                                        </p:attrNameLst>
                                      </p:cBhvr>
                                      <p:to>
                                        <p:strVal val="visible"/>
                                      </p:to>
                                    </p:set>
                                    <p:anim calcmode="lin" valueType="num">
                                      <p:cBhvr additive="base">
                                        <p:cTn id="10" dur="500"/>
                                        <p:tgtEl>
                                          <p:spTgt spid="45"/>
                                        </p:tgtEl>
                                        <p:attrNameLst>
                                          <p:attrName>ppt_y</p:attrName>
                                        </p:attrNameLst>
                                      </p:cBhvr>
                                      <p:tavLst>
                                        <p:tav tm="0">
                                          <p:val>
                                            <p:strVal val="#ppt_y+#ppt_h*1.125000"/>
                                          </p:val>
                                        </p:tav>
                                        <p:tav tm="100000">
                                          <p:val>
                                            <p:strVal val="#ppt_y"/>
                                          </p:val>
                                        </p:tav>
                                      </p:tavLst>
                                    </p:anim>
                                    <p:animEffect transition="in" filter="wipe(up)">
                                      <p:cBhvr>
                                        <p:cTn id="11"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F45D0811-15B3-819E-F67B-BD4D57FB6888}"/>
              </a:ext>
            </a:extLst>
          </p:cNvPr>
          <p:cNvSpPr/>
          <p:nvPr/>
        </p:nvSpPr>
        <p:spPr>
          <a:xfrm>
            <a:off x="6096000" y="-94129"/>
            <a:ext cx="6096000" cy="69521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a:extLst>
              <a:ext uri="{FF2B5EF4-FFF2-40B4-BE49-F238E27FC236}">
                <a16:creationId xmlns:a16="http://schemas.microsoft.com/office/drawing/2014/main" id="{083253ED-7D3C-1666-1AA5-438ABFA6FA5C}"/>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6096000" y="376519"/>
            <a:ext cx="6096000" cy="6088260"/>
          </a:xfrm>
          <a:prstGeom prst="rect">
            <a:avLst/>
          </a:prstGeom>
        </p:spPr>
      </p:pic>
      <p:grpSp>
        <p:nvGrpSpPr>
          <p:cNvPr id="2" name="Group 1">
            <a:extLst>
              <a:ext uri="{FF2B5EF4-FFF2-40B4-BE49-F238E27FC236}">
                <a16:creationId xmlns:a16="http://schemas.microsoft.com/office/drawing/2014/main" id="{38E99BBD-5C61-037D-3004-BC4BB0BFF840}"/>
              </a:ext>
            </a:extLst>
          </p:cNvPr>
          <p:cNvGrpSpPr/>
          <p:nvPr/>
        </p:nvGrpSpPr>
        <p:grpSpPr>
          <a:xfrm>
            <a:off x="2996988" y="4637287"/>
            <a:ext cx="2399781" cy="434655"/>
            <a:chOff x="6294144" y="5735418"/>
            <a:chExt cx="2399781" cy="434655"/>
          </a:xfrm>
        </p:grpSpPr>
        <p:sp>
          <p:nvSpPr>
            <p:cNvPr id="3" name="TextBox 2">
              <a:extLst>
                <a:ext uri="{FF2B5EF4-FFF2-40B4-BE49-F238E27FC236}">
                  <a16:creationId xmlns:a16="http://schemas.microsoft.com/office/drawing/2014/main" id="{151656F0-F5C3-F133-0492-EA719FD1AA6F}"/>
                </a:ext>
              </a:extLst>
            </p:cNvPr>
            <p:cNvSpPr txBox="1"/>
            <p:nvPr/>
          </p:nvSpPr>
          <p:spPr>
            <a:xfrm>
              <a:off x="6294144" y="5735418"/>
              <a:ext cx="2399781" cy="307777"/>
            </a:xfrm>
            <a:prstGeom prst="rect">
              <a:avLst/>
            </a:prstGeom>
            <a:noFill/>
          </p:spPr>
          <p:txBody>
            <a:bodyPr wrap="square">
              <a:spAutoFit/>
            </a:bodyPr>
            <a:lstStyle/>
            <a:p>
              <a:pPr>
                <a:lnSpc>
                  <a:spcPts val="1567"/>
                </a:lnSpc>
              </a:pPr>
              <a:r>
                <a:rPr lang="en-US" sz="2000" b="1" dirty="0">
                  <a:latin typeface="Montserrat" pitchFamily="2" charset="77"/>
                  <a:cs typeface="Gotham Bold" pitchFamily="2" charset="0"/>
                </a:rPr>
                <a:t>–</a:t>
              </a:r>
              <a:r>
                <a:rPr lang="en-US" sz="2000" b="1" dirty="0">
                  <a:solidFill>
                    <a:srgbClr val="4E3629"/>
                  </a:solidFill>
                  <a:latin typeface="Montserrat" pitchFamily="2" charset="77"/>
                  <a:cs typeface="Gotham Bold" pitchFamily="2" charset="0"/>
                </a:rPr>
                <a:t> </a:t>
              </a:r>
              <a:r>
                <a:rPr lang="en-US" sz="2000" b="1" dirty="0">
                  <a:effectLst/>
                  <a:latin typeface="Montserrat" pitchFamily="2" charset="77"/>
                  <a:cs typeface="Gotham Bold" pitchFamily="2" charset="0"/>
                </a:rPr>
                <a:t>Sandra </a:t>
              </a:r>
              <a:r>
                <a:rPr lang="en-US" sz="2000" b="1" dirty="0">
                  <a:solidFill>
                    <a:schemeClr val="bg1"/>
                  </a:solidFill>
                  <a:effectLst/>
                  <a:latin typeface="Montserrat" pitchFamily="2" charset="77"/>
                  <a:cs typeface="Gotham Bold" pitchFamily="2" charset="0"/>
                </a:rPr>
                <a:t>Bichsel</a:t>
              </a:r>
            </a:p>
          </p:txBody>
        </p:sp>
        <p:sp>
          <p:nvSpPr>
            <p:cNvPr id="4" name="TextBox 3">
              <a:extLst>
                <a:ext uri="{FF2B5EF4-FFF2-40B4-BE49-F238E27FC236}">
                  <a16:creationId xmlns:a16="http://schemas.microsoft.com/office/drawing/2014/main" id="{02AD111F-CE1D-A7EB-95F0-E764963A2B8B}"/>
                </a:ext>
              </a:extLst>
            </p:cNvPr>
            <p:cNvSpPr txBox="1"/>
            <p:nvPr/>
          </p:nvSpPr>
          <p:spPr>
            <a:xfrm>
              <a:off x="6540845" y="5954629"/>
              <a:ext cx="2132760" cy="215444"/>
            </a:xfrm>
            <a:prstGeom prst="rect">
              <a:avLst/>
            </a:prstGeom>
            <a:noFill/>
          </p:spPr>
          <p:txBody>
            <a:bodyPr wrap="square">
              <a:spAutoFit/>
            </a:bodyPr>
            <a:lstStyle/>
            <a:p>
              <a:r>
                <a:rPr lang="en-US" sz="800" dirty="0">
                  <a:solidFill>
                    <a:schemeClr val="accent6"/>
                  </a:solidFill>
                  <a:latin typeface="Montserrat" pitchFamily="2" charset="77"/>
                  <a:cs typeface="Gotham Book" pitchFamily="2" charset="0"/>
                </a:rPr>
                <a:t>Director of Foodservice R&amp;D</a:t>
              </a:r>
            </a:p>
          </p:txBody>
        </p:sp>
      </p:grpSp>
      <p:sp>
        <p:nvSpPr>
          <p:cNvPr id="5" name="TextBox 4">
            <a:extLst>
              <a:ext uri="{FF2B5EF4-FFF2-40B4-BE49-F238E27FC236}">
                <a16:creationId xmlns:a16="http://schemas.microsoft.com/office/drawing/2014/main" id="{AA7AE808-4490-9FAD-B0BC-42EE5A5E9D99}"/>
              </a:ext>
            </a:extLst>
          </p:cNvPr>
          <p:cNvSpPr txBox="1"/>
          <p:nvPr/>
        </p:nvSpPr>
        <p:spPr>
          <a:xfrm>
            <a:off x="853414" y="2306873"/>
            <a:ext cx="3983660" cy="728789"/>
          </a:xfrm>
          <a:prstGeom prst="rect">
            <a:avLst/>
          </a:prstGeom>
          <a:noFill/>
        </p:spPr>
        <p:txBody>
          <a:bodyPr wrap="square">
            <a:spAutoFit/>
          </a:bodyPr>
          <a:lstStyle/>
          <a:p>
            <a:pPr>
              <a:lnSpc>
                <a:spcPts val="1740"/>
              </a:lnSpc>
            </a:pPr>
            <a:r>
              <a:rPr lang="en-US" sz="1200" dirty="0">
                <a:solidFill>
                  <a:schemeClr val="accent6"/>
                </a:solidFill>
                <a:latin typeface="Montserrat" pitchFamily="2" charset="77"/>
                <a:cs typeface="Gotham Book" pitchFamily="2" charset="0"/>
              </a:rPr>
              <a:t>Our culinary teams take emerging concepts and holistic industry knowledge and translate both into inspired new products and menu concepts.</a:t>
            </a:r>
          </a:p>
        </p:txBody>
      </p:sp>
      <p:sp>
        <p:nvSpPr>
          <p:cNvPr id="6" name="Text Placeholder 31">
            <a:extLst>
              <a:ext uri="{FF2B5EF4-FFF2-40B4-BE49-F238E27FC236}">
                <a16:creationId xmlns:a16="http://schemas.microsoft.com/office/drawing/2014/main" id="{9AE2C8B2-44DD-3F87-8C89-B1A28DE5F60F}"/>
              </a:ext>
            </a:extLst>
          </p:cNvPr>
          <p:cNvSpPr txBox="1">
            <a:spLocks/>
          </p:cNvSpPr>
          <p:nvPr/>
        </p:nvSpPr>
        <p:spPr>
          <a:xfrm>
            <a:off x="853414" y="1962434"/>
            <a:ext cx="3595829" cy="344439"/>
          </a:xfrm>
          <a:prstGeom prst="rect">
            <a:avLst/>
          </a:prstGeom>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ts val="2140"/>
              </a:lnSpc>
            </a:pPr>
            <a:r>
              <a:rPr lang="en-US" sz="1800" dirty="0">
                <a:solidFill>
                  <a:schemeClr val="tx1"/>
                </a:solidFill>
                <a:latin typeface="Montserrat" pitchFamily="2" charset="77"/>
                <a:cs typeface="Gotham Bold" pitchFamily="2" charset="0"/>
              </a:rPr>
              <a:t>Better Culinary</a:t>
            </a:r>
          </a:p>
        </p:txBody>
      </p:sp>
      <p:grpSp>
        <p:nvGrpSpPr>
          <p:cNvPr id="7" name="Group 6">
            <a:extLst>
              <a:ext uri="{FF2B5EF4-FFF2-40B4-BE49-F238E27FC236}">
                <a16:creationId xmlns:a16="http://schemas.microsoft.com/office/drawing/2014/main" id="{32E515B7-B900-0625-7524-D51E68EA28F1}"/>
              </a:ext>
            </a:extLst>
          </p:cNvPr>
          <p:cNvGrpSpPr/>
          <p:nvPr/>
        </p:nvGrpSpPr>
        <p:grpSpPr>
          <a:xfrm>
            <a:off x="911056" y="3050466"/>
            <a:ext cx="4611613" cy="1509146"/>
            <a:chOff x="1426729" y="3646814"/>
            <a:chExt cx="4611613" cy="1509146"/>
          </a:xfrm>
        </p:grpSpPr>
        <p:sp>
          <p:nvSpPr>
            <p:cNvPr id="8" name="Content Placeholder 2">
              <a:extLst>
                <a:ext uri="{FF2B5EF4-FFF2-40B4-BE49-F238E27FC236}">
                  <a16:creationId xmlns:a16="http://schemas.microsoft.com/office/drawing/2014/main" id="{5C502581-938C-B5F2-071B-DD588DF1BD4C}"/>
                </a:ext>
              </a:extLst>
            </p:cNvPr>
            <p:cNvSpPr txBox="1">
              <a:spLocks/>
            </p:cNvSpPr>
            <p:nvPr/>
          </p:nvSpPr>
          <p:spPr>
            <a:xfrm>
              <a:off x="1642692" y="3646814"/>
              <a:ext cx="4395650" cy="1509146"/>
            </a:xfrm>
            <a:prstGeom prst="rect">
              <a:avLst/>
            </a:prstGeom>
          </p:spPr>
          <p:txBody>
            <a:bodyPr vert="horz" lIns="9144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1860"/>
                </a:lnSpc>
                <a:buNone/>
              </a:pPr>
              <a:r>
                <a:rPr lang="en-US" sz="1400" dirty="0">
                  <a:solidFill>
                    <a:schemeClr val="accent6"/>
                  </a:solidFill>
                  <a:latin typeface="Montserrat" pitchFamily="2" charset="77"/>
                  <a:cs typeface="Gotham Book" pitchFamily="2" charset="0"/>
                </a:rPr>
                <a:t>Our dedicated teams of food scientists and chefs are passionate about working with you </a:t>
              </a:r>
              <a:br>
                <a:rPr lang="en-US" sz="1400" dirty="0">
                  <a:solidFill>
                    <a:schemeClr val="accent6"/>
                  </a:solidFill>
                  <a:latin typeface="Montserrat" pitchFamily="2" charset="77"/>
                  <a:cs typeface="Gotham Book" pitchFamily="2" charset="0"/>
                </a:rPr>
              </a:br>
              <a:r>
                <a:rPr lang="en-US" sz="1400" dirty="0">
                  <a:solidFill>
                    <a:schemeClr val="accent6"/>
                  </a:solidFill>
                  <a:latin typeface="Montserrat" pitchFamily="2" charset="77"/>
                  <a:cs typeface="Gotham Book" pitchFamily="2" charset="0"/>
                </a:rPr>
                <a:t>to understand your needs in order to develop an innovative customized sauce or dressing solution that your consumers will crave.”</a:t>
              </a:r>
            </a:p>
          </p:txBody>
        </p:sp>
        <p:sp>
          <p:nvSpPr>
            <p:cNvPr id="10" name="Freeform 9">
              <a:extLst>
                <a:ext uri="{FF2B5EF4-FFF2-40B4-BE49-F238E27FC236}">
                  <a16:creationId xmlns:a16="http://schemas.microsoft.com/office/drawing/2014/main" id="{95FF8F3D-EAB1-4F96-7187-871924B1A207}"/>
                </a:ext>
              </a:extLst>
            </p:cNvPr>
            <p:cNvSpPr/>
            <p:nvPr/>
          </p:nvSpPr>
          <p:spPr>
            <a:xfrm>
              <a:off x="1426729" y="3789816"/>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latin typeface="Montserrat" pitchFamily="2" charset="77"/>
              </a:endParaRPr>
            </a:p>
          </p:txBody>
        </p:sp>
        <p:sp>
          <p:nvSpPr>
            <p:cNvPr id="11" name="Freeform 10">
              <a:extLst>
                <a:ext uri="{FF2B5EF4-FFF2-40B4-BE49-F238E27FC236}">
                  <a16:creationId xmlns:a16="http://schemas.microsoft.com/office/drawing/2014/main" id="{74E3DE61-64F9-B62F-F8F7-FE5453668A56}"/>
                </a:ext>
              </a:extLst>
            </p:cNvPr>
            <p:cNvSpPr/>
            <p:nvPr/>
          </p:nvSpPr>
          <p:spPr>
            <a:xfrm flipH="1" flipV="1">
              <a:off x="5391813" y="4823176"/>
              <a:ext cx="249458" cy="176935"/>
            </a:xfrm>
            <a:custGeom>
              <a:avLst/>
              <a:gdLst/>
              <a:ahLst/>
              <a:cxnLst/>
              <a:rect l="l" t="t" r="r" b="b"/>
              <a:pathLst>
                <a:path w="121615" h="86259">
                  <a:moveTo>
                    <a:pt x="117652" y="0"/>
                  </a:moveTo>
                  <a:lnTo>
                    <a:pt x="121615" y="15850"/>
                  </a:lnTo>
                  <a:cubicBezTo>
                    <a:pt x="103022" y="19203"/>
                    <a:pt x="94183" y="28651"/>
                    <a:pt x="95707" y="44196"/>
                  </a:cubicBezTo>
                  <a:lnTo>
                    <a:pt x="111252" y="44196"/>
                  </a:lnTo>
                  <a:lnTo>
                    <a:pt x="111252" y="86259"/>
                  </a:lnTo>
                  <a:lnTo>
                    <a:pt x="70713" y="86259"/>
                  </a:lnTo>
                  <a:lnTo>
                    <a:pt x="70713" y="50597"/>
                  </a:lnTo>
                  <a:cubicBezTo>
                    <a:pt x="70713" y="16764"/>
                    <a:pt x="86868" y="2439"/>
                    <a:pt x="117652" y="0"/>
                  </a:cubicBezTo>
                  <a:close/>
                  <a:moveTo>
                    <a:pt x="46939" y="0"/>
                  </a:moveTo>
                  <a:lnTo>
                    <a:pt x="50901" y="15850"/>
                  </a:lnTo>
                  <a:cubicBezTo>
                    <a:pt x="32308" y="19203"/>
                    <a:pt x="23469" y="28651"/>
                    <a:pt x="24993" y="44196"/>
                  </a:cubicBezTo>
                  <a:lnTo>
                    <a:pt x="40538" y="44196"/>
                  </a:lnTo>
                  <a:lnTo>
                    <a:pt x="40538" y="86259"/>
                  </a:lnTo>
                  <a:lnTo>
                    <a:pt x="0" y="86259"/>
                  </a:lnTo>
                  <a:lnTo>
                    <a:pt x="0" y="50597"/>
                  </a:lnTo>
                  <a:cubicBezTo>
                    <a:pt x="0" y="16764"/>
                    <a:pt x="16154" y="2439"/>
                    <a:pt x="469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latin typeface="Montserrat" pitchFamily="2" charset="77"/>
              </a:endParaRPr>
            </a:p>
          </p:txBody>
        </p:sp>
      </p:grpSp>
      <p:pic>
        <p:nvPicPr>
          <p:cNvPr id="12" name="Picture 11">
            <a:extLst>
              <a:ext uri="{FF2B5EF4-FFF2-40B4-BE49-F238E27FC236}">
                <a16:creationId xmlns:a16="http://schemas.microsoft.com/office/drawing/2014/main" id="{C04373A8-B6ED-0310-8FE9-90060E79040B}"/>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177947" y="5417994"/>
            <a:ext cx="2096944" cy="635959"/>
          </a:xfrm>
          <a:prstGeom prst="rect">
            <a:avLst/>
          </a:prstGeom>
        </p:spPr>
      </p:pic>
      <p:sp>
        <p:nvSpPr>
          <p:cNvPr id="13" name="Text Placeholder 17">
            <a:extLst>
              <a:ext uri="{FF2B5EF4-FFF2-40B4-BE49-F238E27FC236}">
                <a16:creationId xmlns:a16="http://schemas.microsoft.com/office/drawing/2014/main" id="{DEED2546-DE25-785D-008A-1A955645E013}"/>
              </a:ext>
            </a:extLst>
          </p:cNvPr>
          <p:cNvSpPr txBox="1">
            <a:spLocks/>
          </p:cNvSpPr>
          <p:nvPr/>
        </p:nvSpPr>
        <p:spPr>
          <a:xfrm>
            <a:off x="853414" y="1331986"/>
            <a:ext cx="3190266" cy="570574"/>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Innovation</a:t>
            </a:r>
          </a:p>
        </p:txBody>
      </p:sp>
      <p:grpSp>
        <p:nvGrpSpPr>
          <p:cNvPr id="15" name="Graphic 4119">
            <a:extLst>
              <a:ext uri="{FF2B5EF4-FFF2-40B4-BE49-F238E27FC236}">
                <a16:creationId xmlns:a16="http://schemas.microsoft.com/office/drawing/2014/main" id="{B9761B18-4AFD-8334-974B-56F24FD0859F}"/>
              </a:ext>
            </a:extLst>
          </p:cNvPr>
          <p:cNvGrpSpPr/>
          <p:nvPr/>
        </p:nvGrpSpPr>
        <p:grpSpPr>
          <a:xfrm>
            <a:off x="1177947" y="1014286"/>
            <a:ext cx="1640810" cy="438718"/>
            <a:chOff x="2178742" y="-1107180"/>
            <a:chExt cx="2171851" cy="580707"/>
          </a:xfrm>
          <a:solidFill>
            <a:schemeClr val="tx1"/>
          </a:solidFill>
        </p:grpSpPr>
        <p:sp>
          <p:nvSpPr>
            <p:cNvPr id="16" name="Freeform 15">
              <a:extLst>
                <a:ext uri="{FF2B5EF4-FFF2-40B4-BE49-F238E27FC236}">
                  <a16:creationId xmlns:a16="http://schemas.microsoft.com/office/drawing/2014/main" id="{9E69318D-404F-90B1-2DCD-92CCCF0635E4}"/>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C80D68C3-E1B5-1D2A-6560-60DA7F62D389}"/>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9C9B515C-2EEF-F4C2-028B-6FC7011CA54D}"/>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B94437FA-530B-96BB-559E-AD81FED395B5}"/>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0DAD579B-B4B5-7AF8-103E-4064B7031612}"/>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E97518E2-C000-9E03-D5A3-8B832681022F}"/>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9FA2E92A-8218-A912-A1C2-35EB0361C567}"/>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181527C8-8F18-3C3B-764B-CF57C34F484A}"/>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91FB4BFD-EF61-8149-D990-BEC6433627A6}"/>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C24683CE-939E-DD98-814E-66DD46C615F9}"/>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E32C8C67-CC51-CBE7-A80F-A014BF95009F}"/>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5469ADB7-23FE-709D-4EEB-0D096952090C}"/>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34C73CE6-55F0-FA18-5C19-86C97B1A7D7F}"/>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0DEFF29A-FB76-09BF-1155-5DA930ABBC7F}"/>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D156EA9D-8EA4-47DA-DF8E-22755E903FD2}"/>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F0A6D892-8504-4F4E-D101-40C94323C99E}"/>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62E6ECEE-A90C-3544-76CB-6236E26FBB5C}"/>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086253E0-39AE-0F0A-3C2A-248EBB581585}"/>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870FC829-1892-9309-9FB8-11DB6D7B3EDE}"/>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24A9C16C-8BE7-FF9A-FE05-423CAB805B91}"/>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37" name="Slide Number Placeholder 1">
            <a:extLst>
              <a:ext uri="{FF2B5EF4-FFF2-40B4-BE49-F238E27FC236}">
                <a16:creationId xmlns:a16="http://schemas.microsoft.com/office/drawing/2014/main" id="{61B77A4B-334C-8A59-B650-D031058996A1}"/>
              </a:ext>
            </a:extLst>
          </p:cNvPr>
          <p:cNvSpPr>
            <a:spLocks noGrp="1"/>
          </p:cNvSpPr>
          <p:nvPr>
            <p:ph type="sldNum" sz="quarter" idx="21"/>
          </p:nvPr>
        </p:nvSpPr>
        <p:spPr>
          <a:xfrm>
            <a:off x="8532082" y="6464779"/>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t>20</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3677901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50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1000"/>
                                        <p:tgtEl>
                                          <p:spTgt spid="9"/>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1000"/>
                                        <p:tgtEl>
                                          <p:spTgt spid="7"/>
                                        </p:tgtEl>
                                      </p:cBhvr>
                                    </p:animEffect>
                                  </p:childTnLst>
                                </p:cTn>
                              </p:par>
                              <p:par>
                                <p:cTn id="12" presetID="10" presetClass="entr" presetSubtype="0" fill="hold" nodeType="withEffect">
                                  <p:stCondLst>
                                    <p:cond delay="50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2500"/>
                            </p:stCondLst>
                            <p:childTnLst>
                              <p:par>
                                <p:cTn id="16" presetID="12" presetClass="entr" presetSubtype="4" fill="hold" nodeType="after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additive="base">
                                        <p:cTn id="18" dur="500"/>
                                        <p:tgtEl>
                                          <p:spTgt spid="12"/>
                                        </p:tgtEl>
                                        <p:attrNameLst>
                                          <p:attrName>ppt_y</p:attrName>
                                        </p:attrNameLst>
                                      </p:cBhvr>
                                      <p:tavLst>
                                        <p:tav tm="0">
                                          <p:val>
                                            <p:strVal val="#ppt_y+#ppt_h*1.125000"/>
                                          </p:val>
                                        </p:tav>
                                        <p:tav tm="100000">
                                          <p:val>
                                            <p:strVal val="#ppt_y"/>
                                          </p:val>
                                        </p:tav>
                                      </p:tavLst>
                                    </p:anim>
                                    <p:animEffect transition="in" filter="wipe(up)">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38B8D496-6D68-A2CE-4216-61FE3E5FCA3E}"/>
              </a:ext>
            </a:extLst>
          </p:cNvPr>
          <p:cNvSpPr/>
          <p:nvPr/>
        </p:nvSpPr>
        <p:spPr>
          <a:xfrm>
            <a:off x="1139134" y="1879827"/>
            <a:ext cx="2519680" cy="206281"/>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sp>
        <p:nvSpPr>
          <p:cNvPr id="59" name="Text Placeholder 31">
            <a:extLst>
              <a:ext uri="{FF2B5EF4-FFF2-40B4-BE49-F238E27FC236}">
                <a16:creationId xmlns:a16="http://schemas.microsoft.com/office/drawing/2014/main" id="{729C4AE7-1ADC-29D0-89CA-B7166640C52A}"/>
              </a:ext>
            </a:extLst>
          </p:cNvPr>
          <p:cNvSpPr txBox="1">
            <a:spLocks/>
          </p:cNvSpPr>
          <p:nvPr/>
        </p:nvSpPr>
        <p:spPr>
          <a:xfrm>
            <a:off x="1051015" y="2618047"/>
            <a:ext cx="5010260" cy="1337906"/>
          </a:xfrm>
          <a:prstGeom prst="rect">
            <a:avLst/>
          </a:prstGeom>
          <a:noFill/>
        </p:spPr>
        <p:txBody>
          <a:bodyPr vert="horz" lIns="91440" tIns="45720" rIns="91440" bIns="45720" rtlCol="0">
            <a:noAutofit/>
          </a:bodyPr>
          <a:lstStyle>
            <a:lvl1pPr marL="0" indent="0" algn="just" defTabSz="914400" rtl="0" eaLnBrk="1" latinLnBrk="0" hangingPunct="1">
              <a:lnSpc>
                <a:spcPts val="1840"/>
              </a:lnSpc>
              <a:spcBef>
                <a:spcPts val="1000"/>
              </a:spcBef>
              <a:buFont typeface="Arial" panose="020B0604020202020204" pitchFamily="34" charset="0"/>
              <a:buNone/>
              <a:defRPr sz="1200" b="1" i="0" kern="1200">
                <a:solidFill>
                  <a:schemeClr val="accent5">
                    <a:lumMod val="50000"/>
                    <a:lumOff val="50000"/>
                  </a:schemeClr>
                </a:solidFill>
                <a:latin typeface="Gotham Bold"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56107" algn="l"/>
            <a:r>
              <a:rPr lang="en-US" b="0" dirty="0">
                <a:solidFill>
                  <a:schemeClr val="accent6"/>
                </a:solidFill>
                <a:latin typeface="Montserrat" pitchFamily="2" charset="77"/>
              </a:rPr>
              <a:t>Our Innovation Center opened in 2019 in Columbus, OH. </a:t>
            </a:r>
            <a:br>
              <a:rPr lang="en-US" b="0" dirty="0">
                <a:solidFill>
                  <a:schemeClr val="accent6"/>
                </a:solidFill>
                <a:latin typeface="Montserrat" pitchFamily="2" charset="77"/>
              </a:rPr>
            </a:br>
            <a:r>
              <a:rPr lang="en-US" b="0" dirty="0">
                <a:solidFill>
                  <a:schemeClr val="accent6"/>
                </a:solidFill>
                <a:latin typeface="Montserrat" pitchFamily="2" charset="77"/>
              </a:rPr>
              <a:t>With 45,000 square feet dedicated to culinary innovation </a:t>
            </a:r>
            <a:br>
              <a:rPr lang="en-US" b="0" dirty="0">
                <a:solidFill>
                  <a:schemeClr val="accent6"/>
                </a:solidFill>
                <a:latin typeface="Montserrat" pitchFamily="2" charset="77"/>
              </a:rPr>
            </a:br>
            <a:r>
              <a:rPr lang="en-US" b="0" dirty="0">
                <a:solidFill>
                  <a:schemeClr val="accent6"/>
                </a:solidFill>
                <a:latin typeface="Montserrat" pitchFamily="2" charset="77"/>
              </a:rPr>
              <a:t>and research &amp; development with food safety, quality, regulatory and engineering all under one roof, </a:t>
            </a:r>
            <a:r>
              <a:rPr lang="en-US" dirty="0">
                <a:solidFill>
                  <a:schemeClr val="tx1"/>
                </a:solidFill>
                <a:latin typeface="Montserrat" pitchFamily="2" charset="77"/>
                <a:cs typeface="Gotham Bold" pitchFamily="2" charset="0"/>
              </a:rPr>
              <a:t>we are poised to help you deliver innovation from concept to launch!</a:t>
            </a:r>
          </a:p>
        </p:txBody>
      </p:sp>
      <p:sp>
        <p:nvSpPr>
          <p:cNvPr id="15" name="Slide Number Placeholder 16">
            <a:extLst>
              <a:ext uri="{FF2B5EF4-FFF2-40B4-BE49-F238E27FC236}">
                <a16:creationId xmlns:a16="http://schemas.microsoft.com/office/drawing/2014/main" id="{C159F035-B3F7-3E7A-27F2-1FB154437605}"/>
              </a:ext>
            </a:extLst>
          </p:cNvPr>
          <p:cNvSpPr txBox="1">
            <a:spLocks/>
          </p:cNvSpPr>
          <p:nvPr/>
        </p:nvSpPr>
        <p:spPr>
          <a:xfrm>
            <a:off x="8557522"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8929AD07-5DAF-5C46-853B-6972F006CBE9}" type="slidenum">
              <a:rPr lang="en-US" sz="1000" smtClean="0">
                <a:solidFill>
                  <a:schemeClr val="accent6"/>
                </a:solidFill>
                <a:latin typeface="Proxima Nova Rg" panose="02000506030000020004" pitchFamily="2" charset="77"/>
              </a:rPr>
              <a:pPr/>
              <a:t>21</a:t>
            </a:fld>
            <a:endParaRPr lang="en-US" sz="1000" dirty="0">
              <a:solidFill>
                <a:schemeClr val="accent6"/>
              </a:solidFill>
              <a:latin typeface="Proxima Nova Rg" panose="02000506030000020004" pitchFamily="2" charset="77"/>
            </a:endParaRPr>
          </a:p>
        </p:txBody>
      </p:sp>
      <p:sp>
        <p:nvSpPr>
          <p:cNvPr id="46" name="Text Placeholder 17">
            <a:extLst>
              <a:ext uri="{FF2B5EF4-FFF2-40B4-BE49-F238E27FC236}">
                <a16:creationId xmlns:a16="http://schemas.microsoft.com/office/drawing/2014/main" id="{8EB3C31F-BE64-8FBB-4BAB-5AA29EDAC172}"/>
              </a:ext>
            </a:extLst>
          </p:cNvPr>
          <p:cNvSpPr txBox="1">
            <a:spLocks/>
          </p:cNvSpPr>
          <p:nvPr/>
        </p:nvSpPr>
        <p:spPr>
          <a:xfrm>
            <a:off x="1031422" y="1451898"/>
            <a:ext cx="5234907" cy="601884"/>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dirty="0">
                <a:solidFill>
                  <a:schemeClr val="bg1"/>
                </a:solidFill>
                <a:latin typeface="Montserrat ExtraBold" pitchFamily="2" charset="77"/>
                <a:cs typeface="Gotham Black" pitchFamily="2" charset="0"/>
              </a:rPr>
              <a:t>Innovation Center</a:t>
            </a:r>
          </a:p>
        </p:txBody>
      </p:sp>
      <p:grpSp>
        <p:nvGrpSpPr>
          <p:cNvPr id="53" name="Group 52">
            <a:extLst>
              <a:ext uri="{FF2B5EF4-FFF2-40B4-BE49-F238E27FC236}">
                <a16:creationId xmlns:a16="http://schemas.microsoft.com/office/drawing/2014/main" id="{DB334C02-95A3-7296-F65F-6AAEB8AF28C7}"/>
              </a:ext>
            </a:extLst>
          </p:cNvPr>
          <p:cNvGrpSpPr/>
          <p:nvPr/>
        </p:nvGrpSpPr>
        <p:grpSpPr>
          <a:xfrm>
            <a:off x="1090761" y="2199502"/>
            <a:ext cx="4873904" cy="206289"/>
            <a:chOff x="4659618" y="4868069"/>
            <a:chExt cx="2869330" cy="121445"/>
          </a:xfrm>
        </p:grpSpPr>
        <p:sp>
          <p:nvSpPr>
            <p:cNvPr id="54" name="Graphic 12">
              <a:extLst>
                <a:ext uri="{FF2B5EF4-FFF2-40B4-BE49-F238E27FC236}">
                  <a16:creationId xmlns:a16="http://schemas.microsoft.com/office/drawing/2014/main" id="{1E0EE726-20F6-C9A4-81D3-C4716D9867D6}"/>
                </a:ext>
              </a:extLst>
            </p:cNvPr>
            <p:cNvSpPr/>
            <p:nvPr/>
          </p:nvSpPr>
          <p:spPr>
            <a:xfrm>
              <a:off x="5991789" y="4868069"/>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55" name="Straight Connector 54">
              <a:extLst>
                <a:ext uri="{FF2B5EF4-FFF2-40B4-BE49-F238E27FC236}">
                  <a16:creationId xmlns:a16="http://schemas.microsoft.com/office/drawing/2014/main" id="{458C8B9F-8967-4A72-E25B-C6B796165DE8}"/>
                </a:ext>
              </a:extLst>
            </p:cNvPr>
            <p:cNvCxnSpPr/>
            <p:nvPr/>
          </p:nvCxnSpPr>
          <p:spPr>
            <a:xfrm>
              <a:off x="624878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78A6A5A0-7069-6E50-D83F-809FDB283D30}"/>
                </a:ext>
              </a:extLst>
            </p:cNvPr>
            <p:cNvCxnSpPr/>
            <p:nvPr/>
          </p:nvCxnSpPr>
          <p:spPr>
            <a:xfrm>
              <a:off x="4659618" y="4942278"/>
              <a:ext cx="1280160" cy="0"/>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pic>
        <p:nvPicPr>
          <p:cNvPr id="80" name="Picture Placeholder 107" descr="A room with tables and chairs&#10;&#10;Description automatically generated with medium confidence">
            <a:extLst>
              <a:ext uri="{FF2B5EF4-FFF2-40B4-BE49-F238E27FC236}">
                <a16:creationId xmlns:a16="http://schemas.microsoft.com/office/drawing/2014/main" id="{D8D67006-874A-39AD-FFFC-029A36146BD0}"/>
              </a:ext>
            </a:extLst>
          </p:cNvPr>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a:stretch>
            <a:fillRect/>
          </a:stretch>
        </p:blipFill>
        <p:spPr>
          <a:prstGeom prst="rect">
            <a:avLst/>
          </a:prstGeom>
          <a:solidFill>
            <a:schemeClr val="accent4"/>
          </a:solidFill>
          <a:effectLst>
            <a:outerShdw blurRad="50800" dist="38100" dir="8100000" algn="tr" rotWithShape="0">
              <a:prstClr val="black">
                <a:alpha val="15000"/>
              </a:prstClr>
            </a:outerShdw>
          </a:effectLst>
        </p:spPr>
      </p:pic>
      <p:pic>
        <p:nvPicPr>
          <p:cNvPr id="78" name="Picture Placeholder 66" descr="A collage of people in a kitchen&#10;&#10;Description automatically generated with medium confidence">
            <a:extLst>
              <a:ext uri="{FF2B5EF4-FFF2-40B4-BE49-F238E27FC236}">
                <a16:creationId xmlns:a16="http://schemas.microsoft.com/office/drawing/2014/main" id="{03D56D06-4A1D-0B4E-210C-E8C71FA570C9}"/>
              </a:ext>
            </a:extLst>
          </p:cNvPr>
          <p:cNvPicPr>
            <a:picLocks noGrp="1" noChangeAspect="1"/>
          </p:cNvPicPr>
          <p:nvPr>
            <p:ph type="pic" sz="quarter" idx="18"/>
          </p:nvPr>
        </p:nvPicPr>
        <p:blipFill rotWithShape="1">
          <a:blip r:embed="rId3" cstate="email">
            <a:extLst>
              <a:ext uri="{28A0092B-C50C-407E-A947-70E740481C1C}">
                <a14:useLocalDpi xmlns:a14="http://schemas.microsoft.com/office/drawing/2010/main"/>
              </a:ext>
            </a:extLst>
          </a:blip>
          <a:srcRect/>
          <a:stretch/>
        </p:blipFill>
        <p:spPr>
          <a:prstGeom prst="rect">
            <a:avLst/>
          </a:prstGeom>
          <a:noFill/>
          <a:effectLst>
            <a:outerShdw blurRad="50800" dist="38100" dir="8100000" algn="tr" rotWithShape="0">
              <a:prstClr val="black">
                <a:alpha val="15000"/>
              </a:prstClr>
            </a:outerShdw>
          </a:effectLst>
        </p:spPr>
      </p:pic>
      <p:pic>
        <p:nvPicPr>
          <p:cNvPr id="79" name="Picture Placeholder 99">
            <a:extLst>
              <a:ext uri="{FF2B5EF4-FFF2-40B4-BE49-F238E27FC236}">
                <a16:creationId xmlns:a16="http://schemas.microsoft.com/office/drawing/2014/main" id="{CE928582-63E0-D7F8-4370-4641F4ED0884}"/>
              </a:ext>
            </a:extLst>
          </p:cNvPr>
          <p:cNvPicPr>
            <a:picLocks noGrp="1" noChangeAspect="1"/>
          </p:cNvPicPr>
          <p:nvPr>
            <p:ph type="pic" sz="quarter" idx="19"/>
          </p:nvPr>
        </p:nvPicPr>
        <p:blipFill>
          <a:blip r:embed="rId4" cstate="email">
            <a:extLst>
              <a:ext uri="{28A0092B-C50C-407E-A947-70E740481C1C}">
                <a14:useLocalDpi xmlns:a14="http://schemas.microsoft.com/office/drawing/2010/main"/>
              </a:ext>
            </a:extLst>
          </a:blip>
          <a:srcRect/>
          <a:stretch>
            <a:fillRect/>
          </a:stretch>
        </p:blipFill>
        <p:spPr>
          <a:prstGeom prst="rect">
            <a:avLst/>
          </a:prstGeom>
          <a:solidFill>
            <a:schemeClr val="accent4"/>
          </a:solidFill>
          <a:effectLst>
            <a:outerShdw blurRad="50800" dist="38100" dir="8100000" algn="tr" rotWithShape="0">
              <a:prstClr val="black">
                <a:alpha val="15000"/>
              </a:prstClr>
            </a:outerShdw>
          </a:effectLst>
        </p:spPr>
      </p:pic>
      <p:pic>
        <p:nvPicPr>
          <p:cNvPr id="84" name="Picture Placeholder 112" descr="A picture containing indoor, floor&#10;&#10;Description automatically generated">
            <a:extLst>
              <a:ext uri="{FF2B5EF4-FFF2-40B4-BE49-F238E27FC236}">
                <a16:creationId xmlns:a16="http://schemas.microsoft.com/office/drawing/2014/main" id="{FC5C34F0-1889-6EA1-885F-5E0D8F9A736D}"/>
              </a:ext>
            </a:extLst>
          </p:cNvPr>
          <p:cNvPicPr>
            <a:picLocks noGrp="1" noChangeAspect="1"/>
          </p:cNvPicPr>
          <p:nvPr>
            <p:ph type="pic" sz="quarter" idx="20"/>
          </p:nvPr>
        </p:nvPicPr>
        <p:blipFill rotWithShape="1">
          <a:blip r:embed="rId5" cstate="email">
            <a:extLst>
              <a:ext uri="{28A0092B-C50C-407E-A947-70E740481C1C}">
                <a14:useLocalDpi xmlns:a14="http://schemas.microsoft.com/office/drawing/2010/main"/>
              </a:ext>
            </a:extLst>
          </a:blip>
          <a:srcRect/>
          <a:stretch/>
        </p:blipFill>
        <p:spPr>
          <a:prstGeom prst="rect">
            <a:avLst/>
          </a:prstGeom>
          <a:solidFill>
            <a:schemeClr val="accent4"/>
          </a:solidFill>
          <a:effectLst>
            <a:outerShdw blurRad="50800" dist="38100" dir="8100000" algn="tr" rotWithShape="0">
              <a:prstClr val="black">
                <a:alpha val="15000"/>
              </a:prstClr>
            </a:outerShdw>
          </a:effectLst>
        </p:spPr>
      </p:pic>
      <p:pic>
        <p:nvPicPr>
          <p:cNvPr id="85" name="Picture Placeholder 70" descr="A collage of people in a kitchen&#10;&#10;Description automatically generated with medium confidence">
            <a:extLst>
              <a:ext uri="{FF2B5EF4-FFF2-40B4-BE49-F238E27FC236}">
                <a16:creationId xmlns:a16="http://schemas.microsoft.com/office/drawing/2014/main" id="{705A66D0-0B1F-C33C-DE1B-FF806CCDFA6C}"/>
              </a:ext>
            </a:extLst>
          </p:cNvPr>
          <p:cNvPicPr>
            <a:picLocks noGrp="1" noChangeAspect="1"/>
          </p:cNvPicPr>
          <p:nvPr>
            <p:ph type="pic" sz="quarter" idx="21"/>
          </p:nvPr>
        </p:nvPicPr>
        <p:blipFill rotWithShape="1">
          <a:blip r:embed="rId6" cstate="email">
            <a:extLst>
              <a:ext uri="{28A0092B-C50C-407E-A947-70E740481C1C}">
                <a14:useLocalDpi xmlns:a14="http://schemas.microsoft.com/office/drawing/2010/main"/>
              </a:ext>
            </a:extLst>
          </a:blip>
          <a:srcRect/>
          <a:stretch/>
        </p:blipFill>
        <p:spPr>
          <a:prstGeom prst="rect">
            <a:avLst/>
          </a:prstGeom>
          <a:noFill/>
          <a:effectLst>
            <a:outerShdw blurRad="50800" dist="38100" dir="8100000" algn="tr" rotWithShape="0">
              <a:prstClr val="black">
                <a:alpha val="15000"/>
              </a:prstClr>
            </a:outerShdw>
          </a:effectLst>
        </p:spPr>
      </p:pic>
      <p:pic>
        <p:nvPicPr>
          <p:cNvPr id="83" name="Picture Placeholder 102">
            <a:extLst>
              <a:ext uri="{FF2B5EF4-FFF2-40B4-BE49-F238E27FC236}">
                <a16:creationId xmlns:a16="http://schemas.microsoft.com/office/drawing/2014/main" id="{2A44ECDF-66DB-6DC6-7ED9-3D0D947E1DE2}"/>
              </a:ext>
            </a:extLst>
          </p:cNvPr>
          <p:cNvPicPr>
            <a:picLocks noGrp="1" noChangeAspect="1"/>
          </p:cNvPicPr>
          <p:nvPr>
            <p:ph type="pic" sz="quarter" idx="23"/>
          </p:nvPr>
        </p:nvPicPr>
        <p:blipFill>
          <a:blip r:embed="rId7" cstate="email">
            <a:extLst>
              <a:ext uri="{28A0092B-C50C-407E-A947-70E740481C1C}">
                <a14:useLocalDpi xmlns:a14="http://schemas.microsoft.com/office/drawing/2010/main"/>
              </a:ext>
            </a:extLst>
          </a:blip>
          <a:srcRect/>
          <a:stretch>
            <a:fillRect/>
          </a:stretch>
        </p:blipFill>
        <p:spPr>
          <a:prstGeom prst="rect">
            <a:avLst/>
          </a:prstGeom>
          <a:solidFill>
            <a:schemeClr val="accent4"/>
          </a:solidFill>
          <a:effectLst>
            <a:outerShdw blurRad="50800" dist="38100" dir="8100000" algn="tr" rotWithShape="0">
              <a:prstClr val="black">
                <a:alpha val="15000"/>
              </a:prstClr>
            </a:outerShdw>
          </a:effectLst>
        </p:spPr>
      </p:pic>
      <p:grpSp>
        <p:nvGrpSpPr>
          <p:cNvPr id="18" name="Graphic 4119">
            <a:extLst>
              <a:ext uri="{FF2B5EF4-FFF2-40B4-BE49-F238E27FC236}">
                <a16:creationId xmlns:a16="http://schemas.microsoft.com/office/drawing/2014/main" id="{A66FB943-8618-CD6C-88EA-D0A7A1FC3A81}"/>
              </a:ext>
            </a:extLst>
          </p:cNvPr>
          <p:cNvGrpSpPr/>
          <p:nvPr/>
        </p:nvGrpSpPr>
        <p:grpSpPr>
          <a:xfrm>
            <a:off x="1399403" y="1096653"/>
            <a:ext cx="1640810" cy="438718"/>
            <a:chOff x="2178742" y="-1107180"/>
            <a:chExt cx="2171851" cy="580707"/>
          </a:xfrm>
          <a:solidFill>
            <a:schemeClr val="tx1"/>
          </a:solidFill>
        </p:grpSpPr>
        <p:sp>
          <p:nvSpPr>
            <p:cNvPr id="19" name="Freeform 18">
              <a:extLst>
                <a:ext uri="{FF2B5EF4-FFF2-40B4-BE49-F238E27FC236}">
                  <a16:creationId xmlns:a16="http://schemas.microsoft.com/office/drawing/2014/main" id="{29D703A9-3AD1-3718-6F4E-543FD0B05FFC}"/>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6EA94391-B6BF-43AE-7391-E3BE073256C3}"/>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3011B23F-5C08-2952-CA36-D298AE353BC3}"/>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E5F80273-B62D-26BA-661F-CFFBEE1A79A7}"/>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27FCC62F-F4B5-AC90-19FE-A0F71F383C2F}"/>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EE001B06-6D10-12A8-4479-10FA7540D64B}"/>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3C6DA907-863D-6F9A-2523-882AE0A830F9}"/>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CD4DE5B7-34D1-979C-EE83-852E790F0BB7}"/>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120D776C-49CE-B2D9-EE80-EA80120624AA}"/>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8E9ADF5A-D42B-38A8-7B3A-F048B466F29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C87739EB-351F-9BA6-165D-ABDADE2FFEEE}"/>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4ABC3229-BA1A-B803-7E2F-DD83932073CA}"/>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C4AEABDE-66CC-D7AF-9809-0ACEDC743B5D}"/>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E200C8D4-B928-077A-8EAD-E7F666DDC6D6}"/>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E61B4867-3912-E306-7845-07814934DE0F}"/>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74B3ED4D-69A9-4C5B-0E72-05BEBF059304}"/>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9CD192C7-E575-1B1F-BF6B-2F168AB31352}"/>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68F6DF3A-6EF7-DCAE-EB72-9785D391F62C}"/>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57050D7A-D423-9AEA-3612-5E39D46B7AE3}"/>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0924C04E-D834-68E5-BECB-1D3351FEFA20}"/>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Tree>
    <p:extLst>
      <p:ext uri="{BB962C8B-B14F-4D97-AF65-F5344CB8AC3E}">
        <p14:creationId xmlns:p14="http://schemas.microsoft.com/office/powerpoint/2010/main" val="462980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fade">
                                      <p:cBhvr>
                                        <p:cTn id="11" dur="500"/>
                                        <p:tgtEl>
                                          <p:spTgt spid="79"/>
                                        </p:tgtEl>
                                      </p:cBhvr>
                                    </p:animEffect>
                                  </p:childTnLst>
                                </p:cTn>
                              </p:par>
                              <p:par>
                                <p:cTn id="12" presetID="10" presetClass="entr" presetSubtype="0" fill="hold" nodeType="withEffect">
                                  <p:stCondLst>
                                    <p:cond delay="500"/>
                                  </p:stCondLst>
                                  <p:childTnLst>
                                    <p:set>
                                      <p:cBhvr>
                                        <p:cTn id="13" dur="1" fill="hold">
                                          <p:stCondLst>
                                            <p:cond delay="0"/>
                                          </p:stCondLst>
                                        </p:cTn>
                                        <p:tgtEl>
                                          <p:spTgt spid="80"/>
                                        </p:tgtEl>
                                        <p:attrNameLst>
                                          <p:attrName>style.visibility</p:attrName>
                                        </p:attrNameLst>
                                      </p:cBhvr>
                                      <p:to>
                                        <p:strVal val="visible"/>
                                      </p:to>
                                    </p:set>
                                    <p:animEffect transition="in" filter="fade">
                                      <p:cBhvr>
                                        <p:cTn id="14" dur="500"/>
                                        <p:tgtEl>
                                          <p:spTgt spid="80"/>
                                        </p:tgtEl>
                                      </p:cBhvr>
                                    </p:animEffect>
                                  </p:childTnLst>
                                </p:cTn>
                              </p:par>
                            </p:childTnLst>
                          </p:cTn>
                        </p:par>
                        <p:par>
                          <p:cTn id="15" fill="hold">
                            <p:stCondLst>
                              <p:cond delay="1750"/>
                            </p:stCondLst>
                            <p:childTnLst>
                              <p:par>
                                <p:cTn id="16" presetID="10" presetClass="entr" presetSubtype="0" fill="hold" nodeType="afterEffect">
                                  <p:stCondLst>
                                    <p:cond delay="0"/>
                                  </p:stCondLst>
                                  <p:childTnLst>
                                    <p:set>
                                      <p:cBhvr>
                                        <p:cTn id="17" dur="1" fill="hold">
                                          <p:stCondLst>
                                            <p:cond delay="0"/>
                                          </p:stCondLst>
                                        </p:cTn>
                                        <p:tgtEl>
                                          <p:spTgt spid="84"/>
                                        </p:tgtEl>
                                        <p:attrNameLst>
                                          <p:attrName>style.visibility</p:attrName>
                                        </p:attrNameLst>
                                      </p:cBhvr>
                                      <p:to>
                                        <p:strVal val="visible"/>
                                      </p:to>
                                    </p:set>
                                    <p:animEffect transition="in" filter="fade">
                                      <p:cBhvr>
                                        <p:cTn id="18" dur="500"/>
                                        <p:tgtEl>
                                          <p:spTgt spid="84"/>
                                        </p:tgtEl>
                                      </p:cBhvr>
                                    </p:animEffect>
                                  </p:childTnLst>
                                </p:cTn>
                              </p:par>
                              <p:par>
                                <p:cTn id="19" presetID="10" presetClass="entr" presetSubtype="0" fill="hold" nodeType="withEffect">
                                  <p:stCondLst>
                                    <p:cond delay="500"/>
                                  </p:stCondLst>
                                  <p:childTnLst>
                                    <p:set>
                                      <p:cBhvr>
                                        <p:cTn id="20" dur="1" fill="hold">
                                          <p:stCondLst>
                                            <p:cond delay="0"/>
                                          </p:stCondLst>
                                        </p:cTn>
                                        <p:tgtEl>
                                          <p:spTgt spid="78"/>
                                        </p:tgtEl>
                                        <p:attrNameLst>
                                          <p:attrName>style.visibility</p:attrName>
                                        </p:attrNameLst>
                                      </p:cBhvr>
                                      <p:to>
                                        <p:strVal val="visible"/>
                                      </p:to>
                                    </p:set>
                                    <p:animEffect transition="in" filter="fade">
                                      <p:cBhvr>
                                        <p:cTn id="21" dur="500"/>
                                        <p:tgtEl>
                                          <p:spTgt spid="78"/>
                                        </p:tgtEl>
                                      </p:cBhvr>
                                    </p:animEffect>
                                  </p:childTnLst>
                                </p:cTn>
                              </p:par>
                              <p:par>
                                <p:cTn id="22" presetID="10" presetClass="entr" presetSubtype="0" fill="hold" nodeType="withEffect">
                                  <p:stCondLst>
                                    <p:cond delay="50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750"/>
                            </p:stCondLst>
                            <p:childTnLst>
                              <p:par>
                                <p:cTn id="26" presetID="10" presetClass="entr" presetSubtype="0" fill="hold" nodeType="afterEffect">
                                  <p:stCondLst>
                                    <p:cond delay="0"/>
                                  </p:stCondLst>
                                  <p:childTnLst>
                                    <p:set>
                                      <p:cBhvr>
                                        <p:cTn id="27" dur="1" fill="hold">
                                          <p:stCondLst>
                                            <p:cond delay="0"/>
                                          </p:stCondLst>
                                        </p:cTn>
                                        <p:tgtEl>
                                          <p:spTgt spid="85"/>
                                        </p:tgtEl>
                                        <p:attrNameLst>
                                          <p:attrName>style.visibility</p:attrName>
                                        </p:attrNameLst>
                                      </p:cBhvr>
                                      <p:to>
                                        <p:strVal val="visible"/>
                                      </p:to>
                                    </p:set>
                                    <p:animEffect transition="in" filter="fade">
                                      <p:cBhvr>
                                        <p:cTn id="28"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4" name="Oval 703">
            <a:extLst>
              <a:ext uri="{FF2B5EF4-FFF2-40B4-BE49-F238E27FC236}">
                <a16:creationId xmlns:a16="http://schemas.microsoft.com/office/drawing/2014/main" id="{5A8EAD92-C834-7D91-BDA2-7849FDF8FA7D}"/>
              </a:ext>
            </a:extLst>
          </p:cNvPr>
          <p:cNvSpPr/>
          <p:nvPr/>
        </p:nvSpPr>
        <p:spPr>
          <a:xfrm>
            <a:off x="1088019" y="3807334"/>
            <a:ext cx="1474573" cy="1474573"/>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705" name="Oval 704">
            <a:extLst>
              <a:ext uri="{FF2B5EF4-FFF2-40B4-BE49-F238E27FC236}">
                <a16:creationId xmlns:a16="http://schemas.microsoft.com/office/drawing/2014/main" id="{056C4A4F-AA3D-713B-DF88-B24645262E52}"/>
              </a:ext>
            </a:extLst>
          </p:cNvPr>
          <p:cNvSpPr/>
          <p:nvPr/>
        </p:nvSpPr>
        <p:spPr>
          <a:xfrm>
            <a:off x="5284099" y="3807334"/>
            <a:ext cx="1474573" cy="1474573"/>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706" name="Oval 705">
            <a:extLst>
              <a:ext uri="{FF2B5EF4-FFF2-40B4-BE49-F238E27FC236}">
                <a16:creationId xmlns:a16="http://schemas.microsoft.com/office/drawing/2014/main" id="{4FF48774-6BB7-0CC5-01B4-32A7641B2A80}"/>
              </a:ext>
            </a:extLst>
          </p:cNvPr>
          <p:cNvSpPr/>
          <p:nvPr/>
        </p:nvSpPr>
        <p:spPr>
          <a:xfrm>
            <a:off x="7438019" y="3807334"/>
            <a:ext cx="1474573" cy="1474573"/>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707" name="Oval 706">
            <a:extLst>
              <a:ext uri="{FF2B5EF4-FFF2-40B4-BE49-F238E27FC236}">
                <a16:creationId xmlns:a16="http://schemas.microsoft.com/office/drawing/2014/main" id="{81B3DAFF-BAC5-EAAD-3367-5BF9CF519089}"/>
              </a:ext>
            </a:extLst>
          </p:cNvPr>
          <p:cNvSpPr/>
          <p:nvPr/>
        </p:nvSpPr>
        <p:spPr>
          <a:xfrm>
            <a:off x="9612259" y="3807334"/>
            <a:ext cx="1474573" cy="1474573"/>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703" name="Oval 702">
            <a:extLst>
              <a:ext uri="{FF2B5EF4-FFF2-40B4-BE49-F238E27FC236}">
                <a16:creationId xmlns:a16="http://schemas.microsoft.com/office/drawing/2014/main" id="{91319879-E38B-025C-B755-7167309D3651}"/>
              </a:ext>
            </a:extLst>
          </p:cNvPr>
          <p:cNvSpPr/>
          <p:nvPr/>
        </p:nvSpPr>
        <p:spPr>
          <a:xfrm>
            <a:off x="3150993" y="3807334"/>
            <a:ext cx="1474573" cy="1474573"/>
          </a:xfrm>
          <a:prstGeom prst="ellipse">
            <a:avLst/>
          </a:prstGeom>
          <a:solidFill>
            <a:srgbClr val="FFFFFF"/>
          </a:solidFill>
          <a:ln>
            <a:noFill/>
          </a:ln>
          <a:effectLst>
            <a:innerShdw blurRad="63500" dist="50800" dir="18900000">
              <a:prstClr val="black">
                <a:alpha val="1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i="0" dirty="0">
              <a:latin typeface="Montserrat" pitchFamily="2" charset="77"/>
            </a:endParaRPr>
          </a:p>
        </p:txBody>
      </p:sp>
      <p:sp>
        <p:nvSpPr>
          <p:cNvPr id="2" name="Text Placeholder 17">
            <a:extLst>
              <a:ext uri="{FF2B5EF4-FFF2-40B4-BE49-F238E27FC236}">
                <a16:creationId xmlns:a16="http://schemas.microsoft.com/office/drawing/2014/main" id="{51C2FC3D-FAA2-D5B0-2377-023B2BEAC8E9}"/>
              </a:ext>
            </a:extLst>
          </p:cNvPr>
          <p:cNvSpPr txBox="1">
            <a:spLocks/>
          </p:cNvSpPr>
          <p:nvPr/>
        </p:nvSpPr>
        <p:spPr>
          <a:xfrm>
            <a:off x="923845" y="1047753"/>
            <a:ext cx="5886233" cy="51236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3600" b="1" i="0" dirty="0">
                <a:latin typeface="Montserrat ExtraBold" pitchFamily="2" charset="77"/>
              </a:rPr>
              <a:t>R&amp;D Development</a:t>
            </a:r>
          </a:p>
        </p:txBody>
      </p:sp>
      <p:grpSp>
        <p:nvGrpSpPr>
          <p:cNvPr id="710" name="Group 709">
            <a:extLst>
              <a:ext uri="{FF2B5EF4-FFF2-40B4-BE49-F238E27FC236}">
                <a16:creationId xmlns:a16="http://schemas.microsoft.com/office/drawing/2014/main" id="{EC8227C4-1ED7-2068-BCF1-3E878808B978}"/>
              </a:ext>
            </a:extLst>
          </p:cNvPr>
          <p:cNvGrpSpPr/>
          <p:nvPr/>
        </p:nvGrpSpPr>
        <p:grpSpPr>
          <a:xfrm>
            <a:off x="911091" y="3901240"/>
            <a:ext cx="1743713" cy="2112147"/>
            <a:chOff x="911091" y="3901240"/>
            <a:chExt cx="1743713" cy="2112147"/>
          </a:xfrm>
        </p:grpSpPr>
        <p:sp>
          <p:nvSpPr>
            <p:cNvPr id="5" name="TextBox 4">
              <a:extLst>
                <a:ext uri="{FF2B5EF4-FFF2-40B4-BE49-F238E27FC236}">
                  <a16:creationId xmlns:a16="http://schemas.microsoft.com/office/drawing/2014/main" id="{E71B90CE-DF25-150B-D128-6928567337ED}"/>
                </a:ext>
              </a:extLst>
            </p:cNvPr>
            <p:cNvSpPr txBox="1"/>
            <p:nvPr/>
          </p:nvSpPr>
          <p:spPr>
            <a:xfrm>
              <a:off x="911091" y="5646427"/>
              <a:ext cx="1743713" cy="366960"/>
            </a:xfrm>
            <a:prstGeom prst="rect">
              <a:avLst/>
            </a:prstGeom>
            <a:noFill/>
          </p:spPr>
          <p:txBody>
            <a:bodyPr wrap="square">
              <a:spAutoFit/>
            </a:bodyPr>
            <a:lstStyle/>
            <a:p>
              <a:pPr algn="ctr">
                <a:lnSpc>
                  <a:spcPct val="200000"/>
                </a:lnSpc>
              </a:pPr>
              <a:r>
                <a:rPr lang="en-US" sz="1050" dirty="0">
                  <a:solidFill>
                    <a:schemeClr val="accent6"/>
                  </a:solidFill>
                  <a:latin typeface="Montserrat" pitchFamily="2" charset="77"/>
                  <a:cs typeface="Gotham Book" pitchFamily="2" charset="0"/>
                </a:rPr>
                <a:t>Creamy &amp; Vinaigrette</a:t>
              </a:r>
              <a:endParaRPr lang="en-US" sz="1100" dirty="0">
                <a:solidFill>
                  <a:schemeClr val="accent6"/>
                </a:solidFill>
                <a:latin typeface="Montserrat" pitchFamily="2" charset="77"/>
                <a:cs typeface="Gotham Book" pitchFamily="2" charset="0"/>
              </a:endParaRPr>
            </a:p>
          </p:txBody>
        </p:sp>
        <p:sp>
          <p:nvSpPr>
            <p:cNvPr id="7" name="TextBox 6">
              <a:extLst>
                <a:ext uri="{FF2B5EF4-FFF2-40B4-BE49-F238E27FC236}">
                  <a16:creationId xmlns:a16="http://schemas.microsoft.com/office/drawing/2014/main" id="{A48065E3-C3E3-58A9-55BE-CBA7072C832D}"/>
                </a:ext>
              </a:extLst>
            </p:cNvPr>
            <p:cNvSpPr txBox="1"/>
            <p:nvPr/>
          </p:nvSpPr>
          <p:spPr>
            <a:xfrm>
              <a:off x="911091" y="5346375"/>
              <a:ext cx="1743713" cy="430887"/>
            </a:xfrm>
            <a:prstGeom prst="rect">
              <a:avLst/>
            </a:prstGeom>
            <a:noFill/>
          </p:spPr>
          <p:txBody>
            <a:bodyPr wrap="square">
              <a:spAutoFit/>
            </a:bodyPr>
            <a:lstStyle/>
            <a:p>
              <a:pPr algn="ctr"/>
              <a:r>
                <a:rPr lang="en-US" sz="1100" b="1" i="0" dirty="0">
                  <a:solidFill>
                    <a:schemeClr val="bg1"/>
                  </a:solidFill>
                  <a:latin typeface="Montserrat" pitchFamily="2" charset="77"/>
                  <a:cs typeface="Gotham Bold" pitchFamily="2" charset="0"/>
                </a:rPr>
                <a:t>SALAD DRESSINGS </a:t>
              </a:r>
            </a:p>
            <a:p>
              <a:pPr algn="ctr"/>
              <a:r>
                <a:rPr lang="en-US" sz="1100" b="1" i="0" dirty="0">
                  <a:solidFill>
                    <a:schemeClr val="bg1"/>
                  </a:solidFill>
                  <a:latin typeface="Montserrat" pitchFamily="2" charset="77"/>
                  <a:cs typeface="Gotham Bold" pitchFamily="2" charset="0"/>
                </a:rPr>
                <a:t>&amp; MARINADES</a:t>
              </a:r>
            </a:p>
          </p:txBody>
        </p:sp>
        <p:pic>
          <p:nvPicPr>
            <p:cNvPr id="9" name="Picture 8">
              <a:extLst>
                <a:ext uri="{FF2B5EF4-FFF2-40B4-BE49-F238E27FC236}">
                  <a16:creationId xmlns:a16="http://schemas.microsoft.com/office/drawing/2014/main" id="{BF1601DF-1DC7-08C6-0D29-D3EF45B50A0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161249" y="3901240"/>
              <a:ext cx="1328112" cy="1286760"/>
            </a:xfrm>
            <a:prstGeom prst="ellipse">
              <a:avLst/>
            </a:prstGeom>
          </p:spPr>
        </p:pic>
      </p:grpSp>
      <p:grpSp>
        <p:nvGrpSpPr>
          <p:cNvPr id="711" name="Group 710">
            <a:extLst>
              <a:ext uri="{FF2B5EF4-FFF2-40B4-BE49-F238E27FC236}">
                <a16:creationId xmlns:a16="http://schemas.microsoft.com/office/drawing/2014/main" id="{D0985CEA-962F-721E-BCCD-0E7A7449AEFE}"/>
              </a:ext>
            </a:extLst>
          </p:cNvPr>
          <p:cNvGrpSpPr/>
          <p:nvPr/>
        </p:nvGrpSpPr>
        <p:grpSpPr>
          <a:xfrm>
            <a:off x="3008096" y="3901240"/>
            <a:ext cx="1743713" cy="2129552"/>
            <a:chOff x="3008096" y="3901240"/>
            <a:chExt cx="1743713" cy="2129552"/>
          </a:xfrm>
        </p:grpSpPr>
        <p:sp>
          <p:nvSpPr>
            <p:cNvPr id="11" name="TextBox 10">
              <a:extLst>
                <a:ext uri="{FF2B5EF4-FFF2-40B4-BE49-F238E27FC236}">
                  <a16:creationId xmlns:a16="http://schemas.microsoft.com/office/drawing/2014/main" id="{DB70619B-BA3A-AB52-C52E-C88DE9027310}"/>
                </a:ext>
              </a:extLst>
            </p:cNvPr>
            <p:cNvSpPr txBox="1"/>
            <p:nvPr/>
          </p:nvSpPr>
          <p:spPr>
            <a:xfrm>
              <a:off x="3008096" y="5663832"/>
              <a:ext cx="1743713" cy="366960"/>
            </a:xfrm>
            <a:prstGeom prst="rect">
              <a:avLst/>
            </a:prstGeom>
            <a:noFill/>
          </p:spPr>
          <p:txBody>
            <a:bodyPr wrap="square">
              <a:spAutoFit/>
            </a:bodyPr>
            <a:lstStyle/>
            <a:p>
              <a:pPr algn="ctr">
                <a:lnSpc>
                  <a:spcPct val="200000"/>
                </a:lnSpc>
              </a:pPr>
              <a:r>
                <a:rPr lang="en-US" sz="1050" dirty="0">
                  <a:solidFill>
                    <a:schemeClr val="accent6"/>
                  </a:solidFill>
                  <a:latin typeface="Montserrat" pitchFamily="2" charset="77"/>
                  <a:cs typeface="Gotham Book" pitchFamily="2" charset="0"/>
                </a:rPr>
                <a:t>Spreads &amp; Aioli’s</a:t>
              </a:r>
              <a:endParaRPr lang="en-US" sz="1100" dirty="0">
                <a:solidFill>
                  <a:schemeClr val="accent6"/>
                </a:solidFill>
                <a:latin typeface="Montserrat" pitchFamily="2" charset="77"/>
                <a:cs typeface="Gotham Book" pitchFamily="2" charset="0"/>
              </a:endParaRPr>
            </a:p>
          </p:txBody>
        </p:sp>
        <p:sp>
          <p:nvSpPr>
            <p:cNvPr id="13" name="TextBox 12">
              <a:extLst>
                <a:ext uri="{FF2B5EF4-FFF2-40B4-BE49-F238E27FC236}">
                  <a16:creationId xmlns:a16="http://schemas.microsoft.com/office/drawing/2014/main" id="{F3937339-7A4D-CAF4-3B56-6AC01EC359B1}"/>
                </a:ext>
              </a:extLst>
            </p:cNvPr>
            <p:cNvSpPr txBox="1"/>
            <p:nvPr/>
          </p:nvSpPr>
          <p:spPr>
            <a:xfrm>
              <a:off x="3008096" y="5363780"/>
              <a:ext cx="1743713" cy="430887"/>
            </a:xfrm>
            <a:prstGeom prst="rect">
              <a:avLst/>
            </a:prstGeom>
            <a:noFill/>
          </p:spPr>
          <p:txBody>
            <a:bodyPr wrap="square">
              <a:spAutoFit/>
            </a:bodyPr>
            <a:lstStyle/>
            <a:p>
              <a:pPr algn="ctr"/>
              <a:r>
                <a:rPr lang="en-US" sz="1100" b="1" i="0" dirty="0">
                  <a:solidFill>
                    <a:schemeClr val="bg1"/>
                  </a:solidFill>
                  <a:latin typeface="Montserrat" pitchFamily="2" charset="77"/>
                  <a:cs typeface="Gotham Bold" pitchFamily="2" charset="0"/>
                </a:rPr>
                <a:t>SANDWICH </a:t>
              </a:r>
            </a:p>
            <a:p>
              <a:pPr algn="ctr"/>
              <a:r>
                <a:rPr lang="en-US" sz="1100" b="1" i="0" dirty="0">
                  <a:solidFill>
                    <a:schemeClr val="bg1"/>
                  </a:solidFill>
                  <a:latin typeface="Montserrat" pitchFamily="2" charset="77"/>
                  <a:cs typeface="Gotham Bold" pitchFamily="2" charset="0"/>
                </a:rPr>
                <a:t>SAUCES</a:t>
              </a:r>
            </a:p>
          </p:txBody>
        </p:sp>
        <p:pic>
          <p:nvPicPr>
            <p:cNvPr id="15" name="Picture 14">
              <a:extLst>
                <a:ext uri="{FF2B5EF4-FFF2-40B4-BE49-F238E27FC236}">
                  <a16:creationId xmlns:a16="http://schemas.microsoft.com/office/drawing/2014/main" id="{E64B8B03-71AF-ADAA-7C34-3C52197A25FD}"/>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224223" y="3901240"/>
              <a:ext cx="1328112" cy="1286760"/>
            </a:xfrm>
            <a:prstGeom prst="ellipse">
              <a:avLst/>
            </a:prstGeom>
          </p:spPr>
        </p:pic>
      </p:grpSp>
      <p:grpSp>
        <p:nvGrpSpPr>
          <p:cNvPr id="712" name="Group 711">
            <a:extLst>
              <a:ext uri="{FF2B5EF4-FFF2-40B4-BE49-F238E27FC236}">
                <a16:creationId xmlns:a16="http://schemas.microsoft.com/office/drawing/2014/main" id="{D6A520CE-1239-A2D9-D274-3C0ACA9813A4}"/>
              </a:ext>
            </a:extLst>
          </p:cNvPr>
          <p:cNvGrpSpPr/>
          <p:nvPr/>
        </p:nvGrpSpPr>
        <p:grpSpPr>
          <a:xfrm>
            <a:off x="5170030" y="3901240"/>
            <a:ext cx="1743713" cy="2263900"/>
            <a:chOff x="5170030" y="3901240"/>
            <a:chExt cx="1743713" cy="2263900"/>
          </a:xfrm>
        </p:grpSpPr>
        <p:sp>
          <p:nvSpPr>
            <p:cNvPr id="17" name="TextBox 16">
              <a:extLst>
                <a:ext uri="{FF2B5EF4-FFF2-40B4-BE49-F238E27FC236}">
                  <a16:creationId xmlns:a16="http://schemas.microsoft.com/office/drawing/2014/main" id="{69CFD91B-F080-D3E7-B7C2-AFCBC8A84776}"/>
                </a:ext>
              </a:extLst>
            </p:cNvPr>
            <p:cNvSpPr txBox="1"/>
            <p:nvPr/>
          </p:nvSpPr>
          <p:spPr>
            <a:xfrm>
              <a:off x="5170030" y="5749642"/>
              <a:ext cx="1743713" cy="415498"/>
            </a:xfrm>
            <a:prstGeom prst="rect">
              <a:avLst/>
            </a:prstGeom>
            <a:noFill/>
          </p:spPr>
          <p:txBody>
            <a:bodyPr wrap="square">
              <a:spAutoFit/>
            </a:bodyPr>
            <a:lstStyle/>
            <a:p>
              <a:pPr algn="ctr"/>
              <a:r>
                <a:rPr lang="en-US" sz="1050" dirty="0">
                  <a:solidFill>
                    <a:schemeClr val="accent6"/>
                  </a:solidFill>
                  <a:latin typeface="Montserrat" pitchFamily="2" charset="77"/>
                  <a:cs typeface="Gotham Book" pitchFamily="2" charset="0"/>
                </a:rPr>
                <a:t>Buffalo, Sweet &amp; Spicy, Asian, Buttery</a:t>
              </a:r>
              <a:endParaRPr lang="en-US" sz="1100" dirty="0">
                <a:solidFill>
                  <a:schemeClr val="accent6"/>
                </a:solidFill>
                <a:latin typeface="Montserrat" pitchFamily="2" charset="77"/>
                <a:cs typeface="Gotham Book" pitchFamily="2" charset="0"/>
              </a:endParaRPr>
            </a:p>
          </p:txBody>
        </p:sp>
        <p:sp>
          <p:nvSpPr>
            <p:cNvPr id="19" name="TextBox 18">
              <a:extLst>
                <a:ext uri="{FF2B5EF4-FFF2-40B4-BE49-F238E27FC236}">
                  <a16:creationId xmlns:a16="http://schemas.microsoft.com/office/drawing/2014/main" id="{B172C3DA-AC94-F5F8-818E-4C6AD8D81D18}"/>
                </a:ext>
              </a:extLst>
            </p:cNvPr>
            <p:cNvSpPr txBox="1"/>
            <p:nvPr/>
          </p:nvSpPr>
          <p:spPr>
            <a:xfrm>
              <a:off x="5170030" y="5385290"/>
              <a:ext cx="1743713" cy="430887"/>
            </a:xfrm>
            <a:prstGeom prst="rect">
              <a:avLst/>
            </a:prstGeom>
            <a:noFill/>
          </p:spPr>
          <p:txBody>
            <a:bodyPr wrap="square">
              <a:spAutoFit/>
            </a:bodyPr>
            <a:lstStyle/>
            <a:p>
              <a:pPr algn="ctr"/>
              <a:r>
                <a:rPr lang="en-US" sz="1100" b="1" i="0" dirty="0">
                  <a:solidFill>
                    <a:schemeClr val="bg1"/>
                  </a:solidFill>
                  <a:latin typeface="Montserrat" pitchFamily="2" charset="77"/>
                  <a:cs typeface="Gotham Bold" pitchFamily="2" charset="0"/>
                </a:rPr>
                <a:t>WING SAUCES </a:t>
              </a:r>
            </a:p>
            <a:p>
              <a:pPr algn="ctr"/>
              <a:r>
                <a:rPr lang="en-US" sz="1100" b="1" i="0" dirty="0">
                  <a:solidFill>
                    <a:schemeClr val="bg1"/>
                  </a:solidFill>
                  <a:latin typeface="Montserrat" pitchFamily="2" charset="77"/>
                  <a:cs typeface="Gotham Bold" pitchFamily="2" charset="0"/>
                </a:rPr>
                <a:t>&amp; GLAZES</a:t>
              </a:r>
            </a:p>
          </p:txBody>
        </p:sp>
        <p:pic>
          <p:nvPicPr>
            <p:cNvPr id="21" name="Picture 20">
              <a:extLst>
                <a:ext uri="{FF2B5EF4-FFF2-40B4-BE49-F238E27FC236}">
                  <a16:creationId xmlns:a16="http://schemas.microsoft.com/office/drawing/2014/main" id="{592646A4-CA94-2A04-53A7-F8B5209E287B}"/>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5357329" y="3901240"/>
              <a:ext cx="1328112" cy="1286760"/>
            </a:xfrm>
            <a:prstGeom prst="ellipse">
              <a:avLst/>
            </a:prstGeom>
          </p:spPr>
        </p:pic>
      </p:grpSp>
      <p:grpSp>
        <p:nvGrpSpPr>
          <p:cNvPr id="713" name="Group 712">
            <a:extLst>
              <a:ext uri="{FF2B5EF4-FFF2-40B4-BE49-F238E27FC236}">
                <a16:creationId xmlns:a16="http://schemas.microsoft.com/office/drawing/2014/main" id="{9E142217-BA44-C775-E967-C81341EE4FC1}"/>
              </a:ext>
            </a:extLst>
          </p:cNvPr>
          <p:cNvGrpSpPr/>
          <p:nvPr/>
        </p:nvGrpSpPr>
        <p:grpSpPr>
          <a:xfrm>
            <a:off x="7332710" y="3916606"/>
            <a:ext cx="1743713" cy="2103798"/>
            <a:chOff x="7332710" y="3916606"/>
            <a:chExt cx="1743713" cy="2103798"/>
          </a:xfrm>
        </p:grpSpPr>
        <p:sp>
          <p:nvSpPr>
            <p:cNvPr id="23" name="TextBox 22">
              <a:extLst>
                <a:ext uri="{FF2B5EF4-FFF2-40B4-BE49-F238E27FC236}">
                  <a16:creationId xmlns:a16="http://schemas.microsoft.com/office/drawing/2014/main" id="{A333F403-9AC8-3140-EA82-4715C0C0669D}"/>
                </a:ext>
              </a:extLst>
            </p:cNvPr>
            <p:cNvSpPr txBox="1"/>
            <p:nvPr/>
          </p:nvSpPr>
          <p:spPr>
            <a:xfrm>
              <a:off x="7332710" y="5653444"/>
              <a:ext cx="1743713" cy="366960"/>
            </a:xfrm>
            <a:prstGeom prst="rect">
              <a:avLst/>
            </a:prstGeom>
            <a:noFill/>
          </p:spPr>
          <p:txBody>
            <a:bodyPr wrap="square">
              <a:spAutoFit/>
            </a:bodyPr>
            <a:lstStyle/>
            <a:p>
              <a:pPr algn="ctr">
                <a:lnSpc>
                  <a:spcPct val="200000"/>
                </a:lnSpc>
              </a:pPr>
              <a:r>
                <a:rPr lang="en-US" sz="1050" dirty="0">
                  <a:solidFill>
                    <a:schemeClr val="accent6"/>
                  </a:solidFill>
                  <a:latin typeface="Montserrat" pitchFamily="2" charset="77"/>
                  <a:cs typeface="Gotham Book" pitchFamily="2" charset="0"/>
                </a:rPr>
                <a:t>BBQ, Marinara, Salsa</a:t>
              </a:r>
              <a:endParaRPr lang="en-US" sz="1100" dirty="0">
                <a:solidFill>
                  <a:schemeClr val="accent6"/>
                </a:solidFill>
                <a:latin typeface="Montserrat" pitchFamily="2" charset="77"/>
                <a:cs typeface="Gotham Book" pitchFamily="2" charset="0"/>
              </a:endParaRPr>
            </a:p>
          </p:txBody>
        </p:sp>
        <p:sp>
          <p:nvSpPr>
            <p:cNvPr id="25" name="TextBox 24">
              <a:extLst>
                <a:ext uri="{FF2B5EF4-FFF2-40B4-BE49-F238E27FC236}">
                  <a16:creationId xmlns:a16="http://schemas.microsoft.com/office/drawing/2014/main" id="{6942AC68-4A70-8EC6-E34C-EAA924FDEB82}"/>
                </a:ext>
              </a:extLst>
            </p:cNvPr>
            <p:cNvSpPr txBox="1"/>
            <p:nvPr/>
          </p:nvSpPr>
          <p:spPr>
            <a:xfrm>
              <a:off x="7332710" y="5353392"/>
              <a:ext cx="1743713" cy="430887"/>
            </a:xfrm>
            <a:prstGeom prst="rect">
              <a:avLst/>
            </a:prstGeom>
            <a:noFill/>
          </p:spPr>
          <p:txBody>
            <a:bodyPr wrap="square">
              <a:spAutoFit/>
            </a:bodyPr>
            <a:lstStyle/>
            <a:p>
              <a:pPr algn="ctr"/>
              <a:r>
                <a:rPr lang="en-US" sz="1100" b="1" i="0" dirty="0">
                  <a:solidFill>
                    <a:schemeClr val="bg1"/>
                  </a:solidFill>
                  <a:latin typeface="Montserrat" pitchFamily="2" charset="77"/>
                  <a:cs typeface="Gotham Bold" pitchFamily="2" charset="0"/>
                </a:rPr>
                <a:t>DIPPING </a:t>
              </a:r>
            </a:p>
            <a:p>
              <a:pPr algn="ctr"/>
              <a:r>
                <a:rPr lang="en-US" sz="1100" b="1" i="0" dirty="0">
                  <a:solidFill>
                    <a:schemeClr val="bg1"/>
                  </a:solidFill>
                  <a:latin typeface="Montserrat" pitchFamily="2" charset="77"/>
                  <a:cs typeface="Gotham Bold" pitchFamily="2" charset="0"/>
                </a:rPr>
                <a:t>SAUCES</a:t>
              </a:r>
            </a:p>
          </p:txBody>
        </p:sp>
        <p:pic>
          <p:nvPicPr>
            <p:cNvPr id="27" name="Picture 26">
              <a:extLst>
                <a:ext uri="{FF2B5EF4-FFF2-40B4-BE49-F238E27FC236}">
                  <a16:creationId xmlns:a16="http://schemas.microsoft.com/office/drawing/2014/main" id="{50990AF5-9F13-2F4B-B65E-B00B8998A287}"/>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7511249" y="3916606"/>
              <a:ext cx="1328112" cy="1286760"/>
            </a:xfrm>
            <a:prstGeom prst="ellipse">
              <a:avLst/>
            </a:prstGeom>
          </p:spPr>
        </p:pic>
      </p:grpSp>
      <p:grpSp>
        <p:nvGrpSpPr>
          <p:cNvPr id="714" name="Group 713">
            <a:extLst>
              <a:ext uri="{FF2B5EF4-FFF2-40B4-BE49-F238E27FC236}">
                <a16:creationId xmlns:a16="http://schemas.microsoft.com/office/drawing/2014/main" id="{AB2B4D2C-FE38-6989-83BF-047D7C3CD1F3}"/>
              </a:ext>
            </a:extLst>
          </p:cNvPr>
          <p:cNvGrpSpPr/>
          <p:nvPr/>
        </p:nvGrpSpPr>
        <p:grpSpPr>
          <a:xfrm>
            <a:off x="9231125" y="3901240"/>
            <a:ext cx="2295642" cy="2245471"/>
            <a:chOff x="9231125" y="3901240"/>
            <a:chExt cx="2295642" cy="2245471"/>
          </a:xfrm>
        </p:grpSpPr>
        <p:pic>
          <p:nvPicPr>
            <p:cNvPr id="33" name="Picture 32">
              <a:extLst>
                <a:ext uri="{FF2B5EF4-FFF2-40B4-BE49-F238E27FC236}">
                  <a16:creationId xmlns:a16="http://schemas.microsoft.com/office/drawing/2014/main" id="{73CF648A-9D82-8ABD-F2D6-3DC59E8C943B}"/>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9685489" y="3901240"/>
              <a:ext cx="1328112" cy="1286760"/>
            </a:xfrm>
            <a:prstGeom prst="ellipse">
              <a:avLst/>
            </a:prstGeom>
          </p:spPr>
        </p:pic>
        <p:sp>
          <p:nvSpPr>
            <p:cNvPr id="30" name="TextBox 29">
              <a:extLst>
                <a:ext uri="{FF2B5EF4-FFF2-40B4-BE49-F238E27FC236}">
                  <a16:creationId xmlns:a16="http://schemas.microsoft.com/office/drawing/2014/main" id="{514E5793-4526-6605-3E58-3158CB846E15}"/>
                </a:ext>
              </a:extLst>
            </p:cNvPr>
            <p:cNvSpPr txBox="1"/>
            <p:nvPr/>
          </p:nvSpPr>
          <p:spPr>
            <a:xfrm>
              <a:off x="9507090" y="5731213"/>
              <a:ext cx="1743713" cy="415498"/>
            </a:xfrm>
            <a:prstGeom prst="rect">
              <a:avLst/>
            </a:prstGeom>
            <a:noFill/>
          </p:spPr>
          <p:txBody>
            <a:bodyPr wrap="square">
              <a:spAutoFit/>
            </a:bodyPr>
            <a:lstStyle/>
            <a:p>
              <a:pPr algn="ctr"/>
              <a:r>
                <a:rPr lang="en-US" sz="1050" dirty="0">
                  <a:solidFill>
                    <a:schemeClr val="accent6"/>
                  </a:solidFill>
                  <a:latin typeface="Montserrat" pitchFamily="2" charset="77"/>
                  <a:cs typeface="Gotham Book" pitchFamily="2" charset="0"/>
                </a:rPr>
                <a:t>Chocolate, Caramel, Icing, Fruit-based</a:t>
              </a:r>
              <a:endParaRPr lang="en-US" sz="1100" dirty="0">
                <a:solidFill>
                  <a:schemeClr val="accent6"/>
                </a:solidFill>
                <a:latin typeface="Montserrat" pitchFamily="2" charset="77"/>
                <a:cs typeface="Gotham Book" pitchFamily="2" charset="0"/>
              </a:endParaRPr>
            </a:p>
          </p:txBody>
        </p:sp>
        <p:sp>
          <p:nvSpPr>
            <p:cNvPr id="31" name="TextBox 30">
              <a:extLst>
                <a:ext uri="{FF2B5EF4-FFF2-40B4-BE49-F238E27FC236}">
                  <a16:creationId xmlns:a16="http://schemas.microsoft.com/office/drawing/2014/main" id="{DC780D79-C163-BEC3-A80D-D0C65A068F69}"/>
                </a:ext>
              </a:extLst>
            </p:cNvPr>
            <p:cNvSpPr txBox="1"/>
            <p:nvPr/>
          </p:nvSpPr>
          <p:spPr>
            <a:xfrm>
              <a:off x="9231125" y="5356228"/>
              <a:ext cx="2295642" cy="430887"/>
            </a:xfrm>
            <a:prstGeom prst="rect">
              <a:avLst/>
            </a:prstGeom>
            <a:noFill/>
          </p:spPr>
          <p:txBody>
            <a:bodyPr wrap="square">
              <a:spAutoFit/>
            </a:bodyPr>
            <a:lstStyle/>
            <a:p>
              <a:pPr algn="ctr"/>
              <a:r>
                <a:rPr lang="en-US" sz="1100" b="1" i="0" dirty="0">
                  <a:solidFill>
                    <a:schemeClr val="bg1"/>
                  </a:solidFill>
                  <a:latin typeface="Montserrat" pitchFamily="2" charset="77"/>
                  <a:cs typeface="Gotham Bold" pitchFamily="2" charset="0"/>
                </a:rPr>
                <a:t>SWEET SAUCES &amp; PREMIUM BEVERAGE SAUCES</a:t>
              </a:r>
            </a:p>
          </p:txBody>
        </p:sp>
      </p:grpSp>
      <p:sp>
        <p:nvSpPr>
          <p:cNvPr id="34" name="TextBox 33">
            <a:extLst>
              <a:ext uri="{FF2B5EF4-FFF2-40B4-BE49-F238E27FC236}">
                <a16:creationId xmlns:a16="http://schemas.microsoft.com/office/drawing/2014/main" id="{9F65C055-6BE2-8670-C239-B6B7F651F922}"/>
              </a:ext>
            </a:extLst>
          </p:cNvPr>
          <p:cNvSpPr txBox="1"/>
          <p:nvPr/>
        </p:nvSpPr>
        <p:spPr>
          <a:xfrm>
            <a:off x="954979" y="1757207"/>
            <a:ext cx="9034841" cy="1505092"/>
          </a:xfrm>
          <a:prstGeom prst="rect">
            <a:avLst/>
          </a:prstGeom>
          <a:noFill/>
        </p:spPr>
        <p:txBody>
          <a:bodyPr wrap="square">
            <a:spAutoFit/>
          </a:bodyPr>
          <a:lstStyle/>
          <a:p>
            <a:pPr indent="-256107"/>
            <a:r>
              <a:rPr lang="en-US" b="1" i="0" dirty="0">
                <a:latin typeface="Montserrat" pitchFamily="2" charset="77"/>
                <a:cs typeface="Gotham Bold" pitchFamily="2" charset="0"/>
              </a:rPr>
              <a:t>Research &amp; Development at Marzetti includes Food Science and Culinary Arts in collaboration with world class Food Safety, Quality &amp; Regulatory to bring award-winning results to the table for our customers. </a:t>
            </a:r>
          </a:p>
          <a:p>
            <a:pPr marL="201093" lvl="1"/>
            <a:endParaRPr lang="en-US" sz="1200" dirty="0">
              <a:latin typeface="Montserrat" pitchFamily="2" charset="77"/>
              <a:cs typeface="Gotham Book" pitchFamily="2" charset="0"/>
            </a:endParaRPr>
          </a:p>
          <a:p>
            <a:pPr>
              <a:lnSpc>
                <a:spcPts val="1640"/>
              </a:lnSpc>
            </a:pPr>
            <a:r>
              <a:rPr lang="en-US" sz="1200" dirty="0">
                <a:solidFill>
                  <a:schemeClr val="accent6"/>
                </a:solidFill>
                <a:latin typeface="Montserrat" pitchFamily="2" charset="77"/>
                <a:cs typeface="Gotham Book" pitchFamily="2" charset="0"/>
              </a:rPr>
              <a:t>Our State-of-the-art R&amp;D lab is designed to aid in rapid prototyping to develop unique, bold </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and on-trend flavors in commercial formulations that meet consumer and operational demand. </a:t>
            </a:r>
          </a:p>
        </p:txBody>
      </p:sp>
      <p:sp>
        <p:nvSpPr>
          <p:cNvPr id="3" name="TextBox 2">
            <a:extLst>
              <a:ext uri="{FF2B5EF4-FFF2-40B4-BE49-F238E27FC236}">
                <a16:creationId xmlns:a16="http://schemas.microsoft.com/office/drawing/2014/main" id="{D2F95504-49EC-0AFE-CE36-91569E592B71}"/>
              </a:ext>
            </a:extLst>
          </p:cNvPr>
          <p:cNvSpPr txBox="1"/>
          <p:nvPr/>
        </p:nvSpPr>
        <p:spPr>
          <a:xfrm>
            <a:off x="962741" y="3380652"/>
            <a:ext cx="5438059" cy="307777"/>
          </a:xfrm>
          <a:prstGeom prst="rect">
            <a:avLst/>
          </a:prstGeom>
          <a:noFill/>
        </p:spPr>
        <p:txBody>
          <a:bodyPr wrap="square">
            <a:spAutoFit/>
          </a:bodyPr>
          <a:lstStyle/>
          <a:p>
            <a:pPr indent="-256107"/>
            <a:r>
              <a:rPr lang="en-US" sz="1400" b="1" dirty="0">
                <a:solidFill>
                  <a:schemeClr val="bg1"/>
                </a:solidFill>
                <a:latin typeface="Montserrat" pitchFamily="2" charset="77"/>
                <a:cs typeface="Gotham Bold" pitchFamily="2" charset="0"/>
              </a:rPr>
              <a:t>Our dressings and sauces expertise include:</a:t>
            </a:r>
            <a:endParaRPr lang="en-US" sz="1400" dirty="0">
              <a:solidFill>
                <a:schemeClr val="bg1"/>
              </a:solidFill>
              <a:latin typeface="Montserrat" pitchFamily="2" charset="77"/>
              <a:cs typeface="Gotham Book" pitchFamily="2" charset="0"/>
            </a:endParaRPr>
          </a:p>
        </p:txBody>
      </p:sp>
      <p:grpSp>
        <p:nvGrpSpPr>
          <p:cNvPr id="4" name="Graphic 4119">
            <a:extLst>
              <a:ext uri="{FF2B5EF4-FFF2-40B4-BE49-F238E27FC236}">
                <a16:creationId xmlns:a16="http://schemas.microsoft.com/office/drawing/2014/main" id="{728FC0CA-E780-0835-F3EE-FF0EC38F8CBA}"/>
              </a:ext>
            </a:extLst>
          </p:cNvPr>
          <p:cNvGrpSpPr/>
          <p:nvPr/>
        </p:nvGrpSpPr>
        <p:grpSpPr>
          <a:xfrm>
            <a:off x="1396297" y="607437"/>
            <a:ext cx="1640810" cy="438718"/>
            <a:chOff x="2178742" y="-1107180"/>
            <a:chExt cx="2171851" cy="580707"/>
          </a:xfrm>
          <a:solidFill>
            <a:schemeClr val="tx1"/>
          </a:solidFill>
        </p:grpSpPr>
        <p:sp>
          <p:nvSpPr>
            <p:cNvPr id="6" name="Freeform 5">
              <a:extLst>
                <a:ext uri="{FF2B5EF4-FFF2-40B4-BE49-F238E27FC236}">
                  <a16:creationId xmlns:a16="http://schemas.microsoft.com/office/drawing/2014/main" id="{A27B106B-F4E5-3A65-EE06-F092E09F5A07}"/>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5ED31477-D5CA-1117-74EB-9FC1D1132768}"/>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52E3751D-912A-F43B-99CF-B8082DD7E961}"/>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242CDCB9-B931-BDEB-5682-C394A28A7BCD}"/>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C1B7E5BC-F536-E074-F1B7-48FC9F2AB4E9}"/>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284D219B-8470-AA89-8540-872EB8277432}"/>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6E4690D6-AFB4-8B93-139F-8A52CF3AB0AD}"/>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5C0C820A-97D6-782C-0C43-CABF3D0C42A6}"/>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BFDDE57E-BA17-A0F4-4E83-EA3485DB9AE5}"/>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79F5475F-BDA1-8286-EC92-5370E1329F06}"/>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CFAD01A5-E9FF-11E3-CAB6-97BA1EEBEA9C}"/>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4A8B7F15-2C52-D01C-A953-50236539C0C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BA508E4C-96ED-0809-15CC-36717EE55672}"/>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E3D5EB91-CF0C-4610-2477-0C67A2E1502A}"/>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8BAF858A-E03F-0C53-F4EA-71FA7DC19750}"/>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7" name="Freeform 36">
              <a:extLst>
                <a:ext uri="{FF2B5EF4-FFF2-40B4-BE49-F238E27FC236}">
                  <a16:creationId xmlns:a16="http://schemas.microsoft.com/office/drawing/2014/main" id="{CE802286-1042-83D0-C632-2FCE1E77C51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3E9BA3C0-A17D-9788-C6CC-F282471F69E6}"/>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E5D9EFC4-3B95-FD8E-9A4D-C6724A3465DD}"/>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B39B43B1-1010-E876-2F4C-0F6676D71C29}"/>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85128D72-7E91-BF01-6762-33A102229DF8}"/>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35" name="Slide Number Placeholder 1">
            <a:extLst>
              <a:ext uri="{FF2B5EF4-FFF2-40B4-BE49-F238E27FC236}">
                <a16:creationId xmlns:a16="http://schemas.microsoft.com/office/drawing/2014/main" id="{F13EA8D0-1C43-5E4C-5A51-D6C43E0C231B}"/>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22</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968514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710"/>
                                        </p:tgtEl>
                                        <p:attrNameLst>
                                          <p:attrName>style.visibility</p:attrName>
                                        </p:attrNameLst>
                                      </p:cBhvr>
                                      <p:to>
                                        <p:strVal val="visible"/>
                                      </p:to>
                                    </p:set>
                                    <p:animEffect transition="in" filter="fade">
                                      <p:cBhvr>
                                        <p:cTn id="7" dur="500"/>
                                        <p:tgtEl>
                                          <p:spTgt spid="71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711"/>
                                        </p:tgtEl>
                                        <p:attrNameLst>
                                          <p:attrName>style.visibility</p:attrName>
                                        </p:attrNameLst>
                                      </p:cBhvr>
                                      <p:to>
                                        <p:strVal val="visible"/>
                                      </p:to>
                                    </p:set>
                                    <p:animEffect transition="in" filter="fade">
                                      <p:cBhvr>
                                        <p:cTn id="11" dur="500"/>
                                        <p:tgtEl>
                                          <p:spTgt spid="711"/>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712"/>
                                        </p:tgtEl>
                                        <p:attrNameLst>
                                          <p:attrName>style.visibility</p:attrName>
                                        </p:attrNameLst>
                                      </p:cBhvr>
                                      <p:to>
                                        <p:strVal val="visible"/>
                                      </p:to>
                                    </p:set>
                                    <p:animEffect transition="in" filter="fade">
                                      <p:cBhvr>
                                        <p:cTn id="15" dur="500"/>
                                        <p:tgtEl>
                                          <p:spTgt spid="712"/>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713"/>
                                        </p:tgtEl>
                                        <p:attrNameLst>
                                          <p:attrName>style.visibility</p:attrName>
                                        </p:attrNameLst>
                                      </p:cBhvr>
                                      <p:to>
                                        <p:strVal val="visible"/>
                                      </p:to>
                                    </p:set>
                                    <p:animEffect transition="in" filter="fade">
                                      <p:cBhvr>
                                        <p:cTn id="19" dur="500"/>
                                        <p:tgtEl>
                                          <p:spTgt spid="713"/>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714"/>
                                        </p:tgtEl>
                                        <p:attrNameLst>
                                          <p:attrName>style.visibility</p:attrName>
                                        </p:attrNameLst>
                                      </p:cBhvr>
                                      <p:to>
                                        <p:strVal val="visible"/>
                                      </p:to>
                                    </p:set>
                                    <p:animEffect transition="in" filter="fade">
                                      <p:cBhvr>
                                        <p:cTn id="23" dur="500"/>
                                        <p:tgtEl>
                                          <p:spTgt spid="7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76B7751-A3C3-9C29-6A3C-9B88E7B8F52A}"/>
              </a:ext>
            </a:extLst>
          </p:cNvPr>
          <p:cNvSpPr/>
          <p:nvPr/>
        </p:nvSpPr>
        <p:spPr>
          <a:xfrm>
            <a:off x="6096000" y="-94129"/>
            <a:ext cx="6096000" cy="69521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a:extLst>
              <a:ext uri="{FF2B5EF4-FFF2-40B4-BE49-F238E27FC236}">
                <a16:creationId xmlns:a16="http://schemas.microsoft.com/office/drawing/2014/main" id="{74C3A343-9DBA-5F27-FCD4-A8ADD9C86455}"/>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096000" y="393222"/>
            <a:ext cx="6096000" cy="6088260"/>
          </a:xfrm>
          <a:prstGeom prst="rect">
            <a:avLst/>
          </a:prstGeom>
        </p:spPr>
      </p:pic>
      <p:sp>
        <p:nvSpPr>
          <p:cNvPr id="4" name="Freeform 3">
            <a:extLst>
              <a:ext uri="{FF2B5EF4-FFF2-40B4-BE49-F238E27FC236}">
                <a16:creationId xmlns:a16="http://schemas.microsoft.com/office/drawing/2014/main" id="{02F447B0-9157-E1CF-A853-5125905A82BF}"/>
              </a:ext>
            </a:extLst>
          </p:cNvPr>
          <p:cNvSpPr/>
          <p:nvPr/>
        </p:nvSpPr>
        <p:spPr>
          <a:xfrm>
            <a:off x="1006594" y="1504505"/>
            <a:ext cx="2311790" cy="243278"/>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5" name="TextBox 4">
            <a:extLst>
              <a:ext uri="{FF2B5EF4-FFF2-40B4-BE49-F238E27FC236}">
                <a16:creationId xmlns:a16="http://schemas.microsoft.com/office/drawing/2014/main" id="{445B9B7D-FC65-80B7-AE18-158449104C16}"/>
              </a:ext>
            </a:extLst>
          </p:cNvPr>
          <p:cNvSpPr txBox="1"/>
          <p:nvPr/>
        </p:nvSpPr>
        <p:spPr>
          <a:xfrm>
            <a:off x="909023" y="1893762"/>
            <a:ext cx="4978430" cy="4174412"/>
          </a:xfrm>
          <a:prstGeom prst="rect">
            <a:avLst/>
          </a:prstGeom>
          <a:noFill/>
        </p:spPr>
        <p:txBody>
          <a:bodyPr wrap="square">
            <a:spAutoFit/>
          </a:bodyPr>
          <a:lstStyle/>
          <a:p>
            <a:pPr>
              <a:spcBef>
                <a:spcPct val="0"/>
              </a:spcBef>
            </a:pPr>
            <a:r>
              <a:rPr lang="en-US" b="1" dirty="0">
                <a:latin typeface="Montserrat" pitchFamily="2" charset="77"/>
                <a:cs typeface="Gotham Bold" pitchFamily="2" charset="0"/>
              </a:rPr>
              <a:t>Our food scientists ensure that approved samples translate into successful manufactured products.</a:t>
            </a:r>
          </a:p>
          <a:p>
            <a:pPr>
              <a:spcBef>
                <a:spcPct val="0"/>
              </a:spcBef>
            </a:pPr>
            <a:endParaRPr lang="en-US" sz="1400" dirty="0">
              <a:solidFill>
                <a:srgbClr val="583C2D"/>
              </a:solidFill>
              <a:latin typeface="Montserrat" pitchFamily="2" charset="77"/>
            </a:endParaRPr>
          </a:p>
          <a:p>
            <a:pPr>
              <a:lnSpc>
                <a:spcPts val="1740"/>
              </a:lnSpc>
              <a:spcBef>
                <a:spcPct val="0"/>
              </a:spcBef>
            </a:pPr>
            <a:r>
              <a:rPr lang="en-US" sz="1200" dirty="0">
                <a:solidFill>
                  <a:schemeClr val="bg1"/>
                </a:solidFill>
                <a:latin typeface="Montserrat" pitchFamily="2" charset="77"/>
                <a:cs typeface="Gotham Book" pitchFamily="2" charset="0"/>
              </a:rPr>
              <a:t>All this is done with careful consideration of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food safety and high standards of quality assurance.</a:t>
            </a:r>
          </a:p>
          <a:p>
            <a:pPr>
              <a:lnSpc>
                <a:spcPts val="1740"/>
              </a:lnSpc>
              <a:spcBef>
                <a:spcPct val="0"/>
              </a:spcBef>
            </a:pPr>
            <a:endParaRPr lang="en-US" sz="1200" dirty="0">
              <a:solidFill>
                <a:schemeClr val="bg1"/>
              </a:solidFill>
              <a:latin typeface="Montserrat" pitchFamily="2" charset="77"/>
              <a:cs typeface="Gotham Book" pitchFamily="2" charset="0"/>
            </a:endParaRPr>
          </a:p>
          <a:p>
            <a:pPr>
              <a:lnSpc>
                <a:spcPts val="1740"/>
              </a:lnSpc>
              <a:spcBef>
                <a:spcPct val="0"/>
              </a:spcBef>
            </a:pPr>
            <a:r>
              <a:rPr lang="en-US" sz="1200" dirty="0">
                <a:solidFill>
                  <a:schemeClr val="bg1"/>
                </a:solidFill>
                <a:latin typeface="Montserrat" pitchFamily="2" charset="77"/>
                <a:cs typeface="Gotham Book" pitchFamily="2" charset="0"/>
              </a:rPr>
              <a:t>Thousands of retail, foodservice and industrial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products at 16 Marzetti facilities plus co-packers</a:t>
            </a:r>
          </a:p>
          <a:p>
            <a:pPr>
              <a:lnSpc>
                <a:spcPts val="1740"/>
              </a:lnSpc>
              <a:spcBef>
                <a:spcPct val="0"/>
              </a:spcBef>
            </a:pPr>
            <a:endParaRPr lang="en-US" sz="1200" dirty="0">
              <a:solidFill>
                <a:schemeClr val="bg1"/>
              </a:solidFill>
              <a:latin typeface="Montserrat" pitchFamily="2" charset="77"/>
              <a:cs typeface="Gotham Book" pitchFamily="2" charset="0"/>
            </a:endParaRPr>
          </a:p>
          <a:p>
            <a:pPr>
              <a:lnSpc>
                <a:spcPts val="1740"/>
              </a:lnSpc>
              <a:spcBef>
                <a:spcPct val="0"/>
              </a:spcBef>
            </a:pPr>
            <a:r>
              <a:rPr lang="en-US" sz="1200" dirty="0">
                <a:solidFill>
                  <a:schemeClr val="bg1"/>
                </a:solidFill>
                <a:latin typeface="Montserrat" pitchFamily="2" charset="77"/>
                <a:cs typeface="Gotham Book" pitchFamily="2" charset="0"/>
              </a:rPr>
              <a:t>1,700 + ingredients &amp; specifications focusing on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procuring ingredients from top quality suppliers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and the prevention of food fraud</a:t>
            </a:r>
          </a:p>
          <a:p>
            <a:pPr>
              <a:lnSpc>
                <a:spcPts val="1740"/>
              </a:lnSpc>
              <a:spcBef>
                <a:spcPct val="0"/>
              </a:spcBef>
            </a:pPr>
            <a:endParaRPr lang="en-US" sz="1200" dirty="0">
              <a:solidFill>
                <a:schemeClr val="bg1"/>
              </a:solidFill>
              <a:latin typeface="Montserrat" pitchFamily="2" charset="77"/>
              <a:cs typeface="Gotham Book" pitchFamily="2" charset="0"/>
            </a:endParaRPr>
          </a:p>
          <a:p>
            <a:pPr>
              <a:lnSpc>
                <a:spcPts val="1740"/>
              </a:lnSpc>
              <a:spcBef>
                <a:spcPct val="0"/>
              </a:spcBef>
            </a:pPr>
            <a:r>
              <a:rPr lang="en-US" sz="1200" dirty="0">
                <a:solidFill>
                  <a:schemeClr val="bg1"/>
                </a:solidFill>
                <a:latin typeface="Montserrat" pitchFamily="2" charset="77"/>
                <a:cs typeface="Gotham Book" pitchFamily="2" charset="0"/>
              </a:rPr>
              <a:t>950+ approved supplier facilities</a:t>
            </a:r>
          </a:p>
          <a:p>
            <a:pPr>
              <a:lnSpc>
                <a:spcPts val="1740"/>
              </a:lnSpc>
              <a:spcBef>
                <a:spcPct val="0"/>
              </a:spcBef>
            </a:pPr>
            <a:endParaRPr lang="en-US" sz="1200" dirty="0">
              <a:solidFill>
                <a:schemeClr val="bg1"/>
              </a:solidFill>
              <a:latin typeface="Montserrat" pitchFamily="2" charset="77"/>
              <a:cs typeface="Gotham Book" pitchFamily="2" charset="0"/>
            </a:endParaRPr>
          </a:p>
          <a:p>
            <a:pPr>
              <a:lnSpc>
                <a:spcPts val="1740"/>
              </a:lnSpc>
              <a:spcBef>
                <a:spcPct val="0"/>
              </a:spcBef>
            </a:pPr>
            <a:r>
              <a:rPr lang="en-US" sz="1200" dirty="0">
                <a:solidFill>
                  <a:schemeClr val="bg1"/>
                </a:solidFill>
                <a:latin typeface="Montserrat" pitchFamily="2" charset="77"/>
                <a:cs typeface="Gotham Book" pitchFamily="2" charset="0"/>
              </a:rPr>
              <a:t>On-going compliance with nutritional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and ingredient statement labeling requirements</a:t>
            </a:r>
          </a:p>
        </p:txBody>
      </p:sp>
      <p:sp>
        <p:nvSpPr>
          <p:cNvPr id="15" name="TextBox 14">
            <a:extLst>
              <a:ext uri="{FF2B5EF4-FFF2-40B4-BE49-F238E27FC236}">
                <a16:creationId xmlns:a16="http://schemas.microsoft.com/office/drawing/2014/main" id="{2B70D2D4-5D2D-0C20-2BC9-2518C46DBD9F}"/>
              </a:ext>
            </a:extLst>
          </p:cNvPr>
          <p:cNvSpPr txBox="1"/>
          <p:nvPr/>
        </p:nvSpPr>
        <p:spPr>
          <a:xfrm>
            <a:off x="909023" y="1026696"/>
            <a:ext cx="4978430" cy="646331"/>
          </a:xfrm>
          <a:prstGeom prst="rect">
            <a:avLst/>
          </a:prstGeom>
          <a:noFill/>
        </p:spPr>
        <p:txBody>
          <a:bodyPr wrap="square" rtlCol="0">
            <a:spAutoFit/>
          </a:bodyPr>
          <a:lstStyle/>
          <a:p>
            <a:r>
              <a:rPr lang="en-US" sz="3600" b="1" dirty="0">
                <a:solidFill>
                  <a:schemeClr val="bg1"/>
                </a:solidFill>
                <a:latin typeface="Montserrat ExtraBold" pitchFamily="2" charset="77"/>
                <a:cs typeface="Gotham Black" pitchFamily="2" charset="0"/>
              </a:rPr>
              <a:t>Technical Services</a:t>
            </a:r>
          </a:p>
        </p:txBody>
      </p:sp>
      <p:grpSp>
        <p:nvGrpSpPr>
          <p:cNvPr id="3" name="Graphic 4119">
            <a:extLst>
              <a:ext uri="{FF2B5EF4-FFF2-40B4-BE49-F238E27FC236}">
                <a16:creationId xmlns:a16="http://schemas.microsoft.com/office/drawing/2014/main" id="{E27A1ED4-AF16-E154-68AA-400BBEAB34F2}"/>
              </a:ext>
            </a:extLst>
          </p:cNvPr>
          <p:cNvGrpSpPr/>
          <p:nvPr/>
        </p:nvGrpSpPr>
        <p:grpSpPr>
          <a:xfrm>
            <a:off x="1399403" y="705080"/>
            <a:ext cx="1640810" cy="438718"/>
            <a:chOff x="2178742" y="-1107180"/>
            <a:chExt cx="2171851" cy="580707"/>
          </a:xfrm>
          <a:solidFill>
            <a:schemeClr val="tx1"/>
          </a:solidFill>
        </p:grpSpPr>
        <p:sp>
          <p:nvSpPr>
            <p:cNvPr id="21" name="Freeform 20">
              <a:extLst>
                <a:ext uri="{FF2B5EF4-FFF2-40B4-BE49-F238E27FC236}">
                  <a16:creationId xmlns:a16="http://schemas.microsoft.com/office/drawing/2014/main" id="{A4012D1E-A97F-F433-737E-7E38EF038015}"/>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9479A40D-0191-6604-DDE1-63F769E60A6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4AA8F10C-07C0-B71C-EFC8-ED023FAD681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419446F3-893C-A68D-88E3-84CF5E44E153}"/>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A6F01FCC-ED93-04BB-91C0-D674294B5D7E}"/>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41B55B46-FA0B-580F-D4C8-74DDD1B629A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17C547E1-72D7-9DEE-8BEE-813E2DBC63E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B6F9E480-E61C-970A-8D57-7142482217F2}"/>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3B2A7DAA-68F3-859B-FB39-A90C8E5C134E}"/>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06D8621E-FC07-8242-782A-52985CF5461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860093DF-47DF-273D-778A-E2857F36F66E}"/>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D271F41D-DFC7-157E-7C88-9DE4912521A3}"/>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A661E811-2BC6-11F3-D27A-CDB4E241B7E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6137753D-2035-3683-F738-2D44E495D8B0}"/>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D59CE930-6C54-39FD-0BB5-65EE1CBFD6DD}"/>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AEFF0405-29EB-E00D-7A47-20E376B3C40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F64DBA4C-35DD-0C4E-526C-8F5A5F431772}"/>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D743743F-5345-4206-91FF-637BD080BDE6}"/>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D523D727-224D-0A1E-5D27-5D11BCC92A0E}"/>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0DCA41EC-18DB-4727-E190-2764498570A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6" name="Slide Number Placeholder 1">
            <a:extLst>
              <a:ext uri="{FF2B5EF4-FFF2-40B4-BE49-F238E27FC236}">
                <a16:creationId xmlns:a16="http://schemas.microsoft.com/office/drawing/2014/main" id="{7BDB56D1-15AF-5823-4080-75DAD5DFF6DA}"/>
              </a:ext>
            </a:extLst>
          </p:cNvPr>
          <p:cNvSpPr>
            <a:spLocks noGrp="1"/>
          </p:cNvSpPr>
          <p:nvPr>
            <p:ph type="sldNum" sz="quarter" idx="21"/>
          </p:nvPr>
        </p:nvSpPr>
        <p:spPr>
          <a:xfrm>
            <a:off x="8532082" y="6464778"/>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t>23</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3207340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750"/>
                            </p:stCondLst>
                            <p:childTnLst>
                              <p:par>
                                <p:cTn id="9" presetID="9" presetClass="entr" presetSubtype="0" fill="hold" nodeType="afterEffect">
                                  <p:stCondLst>
                                    <p:cond delay="500"/>
                                  </p:stCondLst>
                                  <p:childTnLst>
                                    <p:set>
                                      <p:cBhvr>
                                        <p:cTn id="10" dur="1" fill="hold">
                                          <p:stCondLst>
                                            <p:cond delay="0"/>
                                          </p:stCondLst>
                                        </p:cTn>
                                        <p:tgtEl>
                                          <p:spTgt spid="20"/>
                                        </p:tgtEl>
                                        <p:attrNameLst>
                                          <p:attrName>style.visibility</p:attrName>
                                        </p:attrNameLst>
                                      </p:cBhvr>
                                      <p:to>
                                        <p:strVal val="visible"/>
                                      </p:to>
                                    </p:set>
                                    <p:animEffect transition="in" filter="dissolv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B635E265-9783-9769-B074-7DA03FD3E452}"/>
              </a:ext>
            </a:extLst>
          </p:cNvPr>
          <p:cNvSpPr/>
          <p:nvPr/>
        </p:nvSpPr>
        <p:spPr>
          <a:xfrm>
            <a:off x="6096000" y="-94129"/>
            <a:ext cx="6096000" cy="69521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a:extLst>
              <a:ext uri="{FF2B5EF4-FFF2-40B4-BE49-F238E27FC236}">
                <a16:creationId xmlns:a16="http://schemas.microsoft.com/office/drawing/2014/main" id="{74C3A343-9DBA-5F27-FCD4-A8ADD9C86455}"/>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096000" y="363071"/>
            <a:ext cx="6096000" cy="6118411"/>
          </a:xfrm>
          <a:prstGeom prst="rect">
            <a:avLst/>
          </a:prstGeom>
        </p:spPr>
      </p:pic>
      <p:sp>
        <p:nvSpPr>
          <p:cNvPr id="4" name="Freeform 3">
            <a:extLst>
              <a:ext uri="{FF2B5EF4-FFF2-40B4-BE49-F238E27FC236}">
                <a16:creationId xmlns:a16="http://schemas.microsoft.com/office/drawing/2014/main" id="{02F447B0-9157-E1CF-A853-5125905A82BF}"/>
              </a:ext>
            </a:extLst>
          </p:cNvPr>
          <p:cNvSpPr/>
          <p:nvPr/>
        </p:nvSpPr>
        <p:spPr>
          <a:xfrm>
            <a:off x="995339" y="1531611"/>
            <a:ext cx="1949824" cy="205187"/>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5" name="TextBox 4">
            <a:extLst>
              <a:ext uri="{FF2B5EF4-FFF2-40B4-BE49-F238E27FC236}">
                <a16:creationId xmlns:a16="http://schemas.microsoft.com/office/drawing/2014/main" id="{445B9B7D-FC65-80B7-AE18-158449104C16}"/>
              </a:ext>
            </a:extLst>
          </p:cNvPr>
          <p:cNvSpPr txBox="1"/>
          <p:nvPr/>
        </p:nvSpPr>
        <p:spPr>
          <a:xfrm>
            <a:off x="909023" y="1918069"/>
            <a:ext cx="4978430" cy="3638368"/>
          </a:xfrm>
          <a:prstGeom prst="rect">
            <a:avLst/>
          </a:prstGeom>
          <a:noFill/>
        </p:spPr>
        <p:txBody>
          <a:bodyPr wrap="square">
            <a:spAutoFit/>
          </a:bodyPr>
          <a:lstStyle/>
          <a:p>
            <a:pPr>
              <a:spcBef>
                <a:spcPct val="0"/>
              </a:spcBef>
            </a:pPr>
            <a:r>
              <a:rPr lang="en-US" b="1" dirty="0">
                <a:latin typeface="Montserrat" pitchFamily="2" charset="77"/>
                <a:cs typeface="Gotham Bold" pitchFamily="2" charset="0"/>
              </a:rPr>
              <a:t>The Food Safety, Quality &amp; Regulatory team ensures that our products, processes and facilities not only </a:t>
            </a:r>
            <a:br>
              <a:rPr lang="en-US" b="1" dirty="0">
                <a:latin typeface="Montserrat" pitchFamily="2" charset="77"/>
                <a:cs typeface="Gotham Bold" pitchFamily="2" charset="0"/>
              </a:rPr>
            </a:br>
            <a:r>
              <a:rPr lang="en-US" b="1" dirty="0">
                <a:latin typeface="Montserrat" pitchFamily="2" charset="77"/>
                <a:cs typeface="Gotham Bold" pitchFamily="2" charset="0"/>
              </a:rPr>
              <a:t>meet all specifications but exceed customer and consumer expectations.</a:t>
            </a:r>
          </a:p>
          <a:p>
            <a:pPr>
              <a:spcBef>
                <a:spcPct val="0"/>
              </a:spcBef>
            </a:pPr>
            <a:endParaRPr lang="en-US" sz="1400" dirty="0">
              <a:solidFill>
                <a:srgbClr val="583C2D"/>
              </a:solidFill>
              <a:latin typeface="Montserrat" pitchFamily="2" charset="77"/>
            </a:endParaRPr>
          </a:p>
          <a:p>
            <a:pPr>
              <a:lnSpc>
                <a:spcPts val="1740"/>
              </a:lnSpc>
              <a:spcBef>
                <a:spcPct val="0"/>
              </a:spcBef>
            </a:pPr>
            <a:r>
              <a:rPr lang="en-US" sz="1200" dirty="0">
                <a:solidFill>
                  <a:schemeClr val="bg1"/>
                </a:solidFill>
                <a:latin typeface="Montserrat" pitchFamily="2" charset="77"/>
                <a:cs typeface="Gotham Book" pitchFamily="2" charset="0"/>
              </a:rPr>
              <a:t>We have professionals dedicated along every step of the process from development through launch and after launch, our Quality and Food Safety processes, procedures and standards focus on delivering great tasting products without food safety or regulatory risk.</a:t>
            </a:r>
          </a:p>
          <a:p>
            <a:pPr>
              <a:lnSpc>
                <a:spcPts val="1740"/>
              </a:lnSpc>
              <a:spcBef>
                <a:spcPct val="0"/>
              </a:spcBef>
            </a:pPr>
            <a:endParaRPr lang="en-US" sz="1200" dirty="0">
              <a:solidFill>
                <a:schemeClr val="bg1"/>
              </a:solidFill>
              <a:latin typeface="Montserrat" pitchFamily="2" charset="77"/>
              <a:cs typeface="Gotham Book" pitchFamily="2" charset="0"/>
            </a:endParaRPr>
          </a:p>
          <a:p>
            <a:pPr>
              <a:lnSpc>
                <a:spcPts val="1740"/>
              </a:lnSpc>
              <a:spcBef>
                <a:spcPct val="0"/>
              </a:spcBef>
            </a:pPr>
            <a:r>
              <a:rPr lang="en-US" sz="1200" dirty="0">
                <a:solidFill>
                  <a:schemeClr val="bg1"/>
                </a:solidFill>
                <a:latin typeface="Montserrat" pitchFamily="2" charset="77"/>
                <a:cs typeface="Gotham Book" pitchFamily="2" charset="0"/>
              </a:rPr>
              <a:t>We have strong internal auditing capabilities but add the additional layer of verification by a globally recognized </a:t>
            </a:r>
            <a:br>
              <a:rPr lang="en-US" sz="1200" dirty="0">
                <a:solidFill>
                  <a:schemeClr val="bg1"/>
                </a:solidFill>
                <a:latin typeface="Montserrat" pitchFamily="2" charset="77"/>
                <a:cs typeface="Gotham Book" pitchFamily="2" charset="0"/>
              </a:rPr>
            </a:br>
            <a:r>
              <a:rPr lang="en-US" sz="1200" dirty="0">
                <a:solidFill>
                  <a:schemeClr val="bg1"/>
                </a:solidFill>
                <a:latin typeface="Montserrat" pitchFamily="2" charset="77"/>
                <a:cs typeface="Gotham Book" pitchFamily="2" charset="0"/>
              </a:rPr>
              <a:t>GFSI certification scheme (BRC).</a:t>
            </a:r>
          </a:p>
        </p:txBody>
      </p:sp>
      <p:sp>
        <p:nvSpPr>
          <p:cNvPr id="15" name="TextBox 14">
            <a:extLst>
              <a:ext uri="{FF2B5EF4-FFF2-40B4-BE49-F238E27FC236}">
                <a16:creationId xmlns:a16="http://schemas.microsoft.com/office/drawing/2014/main" id="{2B70D2D4-5D2D-0C20-2BC9-2518C46DBD9F}"/>
              </a:ext>
            </a:extLst>
          </p:cNvPr>
          <p:cNvSpPr txBox="1"/>
          <p:nvPr/>
        </p:nvSpPr>
        <p:spPr>
          <a:xfrm>
            <a:off x="909023" y="1026696"/>
            <a:ext cx="4978430" cy="1200329"/>
          </a:xfrm>
          <a:prstGeom prst="rect">
            <a:avLst/>
          </a:prstGeom>
          <a:noFill/>
        </p:spPr>
        <p:txBody>
          <a:bodyPr wrap="square" rtlCol="0">
            <a:spAutoFit/>
          </a:bodyPr>
          <a:lstStyle/>
          <a:p>
            <a:r>
              <a:rPr lang="en-US" sz="3600" b="1" dirty="0">
                <a:solidFill>
                  <a:schemeClr val="bg1"/>
                </a:solidFill>
                <a:latin typeface="Montserrat ExtraBold" pitchFamily="2" charset="77"/>
                <a:cs typeface="Gotham Black" pitchFamily="2" charset="0"/>
              </a:rPr>
              <a:t>Quality Assurance</a:t>
            </a:r>
          </a:p>
          <a:p>
            <a:endParaRPr lang="en-US" sz="3600" b="1" dirty="0">
              <a:solidFill>
                <a:schemeClr val="bg1"/>
              </a:solidFill>
              <a:latin typeface="Montserrat ExtraBold" pitchFamily="2" charset="77"/>
              <a:cs typeface="Gotham Black" pitchFamily="2" charset="0"/>
            </a:endParaRPr>
          </a:p>
        </p:txBody>
      </p:sp>
      <p:grpSp>
        <p:nvGrpSpPr>
          <p:cNvPr id="3" name="Graphic 4119">
            <a:extLst>
              <a:ext uri="{FF2B5EF4-FFF2-40B4-BE49-F238E27FC236}">
                <a16:creationId xmlns:a16="http://schemas.microsoft.com/office/drawing/2014/main" id="{E27A1ED4-AF16-E154-68AA-400BBEAB34F2}"/>
              </a:ext>
            </a:extLst>
          </p:cNvPr>
          <p:cNvGrpSpPr/>
          <p:nvPr/>
        </p:nvGrpSpPr>
        <p:grpSpPr>
          <a:xfrm>
            <a:off x="1399403" y="705080"/>
            <a:ext cx="1640810" cy="438718"/>
            <a:chOff x="2178742" y="-1107180"/>
            <a:chExt cx="2171851" cy="580707"/>
          </a:xfrm>
          <a:solidFill>
            <a:schemeClr val="tx1"/>
          </a:solidFill>
        </p:grpSpPr>
        <p:sp>
          <p:nvSpPr>
            <p:cNvPr id="21" name="Freeform 20">
              <a:extLst>
                <a:ext uri="{FF2B5EF4-FFF2-40B4-BE49-F238E27FC236}">
                  <a16:creationId xmlns:a16="http://schemas.microsoft.com/office/drawing/2014/main" id="{A4012D1E-A97F-F433-737E-7E38EF038015}"/>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9479A40D-0191-6604-DDE1-63F769E60A6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3" name="Freeform 22">
              <a:extLst>
                <a:ext uri="{FF2B5EF4-FFF2-40B4-BE49-F238E27FC236}">
                  <a16:creationId xmlns:a16="http://schemas.microsoft.com/office/drawing/2014/main" id="{4AA8F10C-07C0-B71C-EFC8-ED023FAD681E}"/>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4" name="Freeform 23">
              <a:extLst>
                <a:ext uri="{FF2B5EF4-FFF2-40B4-BE49-F238E27FC236}">
                  <a16:creationId xmlns:a16="http://schemas.microsoft.com/office/drawing/2014/main" id="{419446F3-893C-A68D-88E3-84CF5E44E153}"/>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A6F01FCC-ED93-04BB-91C0-D674294B5D7E}"/>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6" name="Freeform 25">
              <a:extLst>
                <a:ext uri="{FF2B5EF4-FFF2-40B4-BE49-F238E27FC236}">
                  <a16:creationId xmlns:a16="http://schemas.microsoft.com/office/drawing/2014/main" id="{41B55B46-FA0B-580F-D4C8-74DDD1B629A1}"/>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7" name="Freeform 26">
              <a:extLst>
                <a:ext uri="{FF2B5EF4-FFF2-40B4-BE49-F238E27FC236}">
                  <a16:creationId xmlns:a16="http://schemas.microsoft.com/office/drawing/2014/main" id="{17C547E1-72D7-9DEE-8BEE-813E2DBC63EB}"/>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B6F9E480-E61C-970A-8D57-7142482217F2}"/>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9" name="Freeform 28">
              <a:extLst>
                <a:ext uri="{FF2B5EF4-FFF2-40B4-BE49-F238E27FC236}">
                  <a16:creationId xmlns:a16="http://schemas.microsoft.com/office/drawing/2014/main" id="{3B2A7DAA-68F3-859B-FB39-A90C8E5C134E}"/>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0" name="Freeform 29">
              <a:extLst>
                <a:ext uri="{FF2B5EF4-FFF2-40B4-BE49-F238E27FC236}">
                  <a16:creationId xmlns:a16="http://schemas.microsoft.com/office/drawing/2014/main" id="{06D8621E-FC07-8242-782A-52985CF5461B}"/>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860093DF-47DF-273D-778A-E2857F36F66E}"/>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D271F41D-DFC7-157E-7C88-9DE4912521A3}"/>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A661E811-2BC6-11F3-D27A-CDB4E241B7EA}"/>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6137753D-2035-3683-F738-2D44E495D8B0}"/>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D59CE930-6C54-39FD-0BB5-65EE1CBFD6DD}"/>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AEFF0405-29EB-E00D-7A47-20E376B3C407}"/>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F64DBA4C-35DD-0C4E-526C-8F5A5F431772}"/>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D743743F-5345-4206-91FF-637BD080BDE6}"/>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D523D727-224D-0A1E-5D27-5D11BCC92A0E}"/>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0DCA41EC-18DB-4727-E190-2764498570AC}"/>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6" name="Slide Number Placeholder 1">
            <a:extLst>
              <a:ext uri="{FF2B5EF4-FFF2-40B4-BE49-F238E27FC236}">
                <a16:creationId xmlns:a16="http://schemas.microsoft.com/office/drawing/2014/main" id="{FF91810B-D315-1579-F1B7-394511FDDEED}"/>
              </a:ext>
            </a:extLst>
          </p:cNvPr>
          <p:cNvSpPr>
            <a:spLocks noGrp="1"/>
          </p:cNvSpPr>
          <p:nvPr>
            <p:ph type="sldNum" sz="quarter" idx="21"/>
          </p:nvPr>
        </p:nvSpPr>
        <p:spPr>
          <a:xfrm>
            <a:off x="8532082" y="6481482"/>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pPr/>
              <a:t>24</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3631394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750"/>
                            </p:stCondLst>
                            <p:childTnLst>
                              <p:par>
                                <p:cTn id="9" presetID="9" presetClass="entr" presetSubtype="0" fill="hold" nodeType="afterEffect">
                                  <p:stCondLst>
                                    <p:cond delay="500"/>
                                  </p:stCondLst>
                                  <p:childTnLst>
                                    <p:set>
                                      <p:cBhvr>
                                        <p:cTn id="10" dur="1" fill="hold">
                                          <p:stCondLst>
                                            <p:cond delay="0"/>
                                          </p:stCondLst>
                                        </p:cTn>
                                        <p:tgtEl>
                                          <p:spTgt spid="20"/>
                                        </p:tgtEl>
                                        <p:attrNameLst>
                                          <p:attrName>style.visibility</p:attrName>
                                        </p:attrNameLst>
                                      </p:cBhvr>
                                      <p:to>
                                        <p:strVal val="visible"/>
                                      </p:to>
                                    </p:set>
                                    <p:animEffect transition="in" filter="dissolv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B64122AA-CAC1-070D-1EF4-A4284C949B59}"/>
              </a:ext>
            </a:extLst>
          </p:cNvPr>
          <p:cNvSpPr/>
          <p:nvPr/>
        </p:nvSpPr>
        <p:spPr>
          <a:xfrm>
            <a:off x="894395" y="2468168"/>
            <a:ext cx="1906303" cy="219664"/>
          </a:xfrm>
          <a:custGeom>
            <a:avLst/>
            <a:gdLst>
              <a:gd name="connsiteX0" fmla="*/ 4537128 w 4917502"/>
              <a:gd name="connsiteY0" fmla="*/ 295278 h 600943"/>
              <a:gd name="connsiteX1" fmla="*/ 4516956 w 4917502"/>
              <a:gd name="connsiteY1" fmla="*/ 292395 h 600943"/>
              <a:gd name="connsiteX2" fmla="*/ 4537128 w 4917502"/>
              <a:gd name="connsiteY2" fmla="*/ 295278 h 600943"/>
              <a:gd name="connsiteX3" fmla="*/ 3156827 w 4917502"/>
              <a:gd name="connsiteY3" fmla="*/ 1147 h 600943"/>
              <a:gd name="connsiteX4" fmla="*/ 3577544 w 4917502"/>
              <a:gd name="connsiteY4" fmla="*/ 31425 h 600943"/>
              <a:gd name="connsiteX5" fmla="*/ 3577544 w 4917502"/>
              <a:gd name="connsiteY5" fmla="*/ 48727 h 600943"/>
              <a:gd name="connsiteX6" fmla="*/ 3597716 w 4917502"/>
              <a:gd name="connsiteY6" fmla="*/ 32867 h 600943"/>
              <a:gd name="connsiteX7" fmla="*/ 3616446 w 4917502"/>
              <a:gd name="connsiteY7" fmla="*/ 53053 h 600943"/>
              <a:gd name="connsiteX8" fmla="*/ 3612124 w 4917502"/>
              <a:gd name="connsiteY8" fmla="*/ 40076 h 600943"/>
              <a:gd name="connsiteX9" fmla="*/ 3643822 w 4917502"/>
              <a:gd name="connsiteY9" fmla="*/ 61704 h 600943"/>
              <a:gd name="connsiteX10" fmla="*/ 3652467 w 4917502"/>
              <a:gd name="connsiteY10" fmla="*/ 44402 h 600943"/>
              <a:gd name="connsiteX11" fmla="*/ 3859945 w 4917502"/>
              <a:gd name="connsiteY11" fmla="*/ 94865 h 600943"/>
              <a:gd name="connsiteX12" fmla="*/ 4251847 w 4917502"/>
              <a:gd name="connsiteY12" fmla="*/ 156864 h 600943"/>
              <a:gd name="connsiteX13" fmla="*/ 4329650 w 4917502"/>
              <a:gd name="connsiteY13" fmla="*/ 172724 h 600943"/>
              <a:gd name="connsiteX14" fmla="*/ 4411777 w 4917502"/>
              <a:gd name="connsiteY14" fmla="*/ 188584 h 600943"/>
              <a:gd name="connsiteX15" fmla="*/ 4485258 w 4917502"/>
              <a:gd name="connsiteY15" fmla="*/ 215978 h 600943"/>
              <a:gd name="connsiteX16" fmla="*/ 4532806 w 4917502"/>
              <a:gd name="connsiteY16" fmla="*/ 227513 h 600943"/>
              <a:gd name="connsiteX17" fmla="*/ 4697058 w 4917502"/>
              <a:gd name="connsiteY17" fmla="*/ 254907 h 600943"/>
              <a:gd name="connsiteX18" fmla="*/ 4704262 w 4917502"/>
              <a:gd name="connsiteY18" fmla="*/ 273651 h 600943"/>
              <a:gd name="connsiteX19" fmla="*/ 4747486 w 4917502"/>
              <a:gd name="connsiteY19" fmla="*/ 260674 h 600943"/>
              <a:gd name="connsiteX20" fmla="*/ 4782066 w 4917502"/>
              <a:gd name="connsiteY20" fmla="*/ 288069 h 600943"/>
              <a:gd name="connsiteX21" fmla="*/ 4859870 w 4917502"/>
              <a:gd name="connsiteY21" fmla="*/ 309697 h 600943"/>
              <a:gd name="connsiteX22" fmla="*/ 4917502 w 4917502"/>
              <a:gd name="connsiteY22" fmla="*/ 347184 h 600943"/>
              <a:gd name="connsiteX23" fmla="*/ 4799356 w 4917502"/>
              <a:gd name="connsiteY23" fmla="*/ 332765 h 600943"/>
              <a:gd name="connsiteX24" fmla="*/ 4764776 w 4917502"/>
              <a:gd name="connsiteY24" fmla="*/ 322673 h 600943"/>
              <a:gd name="connsiteX25" fmla="*/ 4685532 w 4917502"/>
              <a:gd name="connsiteY25" fmla="*/ 348625 h 600943"/>
              <a:gd name="connsiteX26" fmla="*/ 4678328 w 4917502"/>
              <a:gd name="connsiteY26" fmla="*/ 324115 h 600943"/>
              <a:gd name="connsiteX27" fmla="*/ 4545772 w 4917502"/>
              <a:gd name="connsiteY27" fmla="*/ 301046 h 600943"/>
              <a:gd name="connsiteX28" fmla="*/ 4650952 w 4917502"/>
              <a:gd name="connsiteY28" fmla="*/ 355835 h 600943"/>
              <a:gd name="connsiteX29" fmla="*/ 4662479 w 4917502"/>
              <a:gd name="connsiteY29" fmla="*/ 380346 h 600943"/>
              <a:gd name="connsiteX30" fmla="*/ 4675446 w 4917502"/>
              <a:gd name="connsiteY30" fmla="*/ 358718 h 600943"/>
              <a:gd name="connsiteX31" fmla="*/ 4893009 w 4917502"/>
              <a:gd name="connsiteY31" fmla="*/ 439460 h 600943"/>
              <a:gd name="connsiteX32" fmla="*/ 4735960 w 4917502"/>
              <a:gd name="connsiteY32" fmla="*/ 407740 h 600943"/>
              <a:gd name="connsiteX33" fmla="*/ 4478054 w 4917502"/>
              <a:gd name="connsiteY33" fmla="*/ 368811 h 600943"/>
              <a:gd name="connsiteX34" fmla="*/ 4470850 w 4917502"/>
              <a:gd name="connsiteY34" fmla="*/ 355835 h 600943"/>
              <a:gd name="connsiteX35" fmla="*/ 4411777 w 4917502"/>
              <a:gd name="connsiteY35" fmla="*/ 354393 h 600943"/>
              <a:gd name="connsiteX36" fmla="*/ 3218782 w 4917502"/>
              <a:gd name="connsiteY36" fmla="*/ 226071 h 600943"/>
              <a:gd name="connsiteX37" fmla="*/ 2022905 w 4917502"/>
              <a:gd name="connsiteY37" fmla="*/ 228955 h 600943"/>
              <a:gd name="connsiteX38" fmla="*/ 233412 w 4917502"/>
              <a:gd name="connsiteY38" fmla="*/ 566340 h 600943"/>
              <a:gd name="connsiteX39" fmla="*/ 79245 w 4917502"/>
              <a:gd name="connsiteY39" fmla="*/ 600944 h 600943"/>
              <a:gd name="connsiteX40" fmla="*/ 64837 w 4917502"/>
              <a:gd name="connsiteY40" fmla="*/ 546155 h 600943"/>
              <a:gd name="connsiteX41" fmla="*/ 14408 w 4917502"/>
              <a:gd name="connsiteY41" fmla="*/ 546155 h 600943"/>
              <a:gd name="connsiteX42" fmla="*/ 0 w 4917502"/>
              <a:gd name="connsiteY42" fmla="*/ 491365 h 600943"/>
              <a:gd name="connsiteX43" fmla="*/ 64837 w 4917502"/>
              <a:gd name="connsiteY43" fmla="*/ 433693 h 600943"/>
              <a:gd name="connsiteX44" fmla="*/ 64837 w 4917502"/>
              <a:gd name="connsiteY44" fmla="*/ 403415 h 600943"/>
              <a:gd name="connsiteX45" fmla="*/ 524457 w 4917502"/>
              <a:gd name="connsiteY45" fmla="*/ 224629 h 600943"/>
              <a:gd name="connsiteX46" fmla="*/ 1338518 w 4917502"/>
              <a:gd name="connsiteY46" fmla="*/ 79006 h 600943"/>
              <a:gd name="connsiteX47" fmla="*/ 1527264 w 4917502"/>
              <a:gd name="connsiteY47" fmla="*/ 73238 h 600943"/>
              <a:gd name="connsiteX48" fmla="*/ 1826954 w 4917502"/>
              <a:gd name="connsiteY48" fmla="*/ 57378 h 600943"/>
              <a:gd name="connsiteX49" fmla="*/ 2043076 w 4917502"/>
              <a:gd name="connsiteY49" fmla="*/ 37193 h 600943"/>
              <a:gd name="connsiteX50" fmla="*/ 3195728 w 4917502"/>
              <a:gd name="connsiteY50" fmla="*/ 22774 h 600943"/>
              <a:gd name="connsiteX51" fmla="*/ 3156827 w 4917502"/>
              <a:gd name="connsiteY51" fmla="*/ 1147 h 6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17502" h="600943">
                <a:moveTo>
                  <a:pt x="4537128" y="295278"/>
                </a:moveTo>
                <a:cubicBezTo>
                  <a:pt x="4529924" y="293837"/>
                  <a:pt x="4524160" y="293837"/>
                  <a:pt x="4516956" y="292395"/>
                </a:cubicBezTo>
                <a:cubicBezTo>
                  <a:pt x="4514074" y="315464"/>
                  <a:pt x="4541450" y="319789"/>
                  <a:pt x="4537128" y="295278"/>
                </a:cubicBezTo>
                <a:moveTo>
                  <a:pt x="3156827" y="1147"/>
                </a:moveTo>
                <a:cubicBezTo>
                  <a:pt x="3286500" y="-7503"/>
                  <a:pt x="3437786" y="35751"/>
                  <a:pt x="3577544" y="31425"/>
                </a:cubicBezTo>
                <a:cubicBezTo>
                  <a:pt x="3577544" y="37193"/>
                  <a:pt x="3577544" y="42960"/>
                  <a:pt x="3577544" y="48727"/>
                </a:cubicBezTo>
                <a:cubicBezTo>
                  <a:pt x="3589071" y="51611"/>
                  <a:pt x="3587630" y="31425"/>
                  <a:pt x="3597716" y="32867"/>
                </a:cubicBezTo>
                <a:cubicBezTo>
                  <a:pt x="3612124" y="28542"/>
                  <a:pt x="3599156" y="61704"/>
                  <a:pt x="3616446" y="53053"/>
                </a:cubicBezTo>
                <a:cubicBezTo>
                  <a:pt x="3622210" y="51611"/>
                  <a:pt x="3616446" y="42960"/>
                  <a:pt x="3612124" y="40076"/>
                </a:cubicBezTo>
                <a:cubicBezTo>
                  <a:pt x="3620769" y="40076"/>
                  <a:pt x="3636618" y="41518"/>
                  <a:pt x="3643822" y="61704"/>
                </a:cubicBezTo>
                <a:cubicBezTo>
                  <a:pt x="3656789" y="60262"/>
                  <a:pt x="3633736" y="37193"/>
                  <a:pt x="3652467" y="44402"/>
                </a:cubicBezTo>
                <a:cubicBezTo>
                  <a:pt x="3714422" y="71797"/>
                  <a:pt x="3789344" y="38634"/>
                  <a:pt x="3859945" y="94865"/>
                </a:cubicBezTo>
                <a:cubicBezTo>
                  <a:pt x="3979532" y="102074"/>
                  <a:pt x="4114969" y="128027"/>
                  <a:pt x="4251847" y="156864"/>
                </a:cubicBezTo>
                <a:cubicBezTo>
                  <a:pt x="4280663" y="162631"/>
                  <a:pt x="4308038" y="174165"/>
                  <a:pt x="4329650" y="172724"/>
                </a:cubicBezTo>
                <a:cubicBezTo>
                  <a:pt x="4349822" y="171282"/>
                  <a:pt x="4388724" y="184258"/>
                  <a:pt x="4411777" y="188584"/>
                </a:cubicBezTo>
                <a:cubicBezTo>
                  <a:pt x="4437711" y="192909"/>
                  <a:pt x="4465087" y="214537"/>
                  <a:pt x="4485258" y="215978"/>
                </a:cubicBezTo>
                <a:cubicBezTo>
                  <a:pt x="4473732" y="215978"/>
                  <a:pt x="4541450" y="198676"/>
                  <a:pt x="4532806" y="227513"/>
                </a:cubicBezTo>
                <a:cubicBezTo>
                  <a:pt x="4583234" y="211653"/>
                  <a:pt x="4645189" y="253465"/>
                  <a:pt x="4697058" y="254907"/>
                </a:cubicBezTo>
                <a:cubicBezTo>
                  <a:pt x="4705703" y="253465"/>
                  <a:pt x="4704262" y="265000"/>
                  <a:pt x="4704262" y="273651"/>
                </a:cubicBezTo>
                <a:cubicBezTo>
                  <a:pt x="4715788" y="252024"/>
                  <a:pt x="4738842" y="282302"/>
                  <a:pt x="4747486" y="260674"/>
                </a:cubicBezTo>
                <a:cubicBezTo>
                  <a:pt x="4751809" y="298162"/>
                  <a:pt x="4774862" y="250582"/>
                  <a:pt x="4782066" y="288069"/>
                </a:cubicBezTo>
                <a:cubicBezTo>
                  <a:pt x="4803679" y="262116"/>
                  <a:pt x="4832495" y="299604"/>
                  <a:pt x="4859870" y="309697"/>
                </a:cubicBezTo>
                <a:cubicBezTo>
                  <a:pt x="4880042" y="316906"/>
                  <a:pt x="4914622" y="303929"/>
                  <a:pt x="4917502" y="347184"/>
                </a:cubicBezTo>
                <a:cubicBezTo>
                  <a:pt x="4895890" y="345742"/>
                  <a:pt x="4865633" y="364486"/>
                  <a:pt x="4799356" y="332765"/>
                </a:cubicBezTo>
                <a:cubicBezTo>
                  <a:pt x="4809441" y="348625"/>
                  <a:pt x="4764776" y="347184"/>
                  <a:pt x="4764776" y="322673"/>
                </a:cubicBezTo>
                <a:cubicBezTo>
                  <a:pt x="4747486" y="360160"/>
                  <a:pt x="4699940" y="306813"/>
                  <a:pt x="4685532" y="348625"/>
                </a:cubicBezTo>
                <a:cubicBezTo>
                  <a:pt x="4672564" y="341416"/>
                  <a:pt x="4685532" y="335649"/>
                  <a:pt x="4678328" y="324115"/>
                </a:cubicBezTo>
                <a:cubicBezTo>
                  <a:pt x="4626459" y="337091"/>
                  <a:pt x="4594760" y="303929"/>
                  <a:pt x="4545772" y="301046"/>
                </a:cubicBezTo>
                <a:cubicBezTo>
                  <a:pt x="4573148" y="344300"/>
                  <a:pt x="4609169" y="357276"/>
                  <a:pt x="4650952" y="355835"/>
                </a:cubicBezTo>
                <a:cubicBezTo>
                  <a:pt x="4663919" y="357276"/>
                  <a:pt x="4650952" y="368811"/>
                  <a:pt x="4662479" y="380346"/>
                </a:cubicBezTo>
                <a:cubicBezTo>
                  <a:pt x="4676887" y="376020"/>
                  <a:pt x="4669683" y="371695"/>
                  <a:pt x="4675446" y="358718"/>
                </a:cubicBezTo>
                <a:cubicBezTo>
                  <a:pt x="4731638" y="399089"/>
                  <a:pt x="4833935" y="394764"/>
                  <a:pt x="4893009" y="439460"/>
                </a:cubicBezTo>
                <a:cubicBezTo>
                  <a:pt x="4844021" y="429367"/>
                  <a:pt x="4776303" y="445227"/>
                  <a:pt x="4735960" y="407740"/>
                </a:cubicBezTo>
                <a:cubicBezTo>
                  <a:pt x="4669683" y="410624"/>
                  <a:pt x="4561622" y="396206"/>
                  <a:pt x="4478054" y="368811"/>
                </a:cubicBezTo>
                <a:cubicBezTo>
                  <a:pt x="4472291" y="367369"/>
                  <a:pt x="4459323" y="371695"/>
                  <a:pt x="4470850" y="355835"/>
                </a:cubicBezTo>
                <a:cubicBezTo>
                  <a:pt x="4455001" y="370253"/>
                  <a:pt x="4436271" y="358718"/>
                  <a:pt x="4411777" y="354393"/>
                </a:cubicBezTo>
                <a:cubicBezTo>
                  <a:pt x="4028520" y="276535"/>
                  <a:pt x="3581867" y="247698"/>
                  <a:pt x="3218782" y="226071"/>
                </a:cubicBezTo>
                <a:cubicBezTo>
                  <a:pt x="2812472" y="203002"/>
                  <a:pt x="2429215" y="201560"/>
                  <a:pt x="2022905" y="228955"/>
                </a:cubicBezTo>
                <a:cubicBezTo>
                  <a:pt x="1391828" y="270767"/>
                  <a:pt x="801093" y="429367"/>
                  <a:pt x="233412" y="566340"/>
                </a:cubicBezTo>
                <a:cubicBezTo>
                  <a:pt x="181543" y="579316"/>
                  <a:pt x="131114" y="598060"/>
                  <a:pt x="79245" y="600944"/>
                </a:cubicBezTo>
                <a:cubicBezTo>
                  <a:pt x="64837" y="595177"/>
                  <a:pt x="53310" y="566340"/>
                  <a:pt x="64837" y="546155"/>
                </a:cubicBezTo>
                <a:cubicBezTo>
                  <a:pt x="44665" y="540388"/>
                  <a:pt x="34580" y="553364"/>
                  <a:pt x="14408" y="546155"/>
                </a:cubicBezTo>
                <a:cubicBezTo>
                  <a:pt x="7204" y="531737"/>
                  <a:pt x="4323" y="510109"/>
                  <a:pt x="0" y="491365"/>
                </a:cubicBezTo>
                <a:cubicBezTo>
                  <a:pt x="17290" y="463971"/>
                  <a:pt x="37461" y="443786"/>
                  <a:pt x="64837" y="433693"/>
                </a:cubicBezTo>
                <a:cubicBezTo>
                  <a:pt x="72041" y="423600"/>
                  <a:pt x="66278" y="419274"/>
                  <a:pt x="64837" y="403415"/>
                </a:cubicBezTo>
                <a:cubicBezTo>
                  <a:pt x="201714" y="315464"/>
                  <a:pt x="358763" y="243373"/>
                  <a:pt x="524457" y="224629"/>
                </a:cubicBezTo>
                <a:cubicBezTo>
                  <a:pt x="795330" y="192909"/>
                  <a:pt x="1071967" y="112167"/>
                  <a:pt x="1338518" y="79006"/>
                </a:cubicBezTo>
                <a:cubicBezTo>
                  <a:pt x="1401914" y="70355"/>
                  <a:pt x="1458105" y="74680"/>
                  <a:pt x="1527264" y="73238"/>
                </a:cubicBezTo>
                <a:cubicBezTo>
                  <a:pt x="1612273" y="71797"/>
                  <a:pt x="1721774" y="45844"/>
                  <a:pt x="1826954" y="57378"/>
                </a:cubicBezTo>
                <a:cubicBezTo>
                  <a:pt x="1891791" y="64587"/>
                  <a:pt x="1966713" y="41518"/>
                  <a:pt x="2043076" y="37193"/>
                </a:cubicBezTo>
                <a:cubicBezTo>
                  <a:pt x="2409043" y="19891"/>
                  <a:pt x="2832643" y="4031"/>
                  <a:pt x="3195728" y="22774"/>
                </a:cubicBezTo>
                <a:cubicBezTo>
                  <a:pt x="3188524" y="-19038"/>
                  <a:pt x="3168353" y="17007"/>
                  <a:pt x="3156827" y="1147"/>
                </a:cubicBezTo>
              </a:path>
            </a:pathLst>
          </a:custGeom>
          <a:solidFill>
            <a:schemeClr val="tx1"/>
          </a:solidFill>
          <a:ln w="14407" cap="flat">
            <a:noFill/>
            <a:prstDash val="solid"/>
            <a:miter/>
          </a:ln>
        </p:spPr>
        <p:txBody>
          <a:bodyPr rtlCol="0" anchor="ctr"/>
          <a:lstStyle/>
          <a:p>
            <a:endParaRPr lang="en-US" dirty="0">
              <a:latin typeface="Montserrat" pitchFamily="2" charset="77"/>
            </a:endParaRPr>
          </a:p>
        </p:txBody>
      </p:sp>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49" name="TextBox 48">
            <a:extLst>
              <a:ext uri="{FF2B5EF4-FFF2-40B4-BE49-F238E27FC236}">
                <a16:creationId xmlns:a16="http://schemas.microsoft.com/office/drawing/2014/main" id="{9FC6779C-420F-F775-788D-94FF83F37C7D}"/>
              </a:ext>
            </a:extLst>
          </p:cNvPr>
          <p:cNvSpPr txBox="1"/>
          <p:nvPr/>
        </p:nvSpPr>
        <p:spPr>
          <a:xfrm>
            <a:off x="844855" y="2870430"/>
            <a:ext cx="4502649" cy="2588273"/>
          </a:xfrm>
          <a:prstGeom prst="rect">
            <a:avLst/>
          </a:prstGeom>
          <a:noFill/>
        </p:spPr>
        <p:txBody>
          <a:bodyPr wrap="square">
            <a:spAutoFit/>
          </a:bodyPr>
          <a:lstStyle/>
          <a:p>
            <a:r>
              <a:rPr lang="en-US" b="1" dirty="0">
                <a:latin typeface="Montserrat" pitchFamily="2" charset="77"/>
                <a:cs typeface="Gotham Bold" pitchFamily="2" charset="0"/>
              </a:rPr>
              <a:t>Sensory attributes play a significant </a:t>
            </a:r>
            <a:br>
              <a:rPr lang="en-US" b="1" dirty="0">
                <a:latin typeface="Montserrat" pitchFamily="2" charset="77"/>
                <a:cs typeface="Gotham Bold" pitchFamily="2" charset="0"/>
              </a:rPr>
            </a:br>
            <a:r>
              <a:rPr lang="en-US" b="1" dirty="0">
                <a:latin typeface="Montserrat" pitchFamily="2" charset="77"/>
                <a:cs typeface="Gotham Bold" pitchFamily="2" charset="0"/>
              </a:rPr>
              <a:t>role in your guest's experience. </a:t>
            </a:r>
          </a:p>
          <a:p>
            <a:pPr>
              <a:spcBef>
                <a:spcPct val="0"/>
              </a:spcBef>
            </a:pPr>
            <a:endParaRPr lang="en-US" sz="1400" dirty="0">
              <a:solidFill>
                <a:srgbClr val="583C2D"/>
              </a:solidFill>
              <a:latin typeface="Montserrat" pitchFamily="2" charset="77"/>
            </a:endParaRPr>
          </a:p>
          <a:p>
            <a:pPr>
              <a:lnSpc>
                <a:spcPts val="1740"/>
              </a:lnSpc>
            </a:pPr>
            <a:r>
              <a:rPr lang="en-US" sz="1200" dirty="0">
                <a:solidFill>
                  <a:schemeClr val="accent6"/>
                </a:solidFill>
                <a:latin typeface="Montserrat" pitchFamily="2" charset="77"/>
                <a:cs typeface="Gotham Book" pitchFamily="2" charset="0"/>
              </a:rPr>
              <a:t>Our science-backed sensory testing and consumer </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study services can help you gain consumer acceptance </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and ensure success of every menu item.</a:t>
            </a:r>
          </a:p>
          <a:p>
            <a:pPr>
              <a:lnSpc>
                <a:spcPts val="1740"/>
              </a:lnSpc>
            </a:pPr>
            <a:endParaRPr lang="en-US" sz="1200" dirty="0">
              <a:solidFill>
                <a:schemeClr val="accent6"/>
              </a:solidFill>
              <a:latin typeface="Montserrat" pitchFamily="2" charset="77"/>
              <a:cs typeface="Gotham Book" pitchFamily="2" charset="0"/>
            </a:endParaRPr>
          </a:p>
          <a:p>
            <a:pPr>
              <a:lnSpc>
                <a:spcPts val="1740"/>
              </a:lnSpc>
            </a:pPr>
            <a:r>
              <a:rPr lang="en-US" sz="1200" dirty="0">
                <a:solidFill>
                  <a:schemeClr val="accent6"/>
                </a:solidFill>
                <a:latin typeface="Montserrat" pitchFamily="2" charset="77"/>
                <a:cs typeface="Gotham Book" pitchFamily="2" charset="0"/>
              </a:rPr>
              <a:t>We will partner with you to conduct discriminating/</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difference test, Triangle test, Tetrad test, Descriptive </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profiling, and a variety of acceptance test including </a:t>
            </a:r>
            <a:br>
              <a:rPr lang="en-US" sz="1200" dirty="0">
                <a:solidFill>
                  <a:schemeClr val="accent6"/>
                </a:solidFill>
                <a:latin typeface="Montserrat" pitchFamily="2" charset="77"/>
                <a:cs typeface="Gotham Book" pitchFamily="2" charset="0"/>
              </a:rPr>
            </a:br>
            <a:r>
              <a:rPr lang="en-US" sz="1200" dirty="0">
                <a:solidFill>
                  <a:schemeClr val="accent6"/>
                </a:solidFill>
                <a:latin typeface="Montserrat" pitchFamily="2" charset="77"/>
                <a:cs typeface="Gotham Book" pitchFamily="2" charset="0"/>
              </a:rPr>
              <a:t>paired and Hedonic ratings.</a:t>
            </a:r>
          </a:p>
        </p:txBody>
      </p:sp>
      <p:sp>
        <p:nvSpPr>
          <p:cNvPr id="50" name="Text Placeholder 17">
            <a:extLst>
              <a:ext uri="{FF2B5EF4-FFF2-40B4-BE49-F238E27FC236}">
                <a16:creationId xmlns:a16="http://schemas.microsoft.com/office/drawing/2014/main" id="{CB78DB2D-EBF1-BBAA-01CC-3ECEB611310D}"/>
              </a:ext>
            </a:extLst>
          </p:cNvPr>
          <p:cNvSpPr>
            <a:spLocks noGrp="1"/>
          </p:cNvSpPr>
          <p:nvPr/>
        </p:nvSpPr>
        <p:spPr>
          <a:xfrm>
            <a:off x="808619" y="1939133"/>
            <a:ext cx="4538885" cy="847867"/>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460"/>
              </a:lnSpc>
            </a:pPr>
            <a:r>
              <a:rPr lang="en-US" sz="3600" dirty="0">
                <a:latin typeface="Montserrat ExtraBold" pitchFamily="2" charset="77"/>
              </a:rPr>
              <a:t>Sensory Testing</a:t>
            </a:r>
          </a:p>
        </p:txBody>
      </p:sp>
      <p:pic>
        <p:nvPicPr>
          <p:cNvPr id="3" name="Picture 2">
            <a:extLst>
              <a:ext uri="{FF2B5EF4-FFF2-40B4-BE49-F238E27FC236}">
                <a16:creationId xmlns:a16="http://schemas.microsoft.com/office/drawing/2014/main" id="{7BFDDEC9-E53D-1EA6-0825-8413FC1CF5AF}"/>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t="-7195" b="-5874"/>
          <a:stretch/>
        </p:blipFill>
        <p:spPr>
          <a:xfrm>
            <a:off x="6096000" y="-81022"/>
            <a:ext cx="6096000" cy="6939022"/>
          </a:xfrm>
          <a:prstGeom prst="rect">
            <a:avLst/>
          </a:prstGeom>
          <a:solidFill>
            <a:schemeClr val="tx1"/>
          </a:solidFill>
        </p:spPr>
      </p:pic>
      <p:grpSp>
        <p:nvGrpSpPr>
          <p:cNvPr id="8" name="Graphic 4119">
            <a:extLst>
              <a:ext uri="{FF2B5EF4-FFF2-40B4-BE49-F238E27FC236}">
                <a16:creationId xmlns:a16="http://schemas.microsoft.com/office/drawing/2014/main" id="{DB2AC83E-B54E-64AB-8776-35A7D42D1821}"/>
              </a:ext>
            </a:extLst>
          </p:cNvPr>
          <p:cNvGrpSpPr/>
          <p:nvPr/>
        </p:nvGrpSpPr>
        <p:grpSpPr>
          <a:xfrm>
            <a:off x="1277142" y="1700229"/>
            <a:ext cx="1640810" cy="438718"/>
            <a:chOff x="2178742" y="-1107180"/>
            <a:chExt cx="2171851" cy="580707"/>
          </a:xfrm>
          <a:solidFill>
            <a:schemeClr val="tx1"/>
          </a:solidFill>
        </p:grpSpPr>
        <p:sp>
          <p:nvSpPr>
            <p:cNvPr id="9" name="Freeform 8">
              <a:extLst>
                <a:ext uri="{FF2B5EF4-FFF2-40B4-BE49-F238E27FC236}">
                  <a16:creationId xmlns:a16="http://schemas.microsoft.com/office/drawing/2014/main" id="{692419E0-C2FA-0582-8BE0-B9F0A6CAE9CD}"/>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43B7E813-3D1A-B6A4-0DF3-85E595F4B62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B7491457-8D08-605D-6015-943F947594F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0FF72BD0-D0A0-1182-83ED-1C1DD665B18A}"/>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0CA79AD2-953D-E24E-222D-821E050E4076}"/>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B93D5799-E738-04F7-058D-862C203F4ED9}"/>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6B42E3B3-B513-67F1-170B-1A3FCB1079A4}"/>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B5882300-E63C-4CC0-914B-8576B504CB63}"/>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2193E2B8-86DE-8FF9-4EEA-8399D6E93653}"/>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D5A4D64B-9D49-BC0E-6B6C-E669728EEAD5}"/>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697D3023-158C-D330-1735-493FBE2F26DF}"/>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1" name="Freeform 30">
              <a:extLst>
                <a:ext uri="{FF2B5EF4-FFF2-40B4-BE49-F238E27FC236}">
                  <a16:creationId xmlns:a16="http://schemas.microsoft.com/office/drawing/2014/main" id="{4BE4B595-1D8D-00D7-2B5F-9A3DE3A4A617}"/>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2" name="Freeform 31">
              <a:extLst>
                <a:ext uri="{FF2B5EF4-FFF2-40B4-BE49-F238E27FC236}">
                  <a16:creationId xmlns:a16="http://schemas.microsoft.com/office/drawing/2014/main" id="{3F9F5152-F652-72AE-FC3E-CDAF132F13EC}"/>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3" name="Freeform 32">
              <a:extLst>
                <a:ext uri="{FF2B5EF4-FFF2-40B4-BE49-F238E27FC236}">
                  <a16:creationId xmlns:a16="http://schemas.microsoft.com/office/drawing/2014/main" id="{25CDBF07-33A8-E245-B0C5-D8E96B5BF453}"/>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4" name="Freeform 33">
              <a:extLst>
                <a:ext uri="{FF2B5EF4-FFF2-40B4-BE49-F238E27FC236}">
                  <a16:creationId xmlns:a16="http://schemas.microsoft.com/office/drawing/2014/main" id="{5BB630F0-A17B-C1F6-BF75-AE352640C155}"/>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5" name="Freeform 34">
              <a:extLst>
                <a:ext uri="{FF2B5EF4-FFF2-40B4-BE49-F238E27FC236}">
                  <a16:creationId xmlns:a16="http://schemas.microsoft.com/office/drawing/2014/main" id="{4E64C929-B4D5-9266-C8D0-7757BD1FE11B}"/>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8A431DDE-42D0-CCD4-6D83-0B2B0B9D0131}"/>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A1FD173F-0891-6A91-5698-E4CE4080B67C}"/>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6CD2D749-E54B-5652-8D7F-083E7D751359}"/>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3E3CA2FF-26C4-2A08-CB2F-5290A1C0506D}"/>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2" name="Slide Number Placeholder 1">
            <a:extLst>
              <a:ext uri="{FF2B5EF4-FFF2-40B4-BE49-F238E27FC236}">
                <a16:creationId xmlns:a16="http://schemas.microsoft.com/office/drawing/2014/main" id="{7186BA14-4FED-6FC5-A1C9-E35D414194EC}"/>
              </a:ext>
            </a:extLst>
          </p:cNvPr>
          <p:cNvSpPr>
            <a:spLocks noGrp="1"/>
          </p:cNvSpPr>
          <p:nvPr>
            <p:ph type="sldNum" sz="quarter" idx="21"/>
          </p:nvPr>
        </p:nvSpPr>
        <p:spPr>
          <a:xfrm>
            <a:off x="8532082" y="6492875"/>
            <a:ext cx="2743200" cy="365125"/>
          </a:xfrm>
          <a:prstGeom prst="rect">
            <a:avLst/>
          </a:prstGeom>
        </p:spPr>
        <p:txBody>
          <a:bodyPr/>
          <a:lstStyle/>
          <a:p>
            <a:fld id="{8929AD07-5DAF-5C46-853B-6972F006CBE9}" type="slidenum">
              <a:rPr lang="en-US" sz="1000" smtClean="0">
                <a:solidFill>
                  <a:srgbClr val="FFFFFF"/>
                </a:solidFill>
                <a:latin typeface="Proxima Nova Rg" panose="02000506030000020004" pitchFamily="2" charset="77"/>
              </a:rPr>
              <a:pPr/>
              <a:t>25</a:t>
            </a:fld>
            <a:endParaRPr lang="en-US" sz="1000" dirty="0">
              <a:solidFill>
                <a:srgbClr val="FFFFFF"/>
              </a:solidFill>
              <a:latin typeface="Proxima Nova Rg" panose="02000506030000020004" pitchFamily="2" charset="77"/>
            </a:endParaRPr>
          </a:p>
        </p:txBody>
      </p:sp>
    </p:spTree>
    <p:extLst>
      <p:ext uri="{BB962C8B-B14F-4D97-AF65-F5344CB8AC3E}">
        <p14:creationId xmlns:p14="http://schemas.microsoft.com/office/powerpoint/2010/main" val="3711244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par>
                          <p:cTn id="8" fill="hold">
                            <p:stCondLst>
                              <p:cond delay="1500"/>
                            </p:stCondLst>
                            <p:childTnLst>
                              <p:par>
                                <p:cTn id="9" presetID="22" presetClass="entr" presetSubtype="8" fill="hold" grpId="0" nodeType="afterEffect">
                                  <p:stCondLst>
                                    <p:cond delay="25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5" name="TextBox 4">
            <a:extLst>
              <a:ext uri="{FF2B5EF4-FFF2-40B4-BE49-F238E27FC236}">
                <a16:creationId xmlns:a16="http://schemas.microsoft.com/office/drawing/2014/main" id="{897120D1-65DE-A94C-6B90-D911E92CC7C2}"/>
              </a:ext>
            </a:extLst>
          </p:cNvPr>
          <p:cNvSpPr txBox="1"/>
          <p:nvPr/>
        </p:nvSpPr>
        <p:spPr>
          <a:xfrm>
            <a:off x="823533" y="2721606"/>
            <a:ext cx="3625546" cy="1414618"/>
          </a:xfrm>
          <a:prstGeom prst="rect">
            <a:avLst/>
          </a:prstGeom>
          <a:noFill/>
        </p:spPr>
        <p:txBody>
          <a:bodyPr wrap="square">
            <a:spAutoFit/>
          </a:bodyPr>
          <a:lstStyle/>
          <a:p>
            <a:pPr>
              <a:lnSpc>
                <a:spcPts val="2080"/>
              </a:lnSpc>
            </a:pPr>
            <a:r>
              <a:rPr lang="en-US" sz="1400" dirty="0">
                <a:solidFill>
                  <a:schemeClr val="accent6"/>
                </a:solidFill>
                <a:latin typeface="Montserrat" pitchFamily="2" charset="77"/>
                <a:cs typeface="Gotham Book" pitchFamily="2" charset="0"/>
              </a:rPr>
              <a:t>Investing for growth and anticipating </a:t>
            </a:r>
            <a:br>
              <a:rPr lang="en-US" sz="1400" dirty="0">
                <a:solidFill>
                  <a:schemeClr val="accent6"/>
                </a:solidFill>
                <a:latin typeface="Montserrat" pitchFamily="2" charset="77"/>
                <a:cs typeface="Gotham Book" pitchFamily="2" charset="0"/>
              </a:rPr>
            </a:br>
            <a:r>
              <a:rPr lang="en-US" sz="1400" dirty="0">
                <a:solidFill>
                  <a:schemeClr val="accent6"/>
                </a:solidFill>
                <a:latin typeface="Montserrat" pitchFamily="2" charset="77"/>
                <a:cs typeface="Gotham Book" pitchFamily="2" charset="0"/>
              </a:rPr>
              <a:t>your needs, we have devoted over </a:t>
            </a:r>
            <a:br>
              <a:rPr lang="en-US" sz="1400" dirty="0">
                <a:solidFill>
                  <a:schemeClr val="accent6"/>
                </a:solidFill>
                <a:latin typeface="Montserrat" pitchFamily="2" charset="77"/>
                <a:cs typeface="Gotham Book" pitchFamily="2" charset="0"/>
              </a:rPr>
            </a:br>
            <a:r>
              <a:rPr lang="en-US" sz="1400" b="1" dirty="0">
                <a:latin typeface="Montserrat" pitchFamily="2" charset="77"/>
                <a:cs typeface="Gotham Bold" pitchFamily="2" charset="0"/>
              </a:rPr>
              <a:t>$300 million in the last three years </a:t>
            </a:r>
          </a:p>
          <a:p>
            <a:pPr>
              <a:lnSpc>
                <a:spcPts val="2080"/>
              </a:lnSpc>
            </a:pPr>
            <a:r>
              <a:rPr lang="en-US" sz="1400" dirty="0">
                <a:solidFill>
                  <a:schemeClr val="accent6"/>
                </a:solidFill>
                <a:latin typeface="Montserrat" pitchFamily="2" charset="77"/>
                <a:cs typeface="Gotham Book" pitchFamily="2" charset="0"/>
              </a:rPr>
              <a:t>in expanding and equipping our manufacturing network. </a:t>
            </a:r>
          </a:p>
        </p:txBody>
      </p:sp>
      <p:sp>
        <p:nvSpPr>
          <p:cNvPr id="6" name="Text Placeholder 17">
            <a:extLst>
              <a:ext uri="{FF2B5EF4-FFF2-40B4-BE49-F238E27FC236}">
                <a16:creationId xmlns:a16="http://schemas.microsoft.com/office/drawing/2014/main" id="{3D29D5C5-FA59-BD27-F1DD-BB2B2EFB8D97}"/>
              </a:ext>
            </a:extLst>
          </p:cNvPr>
          <p:cNvSpPr>
            <a:spLocks noGrp="1"/>
          </p:cNvSpPr>
          <p:nvPr/>
        </p:nvSpPr>
        <p:spPr>
          <a:xfrm>
            <a:off x="776535" y="754272"/>
            <a:ext cx="4811465" cy="2370264"/>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560"/>
              </a:lnSpc>
            </a:pPr>
            <a:r>
              <a:rPr lang="en-US" sz="3600" dirty="0">
                <a:latin typeface="Montserrat ExtraBold" pitchFamily="2" charset="77"/>
              </a:rPr>
              <a:t>Foodservice Manufacturing Facilities</a:t>
            </a:r>
          </a:p>
        </p:txBody>
      </p:sp>
      <p:pic>
        <p:nvPicPr>
          <p:cNvPr id="9" name="Picture 8">
            <a:extLst>
              <a:ext uri="{FF2B5EF4-FFF2-40B4-BE49-F238E27FC236}">
                <a16:creationId xmlns:a16="http://schemas.microsoft.com/office/drawing/2014/main" id="{E22CED14-F916-99B3-556C-EC40AA280F7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046180" y="5160730"/>
            <a:ext cx="2096944" cy="635959"/>
          </a:xfrm>
          <a:prstGeom prst="rect">
            <a:avLst/>
          </a:prstGeom>
        </p:spPr>
      </p:pic>
      <p:grpSp>
        <p:nvGrpSpPr>
          <p:cNvPr id="2" name="Graphic 4119">
            <a:extLst>
              <a:ext uri="{FF2B5EF4-FFF2-40B4-BE49-F238E27FC236}">
                <a16:creationId xmlns:a16="http://schemas.microsoft.com/office/drawing/2014/main" id="{9AB3ED98-AED5-7259-619D-4867CC56EE38}"/>
              </a:ext>
            </a:extLst>
          </p:cNvPr>
          <p:cNvGrpSpPr/>
          <p:nvPr/>
        </p:nvGrpSpPr>
        <p:grpSpPr>
          <a:xfrm>
            <a:off x="1252758" y="789079"/>
            <a:ext cx="1640810" cy="438718"/>
            <a:chOff x="2178742" y="-1107180"/>
            <a:chExt cx="2171851" cy="580707"/>
          </a:xfrm>
          <a:solidFill>
            <a:schemeClr val="tx1"/>
          </a:solidFill>
        </p:grpSpPr>
        <p:sp>
          <p:nvSpPr>
            <p:cNvPr id="3" name="Freeform 2">
              <a:extLst>
                <a:ext uri="{FF2B5EF4-FFF2-40B4-BE49-F238E27FC236}">
                  <a16:creationId xmlns:a16="http://schemas.microsoft.com/office/drawing/2014/main" id="{E165E89B-30B4-4127-5B50-F56820798424}"/>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 name="Freeform 3">
              <a:extLst>
                <a:ext uri="{FF2B5EF4-FFF2-40B4-BE49-F238E27FC236}">
                  <a16:creationId xmlns:a16="http://schemas.microsoft.com/office/drawing/2014/main" id="{9852AF34-20B8-85B1-C6AA-B9A1583C09C5}"/>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37C29EDC-A293-07B0-104E-526D29469269}"/>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0" name="Freeform 9">
              <a:extLst>
                <a:ext uri="{FF2B5EF4-FFF2-40B4-BE49-F238E27FC236}">
                  <a16:creationId xmlns:a16="http://schemas.microsoft.com/office/drawing/2014/main" id="{3EA135B5-73F4-A1AE-1419-554A50173F94}"/>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871230C2-43CE-4A12-FC0B-9B6ACF2944C7}"/>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F6A2E25A-A8E7-281B-B254-516B29D46FFF}"/>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885167DF-6D66-D3F1-1738-21D29E911BF7}"/>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D9B26751-DFED-9DC1-BB11-0CC281F042A5}"/>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5" name="Freeform 14">
              <a:extLst>
                <a:ext uri="{FF2B5EF4-FFF2-40B4-BE49-F238E27FC236}">
                  <a16:creationId xmlns:a16="http://schemas.microsoft.com/office/drawing/2014/main" id="{ED0C2645-15B0-3F8E-9B8B-A4F8AD9F88B8}"/>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6" name="Freeform 15">
              <a:extLst>
                <a:ext uri="{FF2B5EF4-FFF2-40B4-BE49-F238E27FC236}">
                  <a16:creationId xmlns:a16="http://schemas.microsoft.com/office/drawing/2014/main" id="{08F1E9B5-0AB6-F404-F80E-874CD87290C6}"/>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5AADDD2D-5512-4308-E904-19B6C035E82C}"/>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6F5BF110-AF74-D0F5-259D-D81E406670F5}"/>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9" name="Freeform 18">
              <a:extLst>
                <a:ext uri="{FF2B5EF4-FFF2-40B4-BE49-F238E27FC236}">
                  <a16:creationId xmlns:a16="http://schemas.microsoft.com/office/drawing/2014/main" id="{0648A08C-FD50-6E16-7F4E-63BE4A69BE85}"/>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0" name="Freeform 19">
              <a:extLst>
                <a:ext uri="{FF2B5EF4-FFF2-40B4-BE49-F238E27FC236}">
                  <a16:creationId xmlns:a16="http://schemas.microsoft.com/office/drawing/2014/main" id="{B3F4B461-59B5-04AA-39C0-0849F0E8E3C1}"/>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2" name="Freeform 21">
              <a:extLst>
                <a:ext uri="{FF2B5EF4-FFF2-40B4-BE49-F238E27FC236}">
                  <a16:creationId xmlns:a16="http://schemas.microsoft.com/office/drawing/2014/main" id="{62381455-84FA-0A57-69FB-4B71443691CA}"/>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6" name="Freeform 35">
              <a:extLst>
                <a:ext uri="{FF2B5EF4-FFF2-40B4-BE49-F238E27FC236}">
                  <a16:creationId xmlns:a16="http://schemas.microsoft.com/office/drawing/2014/main" id="{79CE8FC8-C572-773C-C25E-5C1D5FDF7F6C}"/>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8" name="Freeform 37">
              <a:extLst>
                <a:ext uri="{FF2B5EF4-FFF2-40B4-BE49-F238E27FC236}">
                  <a16:creationId xmlns:a16="http://schemas.microsoft.com/office/drawing/2014/main" id="{84BBF36E-B501-9F30-748B-08BD2E29AFF5}"/>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39" name="Freeform 38">
              <a:extLst>
                <a:ext uri="{FF2B5EF4-FFF2-40B4-BE49-F238E27FC236}">
                  <a16:creationId xmlns:a16="http://schemas.microsoft.com/office/drawing/2014/main" id="{78609CCE-3901-31B1-F043-2B2EE146FF1E}"/>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0" name="Freeform 39">
              <a:extLst>
                <a:ext uri="{FF2B5EF4-FFF2-40B4-BE49-F238E27FC236}">
                  <a16:creationId xmlns:a16="http://schemas.microsoft.com/office/drawing/2014/main" id="{41FB2F91-2A69-B901-0053-68127B0EDE1E}"/>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1" name="Freeform 40">
              <a:extLst>
                <a:ext uri="{FF2B5EF4-FFF2-40B4-BE49-F238E27FC236}">
                  <a16:creationId xmlns:a16="http://schemas.microsoft.com/office/drawing/2014/main" id="{BCB1FE06-AFDF-E962-E122-B16C480FB48E}"/>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23" name="Slide Number Placeholder 1">
            <a:extLst>
              <a:ext uri="{FF2B5EF4-FFF2-40B4-BE49-F238E27FC236}">
                <a16:creationId xmlns:a16="http://schemas.microsoft.com/office/drawing/2014/main" id="{BEB56C99-741C-B8A9-6C0B-2E74CC3BD9DE}"/>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26</a:t>
            </a:fld>
            <a:endParaRPr lang="en-US" sz="1000" dirty="0">
              <a:latin typeface="Proxima Nova Rg" panose="02000506030000020004" pitchFamily="2" charset="77"/>
            </a:endParaRPr>
          </a:p>
        </p:txBody>
      </p:sp>
      <p:pic>
        <p:nvPicPr>
          <p:cNvPr id="24" name="Picture 23" descr="A picture containing map&#10;&#10;Description automatically generated">
            <a:extLst>
              <a:ext uri="{FF2B5EF4-FFF2-40B4-BE49-F238E27FC236}">
                <a16:creationId xmlns:a16="http://schemas.microsoft.com/office/drawing/2014/main" id="{165F4D7D-D70E-F322-B40D-013B337029AF}"/>
              </a:ext>
            </a:extLst>
          </p:cNvPr>
          <p:cNvPicPr>
            <a:picLocks noChangeAspect="1"/>
          </p:cNvPicPr>
          <p:nvPr/>
        </p:nvPicPr>
        <p:blipFill>
          <a:blip r:embed="rId5"/>
          <a:stretch>
            <a:fillRect/>
          </a:stretch>
        </p:blipFill>
        <p:spPr>
          <a:xfrm>
            <a:off x="4183380" y="1047734"/>
            <a:ext cx="7772400" cy="4936800"/>
          </a:xfrm>
          <a:prstGeom prst="rect">
            <a:avLst/>
          </a:prstGeom>
        </p:spPr>
      </p:pic>
    </p:spTree>
    <p:extLst>
      <p:ext uri="{BB962C8B-B14F-4D97-AF65-F5344CB8AC3E}">
        <p14:creationId xmlns:p14="http://schemas.microsoft.com/office/powerpoint/2010/main" val="3907810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75F6E4A-E906-79AD-B17F-6419A5FB43FB}"/>
              </a:ext>
            </a:extLst>
          </p:cNvPr>
          <p:cNvSpPr txBox="1"/>
          <p:nvPr/>
        </p:nvSpPr>
        <p:spPr>
          <a:xfrm>
            <a:off x="601550" y="1997561"/>
            <a:ext cx="6441501" cy="1107997"/>
          </a:xfrm>
          <a:prstGeom prst="rect">
            <a:avLst/>
          </a:prstGeom>
          <a:noFill/>
        </p:spPr>
        <p:txBody>
          <a:bodyPr wrap="square" rtlCol="0">
            <a:spAutoFit/>
          </a:bodyPr>
          <a:lstStyle/>
          <a:p>
            <a:endParaRPr lang="en-US" sz="6600" b="1" dirty="0">
              <a:solidFill>
                <a:srgbClr val="583C2D"/>
              </a:solidFill>
              <a:latin typeface="Montserrat ExtraBold" pitchFamily="2" charset="77"/>
              <a:ea typeface="Helvetica Neue" panose="02000503000000020004" pitchFamily="2" charset="0"/>
              <a:cs typeface="Gotham Black" pitchFamily="2" charset="0"/>
            </a:endParaRPr>
          </a:p>
        </p:txBody>
      </p:sp>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19" name="Text Placeholder 18">
            <a:extLst>
              <a:ext uri="{FF2B5EF4-FFF2-40B4-BE49-F238E27FC236}">
                <a16:creationId xmlns:a16="http://schemas.microsoft.com/office/drawing/2014/main" id="{8D9366BA-968A-1A2A-1489-92871265E081}"/>
              </a:ext>
            </a:extLst>
          </p:cNvPr>
          <p:cNvSpPr>
            <a:spLocks noGrp="1"/>
          </p:cNvSpPr>
          <p:nvPr>
            <p:ph type="body" sz="quarter" idx="4294967295"/>
          </p:nvPr>
        </p:nvSpPr>
        <p:spPr>
          <a:xfrm>
            <a:off x="3549622" y="2597150"/>
            <a:ext cx="2592388" cy="3241675"/>
          </a:xfrm>
        </p:spPr>
        <p:txBody>
          <a:bodyPr>
            <a:normAutofit/>
          </a:bodyPr>
          <a:lstStyle/>
          <a:p>
            <a:pPr>
              <a:lnSpc>
                <a:spcPts val="1260"/>
              </a:lnSpc>
            </a:pPr>
            <a:r>
              <a:rPr lang="en-US" sz="1200" dirty="0">
                <a:solidFill>
                  <a:schemeClr val="bg1"/>
                </a:solidFill>
                <a:cs typeface="Gotham Bold" pitchFamily="2" charset="0"/>
              </a:rPr>
              <a:t>$25 million in improvements</a:t>
            </a:r>
            <a:endParaRPr lang="en-US" sz="1200" dirty="0">
              <a:solidFill>
                <a:schemeClr val="bg1"/>
              </a:solidFill>
            </a:endParaRPr>
          </a:p>
          <a:p>
            <a:pPr>
              <a:lnSpc>
                <a:spcPts val="1260"/>
              </a:lnSpc>
            </a:pPr>
            <a:r>
              <a:rPr lang="en-US" sz="1200" dirty="0">
                <a:solidFill>
                  <a:schemeClr val="bg1"/>
                </a:solidFill>
                <a:cs typeface="Gotham Bold" pitchFamily="2" charset="0"/>
              </a:rPr>
              <a:t>Recent investments, expansions and upgrades</a:t>
            </a:r>
          </a:p>
          <a:p>
            <a:pPr marL="262891" lvl="1" indent="-131445">
              <a:buFont typeface="Arial"/>
              <a:buChar char="•"/>
            </a:pPr>
            <a:r>
              <a:rPr lang="en-US" sz="1000" dirty="0">
                <a:solidFill>
                  <a:schemeClr val="accent6"/>
                </a:solidFill>
                <a:latin typeface="Montserrat" pitchFamily="2" charset="77"/>
                <a:cs typeface="Gotham Book" pitchFamily="2" charset="0"/>
              </a:rPr>
              <a:t>New employee facility renovation </a:t>
            </a:r>
          </a:p>
          <a:p>
            <a:pPr marL="262891" lvl="1" indent="-131445">
              <a:buFont typeface="Arial"/>
              <a:buChar char="•"/>
            </a:pPr>
            <a:r>
              <a:rPr lang="en-US" sz="1000" dirty="0">
                <a:solidFill>
                  <a:schemeClr val="accent6"/>
                </a:solidFill>
                <a:latin typeface="Montserrat" pitchFamily="2" charset="77"/>
                <a:cs typeface="Gotham Book" pitchFamily="2" charset="0"/>
              </a:rPr>
              <a:t>Soybean oil tanks</a:t>
            </a:r>
          </a:p>
          <a:p>
            <a:pPr marL="262891" lvl="1" indent="-131445">
              <a:buFont typeface="Arial"/>
              <a:buChar char="•"/>
            </a:pPr>
            <a:r>
              <a:rPr lang="en-US" sz="1000" dirty="0">
                <a:solidFill>
                  <a:schemeClr val="accent6"/>
                </a:solidFill>
                <a:latin typeface="Montserrat" pitchFamily="2" charset="77"/>
                <a:cs typeface="Gotham Book" pitchFamily="2" charset="0"/>
              </a:rPr>
              <a:t>Production line upgrades</a:t>
            </a:r>
          </a:p>
          <a:p>
            <a:pPr marL="262891" lvl="1" indent="-131445">
              <a:buFont typeface="Arial"/>
              <a:buChar char="•"/>
            </a:pPr>
            <a:r>
              <a:rPr lang="en-US" sz="1000" dirty="0">
                <a:solidFill>
                  <a:schemeClr val="accent6"/>
                </a:solidFill>
                <a:latin typeface="Montserrat" pitchFamily="2" charset="77"/>
                <a:cs typeface="Gotham Book" pitchFamily="2" charset="0"/>
              </a:rPr>
              <a:t>Portion pouch lines</a:t>
            </a:r>
            <a:endParaRPr lang="en-US" sz="1000" dirty="0">
              <a:solidFill>
                <a:schemeClr val="accent6"/>
              </a:solidFill>
              <a:latin typeface="Montserrat" pitchFamily="2" charset="77"/>
            </a:endParaRPr>
          </a:p>
          <a:p>
            <a:pPr>
              <a:lnSpc>
                <a:spcPts val="1360"/>
              </a:lnSpc>
            </a:pPr>
            <a:r>
              <a:rPr lang="en-US" sz="1200" dirty="0">
                <a:solidFill>
                  <a:schemeClr val="bg1"/>
                </a:solidFill>
                <a:cs typeface="Gotham Bold" pitchFamily="2" charset="0"/>
              </a:rPr>
              <a:t>Now equipped </a:t>
            </a:r>
            <a:br>
              <a:rPr lang="en-US" sz="1200" dirty="0">
                <a:solidFill>
                  <a:schemeClr val="bg1"/>
                </a:solidFill>
                <a:cs typeface="Gotham Bold" pitchFamily="2" charset="0"/>
              </a:rPr>
            </a:br>
            <a:r>
              <a:rPr lang="en-US" sz="1200" dirty="0">
                <a:solidFill>
                  <a:schemeClr val="bg1"/>
                </a:solidFill>
                <a:cs typeface="Gotham Bold" pitchFamily="2" charset="0"/>
              </a:rPr>
              <a:t>to better deliver</a:t>
            </a:r>
          </a:p>
          <a:p>
            <a:pPr marL="262891" lvl="1" indent="-131445">
              <a:buFont typeface="Arial"/>
              <a:buChar char="•"/>
            </a:pPr>
            <a:r>
              <a:rPr lang="en-US" sz="1000" dirty="0">
                <a:solidFill>
                  <a:schemeClr val="accent6"/>
                </a:solidFill>
                <a:latin typeface="Montserrat" pitchFamily="2" charset="77"/>
                <a:cs typeface="Gotham Book" pitchFamily="2" charset="0"/>
              </a:rPr>
              <a:t>Portion control cups</a:t>
            </a:r>
          </a:p>
          <a:p>
            <a:pPr marL="262891" lvl="1" indent="-131445">
              <a:buFont typeface="Arial"/>
              <a:buChar char="•"/>
            </a:pPr>
            <a:r>
              <a:rPr lang="en-US" sz="1000" dirty="0">
                <a:solidFill>
                  <a:schemeClr val="accent6"/>
                </a:solidFill>
                <a:latin typeface="Montserrat" pitchFamily="2" charset="77"/>
                <a:cs typeface="Gotham Book" pitchFamily="2" charset="0"/>
              </a:rPr>
              <a:t>Portion control packets</a:t>
            </a:r>
          </a:p>
          <a:p>
            <a:pPr marL="262891" lvl="1" indent="-131445">
              <a:buFont typeface="Arial"/>
              <a:buChar char="•"/>
            </a:pPr>
            <a:r>
              <a:rPr lang="en-US" sz="1000" dirty="0">
                <a:solidFill>
                  <a:schemeClr val="accent6"/>
                </a:solidFill>
                <a:latin typeface="Montserrat" pitchFamily="2" charset="77"/>
                <a:cs typeface="Gotham Book" pitchFamily="2" charset="0"/>
              </a:rPr>
              <a:t>Retail bottles</a:t>
            </a:r>
          </a:p>
          <a:p>
            <a:pPr marL="262891" lvl="1" indent="-131445">
              <a:buFont typeface="Arial"/>
              <a:buChar char="•"/>
            </a:pPr>
            <a:r>
              <a:rPr lang="en-US" sz="1000" dirty="0">
                <a:solidFill>
                  <a:schemeClr val="accent6"/>
                </a:solidFill>
                <a:latin typeface="Montserrat" pitchFamily="2" charset="77"/>
                <a:cs typeface="Gotham Book" pitchFamily="2" charset="0"/>
              </a:rPr>
              <a:t>Gallons</a:t>
            </a:r>
          </a:p>
          <a:p>
            <a:endParaRPr lang="en-US" dirty="0">
              <a:solidFill>
                <a:schemeClr val="bg1"/>
              </a:solidFill>
            </a:endParaRPr>
          </a:p>
        </p:txBody>
      </p:sp>
      <p:sp>
        <p:nvSpPr>
          <p:cNvPr id="20" name="Text Placeholder 19">
            <a:extLst>
              <a:ext uri="{FF2B5EF4-FFF2-40B4-BE49-F238E27FC236}">
                <a16:creationId xmlns:a16="http://schemas.microsoft.com/office/drawing/2014/main" id="{79263191-6C40-CC8C-8B41-F86BB8B14534}"/>
              </a:ext>
            </a:extLst>
          </p:cNvPr>
          <p:cNvSpPr>
            <a:spLocks noGrp="1"/>
          </p:cNvSpPr>
          <p:nvPr>
            <p:ph type="body" sz="quarter" idx="4294967295"/>
          </p:nvPr>
        </p:nvSpPr>
        <p:spPr>
          <a:xfrm>
            <a:off x="3549622" y="1933575"/>
            <a:ext cx="2192338" cy="663575"/>
          </a:xfrm>
        </p:spPr>
        <p:txBody>
          <a:bodyPr>
            <a:normAutofit fontScale="92500"/>
          </a:bodyPr>
          <a:lstStyle/>
          <a:p>
            <a:pPr>
              <a:lnSpc>
                <a:spcPts val="1860"/>
              </a:lnSpc>
            </a:pPr>
            <a:r>
              <a:rPr lang="en-US" dirty="0"/>
              <a:t>Indianola Facility </a:t>
            </a:r>
            <a:r>
              <a:rPr lang="en-US" sz="1500" b="0" dirty="0">
                <a:solidFill>
                  <a:schemeClr val="accent6"/>
                </a:solidFill>
              </a:rPr>
              <a:t>Columbus, Ohio</a:t>
            </a:r>
          </a:p>
        </p:txBody>
      </p:sp>
      <p:sp>
        <p:nvSpPr>
          <p:cNvPr id="16" name="TextBox 15">
            <a:extLst>
              <a:ext uri="{FF2B5EF4-FFF2-40B4-BE49-F238E27FC236}">
                <a16:creationId xmlns:a16="http://schemas.microsoft.com/office/drawing/2014/main" id="{F48A2326-4F4C-A65F-8AA7-77B6A30FE594}"/>
              </a:ext>
            </a:extLst>
          </p:cNvPr>
          <p:cNvSpPr txBox="1"/>
          <p:nvPr/>
        </p:nvSpPr>
        <p:spPr>
          <a:xfrm>
            <a:off x="470345" y="5595693"/>
            <a:ext cx="3230813" cy="616836"/>
          </a:xfrm>
          <a:prstGeom prst="rect">
            <a:avLst/>
          </a:prstGeom>
          <a:noFill/>
        </p:spPr>
        <p:txBody>
          <a:bodyPr wrap="square">
            <a:spAutoFit/>
          </a:bodyPr>
          <a:lstStyle/>
          <a:p>
            <a:pPr algn="ctr">
              <a:lnSpc>
                <a:spcPts val="1400"/>
              </a:lnSpc>
            </a:pPr>
            <a:r>
              <a:rPr lang="en-US" sz="1000" dirty="0">
                <a:solidFill>
                  <a:schemeClr val="accent6"/>
                </a:solidFill>
                <a:latin typeface="Montserrat" pitchFamily="2" charset="77"/>
                <a:cs typeface="Gotham Book" pitchFamily="2" charset="0"/>
              </a:rPr>
              <a:t>T. Marzetti Invest $22.8M in </a:t>
            </a:r>
            <a:br>
              <a:rPr lang="en-US" sz="1000" dirty="0">
                <a:solidFill>
                  <a:schemeClr val="accent6"/>
                </a:solidFill>
                <a:latin typeface="Montserrat" pitchFamily="2" charset="77"/>
                <a:cs typeface="Gotham Book" pitchFamily="2" charset="0"/>
              </a:rPr>
            </a:br>
            <a:r>
              <a:rPr lang="en-US" sz="1000" dirty="0">
                <a:solidFill>
                  <a:schemeClr val="accent6"/>
                </a:solidFill>
                <a:latin typeface="Montserrat" pitchFamily="2" charset="77"/>
                <a:cs typeface="Gotham Book" pitchFamily="2" charset="0"/>
              </a:rPr>
              <a:t>Expansion of Facility </a:t>
            </a:r>
            <a:br>
              <a:rPr lang="en-US" sz="1000" dirty="0">
                <a:solidFill>
                  <a:schemeClr val="accent6"/>
                </a:solidFill>
                <a:latin typeface="Montserrat" pitchFamily="2" charset="77"/>
                <a:cs typeface="Gotham Book" pitchFamily="2" charset="0"/>
              </a:rPr>
            </a:br>
            <a:r>
              <a:rPr lang="en-US" sz="1000" dirty="0">
                <a:solidFill>
                  <a:schemeClr val="accent6"/>
                </a:solidFill>
                <a:latin typeface="Montserrat" pitchFamily="2" charset="77"/>
                <a:cs typeface="Gotham Book" pitchFamily="2" charset="0"/>
              </a:rPr>
              <a:t>in Columbus, Ohio</a:t>
            </a:r>
          </a:p>
        </p:txBody>
      </p:sp>
      <p:grpSp>
        <p:nvGrpSpPr>
          <p:cNvPr id="22" name="Group 21">
            <a:extLst>
              <a:ext uri="{FF2B5EF4-FFF2-40B4-BE49-F238E27FC236}">
                <a16:creationId xmlns:a16="http://schemas.microsoft.com/office/drawing/2014/main" id="{ACD37F17-217D-562D-988B-51F2CC4BC8B3}"/>
              </a:ext>
            </a:extLst>
          </p:cNvPr>
          <p:cNvGrpSpPr/>
          <p:nvPr/>
        </p:nvGrpSpPr>
        <p:grpSpPr>
          <a:xfrm>
            <a:off x="6169557" y="1942742"/>
            <a:ext cx="209441" cy="3532610"/>
            <a:chOff x="10807083" y="412365"/>
            <a:chExt cx="209441" cy="3532610"/>
          </a:xfrm>
        </p:grpSpPr>
        <p:sp>
          <p:nvSpPr>
            <p:cNvPr id="23" name="Graphic 12">
              <a:extLst>
                <a:ext uri="{FF2B5EF4-FFF2-40B4-BE49-F238E27FC236}">
                  <a16:creationId xmlns:a16="http://schemas.microsoft.com/office/drawing/2014/main" id="{92517BA8-89BC-A449-2E45-5E7E7FD1CA7B}"/>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24" name="Straight Connector 23">
              <a:extLst>
                <a:ext uri="{FF2B5EF4-FFF2-40B4-BE49-F238E27FC236}">
                  <a16:creationId xmlns:a16="http://schemas.microsoft.com/office/drawing/2014/main" id="{CCA25751-8E80-F06D-C9FC-48C38FB41158}"/>
                </a:ext>
              </a:extLst>
            </p:cNvPr>
            <p:cNvCxnSpPr>
              <a:cxnSpLocks/>
            </p:cNvCxnSpPr>
            <p:nvPr userDrawn="1"/>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5DFD5C7-705F-287C-0BCC-98CB25D15F35}"/>
                </a:ext>
              </a:extLst>
            </p:cNvPr>
            <p:cNvCxnSpPr>
              <a:cxnSpLocks/>
            </p:cNvCxnSpPr>
            <p:nvPr userDrawn="1"/>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29258185-5917-1293-E2A3-DBB500757895}"/>
              </a:ext>
            </a:extLst>
          </p:cNvPr>
          <p:cNvGrpSpPr/>
          <p:nvPr/>
        </p:nvGrpSpPr>
        <p:grpSpPr>
          <a:xfrm>
            <a:off x="716848" y="1933315"/>
            <a:ext cx="2745923" cy="3603475"/>
            <a:chOff x="961533" y="1793104"/>
            <a:chExt cx="3230814" cy="4239798"/>
          </a:xfrm>
        </p:grpSpPr>
        <p:sp>
          <p:nvSpPr>
            <p:cNvPr id="42" name="Rectangle 41">
              <a:extLst>
                <a:ext uri="{FF2B5EF4-FFF2-40B4-BE49-F238E27FC236}">
                  <a16:creationId xmlns:a16="http://schemas.microsoft.com/office/drawing/2014/main" id="{CD6AED9B-1603-BC3E-366F-3F7FDB5EF96C}"/>
                </a:ext>
              </a:extLst>
            </p:cNvPr>
            <p:cNvSpPr/>
            <p:nvPr/>
          </p:nvSpPr>
          <p:spPr>
            <a:xfrm>
              <a:off x="961533" y="1793104"/>
              <a:ext cx="3230814" cy="4239798"/>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pic>
          <p:nvPicPr>
            <p:cNvPr id="15" name="Picture 14" descr="A picture containing person&#10;&#10;Description automatically generated">
              <a:extLst>
                <a:ext uri="{FF2B5EF4-FFF2-40B4-BE49-F238E27FC236}">
                  <a16:creationId xmlns:a16="http://schemas.microsoft.com/office/drawing/2014/main" id="{CB9F26BB-1D4E-9A73-3C89-0929914271F3}"/>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1063721" y="1918573"/>
              <a:ext cx="3016891" cy="4007117"/>
            </a:xfrm>
            <a:prstGeom prst="rect">
              <a:avLst/>
            </a:prstGeom>
          </p:spPr>
        </p:pic>
      </p:grpSp>
      <p:sp>
        <p:nvSpPr>
          <p:cNvPr id="45" name="TextBox 44">
            <a:extLst>
              <a:ext uri="{FF2B5EF4-FFF2-40B4-BE49-F238E27FC236}">
                <a16:creationId xmlns:a16="http://schemas.microsoft.com/office/drawing/2014/main" id="{CDA707DA-B701-48BE-11B8-4CE83E4E35B2}"/>
              </a:ext>
            </a:extLst>
          </p:cNvPr>
          <p:cNvSpPr txBox="1"/>
          <p:nvPr/>
        </p:nvSpPr>
        <p:spPr>
          <a:xfrm>
            <a:off x="6569360" y="5598604"/>
            <a:ext cx="2745923" cy="616836"/>
          </a:xfrm>
          <a:prstGeom prst="rect">
            <a:avLst/>
          </a:prstGeom>
          <a:noFill/>
        </p:spPr>
        <p:txBody>
          <a:bodyPr wrap="square">
            <a:spAutoFit/>
          </a:bodyPr>
          <a:lstStyle/>
          <a:p>
            <a:pPr algn="ctr">
              <a:lnSpc>
                <a:spcPts val="1400"/>
              </a:lnSpc>
            </a:pPr>
            <a:r>
              <a:rPr lang="en-US" sz="1000" dirty="0">
                <a:solidFill>
                  <a:schemeClr val="accent6"/>
                </a:solidFill>
                <a:latin typeface="Montserrat" pitchFamily="2" charset="77"/>
                <a:cs typeface="Gotham Book" pitchFamily="2" charset="0"/>
              </a:rPr>
              <a:t>“Marzetti to Expand Its West Side Facility… Expansion will add 20 more jobs to the 116 jobs now at the facility.”</a:t>
            </a:r>
          </a:p>
        </p:txBody>
      </p:sp>
      <p:sp>
        <p:nvSpPr>
          <p:cNvPr id="46" name="TextBox 45">
            <a:extLst>
              <a:ext uri="{FF2B5EF4-FFF2-40B4-BE49-F238E27FC236}">
                <a16:creationId xmlns:a16="http://schemas.microsoft.com/office/drawing/2014/main" id="{AAF73A27-E552-8DC0-CC58-22D6D4FA4BBD}"/>
              </a:ext>
            </a:extLst>
          </p:cNvPr>
          <p:cNvSpPr txBox="1"/>
          <p:nvPr/>
        </p:nvSpPr>
        <p:spPr>
          <a:xfrm>
            <a:off x="6863306" y="6220551"/>
            <a:ext cx="2116848" cy="215444"/>
          </a:xfrm>
          <a:prstGeom prst="rect">
            <a:avLst/>
          </a:prstGeom>
          <a:noFill/>
        </p:spPr>
        <p:txBody>
          <a:bodyPr wrap="square">
            <a:spAutoFit/>
          </a:bodyPr>
          <a:lstStyle/>
          <a:p>
            <a:pPr algn="ctr"/>
            <a:r>
              <a:rPr lang="en-US" sz="800" dirty="0">
                <a:solidFill>
                  <a:schemeClr val="accent5">
                    <a:lumMod val="50000"/>
                    <a:lumOff val="50000"/>
                  </a:schemeClr>
                </a:solidFill>
                <a:latin typeface="Montserrat" pitchFamily="2" charset="77"/>
                <a:cs typeface="Gotham Black" pitchFamily="2" charset="0"/>
              </a:rPr>
              <a:t>- The Columbus Dispatch</a:t>
            </a:r>
          </a:p>
        </p:txBody>
      </p:sp>
      <p:sp>
        <p:nvSpPr>
          <p:cNvPr id="48" name="Text Placeholder 18">
            <a:extLst>
              <a:ext uri="{FF2B5EF4-FFF2-40B4-BE49-F238E27FC236}">
                <a16:creationId xmlns:a16="http://schemas.microsoft.com/office/drawing/2014/main" id="{20227178-AE47-3F44-CE22-31170610F39D}"/>
              </a:ext>
            </a:extLst>
          </p:cNvPr>
          <p:cNvSpPr txBox="1">
            <a:spLocks/>
          </p:cNvSpPr>
          <p:nvPr/>
        </p:nvSpPr>
        <p:spPr>
          <a:xfrm>
            <a:off x="9424255" y="2597630"/>
            <a:ext cx="2518522" cy="3241080"/>
          </a:xfrm>
          <a:prstGeom prst="rect">
            <a:avLst/>
          </a:prstGeom>
        </p:spPr>
        <p:txBody>
          <a:bodyPr vert="horz" lIns="91440" tIns="45720" rIns="91440" bIns="45720" rtlCol="0">
            <a:normAutofit fontScale="92500"/>
          </a:bodyPr>
          <a:lstStyle>
            <a:lvl1pPr marL="0" indent="0" algn="l" defTabSz="914400" rtl="0" eaLnBrk="1" latinLnBrk="0" hangingPunct="1">
              <a:lnSpc>
                <a:spcPct val="90000"/>
              </a:lnSpc>
              <a:spcBef>
                <a:spcPts val="1000"/>
              </a:spcBef>
              <a:buFont typeface="Arial" panose="020B0604020202020204" pitchFamily="34" charset="0"/>
              <a:buNone/>
              <a:defRPr sz="1400" b="0" i="0" kern="1200">
                <a:solidFill>
                  <a:schemeClr val="accent5">
                    <a:lumMod val="50000"/>
                    <a:lumOff val="50000"/>
                  </a:schemeClr>
                </a:solidFill>
                <a:latin typeface="Gotham Book" pitchFamily="2" charset="0"/>
                <a:ea typeface="+mn-ea"/>
                <a:cs typeface="Gotham Book" pitchFamily="2" charset="0"/>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accent5"/>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60"/>
              </a:lnSpc>
            </a:pPr>
            <a:r>
              <a:rPr lang="en-US" sz="1300" b="1" dirty="0">
                <a:solidFill>
                  <a:schemeClr val="bg1"/>
                </a:solidFill>
                <a:latin typeface="Montserrat" pitchFamily="2" charset="77"/>
                <a:cs typeface="Gotham Bold" pitchFamily="2" charset="0"/>
              </a:rPr>
              <a:t>$32 million in improvements 165+ employees</a:t>
            </a:r>
          </a:p>
          <a:p>
            <a:pPr>
              <a:lnSpc>
                <a:spcPts val="1560"/>
              </a:lnSpc>
            </a:pPr>
            <a:r>
              <a:rPr lang="en-US" sz="1300" b="1" dirty="0">
                <a:solidFill>
                  <a:schemeClr val="bg1"/>
                </a:solidFill>
                <a:latin typeface="Montserrat" pitchFamily="2" charset="77"/>
                <a:cs typeface="Gotham Bold" pitchFamily="2" charset="0"/>
              </a:rPr>
              <a:t>Recent investments, expansions and upgrades</a:t>
            </a:r>
          </a:p>
          <a:p>
            <a:pPr marL="262891" lvl="1" indent="-131445">
              <a:buFont typeface="Arial"/>
              <a:buChar char="•"/>
            </a:pPr>
            <a:r>
              <a:rPr lang="en-US" sz="1100" dirty="0">
                <a:solidFill>
                  <a:schemeClr val="accent6"/>
                </a:solidFill>
                <a:latin typeface="Montserrat" pitchFamily="2" charset="77"/>
                <a:cs typeface="Gotham Book" pitchFamily="2" charset="0"/>
              </a:rPr>
              <a:t>17,000 square foot additional production &amp; warehousing</a:t>
            </a:r>
          </a:p>
          <a:p>
            <a:pPr marL="262891" lvl="1" indent="-131445">
              <a:buFont typeface="Arial"/>
              <a:buChar char="•"/>
            </a:pPr>
            <a:r>
              <a:rPr lang="en-US" sz="1100" dirty="0">
                <a:solidFill>
                  <a:schemeClr val="accent6"/>
                </a:solidFill>
                <a:latin typeface="Montserrat" pitchFamily="2" charset="77"/>
                <a:cs typeface="Gotham Book" pitchFamily="2" charset="0"/>
              </a:rPr>
              <a:t>New portion cup lines</a:t>
            </a:r>
          </a:p>
          <a:p>
            <a:pPr marL="262891" lvl="1" indent="-131445">
              <a:buFont typeface="Arial"/>
              <a:buChar char="•"/>
            </a:pPr>
            <a:r>
              <a:rPr lang="en-US" sz="1100" dirty="0">
                <a:solidFill>
                  <a:schemeClr val="accent6"/>
                </a:solidFill>
                <a:latin typeface="Montserrat" pitchFamily="2" charset="77"/>
                <a:cs typeface="Gotham Book" pitchFamily="2" charset="0"/>
              </a:rPr>
              <a:t>Kitchen expansion</a:t>
            </a:r>
          </a:p>
          <a:p>
            <a:pPr marL="262891" lvl="1" indent="-131445">
              <a:buFont typeface="Arial"/>
              <a:buChar char="•"/>
            </a:pPr>
            <a:r>
              <a:rPr lang="en-US" sz="1100" dirty="0">
                <a:solidFill>
                  <a:schemeClr val="accent6"/>
                </a:solidFill>
                <a:latin typeface="Montserrat" pitchFamily="2" charset="77"/>
                <a:cs typeface="Gotham Book" pitchFamily="2" charset="0"/>
              </a:rPr>
              <a:t>Fire Protection for entire facility</a:t>
            </a:r>
          </a:p>
          <a:p>
            <a:pPr>
              <a:lnSpc>
                <a:spcPts val="1360"/>
              </a:lnSpc>
            </a:pPr>
            <a:r>
              <a:rPr lang="en-US" sz="1300" b="1" dirty="0">
                <a:solidFill>
                  <a:schemeClr val="bg1"/>
                </a:solidFill>
                <a:latin typeface="Montserrat" pitchFamily="2" charset="77"/>
                <a:cs typeface="Gotham Bold" pitchFamily="2" charset="0"/>
              </a:rPr>
              <a:t>Now equipped </a:t>
            </a:r>
            <a:br>
              <a:rPr lang="en-US" sz="1300" b="1" dirty="0">
                <a:solidFill>
                  <a:schemeClr val="bg1"/>
                </a:solidFill>
                <a:latin typeface="Montserrat" pitchFamily="2" charset="77"/>
                <a:cs typeface="Gotham Bold" pitchFamily="2" charset="0"/>
              </a:rPr>
            </a:br>
            <a:r>
              <a:rPr lang="en-US" sz="1300" b="1" dirty="0">
                <a:solidFill>
                  <a:schemeClr val="bg1"/>
                </a:solidFill>
                <a:latin typeface="Montserrat" pitchFamily="2" charset="77"/>
                <a:cs typeface="Gotham Bold" pitchFamily="2" charset="0"/>
              </a:rPr>
              <a:t>to better deliver</a:t>
            </a:r>
          </a:p>
          <a:p>
            <a:pPr marL="262891" lvl="1" indent="-131445">
              <a:buFont typeface="Arial"/>
              <a:buChar char="•"/>
            </a:pPr>
            <a:r>
              <a:rPr lang="en-US" sz="1100" dirty="0">
                <a:solidFill>
                  <a:schemeClr val="accent6"/>
                </a:solidFill>
                <a:latin typeface="Montserrat" pitchFamily="2" charset="77"/>
                <a:cs typeface="Gotham Book" pitchFamily="2" charset="0"/>
              </a:rPr>
              <a:t>Portion control cups</a:t>
            </a:r>
          </a:p>
          <a:p>
            <a:pPr marL="262891" lvl="1" indent="-131445">
              <a:buFont typeface="Arial"/>
              <a:buChar char="•"/>
            </a:pPr>
            <a:r>
              <a:rPr lang="en-US" sz="1100" dirty="0">
                <a:solidFill>
                  <a:schemeClr val="accent6"/>
                </a:solidFill>
                <a:latin typeface="Montserrat" pitchFamily="2" charset="77"/>
                <a:cs typeface="Gotham Book" pitchFamily="2" charset="0"/>
              </a:rPr>
              <a:t>Retail dip cups</a:t>
            </a:r>
          </a:p>
          <a:p>
            <a:pPr marL="262891" lvl="1" indent="-131445">
              <a:buFont typeface="Arial"/>
              <a:buChar char="•"/>
            </a:pPr>
            <a:r>
              <a:rPr lang="en-US" sz="1100" dirty="0">
                <a:solidFill>
                  <a:schemeClr val="accent6"/>
                </a:solidFill>
                <a:latin typeface="Montserrat" pitchFamily="2" charset="77"/>
                <a:cs typeface="Gotham Book" pitchFamily="2" charset="0"/>
              </a:rPr>
              <a:t>Cryovac pouches</a:t>
            </a:r>
          </a:p>
        </p:txBody>
      </p:sp>
      <p:sp>
        <p:nvSpPr>
          <p:cNvPr id="49" name="Text Placeholder 19">
            <a:extLst>
              <a:ext uri="{FF2B5EF4-FFF2-40B4-BE49-F238E27FC236}">
                <a16:creationId xmlns:a16="http://schemas.microsoft.com/office/drawing/2014/main" id="{D7069828-6795-6C59-BBA5-55F492ED8B4D}"/>
              </a:ext>
            </a:extLst>
          </p:cNvPr>
          <p:cNvSpPr txBox="1">
            <a:spLocks/>
          </p:cNvSpPr>
          <p:nvPr/>
        </p:nvSpPr>
        <p:spPr>
          <a:xfrm>
            <a:off x="9424253" y="1933315"/>
            <a:ext cx="2409561" cy="66431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sz="1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accent5"/>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860"/>
              </a:lnSpc>
            </a:pPr>
            <a:r>
              <a:rPr lang="en-US" dirty="0">
                <a:latin typeface="Montserrat" pitchFamily="2" charset="77"/>
              </a:rPr>
              <a:t>Allen Facility </a:t>
            </a:r>
            <a:r>
              <a:rPr lang="en-US" sz="1400" b="0" dirty="0">
                <a:solidFill>
                  <a:schemeClr val="accent6"/>
                </a:solidFill>
                <a:latin typeface="Montserrat" pitchFamily="2" charset="77"/>
              </a:rPr>
              <a:t>Columbus, Ohio</a:t>
            </a:r>
          </a:p>
        </p:txBody>
      </p:sp>
      <p:grpSp>
        <p:nvGrpSpPr>
          <p:cNvPr id="51" name="Group 50">
            <a:extLst>
              <a:ext uri="{FF2B5EF4-FFF2-40B4-BE49-F238E27FC236}">
                <a16:creationId xmlns:a16="http://schemas.microsoft.com/office/drawing/2014/main" id="{0D30813A-3582-6D9F-2AC7-CF3FD94ECF9B}"/>
              </a:ext>
            </a:extLst>
          </p:cNvPr>
          <p:cNvGrpSpPr/>
          <p:nvPr/>
        </p:nvGrpSpPr>
        <p:grpSpPr>
          <a:xfrm>
            <a:off x="6569363" y="1933315"/>
            <a:ext cx="2745923" cy="3603475"/>
            <a:chOff x="7043357" y="1651277"/>
            <a:chExt cx="3230814" cy="4239798"/>
          </a:xfrm>
        </p:grpSpPr>
        <p:sp>
          <p:nvSpPr>
            <p:cNvPr id="27" name="Rectangle 26">
              <a:extLst>
                <a:ext uri="{FF2B5EF4-FFF2-40B4-BE49-F238E27FC236}">
                  <a16:creationId xmlns:a16="http://schemas.microsoft.com/office/drawing/2014/main" id="{B2317289-ABAD-71F2-28B4-5DD9ADD0D45B}"/>
                </a:ext>
              </a:extLst>
            </p:cNvPr>
            <p:cNvSpPr/>
            <p:nvPr/>
          </p:nvSpPr>
          <p:spPr>
            <a:xfrm>
              <a:off x="7043357" y="1651277"/>
              <a:ext cx="3230814" cy="4239798"/>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pic>
          <p:nvPicPr>
            <p:cNvPr id="50" name="Picture Placeholder 16" descr="A person holding a tray of corn&#10;&#10;Description automatically generated with low confidence">
              <a:extLst>
                <a:ext uri="{FF2B5EF4-FFF2-40B4-BE49-F238E27FC236}">
                  <a16:creationId xmlns:a16="http://schemas.microsoft.com/office/drawing/2014/main" id="{F39A3C02-8C49-BB28-F3B3-77DD6658448B}"/>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7145852" y="1767618"/>
              <a:ext cx="3016891" cy="4007117"/>
            </a:xfrm>
            <a:prstGeom prst="rect">
              <a:avLst/>
            </a:prstGeom>
          </p:spPr>
        </p:pic>
      </p:grpSp>
      <p:sp>
        <p:nvSpPr>
          <p:cNvPr id="3" name="Text Placeholder 17">
            <a:extLst>
              <a:ext uri="{FF2B5EF4-FFF2-40B4-BE49-F238E27FC236}">
                <a16:creationId xmlns:a16="http://schemas.microsoft.com/office/drawing/2014/main" id="{6E4C4633-792C-22EE-3AD3-269B55A705D1}"/>
              </a:ext>
            </a:extLst>
          </p:cNvPr>
          <p:cNvSpPr>
            <a:spLocks noGrp="1"/>
          </p:cNvSpPr>
          <p:nvPr/>
        </p:nvSpPr>
        <p:spPr>
          <a:xfrm>
            <a:off x="776535" y="1205015"/>
            <a:ext cx="4811465" cy="56693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560"/>
              </a:lnSpc>
            </a:pPr>
            <a:r>
              <a:rPr lang="en-US" sz="3600" dirty="0">
                <a:latin typeface="Montserrat ExtraBold" pitchFamily="2" charset="77"/>
              </a:rPr>
              <a:t>Facility Updates</a:t>
            </a:r>
          </a:p>
        </p:txBody>
      </p:sp>
      <p:grpSp>
        <p:nvGrpSpPr>
          <p:cNvPr id="2" name="Graphic 4119">
            <a:extLst>
              <a:ext uri="{FF2B5EF4-FFF2-40B4-BE49-F238E27FC236}">
                <a16:creationId xmlns:a16="http://schemas.microsoft.com/office/drawing/2014/main" id="{BD022191-81E8-EDC5-93D0-D04492ADF69D}"/>
              </a:ext>
            </a:extLst>
          </p:cNvPr>
          <p:cNvGrpSpPr/>
          <p:nvPr/>
        </p:nvGrpSpPr>
        <p:grpSpPr>
          <a:xfrm>
            <a:off x="1276155" y="767485"/>
            <a:ext cx="1640810" cy="438718"/>
            <a:chOff x="2178742" y="-1107180"/>
            <a:chExt cx="2171851" cy="580707"/>
          </a:xfrm>
          <a:solidFill>
            <a:schemeClr val="tx1"/>
          </a:solidFill>
        </p:grpSpPr>
        <p:sp>
          <p:nvSpPr>
            <p:cNvPr id="5" name="Freeform 4">
              <a:extLst>
                <a:ext uri="{FF2B5EF4-FFF2-40B4-BE49-F238E27FC236}">
                  <a16:creationId xmlns:a16="http://schemas.microsoft.com/office/drawing/2014/main" id="{3AFFD476-6C79-4960-CAC0-F7548610B723}"/>
                </a:ext>
              </a:extLst>
            </p:cNvPr>
            <p:cNvSpPr/>
            <p:nvPr/>
          </p:nvSpPr>
          <p:spPr>
            <a:xfrm>
              <a:off x="2598076" y="-1071089"/>
              <a:ext cx="4142" cy="2965"/>
            </a:xfrm>
            <a:custGeom>
              <a:avLst/>
              <a:gdLst>
                <a:gd name="connsiteX0" fmla="*/ 374 w 4142"/>
                <a:gd name="connsiteY0" fmla="*/ 1938 h 2965"/>
                <a:gd name="connsiteX1" fmla="*/ 3114 w 4142"/>
                <a:gd name="connsiteY1" fmla="*/ 1938 h 2965"/>
                <a:gd name="connsiteX2" fmla="*/ 3114 w 4142"/>
                <a:gd name="connsiteY2" fmla="*/ 568 h 2965"/>
                <a:gd name="connsiteX3" fmla="*/ 374 w 4142"/>
                <a:gd name="connsiteY3" fmla="*/ 1938 h 2965"/>
              </a:gdLst>
              <a:ahLst/>
              <a:cxnLst>
                <a:cxn ang="0">
                  <a:pos x="connsiteX0" y="connsiteY0"/>
                </a:cxn>
                <a:cxn ang="0">
                  <a:pos x="connsiteX1" y="connsiteY1"/>
                </a:cxn>
                <a:cxn ang="0">
                  <a:pos x="connsiteX2" y="connsiteY2"/>
                </a:cxn>
                <a:cxn ang="0">
                  <a:pos x="connsiteX3" y="connsiteY3"/>
                </a:cxn>
              </a:cxnLst>
              <a:rect l="l" t="t" r="r" b="b"/>
              <a:pathLst>
                <a:path w="4142" h="2965">
                  <a:moveTo>
                    <a:pt x="374" y="1938"/>
                  </a:moveTo>
                  <a:cubicBezTo>
                    <a:pt x="374" y="3308"/>
                    <a:pt x="1744" y="3308"/>
                    <a:pt x="3114" y="1938"/>
                  </a:cubicBezTo>
                  <a:cubicBezTo>
                    <a:pt x="4485" y="568"/>
                    <a:pt x="4485" y="568"/>
                    <a:pt x="3114" y="568"/>
                  </a:cubicBezTo>
                  <a:cubicBezTo>
                    <a:pt x="1744" y="-803"/>
                    <a:pt x="-997" y="568"/>
                    <a:pt x="374" y="193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6" name="Freeform 5">
              <a:extLst>
                <a:ext uri="{FF2B5EF4-FFF2-40B4-BE49-F238E27FC236}">
                  <a16:creationId xmlns:a16="http://schemas.microsoft.com/office/drawing/2014/main" id="{39EF24F0-CE30-73F9-D4E6-2C05CB1FBF07}"/>
                </a:ext>
              </a:extLst>
            </p:cNvPr>
            <p:cNvSpPr/>
            <p:nvPr/>
          </p:nvSpPr>
          <p:spPr>
            <a:xfrm>
              <a:off x="2276405" y="-727921"/>
              <a:ext cx="12333" cy="27065"/>
            </a:xfrm>
            <a:custGeom>
              <a:avLst/>
              <a:gdLst>
                <a:gd name="connsiteX0" fmla="*/ 10963 w 12333"/>
                <a:gd name="connsiteY0" fmla="*/ 2741 h 27065"/>
                <a:gd name="connsiteX1" fmla="*/ 8222 w 12333"/>
                <a:gd name="connsiteY1" fmla="*/ 5482 h 27065"/>
                <a:gd name="connsiteX2" fmla="*/ 6852 w 12333"/>
                <a:gd name="connsiteY2" fmla="*/ 4111 h 27065"/>
                <a:gd name="connsiteX3" fmla="*/ 4111 w 12333"/>
                <a:gd name="connsiteY3" fmla="*/ 2741 h 27065"/>
                <a:gd name="connsiteX4" fmla="*/ 0 w 12333"/>
                <a:gd name="connsiteY4" fmla="*/ 5482 h 27065"/>
                <a:gd name="connsiteX5" fmla="*/ 1370 w 12333"/>
                <a:gd name="connsiteY5" fmla="*/ 6852 h 27065"/>
                <a:gd name="connsiteX6" fmla="*/ 4111 w 12333"/>
                <a:gd name="connsiteY6" fmla="*/ 9593 h 27065"/>
                <a:gd name="connsiteX7" fmla="*/ 4111 w 12333"/>
                <a:gd name="connsiteY7" fmla="*/ 13704 h 27065"/>
                <a:gd name="connsiteX8" fmla="*/ 2741 w 12333"/>
                <a:gd name="connsiteY8" fmla="*/ 12334 h 27065"/>
                <a:gd name="connsiteX9" fmla="*/ 1370 w 12333"/>
                <a:gd name="connsiteY9" fmla="*/ 12334 h 27065"/>
                <a:gd name="connsiteX10" fmla="*/ 2741 w 12333"/>
                <a:gd name="connsiteY10" fmla="*/ 26038 h 27065"/>
                <a:gd name="connsiteX11" fmla="*/ 4111 w 12333"/>
                <a:gd name="connsiteY11" fmla="*/ 26038 h 27065"/>
                <a:gd name="connsiteX12" fmla="*/ 8222 w 12333"/>
                <a:gd name="connsiteY12" fmla="*/ 9593 h 27065"/>
                <a:gd name="connsiteX13" fmla="*/ 12334 w 12333"/>
                <a:gd name="connsiteY13" fmla="*/ 0 h 27065"/>
                <a:gd name="connsiteX14" fmla="*/ 10963 w 12333"/>
                <a:gd name="connsiteY14" fmla="*/ 2741 h 2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3" h="27065">
                  <a:moveTo>
                    <a:pt x="10963" y="2741"/>
                  </a:moveTo>
                  <a:cubicBezTo>
                    <a:pt x="9593" y="4111"/>
                    <a:pt x="8222" y="5482"/>
                    <a:pt x="8222" y="5482"/>
                  </a:cubicBezTo>
                  <a:cubicBezTo>
                    <a:pt x="6852" y="5482"/>
                    <a:pt x="6852" y="4111"/>
                    <a:pt x="6852" y="4111"/>
                  </a:cubicBezTo>
                  <a:cubicBezTo>
                    <a:pt x="6852" y="2741"/>
                    <a:pt x="5482" y="2741"/>
                    <a:pt x="4111" y="2741"/>
                  </a:cubicBezTo>
                  <a:cubicBezTo>
                    <a:pt x="2741" y="2741"/>
                    <a:pt x="0" y="4111"/>
                    <a:pt x="0" y="5482"/>
                  </a:cubicBezTo>
                  <a:cubicBezTo>
                    <a:pt x="0" y="6852"/>
                    <a:pt x="0" y="6852"/>
                    <a:pt x="1370" y="6852"/>
                  </a:cubicBezTo>
                  <a:cubicBezTo>
                    <a:pt x="2741" y="6852"/>
                    <a:pt x="2741" y="8222"/>
                    <a:pt x="4111" y="9593"/>
                  </a:cubicBezTo>
                  <a:cubicBezTo>
                    <a:pt x="4111" y="10963"/>
                    <a:pt x="4111" y="13704"/>
                    <a:pt x="4111" y="13704"/>
                  </a:cubicBezTo>
                  <a:cubicBezTo>
                    <a:pt x="4111" y="13704"/>
                    <a:pt x="2741" y="13704"/>
                    <a:pt x="2741" y="12334"/>
                  </a:cubicBezTo>
                  <a:cubicBezTo>
                    <a:pt x="2741" y="10963"/>
                    <a:pt x="2741" y="10963"/>
                    <a:pt x="1370" y="12334"/>
                  </a:cubicBezTo>
                  <a:cubicBezTo>
                    <a:pt x="0" y="15074"/>
                    <a:pt x="1370" y="23297"/>
                    <a:pt x="2741" y="26038"/>
                  </a:cubicBezTo>
                  <a:cubicBezTo>
                    <a:pt x="4111" y="27408"/>
                    <a:pt x="4111" y="27408"/>
                    <a:pt x="4111" y="26038"/>
                  </a:cubicBezTo>
                  <a:cubicBezTo>
                    <a:pt x="5482" y="20556"/>
                    <a:pt x="6852" y="15074"/>
                    <a:pt x="8222" y="9593"/>
                  </a:cubicBezTo>
                  <a:cubicBezTo>
                    <a:pt x="9593" y="5482"/>
                    <a:pt x="12334" y="1370"/>
                    <a:pt x="12334" y="0"/>
                  </a:cubicBezTo>
                  <a:cubicBezTo>
                    <a:pt x="12334" y="1370"/>
                    <a:pt x="12334" y="1370"/>
                    <a:pt x="10963"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7" name="Freeform 6">
              <a:extLst>
                <a:ext uri="{FF2B5EF4-FFF2-40B4-BE49-F238E27FC236}">
                  <a16:creationId xmlns:a16="http://schemas.microsoft.com/office/drawing/2014/main" id="{E7FD5A62-7758-FF92-FE5E-EB1EB2A67A9A}"/>
                </a:ext>
              </a:extLst>
            </p:cNvPr>
            <p:cNvSpPr/>
            <p:nvPr/>
          </p:nvSpPr>
          <p:spPr>
            <a:xfrm>
              <a:off x="2410095" y="-1065040"/>
              <a:ext cx="3887" cy="1370"/>
            </a:xfrm>
            <a:custGeom>
              <a:avLst/>
              <a:gdLst>
                <a:gd name="connsiteX0" fmla="*/ 609 w 3887"/>
                <a:gd name="connsiteY0" fmla="*/ 0 h 1370"/>
                <a:gd name="connsiteX1" fmla="*/ 609 w 3887"/>
                <a:gd name="connsiteY1" fmla="*/ 0 h 1370"/>
                <a:gd name="connsiteX2" fmla="*/ 3350 w 3887"/>
                <a:gd name="connsiteY2" fmla="*/ 1370 h 1370"/>
                <a:gd name="connsiteX3" fmla="*/ 609 w 3887"/>
                <a:gd name="connsiteY3" fmla="*/ 0 h 1370"/>
              </a:gdLst>
              <a:ahLst/>
              <a:cxnLst>
                <a:cxn ang="0">
                  <a:pos x="connsiteX0" y="connsiteY0"/>
                </a:cxn>
                <a:cxn ang="0">
                  <a:pos x="connsiteX1" y="connsiteY1"/>
                </a:cxn>
                <a:cxn ang="0">
                  <a:pos x="connsiteX2" y="connsiteY2"/>
                </a:cxn>
                <a:cxn ang="0">
                  <a:pos x="connsiteX3" y="connsiteY3"/>
                </a:cxn>
              </a:cxnLst>
              <a:rect l="l" t="t" r="r" b="b"/>
              <a:pathLst>
                <a:path w="3887" h="1370">
                  <a:moveTo>
                    <a:pt x="609" y="0"/>
                  </a:moveTo>
                  <a:cubicBezTo>
                    <a:pt x="-761" y="1370"/>
                    <a:pt x="609" y="1370"/>
                    <a:pt x="609" y="0"/>
                  </a:cubicBezTo>
                  <a:cubicBezTo>
                    <a:pt x="3350" y="1370"/>
                    <a:pt x="4720" y="1370"/>
                    <a:pt x="3350" y="1370"/>
                  </a:cubicBezTo>
                  <a:cubicBezTo>
                    <a:pt x="3350" y="0"/>
                    <a:pt x="1979" y="0"/>
                    <a:pt x="609"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8" name="Freeform 7">
              <a:extLst>
                <a:ext uri="{FF2B5EF4-FFF2-40B4-BE49-F238E27FC236}">
                  <a16:creationId xmlns:a16="http://schemas.microsoft.com/office/drawing/2014/main" id="{43154735-3C99-F887-F23B-7229F94A4C49}"/>
                </a:ext>
              </a:extLst>
            </p:cNvPr>
            <p:cNvSpPr/>
            <p:nvPr/>
          </p:nvSpPr>
          <p:spPr>
            <a:xfrm>
              <a:off x="2656767" y="-1067019"/>
              <a:ext cx="3887" cy="1636"/>
            </a:xfrm>
            <a:custGeom>
              <a:avLst/>
              <a:gdLst>
                <a:gd name="connsiteX0" fmla="*/ 609 w 3887"/>
                <a:gd name="connsiteY0" fmla="*/ 609 h 1636"/>
                <a:gd name="connsiteX1" fmla="*/ 609 w 3887"/>
                <a:gd name="connsiteY1" fmla="*/ 609 h 1636"/>
                <a:gd name="connsiteX2" fmla="*/ 3350 w 3887"/>
                <a:gd name="connsiteY2" fmla="*/ 609 h 1636"/>
                <a:gd name="connsiteX3" fmla="*/ 609 w 3887"/>
                <a:gd name="connsiteY3" fmla="*/ 609 h 1636"/>
              </a:gdLst>
              <a:ahLst/>
              <a:cxnLst>
                <a:cxn ang="0">
                  <a:pos x="connsiteX0" y="connsiteY0"/>
                </a:cxn>
                <a:cxn ang="0">
                  <a:pos x="connsiteX1" y="connsiteY1"/>
                </a:cxn>
                <a:cxn ang="0">
                  <a:pos x="connsiteX2" y="connsiteY2"/>
                </a:cxn>
                <a:cxn ang="0">
                  <a:pos x="connsiteX3" y="connsiteY3"/>
                </a:cxn>
              </a:cxnLst>
              <a:rect l="l" t="t" r="r" b="b"/>
              <a:pathLst>
                <a:path w="3887" h="1636">
                  <a:moveTo>
                    <a:pt x="609" y="609"/>
                  </a:moveTo>
                  <a:cubicBezTo>
                    <a:pt x="-761" y="609"/>
                    <a:pt x="609" y="609"/>
                    <a:pt x="609" y="609"/>
                  </a:cubicBezTo>
                  <a:cubicBezTo>
                    <a:pt x="3350" y="1979"/>
                    <a:pt x="4720" y="1979"/>
                    <a:pt x="3350" y="609"/>
                  </a:cubicBezTo>
                  <a:cubicBezTo>
                    <a:pt x="4720" y="-761"/>
                    <a:pt x="1979" y="609"/>
                    <a:pt x="609" y="60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1" name="Freeform 10">
              <a:extLst>
                <a:ext uri="{FF2B5EF4-FFF2-40B4-BE49-F238E27FC236}">
                  <a16:creationId xmlns:a16="http://schemas.microsoft.com/office/drawing/2014/main" id="{7B9AEDD8-5447-5A13-3042-C19425E94843}"/>
                </a:ext>
              </a:extLst>
            </p:cNvPr>
            <p:cNvSpPr/>
            <p:nvPr/>
          </p:nvSpPr>
          <p:spPr>
            <a:xfrm>
              <a:off x="2636157" y="-1071089"/>
              <a:ext cx="8885" cy="4678"/>
            </a:xfrm>
            <a:custGeom>
              <a:avLst/>
              <a:gdLst>
                <a:gd name="connsiteX0" fmla="*/ 2034 w 8885"/>
                <a:gd name="connsiteY0" fmla="*/ 568 h 4678"/>
                <a:gd name="connsiteX1" fmla="*/ 4775 w 8885"/>
                <a:gd name="connsiteY1" fmla="*/ 4679 h 4678"/>
                <a:gd name="connsiteX2" fmla="*/ 8886 w 8885"/>
                <a:gd name="connsiteY2" fmla="*/ 1938 h 4678"/>
                <a:gd name="connsiteX3" fmla="*/ 2034 w 8885"/>
                <a:gd name="connsiteY3" fmla="*/ 568 h 4678"/>
              </a:gdLst>
              <a:ahLst/>
              <a:cxnLst>
                <a:cxn ang="0">
                  <a:pos x="connsiteX0" y="connsiteY0"/>
                </a:cxn>
                <a:cxn ang="0">
                  <a:pos x="connsiteX1" y="connsiteY1"/>
                </a:cxn>
                <a:cxn ang="0">
                  <a:pos x="connsiteX2" y="connsiteY2"/>
                </a:cxn>
                <a:cxn ang="0">
                  <a:pos x="connsiteX3" y="connsiteY3"/>
                </a:cxn>
              </a:cxnLst>
              <a:rect l="l" t="t" r="r" b="b"/>
              <a:pathLst>
                <a:path w="8885" h="4678">
                  <a:moveTo>
                    <a:pt x="2034" y="568"/>
                  </a:moveTo>
                  <a:cubicBezTo>
                    <a:pt x="-2078" y="1938"/>
                    <a:pt x="663" y="4679"/>
                    <a:pt x="4775" y="4679"/>
                  </a:cubicBezTo>
                  <a:cubicBezTo>
                    <a:pt x="6145" y="4679"/>
                    <a:pt x="8886" y="4679"/>
                    <a:pt x="8886" y="1938"/>
                  </a:cubicBezTo>
                  <a:cubicBezTo>
                    <a:pt x="8886" y="568"/>
                    <a:pt x="6145" y="-803"/>
                    <a:pt x="2034" y="568"/>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2" name="Freeform 11">
              <a:extLst>
                <a:ext uri="{FF2B5EF4-FFF2-40B4-BE49-F238E27FC236}">
                  <a16:creationId xmlns:a16="http://schemas.microsoft.com/office/drawing/2014/main" id="{EF218E0F-A8E5-2329-69DE-BB957532C9C5}"/>
                </a:ext>
              </a:extLst>
            </p:cNvPr>
            <p:cNvSpPr/>
            <p:nvPr/>
          </p:nvSpPr>
          <p:spPr>
            <a:xfrm>
              <a:off x="2201033" y="-610967"/>
              <a:ext cx="2952" cy="4541"/>
            </a:xfrm>
            <a:custGeom>
              <a:avLst/>
              <a:gdLst>
                <a:gd name="connsiteX0" fmla="*/ 1370 w 2952"/>
                <a:gd name="connsiteY0" fmla="*/ 900 h 4541"/>
                <a:gd name="connsiteX1" fmla="*/ 0 w 2952"/>
                <a:gd name="connsiteY1" fmla="*/ 3641 h 4541"/>
                <a:gd name="connsiteX2" fmla="*/ 1370 w 2952"/>
                <a:gd name="connsiteY2" fmla="*/ 2271 h 4541"/>
                <a:gd name="connsiteX3" fmla="*/ 1370 w 2952"/>
                <a:gd name="connsiteY3" fmla="*/ 900 h 4541"/>
              </a:gdLst>
              <a:ahLst/>
              <a:cxnLst>
                <a:cxn ang="0">
                  <a:pos x="connsiteX0" y="connsiteY0"/>
                </a:cxn>
                <a:cxn ang="0">
                  <a:pos x="connsiteX1" y="connsiteY1"/>
                </a:cxn>
                <a:cxn ang="0">
                  <a:pos x="connsiteX2" y="connsiteY2"/>
                </a:cxn>
                <a:cxn ang="0">
                  <a:pos x="connsiteX3" y="connsiteY3"/>
                </a:cxn>
              </a:cxnLst>
              <a:rect l="l" t="t" r="r" b="b"/>
              <a:pathLst>
                <a:path w="2952" h="4541">
                  <a:moveTo>
                    <a:pt x="1370" y="900"/>
                  </a:moveTo>
                  <a:cubicBezTo>
                    <a:pt x="1370" y="900"/>
                    <a:pt x="0" y="2271"/>
                    <a:pt x="0" y="3641"/>
                  </a:cubicBezTo>
                  <a:cubicBezTo>
                    <a:pt x="0" y="5011"/>
                    <a:pt x="1370" y="5011"/>
                    <a:pt x="1370" y="2271"/>
                  </a:cubicBezTo>
                  <a:cubicBezTo>
                    <a:pt x="4111" y="-470"/>
                    <a:pt x="2741" y="-470"/>
                    <a:pt x="1370" y="90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3" name="Freeform 12">
              <a:extLst>
                <a:ext uri="{FF2B5EF4-FFF2-40B4-BE49-F238E27FC236}">
                  <a16:creationId xmlns:a16="http://schemas.microsoft.com/office/drawing/2014/main" id="{44314C82-2414-8859-4C2F-B032DF3C570C}"/>
                </a:ext>
              </a:extLst>
            </p:cNvPr>
            <p:cNvSpPr/>
            <p:nvPr/>
          </p:nvSpPr>
          <p:spPr>
            <a:xfrm>
              <a:off x="2624487" y="-1069151"/>
              <a:ext cx="6049" cy="1979"/>
            </a:xfrm>
            <a:custGeom>
              <a:avLst/>
              <a:gdLst>
                <a:gd name="connsiteX0" fmla="*/ 0 w 6049"/>
                <a:gd name="connsiteY0" fmla="*/ 1370 h 1979"/>
                <a:gd name="connsiteX1" fmla="*/ 4111 w 6049"/>
                <a:gd name="connsiteY1" fmla="*/ 1370 h 1979"/>
                <a:gd name="connsiteX2" fmla="*/ 5482 w 6049"/>
                <a:gd name="connsiteY2" fmla="*/ 0 h 1979"/>
                <a:gd name="connsiteX3" fmla="*/ 1370 w 6049"/>
                <a:gd name="connsiteY3" fmla="*/ 0 h 1979"/>
                <a:gd name="connsiteX4" fmla="*/ 0 w 6049"/>
                <a:gd name="connsiteY4" fmla="*/ 1370 h 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 h="1979">
                  <a:moveTo>
                    <a:pt x="0" y="1370"/>
                  </a:moveTo>
                  <a:cubicBezTo>
                    <a:pt x="0" y="2741"/>
                    <a:pt x="1370" y="1370"/>
                    <a:pt x="4111" y="1370"/>
                  </a:cubicBezTo>
                  <a:cubicBezTo>
                    <a:pt x="5482" y="1370"/>
                    <a:pt x="6852" y="0"/>
                    <a:pt x="5482" y="0"/>
                  </a:cubicBezTo>
                  <a:cubicBezTo>
                    <a:pt x="5482" y="0"/>
                    <a:pt x="4111" y="0"/>
                    <a:pt x="1370" y="0"/>
                  </a:cubicBezTo>
                  <a:cubicBezTo>
                    <a:pt x="0" y="0"/>
                    <a:pt x="0" y="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4" name="Freeform 13">
              <a:extLst>
                <a:ext uri="{FF2B5EF4-FFF2-40B4-BE49-F238E27FC236}">
                  <a16:creationId xmlns:a16="http://schemas.microsoft.com/office/drawing/2014/main" id="{F909568E-E7EE-2B44-6DFD-5772E3F04CC4}"/>
                </a:ext>
              </a:extLst>
            </p:cNvPr>
            <p:cNvSpPr/>
            <p:nvPr/>
          </p:nvSpPr>
          <p:spPr>
            <a:xfrm>
              <a:off x="2251170" y="-677216"/>
              <a:ext cx="4208" cy="4111"/>
            </a:xfrm>
            <a:custGeom>
              <a:avLst/>
              <a:gdLst>
                <a:gd name="connsiteX0" fmla="*/ 568 w 4208"/>
                <a:gd name="connsiteY0" fmla="*/ 2741 h 4111"/>
                <a:gd name="connsiteX1" fmla="*/ 3308 w 4208"/>
                <a:gd name="connsiteY1" fmla="*/ 4111 h 4111"/>
                <a:gd name="connsiteX2" fmla="*/ 1938 w 4208"/>
                <a:gd name="connsiteY2" fmla="*/ 0 h 4111"/>
                <a:gd name="connsiteX3" fmla="*/ 568 w 4208"/>
                <a:gd name="connsiteY3" fmla="*/ 2741 h 4111"/>
              </a:gdLst>
              <a:ahLst/>
              <a:cxnLst>
                <a:cxn ang="0">
                  <a:pos x="connsiteX0" y="connsiteY0"/>
                </a:cxn>
                <a:cxn ang="0">
                  <a:pos x="connsiteX1" y="connsiteY1"/>
                </a:cxn>
                <a:cxn ang="0">
                  <a:pos x="connsiteX2" y="connsiteY2"/>
                </a:cxn>
                <a:cxn ang="0">
                  <a:pos x="connsiteX3" y="connsiteY3"/>
                </a:cxn>
              </a:cxnLst>
              <a:rect l="l" t="t" r="r" b="b"/>
              <a:pathLst>
                <a:path w="4208" h="4111">
                  <a:moveTo>
                    <a:pt x="568" y="2741"/>
                  </a:moveTo>
                  <a:cubicBezTo>
                    <a:pt x="568" y="4111"/>
                    <a:pt x="1938" y="4111"/>
                    <a:pt x="3308" y="4111"/>
                  </a:cubicBezTo>
                  <a:cubicBezTo>
                    <a:pt x="4679" y="2741"/>
                    <a:pt x="4679" y="0"/>
                    <a:pt x="1938" y="0"/>
                  </a:cubicBezTo>
                  <a:cubicBezTo>
                    <a:pt x="568" y="0"/>
                    <a:pt x="-803" y="1370"/>
                    <a:pt x="568"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7" name="Freeform 16">
              <a:extLst>
                <a:ext uri="{FF2B5EF4-FFF2-40B4-BE49-F238E27FC236}">
                  <a16:creationId xmlns:a16="http://schemas.microsoft.com/office/drawing/2014/main" id="{C816161C-0B8B-A20B-FE4C-851779F0151D}"/>
                </a:ext>
              </a:extLst>
            </p:cNvPr>
            <p:cNvSpPr/>
            <p:nvPr/>
          </p:nvSpPr>
          <p:spPr>
            <a:xfrm>
              <a:off x="2178742" y="-1107180"/>
              <a:ext cx="596489" cy="551929"/>
            </a:xfrm>
            <a:custGeom>
              <a:avLst/>
              <a:gdLst>
                <a:gd name="connsiteX0" fmla="*/ 432041 w 596489"/>
                <a:gd name="connsiteY0" fmla="*/ 32547 h 551929"/>
                <a:gd name="connsiteX1" fmla="*/ 441634 w 596489"/>
                <a:gd name="connsiteY1" fmla="*/ 33917 h 551929"/>
                <a:gd name="connsiteX2" fmla="*/ 456708 w 596489"/>
                <a:gd name="connsiteY2" fmla="*/ 32547 h 551929"/>
                <a:gd name="connsiteX3" fmla="*/ 460820 w 596489"/>
                <a:gd name="connsiteY3" fmla="*/ 31177 h 551929"/>
                <a:gd name="connsiteX4" fmla="*/ 460820 w 596489"/>
                <a:gd name="connsiteY4" fmla="*/ 33917 h 551929"/>
                <a:gd name="connsiteX5" fmla="*/ 467672 w 596489"/>
                <a:gd name="connsiteY5" fmla="*/ 36658 h 551929"/>
                <a:gd name="connsiteX6" fmla="*/ 477264 w 596489"/>
                <a:gd name="connsiteY6" fmla="*/ 36658 h 551929"/>
                <a:gd name="connsiteX7" fmla="*/ 481376 w 596489"/>
                <a:gd name="connsiteY7" fmla="*/ 35288 h 551929"/>
                <a:gd name="connsiteX8" fmla="*/ 482746 w 596489"/>
                <a:gd name="connsiteY8" fmla="*/ 36658 h 551929"/>
                <a:gd name="connsiteX9" fmla="*/ 484116 w 596489"/>
                <a:gd name="connsiteY9" fmla="*/ 38029 h 551929"/>
                <a:gd name="connsiteX10" fmla="*/ 500561 w 596489"/>
                <a:gd name="connsiteY10" fmla="*/ 40769 h 551929"/>
                <a:gd name="connsiteX11" fmla="*/ 504672 w 596489"/>
                <a:gd name="connsiteY11" fmla="*/ 43510 h 551929"/>
                <a:gd name="connsiteX12" fmla="*/ 497820 w 596489"/>
                <a:gd name="connsiteY12" fmla="*/ 43510 h 551929"/>
                <a:gd name="connsiteX13" fmla="*/ 493709 w 596489"/>
                <a:gd name="connsiteY13" fmla="*/ 43510 h 551929"/>
                <a:gd name="connsiteX14" fmla="*/ 504672 w 596489"/>
                <a:gd name="connsiteY14" fmla="*/ 48992 h 551929"/>
                <a:gd name="connsiteX15" fmla="*/ 552636 w 596489"/>
                <a:gd name="connsiteY15" fmla="*/ 62696 h 551929"/>
                <a:gd name="connsiteX16" fmla="*/ 559488 w 596489"/>
                <a:gd name="connsiteY16" fmla="*/ 65437 h 551929"/>
                <a:gd name="connsiteX17" fmla="*/ 564970 w 596489"/>
                <a:gd name="connsiteY17" fmla="*/ 68178 h 551929"/>
                <a:gd name="connsiteX18" fmla="*/ 570452 w 596489"/>
                <a:gd name="connsiteY18" fmla="*/ 73659 h 551929"/>
                <a:gd name="connsiteX19" fmla="*/ 574563 w 596489"/>
                <a:gd name="connsiteY19" fmla="*/ 81882 h 551929"/>
                <a:gd name="connsiteX20" fmla="*/ 555377 w 596489"/>
                <a:gd name="connsiteY20" fmla="*/ 116142 h 551929"/>
                <a:gd name="connsiteX21" fmla="*/ 548525 w 596489"/>
                <a:gd name="connsiteY21" fmla="*/ 128475 h 551929"/>
                <a:gd name="connsiteX22" fmla="*/ 551266 w 596489"/>
                <a:gd name="connsiteY22" fmla="*/ 127105 h 551929"/>
                <a:gd name="connsiteX23" fmla="*/ 554007 w 596489"/>
                <a:gd name="connsiteY23" fmla="*/ 125734 h 551929"/>
                <a:gd name="connsiteX24" fmla="*/ 566340 w 596489"/>
                <a:gd name="connsiteY24" fmla="*/ 120253 h 551929"/>
                <a:gd name="connsiteX25" fmla="*/ 574563 w 596489"/>
                <a:gd name="connsiteY25" fmla="*/ 114771 h 551929"/>
                <a:gd name="connsiteX26" fmla="*/ 577304 w 596489"/>
                <a:gd name="connsiteY26" fmla="*/ 117512 h 551929"/>
                <a:gd name="connsiteX27" fmla="*/ 578674 w 596489"/>
                <a:gd name="connsiteY27" fmla="*/ 117512 h 551929"/>
                <a:gd name="connsiteX28" fmla="*/ 580044 w 596489"/>
                <a:gd name="connsiteY28" fmla="*/ 116142 h 551929"/>
                <a:gd name="connsiteX29" fmla="*/ 584156 w 596489"/>
                <a:gd name="connsiteY29" fmla="*/ 117512 h 551929"/>
                <a:gd name="connsiteX30" fmla="*/ 589637 w 596489"/>
                <a:gd name="connsiteY30" fmla="*/ 114771 h 551929"/>
                <a:gd name="connsiteX31" fmla="*/ 592378 w 596489"/>
                <a:gd name="connsiteY31" fmla="*/ 112030 h 551929"/>
                <a:gd name="connsiteX32" fmla="*/ 595119 w 596489"/>
                <a:gd name="connsiteY32" fmla="*/ 106549 h 551929"/>
                <a:gd name="connsiteX33" fmla="*/ 596489 w 596489"/>
                <a:gd name="connsiteY33" fmla="*/ 101067 h 551929"/>
                <a:gd name="connsiteX34" fmla="*/ 592378 w 596489"/>
                <a:gd name="connsiteY34" fmla="*/ 84622 h 551929"/>
                <a:gd name="connsiteX35" fmla="*/ 591008 w 596489"/>
                <a:gd name="connsiteY35" fmla="*/ 76400 h 551929"/>
                <a:gd name="connsiteX36" fmla="*/ 566340 w 596489"/>
                <a:gd name="connsiteY36" fmla="*/ 39399 h 551929"/>
                <a:gd name="connsiteX37" fmla="*/ 530710 w 596489"/>
                <a:gd name="connsiteY37" fmla="*/ 18843 h 551929"/>
                <a:gd name="connsiteX38" fmla="*/ 518376 w 596489"/>
                <a:gd name="connsiteY38" fmla="*/ 14732 h 551929"/>
                <a:gd name="connsiteX39" fmla="*/ 488228 w 596489"/>
                <a:gd name="connsiteY39" fmla="*/ 7880 h 551929"/>
                <a:gd name="connsiteX40" fmla="*/ 437523 w 596489"/>
                <a:gd name="connsiteY40" fmla="*/ 2398 h 551929"/>
                <a:gd name="connsiteX41" fmla="*/ 427930 w 596489"/>
                <a:gd name="connsiteY41" fmla="*/ 2398 h 551929"/>
                <a:gd name="connsiteX42" fmla="*/ 386818 w 596489"/>
                <a:gd name="connsiteY42" fmla="*/ 2398 h 551929"/>
                <a:gd name="connsiteX43" fmla="*/ 370373 w 596489"/>
                <a:gd name="connsiteY43" fmla="*/ 1028 h 551929"/>
                <a:gd name="connsiteX44" fmla="*/ 369003 w 596489"/>
                <a:gd name="connsiteY44" fmla="*/ 1028 h 551929"/>
                <a:gd name="connsiteX45" fmla="*/ 362151 w 596489"/>
                <a:gd name="connsiteY45" fmla="*/ 2398 h 551929"/>
                <a:gd name="connsiteX46" fmla="*/ 338854 w 596489"/>
                <a:gd name="connsiteY46" fmla="*/ 3769 h 551929"/>
                <a:gd name="connsiteX47" fmla="*/ 323779 w 596489"/>
                <a:gd name="connsiteY47" fmla="*/ 5139 h 551929"/>
                <a:gd name="connsiteX48" fmla="*/ 281297 w 596489"/>
                <a:gd name="connsiteY48" fmla="*/ 10621 h 551929"/>
                <a:gd name="connsiteX49" fmla="*/ 268963 w 596489"/>
                <a:gd name="connsiteY49" fmla="*/ 11991 h 551929"/>
                <a:gd name="connsiteX50" fmla="*/ 259370 w 596489"/>
                <a:gd name="connsiteY50" fmla="*/ 13361 h 551929"/>
                <a:gd name="connsiteX51" fmla="*/ 249778 w 596489"/>
                <a:gd name="connsiteY51" fmla="*/ 14732 h 551929"/>
                <a:gd name="connsiteX52" fmla="*/ 245666 w 596489"/>
                <a:gd name="connsiteY52" fmla="*/ 13361 h 551929"/>
                <a:gd name="connsiteX53" fmla="*/ 241555 w 596489"/>
                <a:gd name="connsiteY53" fmla="*/ 10621 h 551929"/>
                <a:gd name="connsiteX54" fmla="*/ 237444 w 596489"/>
                <a:gd name="connsiteY54" fmla="*/ 14732 h 551929"/>
                <a:gd name="connsiteX55" fmla="*/ 233333 w 596489"/>
                <a:gd name="connsiteY55" fmla="*/ 16102 h 551929"/>
                <a:gd name="connsiteX56" fmla="*/ 210036 w 596489"/>
                <a:gd name="connsiteY56" fmla="*/ 18843 h 551929"/>
                <a:gd name="connsiteX57" fmla="*/ 204554 w 596489"/>
                <a:gd name="connsiteY57" fmla="*/ 18843 h 551929"/>
                <a:gd name="connsiteX58" fmla="*/ 197702 w 596489"/>
                <a:gd name="connsiteY58" fmla="*/ 18843 h 551929"/>
                <a:gd name="connsiteX59" fmla="*/ 185369 w 596489"/>
                <a:gd name="connsiteY59" fmla="*/ 21584 h 551929"/>
                <a:gd name="connsiteX60" fmla="*/ 151109 w 596489"/>
                <a:gd name="connsiteY60" fmla="*/ 25695 h 551929"/>
                <a:gd name="connsiteX61" fmla="*/ 142886 w 596489"/>
                <a:gd name="connsiteY61" fmla="*/ 25695 h 551929"/>
                <a:gd name="connsiteX62" fmla="*/ 142886 w 596489"/>
                <a:gd name="connsiteY62" fmla="*/ 25695 h 551929"/>
                <a:gd name="connsiteX63" fmla="*/ 136034 w 596489"/>
                <a:gd name="connsiteY63" fmla="*/ 28436 h 551929"/>
                <a:gd name="connsiteX64" fmla="*/ 83959 w 596489"/>
                <a:gd name="connsiteY64" fmla="*/ 32547 h 551929"/>
                <a:gd name="connsiteX65" fmla="*/ 55181 w 596489"/>
                <a:gd name="connsiteY65" fmla="*/ 33917 h 551929"/>
                <a:gd name="connsiteX66" fmla="*/ 34625 w 596489"/>
                <a:gd name="connsiteY66" fmla="*/ 33917 h 551929"/>
                <a:gd name="connsiteX67" fmla="*/ 23661 w 596489"/>
                <a:gd name="connsiteY67" fmla="*/ 32547 h 551929"/>
                <a:gd name="connsiteX68" fmla="*/ 23661 w 596489"/>
                <a:gd name="connsiteY68" fmla="*/ 28436 h 551929"/>
                <a:gd name="connsiteX69" fmla="*/ 16809 w 596489"/>
                <a:gd name="connsiteY69" fmla="*/ 22954 h 551929"/>
                <a:gd name="connsiteX70" fmla="*/ 365 w 596489"/>
                <a:gd name="connsiteY70" fmla="*/ 24325 h 551929"/>
                <a:gd name="connsiteX71" fmla="*/ 4476 w 596489"/>
                <a:gd name="connsiteY71" fmla="*/ 65437 h 551929"/>
                <a:gd name="connsiteX72" fmla="*/ 23661 w 596489"/>
                <a:gd name="connsiteY72" fmla="*/ 83252 h 551929"/>
                <a:gd name="connsiteX73" fmla="*/ 49699 w 596489"/>
                <a:gd name="connsiteY73" fmla="*/ 85993 h 551929"/>
                <a:gd name="connsiteX74" fmla="*/ 92181 w 596489"/>
                <a:gd name="connsiteY74" fmla="*/ 81882 h 551929"/>
                <a:gd name="connsiteX75" fmla="*/ 108626 w 596489"/>
                <a:gd name="connsiteY75" fmla="*/ 79141 h 551929"/>
                <a:gd name="connsiteX76" fmla="*/ 129182 w 596489"/>
                <a:gd name="connsiteY76" fmla="*/ 75030 h 551929"/>
                <a:gd name="connsiteX77" fmla="*/ 190850 w 596489"/>
                <a:gd name="connsiteY77" fmla="*/ 64066 h 551929"/>
                <a:gd name="connsiteX78" fmla="*/ 200443 w 596489"/>
                <a:gd name="connsiteY78" fmla="*/ 62696 h 551929"/>
                <a:gd name="connsiteX79" fmla="*/ 211406 w 596489"/>
                <a:gd name="connsiteY79" fmla="*/ 61325 h 551929"/>
                <a:gd name="connsiteX80" fmla="*/ 229222 w 596489"/>
                <a:gd name="connsiteY80" fmla="*/ 58585 h 551929"/>
                <a:gd name="connsiteX81" fmla="*/ 253889 w 596489"/>
                <a:gd name="connsiteY81" fmla="*/ 54473 h 551929"/>
                <a:gd name="connsiteX82" fmla="*/ 271704 w 596489"/>
                <a:gd name="connsiteY82" fmla="*/ 51733 h 551929"/>
                <a:gd name="connsiteX83" fmla="*/ 275815 w 596489"/>
                <a:gd name="connsiteY83" fmla="*/ 48992 h 551929"/>
                <a:gd name="connsiteX84" fmla="*/ 277186 w 596489"/>
                <a:gd name="connsiteY84" fmla="*/ 47621 h 551929"/>
                <a:gd name="connsiteX85" fmla="*/ 278556 w 596489"/>
                <a:gd name="connsiteY85" fmla="*/ 48992 h 551929"/>
                <a:gd name="connsiteX86" fmla="*/ 281297 w 596489"/>
                <a:gd name="connsiteY86" fmla="*/ 50362 h 551929"/>
                <a:gd name="connsiteX87" fmla="*/ 286778 w 596489"/>
                <a:gd name="connsiteY87" fmla="*/ 47621 h 551929"/>
                <a:gd name="connsiteX88" fmla="*/ 285408 w 596489"/>
                <a:gd name="connsiteY88" fmla="*/ 46251 h 551929"/>
                <a:gd name="connsiteX89" fmla="*/ 285408 w 596489"/>
                <a:gd name="connsiteY89" fmla="*/ 44881 h 551929"/>
                <a:gd name="connsiteX90" fmla="*/ 288149 w 596489"/>
                <a:gd name="connsiteY90" fmla="*/ 43510 h 551929"/>
                <a:gd name="connsiteX91" fmla="*/ 290890 w 596489"/>
                <a:gd name="connsiteY91" fmla="*/ 42140 h 551929"/>
                <a:gd name="connsiteX92" fmla="*/ 300483 w 596489"/>
                <a:gd name="connsiteY92" fmla="*/ 39399 h 551929"/>
                <a:gd name="connsiteX93" fmla="*/ 293630 w 596489"/>
                <a:gd name="connsiteY93" fmla="*/ 46251 h 551929"/>
                <a:gd name="connsiteX94" fmla="*/ 290890 w 596489"/>
                <a:gd name="connsiteY94" fmla="*/ 46251 h 551929"/>
                <a:gd name="connsiteX95" fmla="*/ 292260 w 596489"/>
                <a:gd name="connsiteY95" fmla="*/ 47621 h 551929"/>
                <a:gd name="connsiteX96" fmla="*/ 293630 w 596489"/>
                <a:gd name="connsiteY96" fmla="*/ 47621 h 551929"/>
                <a:gd name="connsiteX97" fmla="*/ 211406 w 596489"/>
                <a:gd name="connsiteY97" fmla="*/ 153142 h 551929"/>
                <a:gd name="connsiteX98" fmla="*/ 138775 w 596489"/>
                <a:gd name="connsiteY98" fmla="*/ 264145 h 551929"/>
                <a:gd name="connsiteX99" fmla="*/ 140145 w 596489"/>
                <a:gd name="connsiteY99" fmla="*/ 262775 h 551929"/>
                <a:gd name="connsiteX100" fmla="*/ 148368 w 596489"/>
                <a:gd name="connsiteY100" fmla="*/ 253182 h 551929"/>
                <a:gd name="connsiteX101" fmla="*/ 160701 w 596489"/>
                <a:gd name="connsiteY101" fmla="*/ 236737 h 551929"/>
                <a:gd name="connsiteX102" fmla="*/ 168924 w 596489"/>
                <a:gd name="connsiteY102" fmla="*/ 225774 h 551929"/>
                <a:gd name="connsiteX103" fmla="*/ 170294 w 596489"/>
                <a:gd name="connsiteY103" fmla="*/ 221662 h 551929"/>
                <a:gd name="connsiteX104" fmla="*/ 175776 w 596489"/>
                <a:gd name="connsiteY104" fmla="*/ 213440 h 551929"/>
                <a:gd name="connsiteX105" fmla="*/ 194962 w 596489"/>
                <a:gd name="connsiteY105" fmla="*/ 188773 h 551929"/>
                <a:gd name="connsiteX106" fmla="*/ 234703 w 596489"/>
                <a:gd name="connsiteY106" fmla="*/ 135327 h 551929"/>
                <a:gd name="connsiteX107" fmla="*/ 256630 w 596489"/>
                <a:gd name="connsiteY107" fmla="*/ 107919 h 551929"/>
                <a:gd name="connsiteX108" fmla="*/ 263482 w 596489"/>
                <a:gd name="connsiteY108" fmla="*/ 98326 h 551929"/>
                <a:gd name="connsiteX109" fmla="*/ 266222 w 596489"/>
                <a:gd name="connsiteY109" fmla="*/ 95586 h 551929"/>
                <a:gd name="connsiteX110" fmla="*/ 249778 w 596489"/>
                <a:gd name="connsiteY110" fmla="*/ 120253 h 551929"/>
                <a:gd name="connsiteX111" fmla="*/ 245666 w 596489"/>
                <a:gd name="connsiteY111" fmla="*/ 125734 h 551929"/>
                <a:gd name="connsiteX112" fmla="*/ 242926 w 596489"/>
                <a:gd name="connsiteY112" fmla="*/ 129846 h 551929"/>
                <a:gd name="connsiteX113" fmla="*/ 240185 w 596489"/>
                <a:gd name="connsiteY113" fmla="*/ 135327 h 551929"/>
                <a:gd name="connsiteX114" fmla="*/ 237444 w 596489"/>
                <a:gd name="connsiteY114" fmla="*/ 139438 h 551929"/>
                <a:gd name="connsiteX115" fmla="*/ 234703 w 596489"/>
                <a:gd name="connsiteY115" fmla="*/ 142179 h 551929"/>
                <a:gd name="connsiteX116" fmla="*/ 222370 w 596489"/>
                <a:gd name="connsiteY116" fmla="*/ 159994 h 551929"/>
                <a:gd name="connsiteX117" fmla="*/ 219629 w 596489"/>
                <a:gd name="connsiteY117" fmla="*/ 164106 h 551929"/>
                <a:gd name="connsiteX118" fmla="*/ 214147 w 596489"/>
                <a:gd name="connsiteY118" fmla="*/ 172328 h 551929"/>
                <a:gd name="connsiteX119" fmla="*/ 207295 w 596489"/>
                <a:gd name="connsiteY119" fmla="*/ 181921 h 551929"/>
                <a:gd name="connsiteX120" fmla="*/ 199073 w 596489"/>
                <a:gd name="connsiteY120" fmla="*/ 195625 h 551929"/>
                <a:gd name="connsiteX121" fmla="*/ 193591 w 596489"/>
                <a:gd name="connsiteY121" fmla="*/ 205218 h 551929"/>
                <a:gd name="connsiteX122" fmla="*/ 189480 w 596489"/>
                <a:gd name="connsiteY122" fmla="*/ 212070 h 551929"/>
                <a:gd name="connsiteX123" fmla="*/ 179887 w 596489"/>
                <a:gd name="connsiteY123" fmla="*/ 225774 h 551929"/>
                <a:gd name="connsiteX124" fmla="*/ 175776 w 596489"/>
                <a:gd name="connsiteY124" fmla="*/ 229885 h 551929"/>
                <a:gd name="connsiteX125" fmla="*/ 171665 w 596489"/>
                <a:gd name="connsiteY125" fmla="*/ 233996 h 551929"/>
                <a:gd name="connsiteX126" fmla="*/ 171665 w 596489"/>
                <a:gd name="connsiteY126" fmla="*/ 239478 h 551929"/>
                <a:gd name="connsiteX127" fmla="*/ 163442 w 596489"/>
                <a:gd name="connsiteY127" fmla="*/ 250441 h 551929"/>
                <a:gd name="connsiteX128" fmla="*/ 162072 w 596489"/>
                <a:gd name="connsiteY128" fmla="*/ 254552 h 551929"/>
                <a:gd name="connsiteX129" fmla="*/ 155220 w 596489"/>
                <a:gd name="connsiteY129" fmla="*/ 264145 h 551929"/>
                <a:gd name="connsiteX130" fmla="*/ 149738 w 596489"/>
                <a:gd name="connsiteY130" fmla="*/ 272367 h 551929"/>
                <a:gd name="connsiteX131" fmla="*/ 151109 w 596489"/>
                <a:gd name="connsiteY131" fmla="*/ 273738 h 551929"/>
                <a:gd name="connsiteX132" fmla="*/ 149738 w 596489"/>
                <a:gd name="connsiteY132" fmla="*/ 275108 h 551929"/>
                <a:gd name="connsiteX133" fmla="*/ 144257 w 596489"/>
                <a:gd name="connsiteY133" fmla="*/ 280590 h 551929"/>
                <a:gd name="connsiteX134" fmla="*/ 138775 w 596489"/>
                <a:gd name="connsiteY134" fmla="*/ 287442 h 551929"/>
                <a:gd name="connsiteX135" fmla="*/ 138775 w 596489"/>
                <a:gd name="connsiteY135" fmla="*/ 288812 h 551929"/>
                <a:gd name="connsiteX136" fmla="*/ 137405 w 596489"/>
                <a:gd name="connsiteY136" fmla="*/ 291553 h 551929"/>
                <a:gd name="connsiteX137" fmla="*/ 133293 w 596489"/>
                <a:gd name="connsiteY137" fmla="*/ 298405 h 551929"/>
                <a:gd name="connsiteX138" fmla="*/ 109997 w 596489"/>
                <a:gd name="connsiteY138" fmla="*/ 339517 h 551929"/>
                <a:gd name="connsiteX139" fmla="*/ 105885 w 596489"/>
                <a:gd name="connsiteY139" fmla="*/ 349110 h 551929"/>
                <a:gd name="connsiteX140" fmla="*/ 104515 w 596489"/>
                <a:gd name="connsiteY140" fmla="*/ 350480 h 551929"/>
                <a:gd name="connsiteX141" fmla="*/ 101774 w 596489"/>
                <a:gd name="connsiteY141" fmla="*/ 353221 h 551929"/>
                <a:gd name="connsiteX142" fmla="*/ 94922 w 596489"/>
                <a:gd name="connsiteY142" fmla="*/ 366925 h 551929"/>
                <a:gd name="connsiteX143" fmla="*/ 90811 w 596489"/>
                <a:gd name="connsiteY143" fmla="*/ 375148 h 551929"/>
                <a:gd name="connsiteX144" fmla="*/ 89441 w 596489"/>
                <a:gd name="connsiteY144" fmla="*/ 377888 h 551929"/>
                <a:gd name="connsiteX145" fmla="*/ 86700 w 596489"/>
                <a:gd name="connsiteY145" fmla="*/ 384740 h 551929"/>
                <a:gd name="connsiteX146" fmla="*/ 71625 w 596489"/>
                <a:gd name="connsiteY146" fmla="*/ 410778 h 551929"/>
                <a:gd name="connsiteX147" fmla="*/ 70255 w 596489"/>
                <a:gd name="connsiteY147" fmla="*/ 416260 h 551929"/>
                <a:gd name="connsiteX148" fmla="*/ 67514 w 596489"/>
                <a:gd name="connsiteY148" fmla="*/ 423112 h 551929"/>
                <a:gd name="connsiteX149" fmla="*/ 37365 w 596489"/>
                <a:gd name="connsiteY149" fmla="*/ 501224 h 551929"/>
                <a:gd name="connsiteX150" fmla="*/ 35995 w 596489"/>
                <a:gd name="connsiteY150" fmla="*/ 503965 h 551929"/>
                <a:gd name="connsiteX151" fmla="*/ 34625 w 596489"/>
                <a:gd name="connsiteY151" fmla="*/ 508076 h 551929"/>
                <a:gd name="connsiteX152" fmla="*/ 33254 w 596489"/>
                <a:gd name="connsiteY152" fmla="*/ 505336 h 551929"/>
                <a:gd name="connsiteX153" fmla="*/ 35995 w 596489"/>
                <a:gd name="connsiteY153" fmla="*/ 487520 h 551929"/>
                <a:gd name="connsiteX154" fmla="*/ 37365 w 596489"/>
                <a:gd name="connsiteY154" fmla="*/ 484780 h 551929"/>
                <a:gd name="connsiteX155" fmla="*/ 38736 w 596489"/>
                <a:gd name="connsiteY155" fmla="*/ 475187 h 551929"/>
                <a:gd name="connsiteX156" fmla="*/ 38736 w 596489"/>
                <a:gd name="connsiteY156" fmla="*/ 471076 h 551929"/>
                <a:gd name="connsiteX157" fmla="*/ 34625 w 596489"/>
                <a:gd name="connsiteY157" fmla="*/ 473816 h 551929"/>
                <a:gd name="connsiteX158" fmla="*/ 30513 w 596489"/>
                <a:gd name="connsiteY158" fmla="*/ 516299 h 551929"/>
                <a:gd name="connsiteX159" fmla="*/ 37365 w 596489"/>
                <a:gd name="connsiteY159" fmla="*/ 527262 h 551929"/>
                <a:gd name="connsiteX160" fmla="*/ 53810 w 596489"/>
                <a:gd name="connsiteY160" fmla="*/ 543707 h 551929"/>
                <a:gd name="connsiteX161" fmla="*/ 59292 w 596489"/>
                <a:gd name="connsiteY161" fmla="*/ 547818 h 551929"/>
                <a:gd name="connsiteX162" fmla="*/ 75737 w 596489"/>
                <a:gd name="connsiteY162" fmla="*/ 551929 h 551929"/>
                <a:gd name="connsiteX163" fmla="*/ 82589 w 596489"/>
                <a:gd name="connsiteY163" fmla="*/ 546448 h 551929"/>
                <a:gd name="connsiteX164" fmla="*/ 89441 w 596489"/>
                <a:gd name="connsiteY164" fmla="*/ 540966 h 551929"/>
                <a:gd name="connsiteX165" fmla="*/ 92181 w 596489"/>
                <a:gd name="connsiteY165" fmla="*/ 538225 h 551929"/>
                <a:gd name="connsiteX166" fmla="*/ 94922 w 596489"/>
                <a:gd name="connsiteY166" fmla="*/ 535485 h 551929"/>
                <a:gd name="connsiteX167" fmla="*/ 103145 w 596489"/>
                <a:gd name="connsiteY167" fmla="*/ 523151 h 551929"/>
                <a:gd name="connsiteX168" fmla="*/ 86700 w 596489"/>
                <a:gd name="connsiteY168" fmla="*/ 527262 h 551929"/>
                <a:gd name="connsiteX169" fmla="*/ 67514 w 596489"/>
                <a:gd name="connsiteY169" fmla="*/ 534114 h 551929"/>
                <a:gd name="connsiteX170" fmla="*/ 62033 w 596489"/>
                <a:gd name="connsiteY170" fmla="*/ 531373 h 551929"/>
                <a:gd name="connsiteX171" fmla="*/ 63403 w 596489"/>
                <a:gd name="connsiteY171" fmla="*/ 513558 h 551929"/>
                <a:gd name="connsiteX172" fmla="*/ 70255 w 596489"/>
                <a:gd name="connsiteY172" fmla="*/ 493002 h 551929"/>
                <a:gd name="connsiteX173" fmla="*/ 71625 w 596489"/>
                <a:gd name="connsiteY173" fmla="*/ 482039 h 551929"/>
                <a:gd name="connsiteX174" fmla="*/ 72996 w 596489"/>
                <a:gd name="connsiteY174" fmla="*/ 477928 h 551929"/>
                <a:gd name="connsiteX175" fmla="*/ 75737 w 596489"/>
                <a:gd name="connsiteY175" fmla="*/ 476557 h 551929"/>
                <a:gd name="connsiteX176" fmla="*/ 79848 w 596489"/>
                <a:gd name="connsiteY176" fmla="*/ 466964 h 551929"/>
                <a:gd name="connsiteX177" fmla="*/ 83959 w 596489"/>
                <a:gd name="connsiteY177" fmla="*/ 460112 h 551929"/>
                <a:gd name="connsiteX178" fmla="*/ 85329 w 596489"/>
                <a:gd name="connsiteY178" fmla="*/ 456001 h 551929"/>
                <a:gd name="connsiteX179" fmla="*/ 86700 w 596489"/>
                <a:gd name="connsiteY179" fmla="*/ 447779 h 551929"/>
                <a:gd name="connsiteX180" fmla="*/ 88070 w 596489"/>
                <a:gd name="connsiteY180" fmla="*/ 445038 h 551929"/>
                <a:gd name="connsiteX181" fmla="*/ 96293 w 596489"/>
                <a:gd name="connsiteY181" fmla="*/ 425852 h 551929"/>
                <a:gd name="connsiteX182" fmla="*/ 96293 w 596489"/>
                <a:gd name="connsiteY182" fmla="*/ 424482 h 551929"/>
                <a:gd name="connsiteX183" fmla="*/ 104515 w 596489"/>
                <a:gd name="connsiteY183" fmla="*/ 406667 h 551929"/>
                <a:gd name="connsiteX184" fmla="*/ 104515 w 596489"/>
                <a:gd name="connsiteY184" fmla="*/ 403926 h 551929"/>
                <a:gd name="connsiteX185" fmla="*/ 103145 w 596489"/>
                <a:gd name="connsiteY185" fmla="*/ 401185 h 551929"/>
                <a:gd name="connsiteX186" fmla="*/ 97663 w 596489"/>
                <a:gd name="connsiteY186" fmla="*/ 403926 h 551929"/>
                <a:gd name="connsiteX187" fmla="*/ 97663 w 596489"/>
                <a:gd name="connsiteY187" fmla="*/ 406667 h 551929"/>
                <a:gd name="connsiteX188" fmla="*/ 99033 w 596489"/>
                <a:gd name="connsiteY188" fmla="*/ 408037 h 551929"/>
                <a:gd name="connsiteX189" fmla="*/ 96293 w 596489"/>
                <a:gd name="connsiteY189" fmla="*/ 409408 h 551929"/>
                <a:gd name="connsiteX190" fmla="*/ 94922 w 596489"/>
                <a:gd name="connsiteY190" fmla="*/ 409408 h 551929"/>
                <a:gd name="connsiteX191" fmla="*/ 94922 w 596489"/>
                <a:gd name="connsiteY191" fmla="*/ 419000 h 551929"/>
                <a:gd name="connsiteX192" fmla="*/ 96293 w 596489"/>
                <a:gd name="connsiteY192" fmla="*/ 420371 h 551929"/>
                <a:gd name="connsiteX193" fmla="*/ 92181 w 596489"/>
                <a:gd name="connsiteY193" fmla="*/ 420371 h 551929"/>
                <a:gd name="connsiteX194" fmla="*/ 85329 w 596489"/>
                <a:gd name="connsiteY194" fmla="*/ 421741 h 551929"/>
                <a:gd name="connsiteX195" fmla="*/ 86700 w 596489"/>
                <a:gd name="connsiteY195" fmla="*/ 421741 h 551929"/>
                <a:gd name="connsiteX196" fmla="*/ 86700 w 596489"/>
                <a:gd name="connsiteY196" fmla="*/ 423112 h 551929"/>
                <a:gd name="connsiteX197" fmla="*/ 85329 w 596489"/>
                <a:gd name="connsiteY197" fmla="*/ 428593 h 551929"/>
                <a:gd name="connsiteX198" fmla="*/ 88070 w 596489"/>
                <a:gd name="connsiteY198" fmla="*/ 428593 h 551929"/>
                <a:gd name="connsiteX199" fmla="*/ 90811 w 596489"/>
                <a:gd name="connsiteY199" fmla="*/ 427223 h 551929"/>
                <a:gd name="connsiteX200" fmla="*/ 90811 w 596489"/>
                <a:gd name="connsiteY200" fmla="*/ 428593 h 551929"/>
                <a:gd name="connsiteX201" fmla="*/ 86700 w 596489"/>
                <a:gd name="connsiteY201" fmla="*/ 434075 h 551929"/>
                <a:gd name="connsiteX202" fmla="*/ 82589 w 596489"/>
                <a:gd name="connsiteY202" fmla="*/ 438186 h 551929"/>
                <a:gd name="connsiteX203" fmla="*/ 81218 w 596489"/>
                <a:gd name="connsiteY203" fmla="*/ 438186 h 551929"/>
                <a:gd name="connsiteX204" fmla="*/ 79848 w 596489"/>
                <a:gd name="connsiteY204" fmla="*/ 440927 h 551929"/>
                <a:gd name="connsiteX205" fmla="*/ 77107 w 596489"/>
                <a:gd name="connsiteY205" fmla="*/ 450520 h 551929"/>
                <a:gd name="connsiteX206" fmla="*/ 75737 w 596489"/>
                <a:gd name="connsiteY206" fmla="*/ 451890 h 551929"/>
                <a:gd name="connsiteX207" fmla="*/ 72996 w 596489"/>
                <a:gd name="connsiteY207" fmla="*/ 450520 h 551929"/>
                <a:gd name="connsiteX208" fmla="*/ 72996 w 596489"/>
                <a:gd name="connsiteY208" fmla="*/ 453260 h 551929"/>
                <a:gd name="connsiteX209" fmla="*/ 72996 w 596489"/>
                <a:gd name="connsiteY209" fmla="*/ 456001 h 551929"/>
                <a:gd name="connsiteX210" fmla="*/ 70255 w 596489"/>
                <a:gd name="connsiteY210" fmla="*/ 458742 h 551929"/>
                <a:gd name="connsiteX211" fmla="*/ 68885 w 596489"/>
                <a:gd name="connsiteY211" fmla="*/ 462853 h 551929"/>
                <a:gd name="connsiteX212" fmla="*/ 66144 w 596489"/>
                <a:gd name="connsiteY212" fmla="*/ 466964 h 551929"/>
                <a:gd name="connsiteX213" fmla="*/ 66144 w 596489"/>
                <a:gd name="connsiteY213" fmla="*/ 460112 h 551929"/>
                <a:gd name="connsiteX214" fmla="*/ 70255 w 596489"/>
                <a:gd name="connsiteY214" fmla="*/ 450520 h 551929"/>
                <a:gd name="connsiteX215" fmla="*/ 74366 w 596489"/>
                <a:gd name="connsiteY215" fmla="*/ 443668 h 551929"/>
                <a:gd name="connsiteX216" fmla="*/ 77107 w 596489"/>
                <a:gd name="connsiteY216" fmla="*/ 439556 h 551929"/>
                <a:gd name="connsiteX217" fmla="*/ 79848 w 596489"/>
                <a:gd name="connsiteY217" fmla="*/ 436816 h 551929"/>
                <a:gd name="connsiteX218" fmla="*/ 81218 w 596489"/>
                <a:gd name="connsiteY218" fmla="*/ 434075 h 551929"/>
                <a:gd name="connsiteX219" fmla="*/ 81218 w 596489"/>
                <a:gd name="connsiteY219" fmla="*/ 429964 h 551929"/>
                <a:gd name="connsiteX220" fmla="*/ 82589 w 596489"/>
                <a:gd name="connsiteY220" fmla="*/ 427223 h 551929"/>
                <a:gd name="connsiteX221" fmla="*/ 83959 w 596489"/>
                <a:gd name="connsiteY221" fmla="*/ 424482 h 551929"/>
                <a:gd name="connsiteX222" fmla="*/ 88070 w 596489"/>
                <a:gd name="connsiteY222" fmla="*/ 416260 h 551929"/>
                <a:gd name="connsiteX223" fmla="*/ 88070 w 596489"/>
                <a:gd name="connsiteY223" fmla="*/ 409408 h 551929"/>
                <a:gd name="connsiteX224" fmla="*/ 90811 w 596489"/>
                <a:gd name="connsiteY224" fmla="*/ 413519 h 551929"/>
                <a:gd name="connsiteX225" fmla="*/ 94922 w 596489"/>
                <a:gd name="connsiteY225" fmla="*/ 414889 h 551929"/>
                <a:gd name="connsiteX226" fmla="*/ 93552 w 596489"/>
                <a:gd name="connsiteY226" fmla="*/ 410778 h 551929"/>
                <a:gd name="connsiteX227" fmla="*/ 94922 w 596489"/>
                <a:gd name="connsiteY227" fmla="*/ 397074 h 551929"/>
                <a:gd name="connsiteX228" fmla="*/ 99033 w 596489"/>
                <a:gd name="connsiteY228" fmla="*/ 390222 h 551929"/>
                <a:gd name="connsiteX229" fmla="*/ 103145 w 596489"/>
                <a:gd name="connsiteY229" fmla="*/ 383370 h 551929"/>
                <a:gd name="connsiteX230" fmla="*/ 105885 w 596489"/>
                <a:gd name="connsiteY230" fmla="*/ 376518 h 551929"/>
                <a:gd name="connsiteX231" fmla="*/ 107256 w 596489"/>
                <a:gd name="connsiteY231" fmla="*/ 373777 h 551929"/>
                <a:gd name="connsiteX232" fmla="*/ 107256 w 596489"/>
                <a:gd name="connsiteY232" fmla="*/ 372407 h 551929"/>
                <a:gd name="connsiteX233" fmla="*/ 109997 w 596489"/>
                <a:gd name="connsiteY233" fmla="*/ 368296 h 551929"/>
                <a:gd name="connsiteX234" fmla="*/ 111367 w 596489"/>
                <a:gd name="connsiteY234" fmla="*/ 366925 h 551929"/>
                <a:gd name="connsiteX235" fmla="*/ 111367 w 596489"/>
                <a:gd name="connsiteY235" fmla="*/ 362814 h 551929"/>
                <a:gd name="connsiteX236" fmla="*/ 112737 w 596489"/>
                <a:gd name="connsiteY236" fmla="*/ 364184 h 551929"/>
                <a:gd name="connsiteX237" fmla="*/ 112737 w 596489"/>
                <a:gd name="connsiteY237" fmla="*/ 365555 h 551929"/>
                <a:gd name="connsiteX238" fmla="*/ 119589 w 596489"/>
                <a:gd name="connsiteY238" fmla="*/ 353221 h 551929"/>
                <a:gd name="connsiteX239" fmla="*/ 118219 w 596489"/>
                <a:gd name="connsiteY239" fmla="*/ 349110 h 551929"/>
                <a:gd name="connsiteX240" fmla="*/ 112737 w 596489"/>
                <a:gd name="connsiteY240" fmla="*/ 353221 h 551929"/>
                <a:gd name="connsiteX241" fmla="*/ 107256 w 596489"/>
                <a:gd name="connsiteY241" fmla="*/ 355962 h 551929"/>
                <a:gd name="connsiteX242" fmla="*/ 108626 w 596489"/>
                <a:gd name="connsiteY242" fmla="*/ 355962 h 551929"/>
                <a:gd name="connsiteX243" fmla="*/ 109997 w 596489"/>
                <a:gd name="connsiteY243" fmla="*/ 354592 h 551929"/>
                <a:gd name="connsiteX244" fmla="*/ 112737 w 596489"/>
                <a:gd name="connsiteY244" fmla="*/ 347740 h 551929"/>
                <a:gd name="connsiteX245" fmla="*/ 118219 w 596489"/>
                <a:gd name="connsiteY245" fmla="*/ 346369 h 551929"/>
                <a:gd name="connsiteX246" fmla="*/ 123701 w 596489"/>
                <a:gd name="connsiteY246" fmla="*/ 347740 h 551929"/>
                <a:gd name="connsiteX247" fmla="*/ 126441 w 596489"/>
                <a:gd name="connsiteY247" fmla="*/ 344999 h 551929"/>
                <a:gd name="connsiteX248" fmla="*/ 129182 w 596489"/>
                <a:gd name="connsiteY248" fmla="*/ 339517 h 551929"/>
                <a:gd name="connsiteX249" fmla="*/ 131923 w 596489"/>
                <a:gd name="connsiteY249" fmla="*/ 334035 h 551929"/>
                <a:gd name="connsiteX250" fmla="*/ 136034 w 596489"/>
                <a:gd name="connsiteY250" fmla="*/ 327183 h 551929"/>
                <a:gd name="connsiteX251" fmla="*/ 137405 w 596489"/>
                <a:gd name="connsiteY251" fmla="*/ 321702 h 551929"/>
                <a:gd name="connsiteX252" fmla="*/ 137405 w 596489"/>
                <a:gd name="connsiteY252" fmla="*/ 320331 h 551929"/>
                <a:gd name="connsiteX253" fmla="*/ 137405 w 596489"/>
                <a:gd name="connsiteY253" fmla="*/ 318961 h 551929"/>
                <a:gd name="connsiteX254" fmla="*/ 133293 w 596489"/>
                <a:gd name="connsiteY254" fmla="*/ 324443 h 551929"/>
                <a:gd name="connsiteX255" fmla="*/ 129182 w 596489"/>
                <a:gd name="connsiteY255" fmla="*/ 327183 h 551929"/>
                <a:gd name="connsiteX256" fmla="*/ 129182 w 596489"/>
                <a:gd name="connsiteY256" fmla="*/ 323072 h 551929"/>
                <a:gd name="connsiteX257" fmla="*/ 130553 w 596489"/>
                <a:gd name="connsiteY257" fmla="*/ 320331 h 551929"/>
                <a:gd name="connsiteX258" fmla="*/ 136034 w 596489"/>
                <a:gd name="connsiteY258" fmla="*/ 314850 h 551929"/>
                <a:gd name="connsiteX259" fmla="*/ 148368 w 596489"/>
                <a:gd name="connsiteY259" fmla="*/ 310739 h 551929"/>
                <a:gd name="connsiteX260" fmla="*/ 151109 w 596489"/>
                <a:gd name="connsiteY260" fmla="*/ 302516 h 551929"/>
                <a:gd name="connsiteX261" fmla="*/ 151109 w 596489"/>
                <a:gd name="connsiteY261" fmla="*/ 298405 h 551929"/>
                <a:gd name="connsiteX262" fmla="*/ 146997 w 596489"/>
                <a:gd name="connsiteY262" fmla="*/ 299775 h 551929"/>
                <a:gd name="connsiteX263" fmla="*/ 144257 w 596489"/>
                <a:gd name="connsiteY263" fmla="*/ 305257 h 551929"/>
                <a:gd name="connsiteX264" fmla="*/ 136034 w 596489"/>
                <a:gd name="connsiteY264" fmla="*/ 307998 h 551929"/>
                <a:gd name="connsiteX265" fmla="*/ 137405 w 596489"/>
                <a:gd name="connsiteY265" fmla="*/ 303887 h 551929"/>
                <a:gd name="connsiteX266" fmla="*/ 142886 w 596489"/>
                <a:gd name="connsiteY266" fmla="*/ 297035 h 551929"/>
                <a:gd name="connsiteX267" fmla="*/ 146997 w 596489"/>
                <a:gd name="connsiteY267" fmla="*/ 295664 h 551929"/>
                <a:gd name="connsiteX268" fmla="*/ 149738 w 596489"/>
                <a:gd name="connsiteY268" fmla="*/ 291553 h 551929"/>
                <a:gd name="connsiteX269" fmla="*/ 151109 w 596489"/>
                <a:gd name="connsiteY269" fmla="*/ 288812 h 551929"/>
                <a:gd name="connsiteX270" fmla="*/ 162072 w 596489"/>
                <a:gd name="connsiteY270" fmla="*/ 290183 h 551929"/>
                <a:gd name="connsiteX271" fmla="*/ 159331 w 596489"/>
                <a:gd name="connsiteY271" fmla="*/ 291553 h 551929"/>
                <a:gd name="connsiteX272" fmla="*/ 155220 w 596489"/>
                <a:gd name="connsiteY272" fmla="*/ 292923 h 551929"/>
                <a:gd name="connsiteX273" fmla="*/ 156590 w 596489"/>
                <a:gd name="connsiteY273" fmla="*/ 294294 h 551929"/>
                <a:gd name="connsiteX274" fmla="*/ 159331 w 596489"/>
                <a:gd name="connsiteY274" fmla="*/ 297035 h 551929"/>
                <a:gd name="connsiteX275" fmla="*/ 159331 w 596489"/>
                <a:gd name="connsiteY275" fmla="*/ 299775 h 551929"/>
                <a:gd name="connsiteX276" fmla="*/ 151109 w 596489"/>
                <a:gd name="connsiteY276" fmla="*/ 313479 h 551929"/>
                <a:gd name="connsiteX277" fmla="*/ 144257 w 596489"/>
                <a:gd name="connsiteY277" fmla="*/ 323072 h 551929"/>
                <a:gd name="connsiteX278" fmla="*/ 141516 w 596489"/>
                <a:gd name="connsiteY278" fmla="*/ 329924 h 551929"/>
                <a:gd name="connsiteX279" fmla="*/ 137405 w 596489"/>
                <a:gd name="connsiteY279" fmla="*/ 336776 h 551929"/>
                <a:gd name="connsiteX280" fmla="*/ 131923 w 596489"/>
                <a:gd name="connsiteY280" fmla="*/ 346369 h 551929"/>
                <a:gd name="connsiteX281" fmla="*/ 129182 w 596489"/>
                <a:gd name="connsiteY281" fmla="*/ 353221 h 551929"/>
                <a:gd name="connsiteX282" fmla="*/ 123701 w 596489"/>
                <a:gd name="connsiteY282" fmla="*/ 358703 h 551929"/>
                <a:gd name="connsiteX283" fmla="*/ 125071 w 596489"/>
                <a:gd name="connsiteY283" fmla="*/ 358703 h 551929"/>
                <a:gd name="connsiteX284" fmla="*/ 126441 w 596489"/>
                <a:gd name="connsiteY284" fmla="*/ 364184 h 551929"/>
                <a:gd name="connsiteX285" fmla="*/ 125071 w 596489"/>
                <a:gd name="connsiteY285" fmla="*/ 371036 h 551929"/>
                <a:gd name="connsiteX286" fmla="*/ 123701 w 596489"/>
                <a:gd name="connsiteY286" fmla="*/ 366925 h 551929"/>
                <a:gd name="connsiteX287" fmla="*/ 118219 w 596489"/>
                <a:gd name="connsiteY287" fmla="*/ 368296 h 551929"/>
                <a:gd name="connsiteX288" fmla="*/ 116849 w 596489"/>
                <a:gd name="connsiteY288" fmla="*/ 380629 h 551929"/>
                <a:gd name="connsiteX289" fmla="*/ 119589 w 596489"/>
                <a:gd name="connsiteY289" fmla="*/ 382000 h 551929"/>
                <a:gd name="connsiteX290" fmla="*/ 123701 w 596489"/>
                <a:gd name="connsiteY290" fmla="*/ 380629 h 551929"/>
                <a:gd name="connsiteX291" fmla="*/ 131923 w 596489"/>
                <a:gd name="connsiteY291" fmla="*/ 371036 h 551929"/>
                <a:gd name="connsiteX292" fmla="*/ 136034 w 596489"/>
                <a:gd name="connsiteY292" fmla="*/ 361444 h 551929"/>
                <a:gd name="connsiteX293" fmla="*/ 137405 w 596489"/>
                <a:gd name="connsiteY293" fmla="*/ 358703 h 551929"/>
                <a:gd name="connsiteX294" fmla="*/ 138775 w 596489"/>
                <a:gd name="connsiteY294" fmla="*/ 355962 h 551929"/>
                <a:gd name="connsiteX295" fmla="*/ 141516 w 596489"/>
                <a:gd name="connsiteY295" fmla="*/ 353221 h 551929"/>
                <a:gd name="connsiteX296" fmla="*/ 144257 w 596489"/>
                <a:gd name="connsiteY296" fmla="*/ 349110 h 551929"/>
                <a:gd name="connsiteX297" fmla="*/ 148368 w 596489"/>
                <a:gd name="connsiteY297" fmla="*/ 343628 h 551929"/>
                <a:gd name="connsiteX298" fmla="*/ 151109 w 596489"/>
                <a:gd name="connsiteY298" fmla="*/ 338147 h 551929"/>
                <a:gd name="connsiteX299" fmla="*/ 156590 w 596489"/>
                <a:gd name="connsiteY299" fmla="*/ 327183 h 551929"/>
                <a:gd name="connsiteX300" fmla="*/ 157961 w 596489"/>
                <a:gd name="connsiteY300" fmla="*/ 324443 h 551929"/>
                <a:gd name="connsiteX301" fmla="*/ 163442 w 596489"/>
                <a:gd name="connsiteY301" fmla="*/ 314850 h 551929"/>
                <a:gd name="connsiteX302" fmla="*/ 167553 w 596489"/>
                <a:gd name="connsiteY302" fmla="*/ 306627 h 551929"/>
                <a:gd name="connsiteX303" fmla="*/ 173035 w 596489"/>
                <a:gd name="connsiteY303" fmla="*/ 297035 h 551929"/>
                <a:gd name="connsiteX304" fmla="*/ 178517 w 596489"/>
                <a:gd name="connsiteY304" fmla="*/ 287442 h 551929"/>
                <a:gd name="connsiteX305" fmla="*/ 179887 w 596489"/>
                <a:gd name="connsiteY305" fmla="*/ 284701 h 551929"/>
                <a:gd name="connsiteX306" fmla="*/ 181257 w 596489"/>
                <a:gd name="connsiteY306" fmla="*/ 281960 h 551929"/>
                <a:gd name="connsiteX307" fmla="*/ 183998 w 596489"/>
                <a:gd name="connsiteY307" fmla="*/ 277849 h 551929"/>
                <a:gd name="connsiteX308" fmla="*/ 190850 w 596489"/>
                <a:gd name="connsiteY308" fmla="*/ 268256 h 551929"/>
                <a:gd name="connsiteX309" fmla="*/ 199073 w 596489"/>
                <a:gd name="connsiteY309" fmla="*/ 254552 h 551929"/>
                <a:gd name="connsiteX310" fmla="*/ 207295 w 596489"/>
                <a:gd name="connsiteY310" fmla="*/ 243589 h 551929"/>
                <a:gd name="connsiteX311" fmla="*/ 225110 w 596489"/>
                <a:gd name="connsiteY311" fmla="*/ 217551 h 551929"/>
                <a:gd name="connsiteX312" fmla="*/ 240185 w 596489"/>
                <a:gd name="connsiteY312" fmla="*/ 194254 h 551929"/>
                <a:gd name="connsiteX313" fmla="*/ 241555 w 596489"/>
                <a:gd name="connsiteY313" fmla="*/ 191514 h 551929"/>
                <a:gd name="connsiteX314" fmla="*/ 270334 w 596489"/>
                <a:gd name="connsiteY314" fmla="*/ 153142 h 551929"/>
                <a:gd name="connsiteX315" fmla="*/ 284038 w 596489"/>
                <a:gd name="connsiteY315" fmla="*/ 136698 h 551929"/>
                <a:gd name="connsiteX316" fmla="*/ 296371 w 596489"/>
                <a:gd name="connsiteY316" fmla="*/ 121623 h 551929"/>
                <a:gd name="connsiteX317" fmla="*/ 325150 w 596489"/>
                <a:gd name="connsiteY317" fmla="*/ 87363 h 551929"/>
                <a:gd name="connsiteX318" fmla="*/ 336113 w 596489"/>
                <a:gd name="connsiteY318" fmla="*/ 73659 h 551929"/>
                <a:gd name="connsiteX319" fmla="*/ 342965 w 596489"/>
                <a:gd name="connsiteY319" fmla="*/ 64066 h 551929"/>
                <a:gd name="connsiteX320" fmla="*/ 344335 w 596489"/>
                <a:gd name="connsiteY320" fmla="*/ 51733 h 551929"/>
                <a:gd name="connsiteX321" fmla="*/ 344335 w 596489"/>
                <a:gd name="connsiteY321" fmla="*/ 48992 h 551929"/>
                <a:gd name="connsiteX322" fmla="*/ 344335 w 596489"/>
                <a:gd name="connsiteY322" fmla="*/ 47621 h 551929"/>
                <a:gd name="connsiteX323" fmla="*/ 344335 w 596489"/>
                <a:gd name="connsiteY323" fmla="*/ 44881 h 551929"/>
                <a:gd name="connsiteX324" fmla="*/ 348447 w 596489"/>
                <a:gd name="connsiteY324" fmla="*/ 43510 h 551929"/>
                <a:gd name="connsiteX325" fmla="*/ 353928 w 596489"/>
                <a:gd name="connsiteY325" fmla="*/ 44881 h 551929"/>
                <a:gd name="connsiteX326" fmla="*/ 353928 w 596489"/>
                <a:gd name="connsiteY326" fmla="*/ 47621 h 551929"/>
                <a:gd name="connsiteX327" fmla="*/ 360780 w 596489"/>
                <a:gd name="connsiteY327" fmla="*/ 50362 h 551929"/>
                <a:gd name="connsiteX328" fmla="*/ 369003 w 596489"/>
                <a:gd name="connsiteY328" fmla="*/ 48992 h 551929"/>
                <a:gd name="connsiteX329" fmla="*/ 373114 w 596489"/>
                <a:gd name="connsiteY329" fmla="*/ 48992 h 551929"/>
                <a:gd name="connsiteX330" fmla="*/ 377225 w 596489"/>
                <a:gd name="connsiteY330" fmla="*/ 47621 h 551929"/>
                <a:gd name="connsiteX331" fmla="*/ 371743 w 596489"/>
                <a:gd name="connsiteY331" fmla="*/ 47621 h 551929"/>
                <a:gd name="connsiteX332" fmla="*/ 360780 w 596489"/>
                <a:gd name="connsiteY332" fmla="*/ 46251 h 551929"/>
                <a:gd name="connsiteX333" fmla="*/ 367632 w 596489"/>
                <a:gd name="connsiteY333" fmla="*/ 43510 h 551929"/>
                <a:gd name="connsiteX334" fmla="*/ 374484 w 596489"/>
                <a:gd name="connsiteY334" fmla="*/ 43510 h 551929"/>
                <a:gd name="connsiteX335" fmla="*/ 377225 w 596489"/>
                <a:gd name="connsiteY335" fmla="*/ 44881 h 551929"/>
                <a:gd name="connsiteX336" fmla="*/ 378595 w 596489"/>
                <a:gd name="connsiteY336" fmla="*/ 43510 h 551929"/>
                <a:gd name="connsiteX337" fmla="*/ 379966 w 596489"/>
                <a:gd name="connsiteY337" fmla="*/ 42140 h 551929"/>
                <a:gd name="connsiteX338" fmla="*/ 381336 w 596489"/>
                <a:gd name="connsiteY338" fmla="*/ 43510 h 551929"/>
                <a:gd name="connsiteX339" fmla="*/ 382706 w 596489"/>
                <a:gd name="connsiteY339" fmla="*/ 46251 h 551929"/>
                <a:gd name="connsiteX340" fmla="*/ 408744 w 596489"/>
                <a:gd name="connsiteY340" fmla="*/ 50362 h 551929"/>
                <a:gd name="connsiteX341" fmla="*/ 414226 w 596489"/>
                <a:gd name="connsiteY341" fmla="*/ 50362 h 551929"/>
                <a:gd name="connsiteX342" fmla="*/ 414226 w 596489"/>
                <a:gd name="connsiteY342" fmla="*/ 48992 h 551929"/>
                <a:gd name="connsiteX343" fmla="*/ 401892 w 596489"/>
                <a:gd name="connsiteY343" fmla="*/ 46251 h 551929"/>
                <a:gd name="connsiteX344" fmla="*/ 395040 w 596489"/>
                <a:gd name="connsiteY344" fmla="*/ 44881 h 551929"/>
                <a:gd name="connsiteX345" fmla="*/ 390929 w 596489"/>
                <a:gd name="connsiteY345" fmla="*/ 42140 h 551929"/>
                <a:gd name="connsiteX346" fmla="*/ 386818 w 596489"/>
                <a:gd name="connsiteY346" fmla="*/ 40769 h 551929"/>
                <a:gd name="connsiteX347" fmla="*/ 390929 w 596489"/>
                <a:gd name="connsiteY347" fmla="*/ 40769 h 551929"/>
                <a:gd name="connsiteX348" fmla="*/ 395040 w 596489"/>
                <a:gd name="connsiteY348" fmla="*/ 39399 h 551929"/>
                <a:gd name="connsiteX349" fmla="*/ 367632 w 596489"/>
                <a:gd name="connsiteY349" fmla="*/ 38029 h 551929"/>
                <a:gd name="connsiteX350" fmla="*/ 356669 w 596489"/>
                <a:gd name="connsiteY350" fmla="*/ 39399 h 551929"/>
                <a:gd name="connsiteX351" fmla="*/ 345706 w 596489"/>
                <a:gd name="connsiteY351" fmla="*/ 39399 h 551929"/>
                <a:gd name="connsiteX352" fmla="*/ 344335 w 596489"/>
                <a:gd name="connsiteY352" fmla="*/ 38029 h 551929"/>
                <a:gd name="connsiteX353" fmla="*/ 342965 w 596489"/>
                <a:gd name="connsiteY353" fmla="*/ 35288 h 551929"/>
                <a:gd name="connsiteX354" fmla="*/ 340224 w 596489"/>
                <a:gd name="connsiteY354" fmla="*/ 36658 h 551929"/>
                <a:gd name="connsiteX355" fmla="*/ 329261 w 596489"/>
                <a:gd name="connsiteY355" fmla="*/ 32547 h 551929"/>
                <a:gd name="connsiteX356" fmla="*/ 307335 w 596489"/>
                <a:gd name="connsiteY356" fmla="*/ 44881 h 551929"/>
                <a:gd name="connsiteX357" fmla="*/ 305964 w 596489"/>
                <a:gd name="connsiteY357" fmla="*/ 42140 h 551929"/>
                <a:gd name="connsiteX358" fmla="*/ 304594 w 596489"/>
                <a:gd name="connsiteY358" fmla="*/ 39399 h 551929"/>
                <a:gd name="connsiteX359" fmla="*/ 301853 w 596489"/>
                <a:gd name="connsiteY359" fmla="*/ 38029 h 551929"/>
                <a:gd name="connsiteX360" fmla="*/ 297742 w 596489"/>
                <a:gd name="connsiteY360" fmla="*/ 39399 h 551929"/>
                <a:gd name="connsiteX361" fmla="*/ 292260 w 596489"/>
                <a:gd name="connsiteY361" fmla="*/ 40769 h 551929"/>
                <a:gd name="connsiteX362" fmla="*/ 268963 w 596489"/>
                <a:gd name="connsiteY362" fmla="*/ 38029 h 551929"/>
                <a:gd name="connsiteX363" fmla="*/ 266222 w 596489"/>
                <a:gd name="connsiteY363" fmla="*/ 38029 h 551929"/>
                <a:gd name="connsiteX364" fmla="*/ 270334 w 596489"/>
                <a:gd name="connsiteY364" fmla="*/ 33917 h 551929"/>
                <a:gd name="connsiteX365" fmla="*/ 274445 w 596489"/>
                <a:gd name="connsiteY365" fmla="*/ 32547 h 551929"/>
                <a:gd name="connsiteX366" fmla="*/ 281297 w 596489"/>
                <a:gd name="connsiteY366" fmla="*/ 32547 h 551929"/>
                <a:gd name="connsiteX367" fmla="*/ 288149 w 596489"/>
                <a:gd name="connsiteY367" fmla="*/ 31177 h 551929"/>
                <a:gd name="connsiteX368" fmla="*/ 293630 w 596489"/>
                <a:gd name="connsiteY368" fmla="*/ 29806 h 551929"/>
                <a:gd name="connsiteX369" fmla="*/ 300483 w 596489"/>
                <a:gd name="connsiteY369" fmla="*/ 28436 h 551929"/>
                <a:gd name="connsiteX370" fmla="*/ 304594 w 596489"/>
                <a:gd name="connsiteY370" fmla="*/ 28436 h 551929"/>
                <a:gd name="connsiteX371" fmla="*/ 310075 w 596489"/>
                <a:gd name="connsiteY371" fmla="*/ 28436 h 551929"/>
                <a:gd name="connsiteX372" fmla="*/ 316927 w 596489"/>
                <a:gd name="connsiteY372" fmla="*/ 27065 h 551929"/>
                <a:gd name="connsiteX373" fmla="*/ 322409 w 596489"/>
                <a:gd name="connsiteY373" fmla="*/ 27065 h 551929"/>
                <a:gd name="connsiteX374" fmla="*/ 329261 w 596489"/>
                <a:gd name="connsiteY374" fmla="*/ 27065 h 551929"/>
                <a:gd name="connsiteX375" fmla="*/ 338854 w 596489"/>
                <a:gd name="connsiteY375" fmla="*/ 27065 h 551929"/>
                <a:gd name="connsiteX376" fmla="*/ 345706 w 596489"/>
                <a:gd name="connsiteY376" fmla="*/ 25695 h 551929"/>
                <a:gd name="connsiteX377" fmla="*/ 352558 w 596489"/>
                <a:gd name="connsiteY377" fmla="*/ 24325 h 551929"/>
                <a:gd name="connsiteX378" fmla="*/ 363521 w 596489"/>
                <a:gd name="connsiteY378" fmla="*/ 24325 h 551929"/>
                <a:gd name="connsiteX379" fmla="*/ 370373 w 596489"/>
                <a:gd name="connsiteY379" fmla="*/ 24325 h 551929"/>
                <a:gd name="connsiteX380" fmla="*/ 377225 w 596489"/>
                <a:gd name="connsiteY380" fmla="*/ 22954 h 551929"/>
                <a:gd name="connsiteX381" fmla="*/ 388188 w 596489"/>
                <a:gd name="connsiteY381" fmla="*/ 21584 h 551929"/>
                <a:gd name="connsiteX382" fmla="*/ 396411 w 596489"/>
                <a:gd name="connsiteY382" fmla="*/ 22954 h 551929"/>
                <a:gd name="connsiteX383" fmla="*/ 397781 w 596489"/>
                <a:gd name="connsiteY383" fmla="*/ 22954 h 551929"/>
                <a:gd name="connsiteX384" fmla="*/ 421078 w 596489"/>
                <a:gd name="connsiteY384" fmla="*/ 20213 h 551929"/>
                <a:gd name="connsiteX385" fmla="*/ 458079 w 596489"/>
                <a:gd name="connsiteY385" fmla="*/ 21584 h 551929"/>
                <a:gd name="connsiteX386" fmla="*/ 478635 w 596489"/>
                <a:gd name="connsiteY386" fmla="*/ 22954 h 551929"/>
                <a:gd name="connsiteX387" fmla="*/ 499191 w 596489"/>
                <a:gd name="connsiteY387" fmla="*/ 27065 h 551929"/>
                <a:gd name="connsiteX388" fmla="*/ 529340 w 596489"/>
                <a:gd name="connsiteY388" fmla="*/ 39399 h 551929"/>
                <a:gd name="connsiteX389" fmla="*/ 519747 w 596489"/>
                <a:gd name="connsiteY389" fmla="*/ 39399 h 551929"/>
                <a:gd name="connsiteX390" fmla="*/ 517006 w 596489"/>
                <a:gd name="connsiteY390" fmla="*/ 38029 h 551929"/>
                <a:gd name="connsiteX391" fmla="*/ 511524 w 596489"/>
                <a:gd name="connsiteY391" fmla="*/ 40769 h 551929"/>
                <a:gd name="connsiteX392" fmla="*/ 507413 w 596489"/>
                <a:gd name="connsiteY392" fmla="*/ 42140 h 551929"/>
                <a:gd name="connsiteX393" fmla="*/ 507413 w 596489"/>
                <a:gd name="connsiteY393" fmla="*/ 40769 h 551929"/>
                <a:gd name="connsiteX394" fmla="*/ 506043 w 596489"/>
                <a:gd name="connsiteY394" fmla="*/ 38029 h 551929"/>
                <a:gd name="connsiteX395" fmla="*/ 507413 w 596489"/>
                <a:gd name="connsiteY395" fmla="*/ 36658 h 551929"/>
                <a:gd name="connsiteX396" fmla="*/ 506043 w 596489"/>
                <a:gd name="connsiteY396" fmla="*/ 35288 h 551929"/>
                <a:gd name="connsiteX397" fmla="*/ 499191 w 596489"/>
                <a:gd name="connsiteY397" fmla="*/ 33917 h 551929"/>
                <a:gd name="connsiteX398" fmla="*/ 466301 w 596489"/>
                <a:gd name="connsiteY398" fmla="*/ 29806 h 551929"/>
                <a:gd name="connsiteX399" fmla="*/ 464931 w 596489"/>
                <a:gd name="connsiteY399" fmla="*/ 35288 h 551929"/>
                <a:gd name="connsiteX400" fmla="*/ 467672 w 596489"/>
                <a:gd name="connsiteY400" fmla="*/ 36658 h 551929"/>
                <a:gd name="connsiteX401" fmla="*/ 469042 w 596489"/>
                <a:gd name="connsiteY401" fmla="*/ 36658 h 551929"/>
                <a:gd name="connsiteX402" fmla="*/ 467672 w 596489"/>
                <a:gd name="connsiteY402" fmla="*/ 39399 h 551929"/>
                <a:gd name="connsiteX403" fmla="*/ 462190 w 596489"/>
                <a:gd name="connsiteY403" fmla="*/ 38029 h 551929"/>
                <a:gd name="connsiteX404" fmla="*/ 458079 w 596489"/>
                <a:gd name="connsiteY404" fmla="*/ 36658 h 551929"/>
                <a:gd name="connsiteX405" fmla="*/ 456708 w 596489"/>
                <a:gd name="connsiteY405" fmla="*/ 35288 h 551929"/>
                <a:gd name="connsiteX406" fmla="*/ 455338 w 596489"/>
                <a:gd name="connsiteY406" fmla="*/ 32547 h 551929"/>
                <a:gd name="connsiteX407" fmla="*/ 448486 w 596489"/>
                <a:gd name="connsiteY407" fmla="*/ 36658 h 551929"/>
                <a:gd name="connsiteX408" fmla="*/ 449856 w 596489"/>
                <a:gd name="connsiteY408" fmla="*/ 35288 h 551929"/>
                <a:gd name="connsiteX409" fmla="*/ 451227 w 596489"/>
                <a:gd name="connsiteY409" fmla="*/ 36658 h 551929"/>
                <a:gd name="connsiteX410" fmla="*/ 448486 w 596489"/>
                <a:gd name="connsiteY410" fmla="*/ 39399 h 551929"/>
                <a:gd name="connsiteX411" fmla="*/ 445745 w 596489"/>
                <a:gd name="connsiteY411" fmla="*/ 33917 h 551929"/>
                <a:gd name="connsiteX412" fmla="*/ 445745 w 596489"/>
                <a:gd name="connsiteY412" fmla="*/ 32547 h 551929"/>
                <a:gd name="connsiteX413" fmla="*/ 441634 w 596489"/>
                <a:gd name="connsiteY413" fmla="*/ 33917 h 551929"/>
                <a:gd name="connsiteX414" fmla="*/ 440264 w 596489"/>
                <a:gd name="connsiteY414" fmla="*/ 35288 h 551929"/>
                <a:gd name="connsiteX415" fmla="*/ 438893 w 596489"/>
                <a:gd name="connsiteY415" fmla="*/ 36658 h 551929"/>
                <a:gd name="connsiteX416" fmla="*/ 437523 w 596489"/>
                <a:gd name="connsiteY416" fmla="*/ 33917 h 551929"/>
                <a:gd name="connsiteX417" fmla="*/ 434782 w 596489"/>
                <a:gd name="connsiteY417" fmla="*/ 31177 h 551929"/>
                <a:gd name="connsiteX418" fmla="*/ 427930 w 596489"/>
                <a:gd name="connsiteY418" fmla="*/ 28436 h 551929"/>
                <a:gd name="connsiteX419" fmla="*/ 426560 w 596489"/>
                <a:gd name="connsiteY419" fmla="*/ 28436 h 551929"/>
                <a:gd name="connsiteX420" fmla="*/ 423819 w 596489"/>
                <a:gd name="connsiteY420" fmla="*/ 29806 h 551929"/>
                <a:gd name="connsiteX421" fmla="*/ 422448 w 596489"/>
                <a:gd name="connsiteY421" fmla="*/ 35288 h 551929"/>
                <a:gd name="connsiteX422" fmla="*/ 418337 w 596489"/>
                <a:gd name="connsiteY422" fmla="*/ 38029 h 551929"/>
                <a:gd name="connsiteX423" fmla="*/ 408744 w 596489"/>
                <a:gd name="connsiteY423" fmla="*/ 35288 h 551929"/>
                <a:gd name="connsiteX424" fmla="*/ 403263 w 596489"/>
                <a:gd name="connsiteY424" fmla="*/ 35288 h 551929"/>
                <a:gd name="connsiteX425" fmla="*/ 400522 w 596489"/>
                <a:gd name="connsiteY425" fmla="*/ 39399 h 551929"/>
                <a:gd name="connsiteX426" fmla="*/ 396411 w 596489"/>
                <a:gd name="connsiteY426" fmla="*/ 40769 h 551929"/>
                <a:gd name="connsiteX427" fmla="*/ 399151 w 596489"/>
                <a:gd name="connsiteY427" fmla="*/ 43510 h 551929"/>
                <a:gd name="connsiteX428" fmla="*/ 403263 w 596489"/>
                <a:gd name="connsiteY428" fmla="*/ 46251 h 551929"/>
                <a:gd name="connsiteX429" fmla="*/ 410115 w 596489"/>
                <a:gd name="connsiteY429" fmla="*/ 47621 h 551929"/>
                <a:gd name="connsiteX430" fmla="*/ 415596 w 596489"/>
                <a:gd name="connsiteY430" fmla="*/ 46251 h 551929"/>
                <a:gd name="connsiteX431" fmla="*/ 418337 w 596489"/>
                <a:gd name="connsiteY431" fmla="*/ 44881 h 551929"/>
                <a:gd name="connsiteX432" fmla="*/ 421078 w 596489"/>
                <a:gd name="connsiteY432" fmla="*/ 46251 h 551929"/>
                <a:gd name="connsiteX433" fmla="*/ 430671 w 596489"/>
                <a:gd name="connsiteY433" fmla="*/ 47621 h 551929"/>
                <a:gd name="connsiteX434" fmla="*/ 432041 w 596489"/>
                <a:gd name="connsiteY434" fmla="*/ 46251 h 551929"/>
                <a:gd name="connsiteX435" fmla="*/ 434782 w 596489"/>
                <a:gd name="connsiteY435" fmla="*/ 44881 h 551929"/>
                <a:gd name="connsiteX436" fmla="*/ 432041 w 596489"/>
                <a:gd name="connsiteY436" fmla="*/ 32547 h 551929"/>
                <a:gd name="connsiteX437" fmla="*/ 547155 w 596489"/>
                <a:gd name="connsiteY437" fmla="*/ 43510 h 551929"/>
                <a:gd name="connsiteX438" fmla="*/ 545784 w 596489"/>
                <a:gd name="connsiteY438" fmla="*/ 43510 h 551929"/>
                <a:gd name="connsiteX439" fmla="*/ 544414 w 596489"/>
                <a:gd name="connsiteY439" fmla="*/ 42140 h 551929"/>
                <a:gd name="connsiteX440" fmla="*/ 545784 w 596489"/>
                <a:gd name="connsiteY440" fmla="*/ 40769 h 551929"/>
                <a:gd name="connsiteX441" fmla="*/ 547155 w 596489"/>
                <a:gd name="connsiteY441" fmla="*/ 43510 h 551929"/>
                <a:gd name="connsiteX442" fmla="*/ 540303 w 596489"/>
                <a:gd name="connsiteY442" fmla="*/ 29806 h 551929"/>
                <a:gd name="connsiteX443" fmla="*/ 541673 w 596489"/>
                <a:gd name="connsiteY443" fmla="*/ 32547 h 551929"/>
                <a:gd name="connsiteX444" fmla="*/ 536192 w 596489"/>
                <a:gd name="connsiteY444" fmla="*/ 31177 h 551929"/>
                <a:gd name="connsiteX445" fmla="*/ 540303 w 596489"/>
                <a:gd name="connsiteY445" fmla="*/ 29806 h 551929"/>
                <a:gd name="connsiteX446" fmla="*/ 532080 w 596489"/>
                <a:gd name="connsiteY446" fmla="*/ 27065 h 551929"/>
                <a:gd name="connsiteX447" fmla="*/ 533451 w 596489"/>
                <a:gd name="connsiteY447" fmla="*/ 25695 h 551929"/>
                <a:gd name="connsiteX448" fmla="*/ 534821 w 596489"/>
                <a:gd name="connsiteY448" fmla="*/ 27065 h 551929"/>
                <a:gd name="connsiteX449" fmla="*/ 533451 w 596489"/>
                <a:gd name="connsiteY449" fmla="*/ 28436 h 551929"/>
                <a:gd name="connsiteX450" fmla="*/ 532080 w 596489"/>
                <a:gd name="connsiteY450" fmla="*/ 27065 h 551929"/>
                <a:gd name="connsiteX451" fmla="*/ 173035 w 596489"/>
                <a:gd name="connsiteY451" fmla="*/ 51733 h 551929"/>
                <a:gd name="connsiteX452" fmla="*/ 173035 w 596489"/>
                <a:gd name="connsiteY452" fmla="*/ 50362 h 551929"/>
                <a:gd name="connsiteX453" fmla="*/ 177146 w 596489"/>
                <a:gd name="connsiteY453" fmla="*/ 48992 h 551929"/>
                <a:gd name="connsiteX454" fmla="*/ 173035 w 596489"/>
                <a:gd name="connsiteY454" fmla="*/ 51733 h 551929"/>
                <a:gd name="connsiteX455" fmla="*/ 237444 w 596489"/>
                <a:gd name="connsiteY455" fmla="*/ 25695 h 551929"/>
                <a:gd name="connsiteX456" fmla="*/ 238814 w 596489"/>
                <a:gd name="connsiteY456" fmla="*/ 27065 h 551929"/>
                <a:gd name="connsiteX457" fmla="*/ 236074 w 596489"/>
                <a:gd name="connsiteY457" fmla="*/ 28436 h 551929"/>
                <a:gd name="connsiteX458" fmla="*/ 234703 w 596489"/>
                <a:gd name="connsiteY458" fmla="*/ 27065 h 551929"/>
                <a:gd name="connsiteX459" fmla="*/ 237444 w 596489"/>
                <a:gd name="connsiteY459" fmla="*/ 25695 h 551929"/>
                <a:gd name="connsiteX460" fmla="*/ 208666 w 596489"/>
                <a:gd name="connsiteY460" fmla="*/ 38029 h 551929"/>
                <a:gd name="connsiteX461" fmla="*/ 207295 w 596489"/>
                <a:gd name="connsiteY461" fmla="*/ 38029 h 551929"/>
                <a:gd name="connsiteX462" fmla="*/ 205925 w 596489"/>
                <a:gd name="connsiteY462" fmla="*/ 36658 h 551929"/>
                <a:gd name="connsiteX463" fmla="*/ 208666 w 596489"/>
                <a:gd name="connsiteY463" fmla="*/ 38029 h 551929"/>
                <a:gd name="connsiteX464" fmla="*/ 203184 w 596489"/>
                <a:gd name="connsiteY464" fmla="*/ 33917 h 551929"/>
                <a:gd name="connsiteX465" fmla="*/ 205925 w 596489"/>
                <a:gd name="connsiteY465" fmla="*/ 35288 h 551929"/>
                <a:gd name="connsiteX466" fmla="*/ 203184 w 596489"/>
                <a:gd name="connsiteY466" fmla="*/ 36658 h 551929"/>
                <a:gd name="connsiteX467" fmla="*/ 200443 w 596489"/>
                <a:gd name="connsiteY467" fmla="*/ 35288 h 551929"/>
                <a:gd name="connsiteX468" fmla="*/ 203184 w 596489"/>
                <a:gd name="connsiteY468" fmla="*/ 33917 h 551929"/>
                <a:gd name="connsiteX469" fmla="*/ 192221 w 596489"/>
                <a:gd name="connsiteY469" fmla="*/ 39399 h 551929"/>
                <a:gd name="connsiteX470" fmla="*/ 194962 w 596489"/>
                <a:gd name="connsiteY470" fmla="*/ 39399 h 551929"/>
                <a:gd name="connsiteX471" fmla="*/ 192221 w 596489"/>
                <a:gd name="connsiteY471" fmla="*/ 39399 h 551929"/>
                <a:gd name="connsiteX472" fmla="*/ 192221 w 596489"/>
                <a:gd name="connsiteY472" fmla="*/ 39399 h 551929"/>
                <a:gd name="connsiteX473" fmla="*/ 240185 w 596489"/>
                <a:gd name="connsiteY473" fmla="*/ 40769 h 551929"/>
                <a:gd name="connsiteX474" fmla="*/ 238814 w 596489"/>
                <a:gd name="connsiteY474" fmla="*/ 44881 h 551929"/>
                <a:gd name="connsiteX475" fmla="*/ 237444 w 596489"/>
                <a:gd name="connsiteY475" fmla="*/ 46251 h 551929"/>
                <a:gd name="connsiteX476" fmla="*/ 238814 w 596489"/>
                <a:gd name="connsiteY476" fmla="*/ 47621 h 551929"/>
                <a:gd name="connsiteX477" fmla="*/ 241555 w 596489"/>
                <a:gd name="connsiteY477" fmla="*/ 50362 h 551929"/>
                <a:gd name="connsiteX478" fmla="*/ 234703 w 596489"/>
                <a:gd name="connsiteY478" fmla="*/ 48992 h 551929"/>
                <a:gd name="connsiteX479" fmla="*/ 233333 w 596489"/>
                <a:gd name="connsiteY479" fmla="*/ 47621 h 551929"/>
                <a:gd name="connsiteX480" fmla="*/ 233333 w 596489"/>
                <a:gd name="connsiteY480" fmla="*/ 48992 h 551929"/>
                <a:gd name="connsiteX481" fmla="*/ 223740 w 596489"/>
                <a:gd name="connsiteY481" fmla="*/ 46251 h 551929"/>
                <a:gd name="connsiteX482" fmla="*/ 211406 w 596489"/>
                <a:gd name="connsiteY482" fmla="*/ 47621 h 551929"/>
                <a:gd name="connsiteX483" fmla="*/ 205925 w 596489"/>
                <a:gd name="connsiteY483" fmla="*/ 47621 h 551929"/>
                <a:gd name="connsiteX484" fmla="*/ 192221 w 596489"/>
                <a:gd name="connsiteY484" fmla="*/ 50362 h 551929"/>
                <a:gd name="connsiteX485" fmla="*/ 189480 w 596489"/>
                <a:gd name="connsiteY485" fmla="*/ 50362 h 551929"/>
                <a:gd name="connsiteX486" fmla="*/ 190850 w 596489"/>
                <a:gd name="connsiteY486" fmla="*/ 47621 h 551929"/>
                <a:gd name="connsiteX487" fmla="*/ 194962 w 596489"/>
                <a:gd name="connsiteY487" fmla="*/ 46251 h 551929"/>
                <a:gd name="connsiteX488" fmla="*/ 197702 w 596489"/>
                <a:gd name="connsiteY488" fmla="*/ 46251 h 551929"/>
                <a:gd name="connsiteX489" fmla="*/ 204554 w 596489"/>
                <a:gd name="connsiteY489" fmla="*/ 44881 h 551929"/>
                <a:gd name="connsiteX490" fmla="*/ 214147 w 596489"/>
                <a:gd name="connsiteY490" fmla="*/ 40769 h 551929"/>
                <a:gd name="connsiteX491" fmla="*/ 215518 w 596489"/>
                <a:gd name="connsiteY491" fmla="*/ 40769 h 551929"/>
                <a:gd name="connsiteX492" fmla="*/ 216888 w 596489"/>
                <a:gd name="connsiteY492" fmla="*/ 43510 h 551929"/>
                <a:gd name="connsiteX493" fmla="*/ 227851 w 596489"/>
                <a:gd name="connsiteY493" fmla="*/ 38029 h 551929"/>
                <a:gd name="connsiteX494" fmla="*/ 236074 w 596489"/>
                <a:gd name="connsiteY494" fmla="*/ 36658 h 551929"/>
                <a:gd name="connsiteX495" fmla="*/ 241555 w 596489"/>
                <a:gd name="connsiteY495" fmla="*/ 38029 h 551929"/>
                <a:gd name="connsiteX496" fmla="*/ 240185 w 596489"/>
                <a:gd name="connsiteY496" fmla="*/ 40769 h 551929"/>
                <a:gd name="connsiteX497" fmla="*/ 35995 w 596489"/>
                <a:gd name="connsiteY497" fmla="*/ 512188 h 551929"/>
                <a:gd name="connsiteX498" fmla="*/ 40106 w 596489"/>
                <a:gd name="connsiteY498" fmla="*/ 508076 h 551929"/>
                <a:gd name="connsiteX499" fmla="*/ 42847 w 596489"/>
                <a:gd name="connsiteY499" fmla="*/ 509447 h 551929"/>
                <a:gd name="connsiteX500" fmla="*/ 35995 w 596489"/>
                <a:gd name="connsiteY500" fmla="*/ 512188 h 551929"/>
                <a:gd name="connsiteX501" fmla="*/ 44217 w 596489"/>
                <a:gd name="connsiteY501" fmla="*/ 498484 h 551929"/>
                <a:gd name="connsiteX502" fmla="*/ 42847 w 596489"/>
                <a:gd name="connsiteY502" fmla="*/ 495743 h 551929"/>
                <a:gd name="connsiteX503" fmla="*/ 44217 w 596489"/>
                <a:gd name="connsiteY503" fmla="*/ 493002 h 551929"/>
                <a:gd name="connsiteX504" fmla="*/ 45588 w 596489"/>
                <a:gd name="connsiteY504" fmla="*/ 495743 h 551929"/>
                <a:gd name="connsiteX505" fmla="*/ 44217 w 596489"/>
                <a:gd name="connsiteY505" fmla="*/ 498484 h 551929"/>
                <a:gd name="connsiteX506" fmla="*/ 45588 w 596489"/>
                <a:gd name="connsiteY506" fmla="*/ 487520 h 551929"/>
                <a:gd name="connsiteX507" fmla="*/ 42847 w 596489"/>
                <a:gd name="connsiteY507" fmla="*/ 486150 h 551929"/>
                <a:gd name="connsiteX508" fmla="*/ 45588 w 596489"/>
                <a:gd name="connsiteY508" fmla="*/ 484780 h 551929"/>
                <a:gd name="connsiteX509" fmla="*/ 48329 w 596489"/>
                <a:gd name="connsiteY509" fmla="*/ 486150 h 551929"/>
                <a:gd name="connsiteX510" fmla="*/ 45588 w 596489"/>
                <a:gd name="connsiteY510" fmla="*/ 487520 h 551929"/>
                <a:gd name="connsiteX511" fmla="*/ 49699 w 596489"/>
                <a:gd name="connsiteY511" fmla="*/ 483409 h 551929"/>
                <a:gd name="connsiteX512" fmla="*/ 44217 w 596489"/>
                <a:gd name="connsiteY512" fmla="*/ 480668 h 551929"/>
                <a:gd name="connsiteX513" fmla="*/ 45588 w 596489"/>
                <a:gd name="connsiteY513" fmla="*/ 480668 h 551929"/>
                <a:gd name="connsiteX514" fmla="*/ 48329 w 596489"/>
                <a:gd name="connsiteY514" fmla="*/ 479298 h 551929"/>
                <a:gd name="connsiteX515" fmla="*/ 49699 w 596489"/>
                <a:gd name="connsiteY515" fmla="*/ 480668 h 551929"/>
                <a:gd name="connsiteX516" fmla="*/ 49699 w 596489"/>
                <a:gd name="connsiteY516" fmla="*/ 483409 h 551929"/>
                <a:gd name="connsiteX517" fmla="*/ 53810 w 596489"/>
                <a:gd name="connsiteY517" fmla="*/ 477928 h 551929"/>
                <a:gd name="connsiteX518" fmla="*/ 53810 w 596489"/>
                <a:gd name="connsiteY518" fmla="*/ 477928 h 551929"/>
                <a:gd name="connsiteX519" fmla="*/ 51069 w 596489"/>
                <a:gd name="connsiteY519" fmla="*/ 473816 h 551929"/>
                <a:gd name="connsiteX520" fmla="*/ 51069 w 596489"/>
                <a:gd name="connsiteY520" fmla="*/ 472446 h 551929"/>
                <a:gd name="connsiteX521" fmla="*/ 53810 w 596489"/>
                <a:gd name="connsiteY521" fmla="*/ 477928 h 551929"/>
                <a:gd name="connsiteX522" fmla="*/ 77107 w 596489"/>
                <a:gd name="connsiteY522" fmla="*/ 391592 h 551929"/>
                <a:gd name="connsiteX523" fmla="*/ 78477 w 596489"/>
                <a:gd name="connsiteY523" fmla="*/ 390222 h 551929"/>
                <a:gd name="connsiteX524" fmla="*/ 78477 w 596489"/>
                <a:gd name="connsiteY524" fmla="*/ 391592 h 551929"/>
                <a:gd name="connsiteX525" fmla="*/ 77107 w 596489"/>
                <a:gd name="connsiteY525" fmla="*/ 392963 h 551929"/>
                <a:gd name="connsiteX526" fmla="*/ 77107 w 596489"/>
                <a:gd name="connsiteY526" fmla="*/ 391592 h 551929"/>
                <a:gd name="connsiteX527" fmla="*/ 72996 w 596489"/>
                <a:gd name="connsiteY527" fmla="*/ 410778 h 551929"/>
                <a:gd name="connsiteX528" fmla="*/ 71625 w 596489"/>
                <a:gd name="connsiteY528" fmla="*/ 408037 h 551929"/>
                <a:gd name="connsiteX529" fmla="*/ 72996 w 596489"/>
                <a:gd name="connsiteY529" fmla="*/ 405296 h 551929"/>
                <a:gd name="connsiteX530" fmla="*/ 74366 w 596489"/>
                <a:gd name="connsiteY530" fmla="*/ 408037 h 551929"/>
                <a:gd name="connsiteX531" fmla="*/ 72996 w 596489"/>
                <a:gd name="connsiteY531" fmla="*/ 410778 h 551929"/>
                <a:gd name="connsiteX532" fmla="*/ 75737 w 596489"/>
                <a:gd name="connsiteY532" fmla="*/ 403926 h 551929"/>
                <a:gd name="connsiteX533" fmla="*/ 77107 w 596489"/>
                <a:gd name="connsiteY533" fmla="*/ 398444 h 551929"/>
                <a:gd name="connsiteX534" fmla="*/ 79848 w 596489"/>
                <a:gd name="connsiteY534" fmla="*/ 398444 h 551929"/>
                <a:gd name="connsiteX535" fmla="*/ 75737 w 596489"/>
                <a:gd name="connsiteY535" fmla="*/ 403926 h 551929"/>
                <a:gd name="connsiteX536" fmla="*/ 85329 w 596489"/>
                <a:gd name="connsiteY536" fmla="*/ 386111 h 551929"/>
                <a:gd name="connsiteX537" fmla="*/ 83959 w 596489"/>
                <a:gd name="connsiteY537" fmla="*/ 384740 h 551929"/>
                <a:gd name="connsiteX538" fmla="*/ 85329 w 596489"/>
                <a:gd name="connsiteY538" fmla="*/ 382000 h 551929"/>
                <a:gd name="connsiteX539" fmla="*/ 86700 w 596489"/>
                <a:gd name="connsiteY539" fmla="*/ 383370 h 551929"/>
                <a:gd name="connsiteX540" fmla="*/ 85329 w 596489"/>
                <a:gd name="connsiteY540" fmla="*/ 386111 h 551929"/>
                <a:gd name="connsiteX541" fmla="*/ 88070 w 596489"/>
                <a:gd name="connsiteY541" fmla="*/ 376518 h 551929"/>
                <a:gd name="connsiteX542" fmla="*/ 88070 w 596489"/>
                <a:gd name="connsiteY542" fmla="*/ 376518 h 551929"/>
                <a:gd name="connsiteX543" fmla="*/ 89441 w 596489"/>
                <a:gd name="connsiteY543" fmla="*/ 375148 h 551929"/>
                <a:gd name="connsiteX544" fmla="*/ 88070 w 596489"/>
                <a:gd name="connsiteY544" fmla="*/ 376518 h 551929"/>
                <a:gd name="connsiteX545" fmla="*/ 93552 w 596489"/>
                <a:gd name="connsiteY545" fmla="*/ 368296 h 551929"/>
                <a:gd name="connsiteX546" fmla="*/ 92181 w 596489"/>
                <a:gd name="connsiteY546" fmla="*/ 365555 h 551929"/>
                <a:gd name="connsiteX547" fmla="*/ 92181 w 596489"/>
                <a:gd name="connsiteY547" fmla="*/ 362814 h 551929"/>
                <a:gd name="connsiteX548" fmla="*/ 93552 w 596489"/>
                <a:gd name="connsiteY548" fmla="*/ 365555 h 551929"/>
                <a:gd name="connsiteX549" fmla="*/ 93552 w 596489"/>
                <a:gd name="connsiteY549" fmla="*/ 368296 h 551929"/>
                <a:gd name="connsiteX550" fmla="*/ 114108 w 596489"/>
                <a:gd name="connsiteY550" fmla="*/ 329924 h 551929"/>
                <a:gd name="connsiteX551" fmla="*/ 112737 w 596489"/>
                <a:gd name="connsiteY551" fmla="*/ 335406 h 551929"/>
                <a:gd name="connsiteX552" fmla="*/ 111367 w 596489"/>
                <a:gd name="connsiteY552" fmla="*/ 336776 h 551929"/>
                <a:gd name="connsiteX553" fmla="*/ 112737 w 596489"/>
                <a:gd name="connsiteY553" fmla="*/ 329924 h 551929"/>
                <a:gd name="connsiteX554" fmla="*/ 114108 w 596489"/>
                <a:gd name="connsiteY554" fmla="*/ 329924 h 551929"/>
                <a:gd name="connsiteX555" fmla="*/ 155220 w 596489"/>
                <a:gd name="connsiteY555" fmla="*/ 260034 h 551929"/>
                <a:gd name="connsiteX556" fmla="*/ 155220 w 596489"/>
                <a:gd name="connsiteY556" fmla="*/ 262775 h 551929"/>
                <a:gd name="connsiteX557" fmla="*/ 153849 w 596489"/>
                <a:gd name="connsiteY557" fmla="*/ 264145 h 551929"/>
                <a:gd name="connsiteX558" fmla="*/ 155220 w 596489"/>
                <a:gd name="connsiteY558" fmla="*/ 260034 h 551929"/>
                <a:gd name="connsiteX559" fmla="*/ 145627 w 596489"/>
                <a:gd name="connsiteY559" fmla="*/ 280590 h 551929"/>
                <a:gd name="connsiteX560" fmla="*/ 141516 w 596489"/>
                <a:gd name="connsiteY560" fmla="*/ 277849 h 551929"/>
                <a:gd name="connsiteX561" fmla="*/ 144257 w 596489"/>
                <a:gd name="connsiteY561" fmla="*/ 276479 h 551929"/>
                <a:gd name="connsiteX562" fmla="*/ 145627 w 596489"/>
                <a:gd name="connsiteY562" fmla="*/ 280590 h 551929"/>
                <a:gd name="connsiteX563" fmla="*/ 149738 w 596489"/>
                <a:gd name="connsiteY563" fmla="*/ 272367 h 551929"/>
                <a:gd name="connsiteX564" fmla="*/ 146997 w 596489"/>
                <a:gd name="connsiteY564" fmla="*/ 275108 h 551929"/>
                <a:gd name="connsiteX565" fmla="*/ 145627 w 596489"/>
                <a:gd name="connsiteY565" fmla="*/ 273738 h 551929"/>
                <a:gd name="connsiteX566" fmla="*/ 146997 w 596489"/>
                <a:gd name="connsiteY566" fmla="*/ 269627 h 551929"/>
                <a:gd name="connsiteX567" fmla="*/ 151109 w 596489"/>
                <a:gd name="connsiteY567" fmla="*/ 268256 h 551929"/>
                <a:gd name="connsiteX568" fmla="*/ 159331 w 596489"/>
                <a:gd name="connsiteY568" fmla="*/ 270997 h 551929"/>
                <a:gd name="connsiteX569" fmla="*/ 156590 w 596489"/>
                <a:gd name="connsiteY569" fmla="*/ 272367 h 551929"/>
                <a:gd name="connsiteX570" fmla="*/ 149738 w 596489"/>
                <a:gd name="connsiteY570" fmla="*/ 272367 h 551929"/>
                <a:gd name="connsiteX571" fmla="*/ 157961 w 596489"/>
                <a:gd name="connsiteY571" fmla="*/ 280590 h 551929"/>
                <a:gd name="connsiteX572" fmla="*/ 153849 w 596489"/>
                <a:gd name="connsiteY572" fmla="*/ 279219 h 551929"/>
                <a:gd name="connsiteX573" fmla="*/ 155220 w 596489"/>
                <a:gd name="connsiteY573" fmla="*/ 276479 h 551929"/>
                <a:gd name="connsiteX574" fmla="*/ 155220 w 596489"/>
                <a:gd name="connsiteY574" fmla="*/ 275108 h 551929"/>
                <a:gd name="connsiteX575" fmla="*/ 156590 w 596489"/>
                <a:gd name="connsiteY575" fmla="*/ 273738 h 551929"/>
                <a:gd name="connsiteX576" fmla="*/ 157961 w 596489"/>
                <a:gd name="connsiteY576" fmla="*/ 275108 h 551929"/>
                <a:gd name="connsiteX577" fmla="*/ 159331 w 596489"/>
                <a:gd name="connsiteY577" fmla="*/ 277849 h 551929"/>
                <a:gd name="connsiteX578" fmla="*/ 160701 w 596489"/>
                <a:gd name="connsiteY578" fmla="*/ 279219 h 551929"/>
                <a:gd name="connsiteX579" fmla="*/ 157961 w 596489"/>
                <a:gd name="connsiteY579" fmla="*/ 280590 h 551929"/>
                <a:gd name="connsiteX580" fmla="*/ 163442 w 596489"/>
                <a:gd name="connsiteY580" fmla="*/ 272367 h 551929"/>
                <a:gd name="connsiteX581" fmla="*/ 164813 w 596489"/>
                <a:gd name="connsiteY581" fmla="*/ 268256 h 551929"/>
                <a:gd name="connsiteX582" fmla="*/ 164813 w 596489"/>
                <a:gd name="connsiteY582" fmla="*/ 270997 h 551929"/>
                <a:gd name="connsiteX583" fmla="*/ 163442 w 596489"/>
                <a:gd name="connsiteY583" fmla="*/ 272367 h 551929"/>
                <a:gd name="connsiteX584" fmla="*/ 170294 w 596489"/>
                <a:gd name="connsiteY584" fmla="*/ 254552 h 551929"/>
                <a:gd name="connsiteX585" fmla="*/ 163442 w 596489"/>
                <a:gd name="connsiteY585" fmla="*/ 255923 h 551929"/>
                <a:gd name="connsiteX586" fmla="*/ 159331 w 596489"/>
                <a:gd name="connsiteY586" fmla="*/ 253182 h 551929"/>
                <a:gd name="connsiteX587" fmla="*/ 163442 w 596489"/>
                <a:gd name="connsiteY587" fmla="*/ 253182 h 551929"/>
                <a:gd name="connsiteX588" fmla="*/ 164813 w 596489"/>
                <a:gd name="connsiteY588" fmla="*/ 254552 h 551929"/>
                <a:gd name="connsiteX589" fmla="*/ 167553 w 596489"/>
                <a:gd name="connsiteY589" fmla="*/ 253182 h 551929"/>
                <a:gd name="connsiteX590" fmla="*/ 167553 w 596489"/>
                <a:gd name="connsiteY590" fmla="*/ 251811 h 551929"/>
                <a:gd name="connsiteX591" fmla="*/ 164813 w 596489"/>
                <a:gd name="connsiteY591" fmla="*/ 250441 h 551929"/>
                <a:gd name="connsiteX592" fmla="*/ 162072 w 596489"/>
                <a:gd name="connsiteY592" fmla="*/ 249071 h 551929"/>
                <a:gd name="connsiteX593" fmla="*/ 163442 w 596489"/>
                <a:gd name="connsiteY593" fmla="*/ 246330 h 551929"/>
                <a:gd name="connsiteX594" fmla="*/ 166183 w 596489"/>
                <a:gd name="connsiteY594" fmla="*/ 243589 h 551929"/>
                <a:gd name="connsiteX595" fmla="*/ 168924 w 596489"/>
                <a:gd name="connsiteY595" fmla="*/ 240848 h 551929"/>
                <a:gd name="connsiteX596" fmla="*/ 170294 w 596489"/>
                <a:gd name="connsiteY596" fmla="*/ 242218 h 551929"/>
                <a:gd name="connsiteX597" fmla="*/ 168924 w 596489"/>
                <a:gd name="connsiteY597" fmla="*/ 247700 h 551929"/>
                <a:gd name="connsiteX598" fmla="*/ 170294 w 596489"/>
                <a:gd name="connsiteY598" fmla="*/ 254552 h 551929"/>
                <a:gd name="connsiteX599" fmla="*/ 173035 w 596489"/>
                <a:gd name="connsiteY599" fmla="*/ 258663 h 551929"/>
                <a:gd name="connsiteX600" fmla="*/ 171665 w 596489"/>
                <a:gd name="connsiteY600" fmla="*/ 257293 h 551929"/>
                <a:gd name="connsiteX601" fmla="*/ 174405 w 596489"/>
                <a:gd name="connsiteY601" fmla="*/ 255923 h 551929"/>
                <a:gd name="connsiteX602" fmla="*/ 173035 w 596489"/>
                <a:gd name="connsiteY602" fmla="*/ 258663 h 551929"/>
                <a:gd name="connsiteX603" fmla="*/ 182628 w 596489"/>
                <a:gd name="connsiteY603" fmla="*/ 224403 h 551929"/>
                <a:gd name="connsiteX604" fmla="*/ 178517 w 596489"/>
                <a:gd name="connsiteY604" fmla="*/ 229885 h 551929"/>
                <a:gd name="connsiteX605" fmla="*/ 177146 w 596489"/>
                <a:gd name="connsiteY605" fmla="*/ 233996 h 551929"/>
                <a:gd name="connsiteX606" fmla="*/ 178517 w 596489"/>
                <a:gd name="connsiteY606" fmla="*/ 238107 h 551929"/>
                <a:gd name="connsiteX607" fmla="*/ 174405 w 596489"/>
                <a:gd name="connsiteY607" fmla="*/ 238107 h 551929"/>
                <a:gd name="connsiteX608" fmla="*/ 171665 w 596489"/>
                <a:gd name="connsiteY608" fmla="*/ 236737 h 551929"/>
                <a:gd name="connsiteX609" fmla="*/ 173035 w 596489"/>
                <a:gd name="connsiteY609" fmla="*/ 231255 h 551929"/>
                <a:gd name="connsiteX610" fmla="*/ 179887 w 596489"/>
                <a:gd name="connsiteY610" fmla="*/ 223033 h 551929"/>
                <a:gd name="connsiteX611" fmla="*/ 183998 w 596489"/>
                <a:gd name="connsiteY611" fmla="*/ 220292 h 551929"/>
                <a:gd name="connsiteX612" fmla="*/ 185369 w 596489"/>
                <a:gd name="connsiteY612" fmla="*/ 223033 h 551929"/>
                <a:gd name="connsiteX613" fmla="*/ 182628 w 596489"/>
                <a:gd name="connsiteY613" fmla="*/ 224403 h 551929"/>
                <a:gd name="connsiteX614" fmla="*/ 192221 w 596489"/>
                <a:gd name="connsiteY614" fmla="*/ 207958 h 551929"/>
                <a:gd name="connsiteX615" fmla="*/ 190850 w 596489"/>
                <a:gd name="connsiteY615" fmla="*/ 206588 h 551929"/>
                <a:gd name="connsiteX616" fmla="*/ 192221 w 596489"/>
                <a:gd name="connsiteY616" fmla="*/ 205218 h 551929"/>
                <a:gd name="connsiteX617" fmla="*/ 192221 w 596489"/>
                <a:gd name="connsiteY617" fmla="*/ 206588 h 551929"/>
                <a:gd name="connsiteX618" fmla="*/ 192221 w 596489"/>
                <a:gd name="connsiteY618" fmla="*/ 207958 h 551929"/>
                <a:gd name="connsiteX619" fmla="*/ 196332 w 596489"/>
                <a:gd name="connsiteY619" fmla="*/ 210699 h 551929"/>
                <a:gd name="connsiteX620" fmla="*/ 194962 w 596489"/>
                <a:gd name="connsiteY620" fmla="*/ 209329 h 551929"/>
                <a:gd name="connsiteX621" fmla="*/ 197702 w 596489"/>
                <a:gd name="connsiteY621" fmla="*/ 206588 h 551929"/>
                <a:gd name="connsiteX622" fmla="*/ 196332 w 596489"/>
                <a:gd name="connsiteY622" fmla="*/ 210699 h 551929"/>
                <a:gd name="connsiteX623" fmla="*/ 197702 w 596489"/>
                <a:gd name="connsiteY623" fmla="*/ 201106 h 551929"/>
                <a:gd name="connsiteX624" fmla="*/ 194962 w 596489"/>
                <a:gd name="connsiteY624" fmla="*/ 202477 h 551929"/>
                <a:gd name="connsiteX625" fmla="*/ 196332 w 596489"/>
                <a:gd name="connsiteY625" fmla="*/ 199736 h 551929"/>
                <a:gd name="connsiteX626" fmla="*/ 199073 w 596489"/>
                <a:gd name="connsiteY626" fmla="*/ 198366 h 551929"/>
                <a:gd name="connsiteX627" fmla="*/ 197702 w 596489"/>
                <a:gd name="connsiteY627" fmla="*/ 201106 h 551929"/>
                <a:gd name="connsiteX628" fmla="*/ 208666 w 596489"/>
                <a:gd name="connsiteY628" fmla="*/ 186032 h 551929"/>
                <a:gd name="connsiteX629" fmla="*/ 205925 w 596489"/>
                <a:gd name="connsiteY629" fmla="*/ 187402 h 551929"/>
                <a:gd name="connsiteX630" fmla="*/ 207295 w 596489"/>
                <a:gd name="connsiteY630" fmla="*/ 183291 h 551929"/>
                <a:gd name="connsiteX631" fmla="*/ 208666 w 596489"/>
                <a:gd name="connsiteY631" fmla="*/ 186032 h 551929"/>
                <a:gd name="connsiteX632" fmla="*/ 278556 w 596489"/>
                <a:gd name="connsiteY632" fmla="*/ 32547 h 551929"/>
                <a:gd name="connsiteX633" fmla="*/ 281297 w 596489"/>
                <a:gd name="connsiteY633" fmla="*/ 32547 h 551929"/>
                <a:gd name="connsiteX634" fmla="*/ 279926 w 596489"/>
                <a:gd name="connsiteY634" fmla="*/ 33917 h 551929"/>
                <a:gd name="connsiteX635" fmla="*/ 278556 w 596489"/>
                <a:gd name="connsiteY635" fmla="*/ 32547 h 551929"/>
                <a:gd name="connsiteX636" fmla="*/ 273074 w 596489"/>
                <a:gd name="connsiteY636" fmla="*/ 39399 h 551929"/>
                <a:gd name="connsiteX637" fmla="*/ 278556 w 596489"/>
                <a:gd name="connsiteY637" fmla="*/ 39399 h 551929"/>
                <a:gd name="connsiteX638" fmla="*/ 271704 w 596489"/>
                <a:gd name="connsiteY638" fmla="*/ 40769 h 551929"/>
                <a:gd name="connsiteX639" fmla="*/ 273074 w 596489"/>
                <a:gd name="connsiteY639" fmla="*/ 39399 h 551929"/>
                <a:gd name="connsiteX640" fmla="*/ 268963 w 596489"/>
                <a:gd name="connsiteY640" fmla="*/ 29806 h 551929"/>
                <a:gd name="connsiteX641" fmla="*/ 268963 w 596489"/>
                <a:gd name="connsiteY641" fmla="*/ 32547 h 551929"/>
                <a:gd name="connsiteX642" fmla="*/ 267593 w 596489"/>
                <a:gd name="connsiteY642" fmla="*/ 32547 h 551929"/>
                <a:gd name="connsiteX643" fmla="*/ 268963 w 596489"/>
                <a:gd name="connsiteY643" fmla="*/ 29806 h 551929"/>
                <a:gd name="connsiteX644" fmla="*/ 262111 w 596489"/>
                <a:gd name="connsiteY644" fmla="*/ 33917 h 551929"/>
                <a:gd name="connsiteX645" fmla="*/ 263482 w 596489"/>
                <a:gd name="connsiteY645" fmla="*/ 36658 h 551929"/>
                <a:gd name="connsiteX646" fmla="*/ 262111 w 596489"/>
                <a:gd name="connsiteY646" fmla="*/ 36658 h 551929"/>
                <a:gd name="connsiteX647" fmla="*/ 260741 w 596489"/>
                <a:gd name="connsiteY647" fmla="*/ 33917 h 551929"/>
                <a:gd name="connsiteX648" fmla="*/ 262111 w 596489"/>
                <a:gd name="connsiteY648" fmla="*/ 33917 h 551929"/>
                <a:gd name="connsiteX649" fmla="*/ 249778 w 596489"/>
                <a:gd name="connsiteY649" fmla="*/ 43510 h 551929"/>
                <a:gd name="connsiteX650" fmla="*/ 247037 w 596489"/>
                <a:gd name="connsiteY650" fmla="*/ 42140 h 551929"/>
                <a:gd name="connsiteX651" fmla="*/ 252518 w 596489"/>
                <a:gd name="connsiteY651" fmla="*/ 42140 h 551929"/>
                <a:gd name="connsiteX652" fmla="*/ 249778 w 596489"/>
                <a:gd name="connsiteY652" fmla="*/ 43510 h 551929"/>
                <a:gd name="connsiteX653" fmla="*/ 255259 w 596489"/>
                <a:gd name="connsiteY653" fmla="*/ 28436 h 551929"/>
                <a:gd name="connsiteX654" fmla="*/ 247037 w 596489"/>
                <a:gd name="connsiteY654" fmla="*/ 27065 h 551929"/>
                <a:gd name="connsiteX655" fmla="*/ 253889 w 596489"/>
                <a:gd name="connsiteY655" fmla="*/ 22954 h 551929"/>
                <a:gd name="connsiteX656" fmla="*/ 255259 w 596489"/>
                <a:gd name="connsiteY656" fmla="*/ 28436 h 551929"/>
                <a:gd name="connsiteX657" fmla="*/ 282667 w 596489"/>
                <a:gd name="connsiteY657" fmla="*/ 10621 h 551929"/>
                <a:gd name="connsiteX658" fmla="*/ 277186 w 596489"/>
                <a:gd name="connsiteY658" fmla="*/ 10621 h 551929"/>
                <a:gd name="connsiteX659" fmla="*/ 279926 w 596489"/>
                <a:gd name="connsiteY659" fmla="*/ 7880 h 551929"/>
                <a:gd name="connsiteX660" fmla="*/ 282667 w 596489"/>
                <a:gd name="connsiteY660" fmla="*/ 10621 h 551929"/>
                <a:gd name="connsiteX661" fmla="*/ 300483 w 596489"/>
                <a:gd name="connsiteY661" fmla="*/ 7880 h 551929"/>
                <a:gd name="connsiteX662" fmla="*/ 299112 w 596489"/>
                <a:gd name="connsiteY662" fmla="*/ 6509 h 551929"/>
                <a:gd name="connsiteX663" fmla="*/ 303223 w 596489"/>
                <a:gd name="connsiteY663" fmla="*/ 6509 h 551929"/>
                <a:gd name="connsiteX664" fmla="*/ 300483 w 596489"/>
                <a:gd name="connsiteY664" fmla="*/ 7880 h 551929"/>
                <a:gd name="connsiteX665" fmla="*/ 319668 w 596489"/>
                <a:gd name="connsiteY665" fmla="*/ 10621 h 551929"/>
                <a:gd name="connsiteX666" fmla="*/ 314187 w 596489"/>
                <a:gd name="connsiteY666" fmla="*/ 10621 h 551929"/>
                <a:gd name="connsiteX667" fmla="*/ 311446 w 596489"/>
                <a:gd name="connsiteY667" fmla="*/ 9250 h 551929"/>
                <a:gd name="connsiteX668" fmla="*/ 315557 w 596489"/>
                <a:gd name="connsiteY668" fmla="*/ 7880 h 551929"/>
                <a:gd name="connsiteX669" fmla="*/ 321039 w 596489"/>
                <a:gd name="connsiteY669" fmla="*/ 9250 h 551929"/>
                <a:gd name="connsiteX670" fmla="*/ 319668 w 596489"/>
                <a:gd name="connsiteY670" fmla="*/ 10621 h 551929"/>
                <a:gd name="connsiteX671" fmla="*/ 371743 w 596489"/>
                <a:gd name="connsiteY671" fmla="*/ 3769 h 551929"/>
                <a:gd name="connsiteX672" fmla="*/ 371743 w 596489"/>
                <a:gd name="connsiteY672" fmla="*/ 2398 h 551929"/>
                <a:gd name="connsiteX673" fmla="*/ 375854 w 596489"/>
                <a:gd name="connsiteY673" fmla="*/ 2398 h 551929"/>
                <a:gd name="connsiteX674" fmla="*/ 371743 w 596489"/>
                <a:gd name="connsiteY674" fmla="*/ 3769 h 551929"/>
                <a:gd name="connsiteX675" fmla="*/ 421078 w 596489"/>
                <a:gd name="connsiteY675" fmla="*/ 3769 h 551929"/>
                <a:gd name="connsiteX676" fmla="*/ 415596 w 596489"/>
                <a:gd name="connsiteY676" fmla="*/ 3769 h 551929"/>
                <a:gd name="connsiteX677" fmla="*/ 412856 w 596489"/>
                <a:gd name="connsiteY677" fmla="*/ 5139 h 551929"/>
                <a:gd name="connsiteX678" fmla="*/ 410115 w 596489"/>
                <a:gd name="connsiteY678" fmla="*/ 6509 h 551929"/>
                <a:gd name="connsiteX679" fmla="*/ 416967 w 596489"/>
                <a:gd name="connsiteY679" fmla="*/ 2398 h 551929"/>
                <a:gd name="connsiteX680" fmla="*/ 422448 w 596489"/>
                <a:gd name="connsiteY680" fmla="*/ 3769 h 551929"/>
                <a:gd name="connsiteX681" fmla="*/ 421078 w 596489"/>
                <a:gd name="connsiteY681" fmla="*/ 3769 h 551929"/>
                <a:gd name="connsiteX682" fmla="*/ 490968 w 596489"/>
                <a:gd name="connsiteY682" fmla="*/ 27065 h 551929"/>
                <a:gd name="connsiteX683" fmla="*/ 495080 w 596489"/>
                <a:gd name="connsiteY683" fmla="*/ 28436 h 551929"/>
                <a:gd name="connsiteX684" fmla="*/ 490968 w 596489"/>
                <a:gd name="connsiteY684" fmla="*/ 29806 h 551929"/>
                <a:gd name="connsiteX685" fmla="*/ 490968 w 596489"/>
                <a:gd name="connsiteY685" fmla="*/ 27065 h 551929"/>
                <a:gd name="connsiteX686" fmla="*/ 477264 w 596489"/>
                <a:gd name="connsiteY686" fmla="*/ 25695 h 551929"/>
                <a:gd name="connsiteX687" fmla="*/ 484116 w 596489"/>
                <a:gd name="connsiteY687" fmla="*/ 25695 h 551929"/>
                <a:gd name="connsiteX688" fmla="*/ 475894 w 596489"/>
                <a:gd name="connsiteY688" fmla="*/ 28436 h 551929"/>
                <a:gd name="connsiteX689" fmla="*/ 477264 w 596489"/>
                <a:gd name="connsiteY689" fmla="*/ 25695 h 551929"/>
                <a:gd name="connsiteX690" fmla="*/ 449856 w 596489"/>
                <a:gd name="connsiteY690" fmla="*/ 29806 h 551929"/>
                <a:gd name="connsiteX691" fmla="*/ 448486 w 596489"/>
                <a:gd name="connsiteY691" fmla="*/ 32547 h 551929"/>
                <a:gd name="connsiteX692" fmla="*/ 447116 w 596489"/>
                <a:gd name="connsiteY692" fmla="*/ 31177 h 551929"/>
                <a:gd name="connsiteX693" fmla="*/ 449856 w 596489"/>
                <a:gd name="connsiteY693" fmla="*/ 29806 h 551929"/>
                <a:gd name="connsiteX694" fmla="*/ 441634 w 596489"/>
                <a:gd name="connsiteY694" fmla="*/ 29806 h 551929"/>
                <a:gd name="connsiteX695" fmla="*/ 444375 w 596489"/>
                <a:gd name="connsiteY695" fmla="*/ 31177 h 551929"/>
                <a:gd name="connsiteX696" fmla="*/ 441634 w 596489"/>
                <a:gd name="connsiteY696" fmla="*/ 32547 h 551929"/>
                <a:gd name="connsiteX697" fmla="*/ 438893 w 596489"/>
                <a:gd name="connsiteY697" fmla="*/ 31177 h 551929"/>
                <a:gd name="connsiteX698" fmla="*/ 441634 w 596489"/>
                <a:gd name="connsiteY698" fmla="*/ 29806 h 551929"/>
                <a:gd name="connsiteX699" fmla="*/ 426560 w 596489"/>
                <a:gd name="connsiteY699" fmla="*/ 25695 h 551929"/>
                <a:gd name="connsiteX700" fmla="*/ 430671 w 596489"/>
                <a:gd name="connsiteY700" fmla="*/ 20213 h 551929"/>
                <a:gd name="connsiteX701" fmla="*/ 432041 w 596489"/>
                <a:gd name="connsiteY701" fmla="*/ 22954 h 551929"/>
                <a:gd name="connsiteX702" fmla="*/ 426560 w 596489"/>
                <a:gd name="connsiteY702" fmla="*/ 25695 h 5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596489" h="551929">
                  <a:moveTo>
                    <a:pt x="432041" y="32547"/>
                  </a:moveTo>
                  <a:cubicBezTo>
                    <a:pt x="430671" y="33917"/>
                    <a:pt x="433412" y="33917"/>
                    <a:pt x="441634" y="33917"/>
                  </a:cubicBezTo>
                  <a:cubicBezTo>
                    <a:pt x="449856" y="33917"/>
                    <a:pt x="453968" y="33917"/>
                    <a:pt x="456708" y="32547"/>
                  </a:cubicBezTo>
                  <a:cubicBezTo>
                    <a:pt x="458079" y="31177"/>
                    <a:pt x="459449" y="31177"/>
                    <a:pt x="460820" y="31177"/>
                  </a:cubicBezTo>
                  <a:cubicBezTo>
                    <a:pt x="462190" y="31177"/>
                    <a:pt x="460820" y="32547"/>
                    <a:pt x="460820" y="33917"/>
                  </a:cubicBezTo>
                  <a:cubicBezTo>
                    <a:pt x="459449" y="35288"/>
                    <a:pt x="462190" y="35288"/>
                    <a:pt x="467672" y="36658"/>
                  </a:cubicBezTo>
                  <a:cubicBezTo>
                    <a:pt x="473153" y="36658"/>
                    <a:pt x="477264" y="36658"/>
                    <a:pt x="477264" y="36658"/>
                  </a:cubicBezTo>
                  <a:cubicBezTo>
                    <a:pt x="477264" y="35288"/>
                    <a:pt x="480005" y="35288"/>
                    <a:pt x="481376" y="35288"/>
                  </a:cubicBezTo>
                  <a:cubicBezTo>
                    <a:pt x="484116" y="35288"/>
                    <a:pt x="485487" y="35288"/>
                    <a:pt x="482746" y="36658"/>
                  </a:cubicBezTo>
                  <a:cubicBezTo>
                    <a:pt x="480005" y="38029"/>
                    <a:pt x="481376" y="38029"/>
                    <a:pt x="484116" y="38029"/>
                  </a:cubicBezTo>
                  <a:cubicBezTo>
                    <a:pt x="489598" y="39399"/>
                    <a:pt x="495080" y="39399"/>
                    <a:pt x="500561" y="40769"/>
                  </a:cubicBezTo>
                  <a:cubicBezTo>
                    <a:pt x="506043" y="42140"/>
                    <a:pt x="507413" y="42140"/>
                    <a:pt x="504672" y="43510"/>
                  </a:cubicBezTo>
                  <a:cubicBezTo>
                    <a:pt x="503302" y="44881"/>
                    <a:pt x="499191" y="43510"/>
                    <a:pt x="497820" y="43510"/>
                  </a:cubicBezTo>
                  <a:cubicBezTo>
                    <a:pt x="496450" y="42140"/>
                    <a:pt x="493709" y="42140"/>
                    <a:pt x="493709" y="43510"/>
                  </a:cubicBezTo>
                  <a:cubicBezTo>
                    <a:pt x="493709" y="46251"/>
                    <a:pt x="497820" y="47621"/>
                    <a:pt x="504672" y="48992"/>
                  </a:cubicBezTo>
                  <a:cubicBezTo>
                    <a:pt x="512895" y="50362"/>
                    <a:pt x="551266" y="59955"/>
                    <a:pt x="552636" y="62696"/>
                  </a:cubicBezTo>
                  <a:cubicBezTo>
                    <a:pt x="552636" y="64066"/>
                    <a:pt x="556748" y="64066"/>
                    <a:pt x="559488" y="65437"/>
                  </a:cubicBezTo>
                  <a:cubicBezTo>
                    <a:pt x="562229" y="65437"/>
                    <a:pt x="564970" y="66807"/>
                    <a:pt x="564970" y="68178"/>
                  </a:cubicBezTo>
                  <a:cubicBezTo>
                    <a:pt x="564970" y="69548"/>
                    <a:pt x="567711" y="70918"/>
                    <a:pt x="570452" y="73659"/>
                  </a:cubicBezTo>
                  <a:cubicBezTo>
                    <a:pt x="574563" y="76400"/>
                    <a:pt x="575933" y="76400"/>
                    <a:pt x="574563" y="81882"/>
                  </a:cubicBezTo>
                  <a:cubicBezTo>
                    <a:pt x="573192" y="90104"/>
                    <a:pt x="563600" y="106549"/>
                    <a:pt x="555377" y="116142"/>
                  </a:cubicBezTo>
                  <a:cubicBezTo>
                    <a:pt x="549896" y="122994"/>
                    <a:pt x="547155" y="128475"/>
                    <a:pt x="548525" y="128475"/>
                  </a:cubicBezTo>
                  <a:cubicBezTo>
                    <a:pt x="549896" y="128475"/>
                    <a:pt x="549896" y="127105"/>
                    <a:pt x="551266" y="127105"/>
                  </a:cubicBezTo>
                  <a:cubicBezTo>
                    <a:pt x="552636" y="125734"/>
                    <a:pt x="555377" y="125734"/>
                    <a:pt x="554007" y="125734"/>
                  </a:cubicBezTo>
                  <a:cubicBezTo>
                    <a:pt x="554007" y="129846"/>
                    <a:pt x="556748" y="128475"/>
                    <a:pt x="566340" y="120253"/>
                  </a:cubicBezTo>
                  <a:cubicBezTo>
                    <a:pt x="571822" y="116142"/>
                    <a:pt x="573192" y="114771"/>
                    <a:pt x="574563" y="114771"/>
                  </a:cubicBezTo>
                  <a:cubicBezTo>
                    <a:pt x="575933" y="114771"/>
                    <a:pt x="575933" y="116142"/>
                    <a:pt x="577304" y="117512"/>
                  </a:cubicBezTo>
                  <a:cubicBezTo>
                    <a:pt x="578674" y="121623"/>
                    <a:pt x="578674" y="121623"/>
                    <a:pt x="578674" y="117512"/>
                  </a:cubicBezTo>
                  <a:cubicBezTo>
                    <a:pt x="577304" y="113401"/>
                    <a:pt x="577304" y="113401"/>
                    <a:pt x="580044" y="116142"/>
                  </a:cubicBezTo>
                  <a:cubicBezTo>
                    <a:pt x="581415" y="118882"/>
                    <a:pt x="581415" y="118882"/>
                    <a:pt x="584156" y="117512"/>
                  </a:cubicBezTo>
                  <a:cubicBezTo>
                    <a:pt x="585526" y="116142"/>
                    <a:pt x="588267" y="114771"/>
                    <a:pt x="589637" y="114771"/>
                  </a:cubicBezTo>
                  <a:cubicBezTo>
                    <a:pt x="591008" y="114771"/>
                    <a:pt x="592378" y="113401"/>
                    <a:pt x="592378" y="112030"/>
                  </a:cubicBezTo>
                  <a:cubicBezTo>
                    <a:pt x="592378" y="110660"/>
                    <a:pt x="593748" y="107919"/>
                    <a:pt x="595119" y="106549"/>
                  </a:cubicBezTo>
                  <a:cubicBezTo>
                    <a:pt x="596489" y="105178"/>
                    <a:pt x="596489" y="102438"/>
                    <a:pt x="596489" y="101067"/>
                  </a:cubicBezTo>
                  <a:cubicBezTo>
                    <a:pt x="595119" y="92845"/>
                    <a:pt x="592378" y="85993"/>
                    <a:pt x="592378" y="84622"/>
                  </a:cubicBezTo>
                  <a:cubicBezTo>
                    <a:pt x="591008" y="83252"/>
                    <a:pt x="589637" y="76400"/>
                    <a:pt x="591008" y="76400"/>
                  </a:cubicBezTo>
                  <a:cubicBezTo>
                    <a:pt x="593748" y="76400"/>
                    <a:pt x="574563" y="47621"/>
                    <a:pt x="566340" y="39399"/>
                  </a:cubicBezTo>
                  <a:cubicBezTo>
                    <a:pt x="556748" y="31177"/>
                    <a:pt x="540303" y="21584"/>
                    <a:pt x="530710" y="18843"/>
                  </a:cubicBezTo>
                  <a:cubicBezTo>
                    <a:pt x="526599" y="17473"/>
                    <a:pt x="521117" y="16102"/>
                    <a:pt x="518376" y="14732"/>
                  </a:cubicBezTo>
                  <a:cubicBezTo>
                    <a:pt x="512895" y="11991"/>
                    <a:pt x="508784" y="10621"/>
                    <a:pt x="488228" y="7880"/>
                  </a:cubicBezTo>
                  <a:cubicBezTo>
                    <a:pt x="473153" y="5139"/>
                    <a:pt x="437523" y="1028"/>
                    <a:pt x="437523" y="2398"/>
                  </a:cubicBezTo>
                  <a:cubicBezTo>
                    <a:pt x="437523" y="3769"/>
                    <a:pt x="433412" y="3769"/>
                    <a:pt x="427930" y="2398"/>
                  </a:cubicBezTo>
                  <a:cubicBezTo>
                    <a:pt x="415596" y="1028"/>
                    <a:pt x="408744" y="1028"/>
                    <a:pt x="386818" y="2398"/>
                  </a:cubicBezTo>
                  <a:cubicBezTo>
                    <a:pt x="377225" y="2398"/>
                    <a:pt x="370373" y="2398"/>
                    <a:pt x="370373" y="1028"/>
                  </a:cubicBezTo>
                  <a:cubicBezTo>
                    <a:pt x="370373" y="-343"/>
                    <a:pt x="369003" y="-343"/>
                    <a:pt x="369003" y="1028"/>
                  </a:cubicBezTo>
                  <a:cubicBezTo>
                    <a:pt x="367632" y="2398"/>
                    <a:pt x="364891" y="2398"/>
                    <a:pt x="362151" y="2398"/>
                  </a:cubicBezTo>
                  <a:cubicBezTo>
                    <a:pt x="349817" y="3769"/>
                    <a:pt x="341595" y="2398"/>
                    <a:pt x="338854" y="3769"/>
                  </a:cubicBezTo>
                  <a:cubicBezTo>
                    <a:pt x="334743" y="5139"/>
                    <a:pt x="332002" y="5139"/>
                    <a:pt x="323779" y="5139"/>
                  </a:cubicBezTo>
                  <a:cubicBezTo>
                    <a:pt x="312816" y="3769"/>
                    <a:pt x="290890" y="7880"/>
                    <a:pt x="281297" y="10621"/>
                  </a:cubicBezTo>
                  <a:cubicBezTo>
                    <a:pt x="278556" y="11991"/>
                    <a:pt x="273074" y="11991"/>
                    <a:pt x="268963" y="11991"/>
                  </a:cubicBezTo>
                  <a:cubicBezTo>
                    <a:pt x="264852" y="11991"/>
                    <a:pt x="260741" y="11991"/>
                    <a:pt x="259370" y="13361"/>
                  </a:cubicBezTo>
                  <a:cubicBezTo>
                    <a:pt x="258000" y="14732"/>
                    <a:pt x="253889" y="14732"/>
                    <a:pt x="249778" y="14732"/>
                  </a:cubicBezTo>
                  <a:cubicBezTo>
                    <a:pt x="244296" y="14732"/>
                    <a:pt x="244296" y="16102"/>
                    <a:pt x="245666" y="13361"/>
                  </a:cubicBezTo>
                  <a:cubicBezTo>
                    <a:pt x="247037" y="10621"/>
                    <a:pt x="247037" y="10621"/>
                    <a:pt x="241555" y="10621"/>
                  </a:cubicBezTo>
                  <a:cubicBezTo>
                    <a:pt x="234703" y="10621"/>
                    <a:pt x="233333" y="11991"/>
                    <a:pt x="237444" y="14732"/>
                  </a:cubicBezTo>
                  <a:cubicBezTo>
                    <a:pt x="238814" y="16102"/>
                    <a:pt x="237444" y="16102"/>
                    <a:pt x="233333" y="16102"/>
                  </a:cubicBezTo>
                  <a:cubicBezTo>
                    <a:pt x="223740" y="16102"/>
                    <a:pt x="215518" y="16102"/>
                    <a:pt x="210036" y="18843"/>
                  </a:cubicBezTo>
                  <a:cubicBezTo>
                    <a:pt x="208666" y="20213"/>
                    <a:pt x="204554" y="20213"/>
                    <a:pt x="204554" y="18843"/>
                  </a:cubicBezTo>
                  <a:cubicBezTo>
                    <a:pt x="203184" y="17473"/>
                    <a:pt x="200443" y="18843"/>
                    <a:pt x="197702" y="18843"/>
                  </a:cubicBezTo>
                  <a:cubicBezTo>
                    <a:pt x="192221" y="20213"/>
                    <a:pt x="188109" y="21584"/>
                    <a:pt x="185369" y="21584"/>
                  </a:cubicBezTo>
                  <a:cubicBezTo>
                    <a:pt x="179887" y="20213"/>
                    <a:pt x="156590" y="25695"/>
                    <a:pt x="151109" y="25695"/>
                  </a:cubicBezTo>
                  <a:cubicBezTo>
                    <a:pt x="146997" y="25695"/>
                    <a:pt x="142886" y="25695"/>
                    <a:pt x="142886" y="25695"/>
                  </a:cubicBezTo>
                  <a:cubicBezTo>
                    <a:pt x="141516" y="24325"/>
                    <a:pt x="141516" y="24325"/>
                    <a:pt x="142886" y="25695"/>
                  </a:cubicBezTo>
                  <a:cubicBezTo>
                    <a:pt x="142886" y="27065"/>
                    <a:pt x="140145" y="27065"/>
                    <a:pt x="136034" y="28436"/>
                  </a:cubicBezTo>
                  <a:cubicBezTo>
                    <a:pt x="112737" y="32547"/>
                    <a:pt x="101774" y="31177"/>
                    <a:pt x="83959" y="32547"/>
                  </a:cubicBezTo>
                  <a:cubicBezTo>
                    <a:pt x="74366" y="32547"/>
                    <a:pt x="60662" y="33917"/>
                    <a:pt x="55181" y="33917"/>
                  </a:cubicBezTo>
                  <a:cubicBezTo>
                    <a:pt x="49699" y="33917"/>
                    <a:pt x="40106" y="35288"/>
                    <a:pt x="34625" y="33917"/>
                  </a:cubicBezTo>
                  <a:lnTo>
                    <a:pt x="23661" y="32547"/>
                  </a:lnTo>
                  <a:lnTo>
                    <a:pt x="23661" y="28436"/>
                  </a:lnTo>
                  <a:cubicBezTo>
                    <a:pt x="23661" y="24325"/>
                    <a:pt x="23661" y="22954"/>
                    <a:pt x="16809" y="22954"/>
                  </a:cubicBezTo>
                  <a:cubicBezTo>
                    <a:pt x="8587" y="20213"/>
                    <a:pt x="1735" y="21584"/>
                    <a:pt x="365" y="24325"/>
                  </a:cubicBezTo>
                  <a:cubicBezTo>
                    <a:pt x="-1006" y="27065"/>
                    <a:pt x="1735" y="57214"/>
                    <a:pt x="4476" y="65437"/>
                  </a:cubicBezTo>
                  <a:cubicBezTo>
                    <a:pt x="7217" y="75030"/>
                    <a:pt x="14069" y="80511"/>
                    <a:pt x="23661" y="83252"/>
                  </a:cubicBezTo>
                  <a:cubicBezTo>
                    <a:pt x="35995" y="85993"/>
                    <a:pt x="46958" y="88734"/>
                    <a:pt x="49699" y="85993"/>
                  </a:cubicBezTo>
                  <a:cubicBezTo>
                    <a:pt x="52440" y="84622"/>
                    <a:pt x="59292" y="83252"/>
                    <a:pt x="92181" y="81882"/>
                  </a:cubicBezTo>
                  <a:cubicBezTo>
                    <a:pt x="96293" y="81882"/>
                    <a:pt x="104515" y="80511"/>
                    <a:pt x="108626" y="79141"/>
                  </a:cubicBezTo>
                  <a:cubicBezTo>
                    <a:pt x="112737" y="79141"/>
                    <a:pt x="122330" y="76400"/>
                    <a:pt x="129182" y="75030"/>
                  </a:cubicBezTo>
                  <a:cubicBezTo>
                    <a:pt x="152479" y="72289"/>
                    <a:pt x="183998" y="65437"/>
                    <a:pt x="190850" y="64066"/>
                  </a:cubicBezTo>
                  <a:cubicBezTo>
                    <a:pt x="192221" y="64066"/>
                    <a:pt x="196332" y="62696"/>
                    <a:pt x="200443" y="62696"/>
                  </a:cubicBezTo>
                  <a:cubicBezTo>
                    <a:pt x="204554" y="62696"/>
                    <a:pt x="208666" y="61325"/>
                    <a:pt x="211406" y="61325"/>
                  </a:cubicBezTo>
                  <a:cubicBezTo>
                    <a:pt x="214147" y="59955"/>
                    <a:pt x="222370" y="59955"/>
                    <a:pt x="229222" y="58585"/>
                  </a:cubicBezTo>
                  <a:cubicBezTo>
                    <a:pt x="236074" y="57214"/>
                    <a:pt x="247037" y="55844"/>
                    <a:pt x="253889" y="54473"/>
                  </a:cubicBezTo>
                  <a:cubicBezTo>
                    <a:pt x="260741" y="53103"/>
                    <a:pt x="268963" y="51733"/>
                    <a:pt x="271704" y="51733"/>
                  </a:cubicBezTo>
                  <a:cubicBezTo>
                    <a:pt x="274445" y="51733"/>
                    <a:pt x="275815" y="50362"/>
                    <a:pt x="275815" y="48992"/>
                  </a:cubicBezTo>
                  <a:cubicBezTo>
                    <a:pt x="275815" y="47621"/>
                    <a:pt x="275815" y="47621"/>
                    <a:pt x="277186" y="47621"/>
                  </a:cubicBezTo>
                  <a:cubicBezTo>
                    <a:pt x="278556" y="47621"/>
                    <a:pt x="279926" y="48992"/>
                    <a:pt x="278556" y="48992"/>
                  </a:cubicBezTo>
                  <a:cubicBezTo>
                    <a:pt x="277186" y="50362"/>
                    <a:pt x="278556" y="50362"/>
                    <a:pt x="281297" y="50362"/>
                  </a:cubicBezTo>
                  <a:cubicBezTo>
                    <a:pt x="284038" y="50362"/>
                    <a:pt x="286778" y="48992"/>
                    <a:pt x="286778" y="47621"/>
                  </a:cubicBezTo>
                  <a:cubicBezTo>
                    <a:pt x="286778" y="46251"/>
                    <a:pt x="286778" y="46251"/>
                    <a:pt x="285408" y="46251"/>
                  </a:cubicBezTo>
                  <a:cubicBezTo>
                    <a:pt x="284038" y="47621"/>
                    <a:pt x="284038" y="46251"/>
                    <a:pt x="285408" y="44881"/>
                  </a:cubicBezTo>
                  <a:cubicBezTo>
                    <a:pt x="285408" y="44881"/>
                    <a:pt x="286778" y="43510"/>
                    <a:pt x="288149" y="43510"/>
                  </a:cubicBezTo>
                  <a:cubicBezTo>
                    <a:pt x="289519" y="43510"/>
                    <a:pt x="290890" y="42140"/>
                    <a:pt x="290890" y="42140"/>
                  </a:cubicBezTo>
                  <a:cubicBezTo>
                    <a:pt x="290890" y="39399"/>
                    <a:pt x="293630" y="39399"/>
                    <a:pt x="300483" y="39399"/>
                  </a:cubicBezTo>
                  <a:cubicBezTo>
                    <a:pt x="299112" y="42140"/>
                    <a:pt x="296371" y="43510"/>
                    <a:pt x="293630" y="46251"/>
                  </a:cubicBezTo>
                  <a:cubicBezTo>
                    <a:pt x="293630" y="44881"/>
                    <a:pt x="292260" y="44881"/>
                    <a:pt x="290890" y="46251"/>
                  </a:cubicBezTo>
                  <a:cubicBezTo>
                    <a:pt x="289519" y="47621"/>
                    <a:pt x="289519" y="47621"/>
                    <a:pt x="292260" y="47621"/>
                  </a:cubicBezTo>
                  <a:cubicBezTo>
                    <a:pt x="292260" y="47621"/>
                    <a:pt x="293630" y="47621"/>
                    <a:pt x="293630" y="47621"/>
                  </a:cubicBezTo>
                  <a:cubicBezTo>
                    <a:pt x="264852" y="80511"/>
                    <a:pt x="237444" y="116142"/>
                    <a:pt x="211406" y="153142"/>
                  </a:cubicBezTo>
                  <a:cubicBezTo>
                    <a:pt x="182628" y="195625"/>
                    <a:pt x="136034" y="261404"/>
                    <a:pt x="138775" y="264145"/>
                  </a:cubicBezTo>
                  <a:cubicBezTo>
                    <a:pt x="138775" y="264145"/>
                    <a:pt x="140145" y="264145"/>
                    <a:pt x="140145" y="262775"/>
                  </a:cubicBezTo>
                  <a:cubicBezTo>
                    <a:pt x="140145" y="261404"/>
                    <a:pt x="144257" y="257293"/>
                    <a:pt x="148368" y="253182"/>
                  </a:cubicBezTo>
                  <a:cubicBezTo>
                    <a:pt x="152479" y="249071"/>
                    <a:pt x="157961" y="242218"/>
                    <a:pt x="160701" y="236737"/>
                  </a:cubicBezTo>
                  <a:cubicBezTo>
                    <a:pt x="163442" y="231255"/>
                    <a:pt x="167553" y="225774"/>
                    <a:pt x="168924" y="225774"/>
                  </a:cubicBezTo>
                  <a:cubicBezTo>
                    <a:pt x="170294" y="224403"/>
                    <a:pt x="170294" y="223033"/>
                    <a:pt x="170294" y="221662"/>
                  </a:cubicBezTo>
                  <a:cubicBezTo>
                    <a:pt x="170294" y="220292"/>
                    <a:pt x="173035" y="216181"/>
                    <a:pt x="175776" y="213440"/>
                  </a:cubicBezTo>
                  <a:cubicBezTo>
                    <a:pt x="183998" y="203847"/>
                    <a:pt x="186739" y="199736"/>
                    <a:pt x="194962" y="188773"/>
                  </a:cubicBezTo>
                  <a:cubicBezTo>
                    <a:pt x="207295" y="170958"/>
                    <a:pt x="220999" y="153142"/>
                    <a:pt x="234703" y="135327"/>
                  </a:cubicBezTo>
                  <a:cubicBezTo>
                    <a:pt x="244296" y="122994"/>
                    <a:pt x="253889" y="110660"/>
                    <a:pt x="256630" y="107919"/>
                  </a:cubicBezTo>
                  <a:cubicBezTo>
                    <a:pt x="259370" y="105178"/>
                    <a:pt x="262111" y="101067"/>
                    <a:pt x="263482" y="98326"/>
                  </a:cubicBezTo>
                  <a:cubicBezTo>
                    <a:pt x="264852" y="96956"/>
                    <a:pt x="266222" y="95586"/>
                    <a:pt x="266222" y="95586"/>
                  </a:cubicBezTo>
                  <a:cubicBezTo>
                    <a:pt x="266222" y="96956"/>
                    <a:pt x="255259" y="112030"/>
                    <a:pt x="249778" y="120253"/>
                  </a:cubicBezTo>
                  <a:cubicBezTo>
                    <a:pt x="248407" y="122994"/>
                    <a:pt x="245666" y="125734"/>
                    <a:pt x="245666" y="125734"/>
                  </a:cubicBezTo>
                  <a:cubicBezTo>
                    <a:pt x="245666" y="127105"/>
                    <a:pt x="244296" y="128475"/>
                    <a:pt x="242926" y="129846"/>
                  </a:cubicBezTo>
                  <a:cubicBezTo>
                    <a:pt x="241555" y="131216"/>
                    <a:pt x="240185" y="133957"/>
                    <a:pt x="240185" y="135327"/>
                  </a:cubicBezTo>
                  <a:cubicBezTo>
                    <a:pt x="240185" y="136698"/>
                    <a:pt x="238814" y="139438"/>
                    <a:pt x="237444" y="139438"/>
                  </a:cubicBezTo>
                  <a:cubicBezTo>
                    <a:pt x="236074" y="140809"/>
                    <a:pt x="234703" y="142179"/>
                    <a:pt x="234703" y="142179"/>
                  </a:cubicBezTo>
                  <a:cubicBezTo>
                    <a:pt x="234703" y="143550"/>
                    <a:pt x="226481" y="154513"/>
                    <a:pt x="222370" y="159994"/>
                  </a:cubicBezTo>
                  <a:cubicBezTo>
                    <a:pt x="220999" y="161365"/>
                    <a:pt x="219629" y="164106"/>
                    <a:pt x="219629" y="164106"/>
                  </a:cubicBezTo>
                  <a:cubicBezTo>
                    <a:pt x="219629" y="164106"/>
                    <a:pt x="216888" y="168217"/>
                    <a:pt x="214147" y="172328"/>
                  </a:cubicBezTo>
                  <a:cubicBezTo>
                    <a:pt x="211406" y="176439"/>
                    <a:pt x="207295" y="180550"/>
                    <a:pt x="207295" y="181921"/>
                  </a:cubicBezTo>
                  <a:cubicBezTo>
                    <a:pt x="205925" y="184662"/>
                    <a:pt x="203184" y="190143"/>
                    <a:pt x="199073" y="195625"/>
                  </a:cubicBezTo>
                  <a:cubicBezTo>
                    <a:pt x="196332" y="198366"/>
                    <a:pt x="194962" y="202477"/>
                    <a:pt x="193591" y="205218"/>
                  </a:cubicBezTo>
                  <a:cubicBezTo>
                    <a:pt x="192221" y="207958"/>
                    <a:pt x="190850" y="210699"/>
                    <a:pt x="189480" y="212070"/>
                  </a:cubicBezTo>
                  <a:cubicBezTo>
                    <a:pt x="182628" y="218922"/>
                    <a:pt x="179887" y="224403"/>
                    <a:pt x="179887" y="225774"/>
                  </a:cubicBezTo>
                  <a:cubicBezTo>
                    <a:pt x="179887" y="225774"/>
                    <a:pt x="178517" y="228514"/>
                    <a:pt x="175776" y="229885"/>
                  </a:cubicBezTo>
                  <a:cubicBezTo>
                    <a:pt x="174405" y="231255"/>
                    <a:pt x="171665" y="233996"/>
                    <a:pt x="171665" y="233996"/>
                  </a:cubicBezTo>
                  <a:cubicBezTo>
                    <a:pt x="171665" y="238107"/>
                    <a:pt x="171665" y="240848"/>
                    <a:pt x="171665" y="239478"/>
                  </a:cubicBezTo>
                  <a:cubicBezTo>
                    <a:pt x="170294" y="238107"/>
                    <a:pt x="163442" y="246330"/>
                    <a:pt x="163442" y="250441"/>
                  </a:cubicBezTo>
                  <a:cubicBezTo>
                    <a:pt x="163442" y="251811"/>
                    <a:pt x="162072" y="254552"/>
                    <a:pt x="162072" y="254552"/>
                  </a:cubicBezTo>
                  <a:cubicBezTo>
                    <a:pt x="162072" y="254552"/>
                    <a:pt x="157961" y="258663"/>
                    <a:pt x="155220" y="264145"/>
                  </a:cubicBezTo>
                  <a:cubicBezTo>
                    <a:pt x="152479" y="269627"/>
                    <a:pt x="149738" y="273738"/>
                    <a:pt x="149738" y="272367"/>
                  </a:cubicBezTo>
                  <a:cubicBezTo>
                    <a:pt x="151109" y="272367"/>
                    <a:pt x="151109" y="272367"/>
                    <a:pt x="151109" y="273738"/>
                  </a:cubicBezTo>
                  <a:cubicBezTo>
                    <a:pt x="151109" y="275108"/>
                    <a:pt x="151109" y="275108"/>
                    <a:pt x="149738" y="275108"/>
                  </a:cubicBezTo>
                  <a:cubicBezTo>
                    <a:pt x="148368" y="275108"/>
                    <a:pt x="146997" y="276479"/>
                    <a:pt x="144257" y="280590"/>
                  </a:cubicBezTo>
                  <a:cubicBezTo>
                    <a:pt x="141516" y="284701"/>
                    <a:pt x="140145" y="287442"/>
                    <a:pt x="138775" y="287442"/>
                  </a:cubicBezTo>
                  <a:cubicBezTo>
                    <a:pt x="137405" y="287442"/>
                    <a:pt x="137405" y="287442"/>
                    <a:pt x="138775" y="288812"/>
                  </a:cubicBezTo>
                  <a:cubicBezTo>
                    <a:pt x="138775" y="290183"/>
                    <a:pt x="138775" y="290183"/>
                    <a:pt x="137405" y="291553"/>
                  </a:cubicBezTo>
                  <a:cubicBezTo>
                    <a:pt x="136034" y="291553"/>
                    <a:pt x="133293" y="294294"/>
                    <a:pt x="133293" y="298405"/>
                  </a:cubicBezTo>
                  <a:cubicBezTo>
                    <a:pt x="131923" y="303887"/>
                    <a:pt x="116849" y="329924"/>
                    <a:pt x="109997" y="339517"/>
                  </a:cubicBezTo>
                  <a:cubicBezTo>
                    <a:pt x="107256" y="343628"/>
                    <a:pt x="105885" y="347740"/>
                    <a:pt x="105885" y="349110"/>
                  </a:cubicBezTo>
                  <a:cubicBezTo>
                    <a:pt x="105885" y="350480"/>
                    <a:pt x="105885" y="351851"/>
                    <a:pt x="104515" y="350480"/>
                  </a:cubicBezTo>
                  <a:cubicBezTo>
                    <a:pt x="104515" y="350480"/>
                    <a:pt x="103145" y="351851"/>
                    <a:pt x="101774" y="353221"/>
                  </a:cubicBezTo>
                  <a:cubicBezTo>
                    <a:pt x="99033" y="357332"/>
                    <a:pt x="96293" y="361444"/>
                    <a:pt x="94922" y="366925"/>
                  </a:cubicBezTo>
                  <a:cubicBezTo>
                    <a:pt x="93552" y="371036"/>
                    <a:pt x="90811" y="375148"/>
                    <a:pt x="90811" y="375148"/>
                  </a:cubicBezTo>
                  <a:cubicBezTo>
                    <a:pt x="89441" y="375148"/>
                    <a:pt x="89441" y="376518"/>
                    <a:pt x="89441" y="377888"/>
                  </a:cubicBezTo>
                  <a:cubicBezTo>
                    <a:pt x="89441" y="379259"/>
                    <a:pt x="88070" y="383370"/>
                    <a:pt x="86700" y="384740"/>
                  </a:cubicBezTo>
                  <a:cubicBezTo>
                    <a:pt x="85329" y="387481"/>
                    <a:pt x="72996" y="410778"/>
                    <a:pt x="71625" y="410778"/>
                  </a:cubicBezTo>
                  <a:cubicBezTo>
                    <a:pt x="70255" y="412148"/>
                    <a:pt x="70255" y="413519"/>
                    <a:pt x="70255" y="416260"/>
                  </a:cubicBezTo>
                  <a:cubicBezTo>
                    <a:pt x="70255" y="417630"/>
                    <a:pt x="68885" y="420371"/>
                    <a:pt x="67514" y="423112"/>
                  </a:cubicBezTo>
                  <a:cubicBezTo>
                    <a:pt x="62033" y="432704"/>
                    <a:pt x="35995" y="493002"/>
                    <a:pt x="37365" y="501224"/>
                  </a:cubicBezTo>
                  <a:cubicBezTo>
                    <a:pt x="37365" y="502595"/>
                    <a:pt x="37365" y="503965"/>
                    <a:pt x="35995" y="503965"/>
                  </a:cubicBezTo>
                  <a:cubicBezTo>
                    <a:pt x="34625" y="503965"/>
                    <a:pt x="34625" y="506706"/>
                    <a:pt x="34625" y="508076"/>
                  </a:cubicBezTo>
                  <a:cubicBezTo>
                    <a:pt x="35995" y="513558"/>
                    <a:pt x="33254" y="512188"/>
                    <a:pt x="33254" y="505336"/>
                  </a:cubicBezTo>
                  <a:cubicBezTo>
                    <a:pt x="33254" y="497113"/>
                    <a:pt x="33254" y="488891"/>
                    <a:pt x="35995" y="487520"/>
                  </a:cubicBezTo>
                  <a:cubicBezTo>
                    <a:pt x="37365" y="486150"/>
                    <a:pt x="37365" y="486150"/>
                    <a:pt x="37365" y="484780"/>
                  </a:cubicBezTo>
                  <a:cubicBezTo>
                    <a:pt x="35995" y="480668"/>
                    <a:pt x="37365" y="476557"/>
                    <a:pt x="38736" y="475187"/>
                  </a:cubicBezTo>
                  <a:cubicBezTo>
                    <a:pt x="40106" y="473816"/>
                    <a:pt x="40106" y="472446"/>
                    <a:pt x="38736" y="471076"/>
                  </a:cubicBezTo>
                  <a:cubicBezTo>
                    <a:pt x="37365" y="469705"/>
                    <a:pt x="35995" y="469705"/>
                    <a:pt x="34625" y="473816"/>
                  </a:cubicBezTo>
                  <a:cubicBezTo>
                    <a:pt x="30513" y="486150"/>
                    <a:pt x="27773" y="513558"/>
                    <a:pt x="30513" y="516299"/>
                  </a:cubicBezTo>
                  <a:cubicBezTo>
                    <a:pt x="31884" y="517669"/>
                    <a:pt x="34625" y="521781"/>
                    <a:pt x="37365" y="527262"/>
                  </a:cubicBezTo>
                  <a:cubicBezTo>
                    <a:pt x="42847" y="536855"/>
                    <a:pt x="48329" y="543707"/>
                    <a:pt x="53810" y="543707"/>
                  </a:cubicBezTo>
                  <a:cubicBezTo>
                    <a:pt x="55181" y="543707"/>
                    <a:pt x="57921" y="545077"/>
                    <a:pt x="59292" y="547818"/>
                  </a:cubicBezTo>
                  <a:cubicBezTo>
                    <a:pt x="62033" y="550559"/>
                    <a:pt x="67514" y="551929"/>
                    <a:pt x="75737" y="551929"/>
                  </a:cubicBezTo>
                  <a:cubicBezTo>
                    <a:pt x="77107" y="551929"/>
                    <a:pt x="81218" y="549189"/>
                    <a:pt x="82589" y="546448"/>
                  </a:cubicBezTo>
                  <a:cubicBezTo>
                    <a:pt x="85329" y="543707"/>
                    <a:pt x="88070" y="542337"/>
                    <a:pt x="89441" y="540966"/>
                  </a:cubicBezTo>
                  <a:cubicBezTo>
                    <a:pt x="90811" y="540966"/>
                    <a:pt x="92181" y="539596"/>
                    <a:pt x="92181" y="538225"/>
                  </a:cubicBezTo>
                  <a:cubicBezTo>
                    <a:pt x="92181" y="536855"/>
                    <a:pt x="93552" y="535485"/>
                    <a:pt x="94922" y="535485"/>
                  </a:cubicBezTo>
                  <a:cubicBezTo>
                    <a:pt x="96293" y="535485"/>
                    <a:pt x="100404" y="528633"/>
                    <a:pt x="103145" y="523151"/>
                  </a:cubicBezTo>
                  <a:cubicBezTo>
                    <a:pt x="104515" y="520410"/>
                    <a:pt x="97663" y="521781"/>
                    <a:pt x="86700" y="527262"/>
                  </a:cubicBezTo>
                  <a:cubicBezTo>
                    <a:pt x="77107" y="531373"/>
                    <a:pt x="71625" y="534114"/>
                    <a:pt x="67514" y="534114"/>
                  </a:cubicBezTo>
                  <a:cubicBezTo>
                    <a:pt x="64773" y="534114"/>
                    <a:pt x="63403" y="532744"/>
                    <a:pt x="62033" y="531373"/>
                  </a:cubicBezTo>
                  <a:cubicBezTo>
                    <a:pt x="59292" y="527262"/>
                    <a:pt x="59292" y="525892"/>
                    <a:pt x="63403" y="513558"/>
                  </a:cubicBezTo>
                  <a:cubicBezTo>
                    <a:pt x="64773" y="506706"/>
                    <a:pt x="67514" y="497113"/>
                    <a:pt x="70255" y="493002"/>
                  </a:cubicBezTo>
                  <a:cubicBezTo>
                    <a:pt x="71625" y="488891"/>
                    <a:pt x="71625" y="483409"/>
                    <a:pt x="71625" y="482039"/>
                  </a:cubicBezTo>
                  <a:cubicBezTo>
                    <a:pt x="71625" y="479298"/>
                    <a:pt x="71625" y="477928"/>
                    <a:pt x="72996" y="477928"/>
                  </a:cubicBezTo>
                  <a:cubicBezTo>
                    <a:pt x="74366" y="477928"/>
                    <a:pt x="75737" y="477928"/>
                    <a:pt x="75737" y="476557"/>
                  </a:cubicBezTo>
                  <a:cubicBezTo>
                    <a:pt x="75737" y="475187"/>
                    <a:pt x="77107" y="471076"/>
                    <a:pt x="79848" y="466964"/>
                  </a:cubicBezTo>
                  <a:cubicBezTo>
                    <a:pt x="82589" y="462853"/>
                    <a:pt x="83959" y="460112"/>
                    <a:pt x="83959" y="460112"/>
                  </a:cubicBezTo>
                  <a:cubicBezTo>
                    <a:pt x="82589" y="460112"/>
                    <a:pt x="83959" y="458742"/>
                    <a:pt x="85329" y="456001"/>
                  </a:cubicBezTo>
                  <a:cubicBezTo>
                    <a:pt x="86700" y="453260"/>
                    <a:pt x="88070" y="450520"/>
                    <a:pt x="86700" y="447779"/>
                  </a:cubicBezTo>
                  <a:cubicBezTo>
                    <a:pt x="86700" y="446408"/>
                    <a:pt x="86700" y="445038"/>
                    <a:pt x="88070" y="445038"/>
                  </a:cubicBezTo>
                  <a:cubicBezTo>
                    <a:pt x="90811" y="445038"/>
                    <a:pt x="99033" y="428593"/>
                    <a:pt x="96293" y="425852"/>
                  </a:cubicBezTo>
                  <a:cubicBezTo>
                    <a:pt x="96293" y="424482"/>
                    <a:pt x="96293" y="424482"/>
                    <a:pt x="96293" y="424482"/>
                  </a:cubicBezTo>
                  <a:cubicBezTo>
                    <a:pt x="99033" y="425852"/>
                    <a:pt x="105885" y="409408"/>
                    <a:pt x="104515" y="406667"/>
                  </a:cubicBezTo>
                  <a:cubicBezTo>
                    <a:pt x="103145" y="405296"/>
                    <a:pt x="103145" y="403926"/>
                    <a:pt x="104515" y="403926"/>
                  </a:cubicBezTo>
                  <a:cubicBezTo>
                    <a:pt x="107256" y="402556"/>
                    <a:pt x="105885" y="399815"/>
                    <a:pt x="103145" y="401185"/>
                  </a:cubicBezTo>
                  <a:cubicBezTo>
                    <a:pt x="101774" y="401185"/>
                    <a:pt x="99033" y="402556"/>
                    <a:pt x="97663" y="403926"/>
                  </a:cubicBezTo>
                  <a:cubicBezTo>
                    <a:pt x="96293" y="406667"/>
                    <a:pt x="96293" y="406667"/>
                    <a:pt x="97663" y="406667"/>
                  </a:cubicBezTo>
                  <a:cubicBezTo>
                    <a:pt x="99033" y="405296"/>
                    <a:pt x="99033" y="406667"/>
                    <a:pt x="99033" y="408037"/>
                  </a:cubicBezTo>
                  <a:cubicBezTo>
                    <a:pt x="97663" y="409408"/>
                    <a:pt x="97663" y="410778"/>
                    <a:pt x="96293" y="409408"/>
                  </a:cubicBezTo>
                  <a:cubicBezTo>
                    <a:pt x="94922" y="408037"/>
                    <a:pt x="94922" y="409408"/>
                    <a:pt x="94922" y="409408"/>
                  </a:cubicBezTo>
                  <a:cubicBezTo>
                    <a:pt x="93552" y="417630"/>
                    <a:pt x="93552" y="420371"/>
                    <a:pt x="94922" y="419000"/>
                  </a:cubicBezTo>
                  <a:cubicBezTo>
                    <a:pt x="96293" y="419000"/>
                    <a:pt x="96293" y="419000"/>
                    <a:pt x="96293" y="420371"/>
                  </a:cubicBezTo>
                  <a:cubicBezTo>
                    <a:pt x="96293" y="423112"/>
                    <a:pt x="93552" y="423112"/>
                    <a:pt x="92181" y="420371"/>
                  </a:cubicBezTo>
                  <a:cubicBezTo>
                    <a:pt x="90811" y="417630"/>
                    <a:pt x="85329" y="419000"/>
                    <a:pt x="85329" y="421741"/>
                  </a:cubicBezTo>
                  <a:cubicBezTo>
                    <a:pt x="85329" y="423112"/>
                    <a:pt x="86700" y="423112"/>
                    <a:pt x="86700" y="421741"/>
                  </a:cubicBezTo>
                  <a:cubicBezTo>
                    <a:pt x="88070" y="421741"/>
                    <a:pt x="88070" y="420371"/>
                    <a:pt x="86700" y="423112"/>
                  </a:cubicBezTo>
                  <a:cubicBezTo>
                    <a:pt x="86700" y="424482"/>
                    <a:pt x="85329" y="427223"/>
                    <a:pt x="85329" y="428593"/>
                  </a:cubicBezTo>
                  <a:cubicBezTo>
                    <a:pt x="85329" y="431334"/>
                    <a:pt x="85329" y="431334"/>
                    <a:pt x="88070" y="428593"/>
                  </a:cubicBezTo>
                  <a:cubicBezTo>
                    <a:pt x="89441" y="425852"/>
                    <a:pt x="90811" y="425852"/>
                    <a:pt x="90811" y="427223"/>
                  </a:cubicBezTo>
                  <a:cubicBezTo>
                    <a:pt x="90811" y="428593"/>
                    <a:pt x="90811" y="428593"/>
                    <a:pt x="90811" y="428593"/>
                  </a:cubicBezTo>
                  <a:cubicBezTo>
                    <a:pt x="90811" y="428593"/>
                    <a:pt x="88070" y="431334"/>
                    <a:pt x="86700" y="434075"/>
                  </a:cubicBezTo>
                  <a:cubicBezTo>
                    <a:pt x="85329" y="438186"/>
                    <a:pt x="83959" y="439556"/>
                    <a:pt x="82589" y="438186"/>
                  </a:cubicBezTo>
                  <a:cubicBezTo>
                    <a:pt x="81218" y="436816"/>
                    <a:pt x="81218" y="436816"/>
                    <a:pt x="81218" y="438186"/>
                  </a:cubicBezTo>
                  <a:cubicBezTo>
                    <a:pt x="81218" y="439556"/>
                    <a:pt x="79848" y="440927"/>
                    <a:pt x="79848" y="440927"/>
                  </a:cubicBezTo>
                  <a:cubicBezTo>
                    <a:pt x="77107" y="440927"/>
                    <a:pt x="77107" y="440927"/>
                    <a:pt x="77107" y="450520"/>
                  </a:cubicBezTo>
                  <a:cubicBezTo>
                    <a:pt x="77107" y="456001"/>
                    <a:pt x="77107" y="456001"/>
                    <a:pt x="75737" y="451890"/>
                  </a:cubicBezTo>
                  <a:cubicBezTo>
                    <a:pt x="74366" y="447779"/>
                    <a:pt x="72996" y="447779"/>
                    <a:pt x="72996" y="450520"/>
                  </a:cubicBezTo>
                  <a:cubicBezTo>
                    <a:pt x="72996" y="451890"/>
                    <a:pt x="72996" y="453260"/>
                    <a:pt x="72996" y="453260"/>
                  </a:cubicBezTo>
                  <a:cubicBezTo>
                    <a:pt x="74366" y="453260"/>
                    <a:pt x="74366" y="454631"/>
                    <a:pt x="72996" y="456001"/>
                  </a:cubicBezTo>
                  <a:cubicBezTo>
                    <a:pt x="72996" y="458742"/>
                    <a:pt x="70255" y="460112"/>
                    <a:pt x="70255" y="458742"/>
                  </a:cubicBezTo>
                  <a:cubicBezTo>
                    <a:pt x="68885" y="458742"/>
                    <a:pt x="68885" y="460112"/>
                    <a:pt x="68885" y="462853"/>
                  </a:cubicBezTo>
                  <a:cubicBezTo>
                    <a:pt x="68885" y="465594"/>
                    <a:pt x="68885" y="466964"/>
                    <a:pt x="66144" y="466964"/>
                  </a:cubicBezTo>
                  <a:cubicBezTo>
                    <a:pt x="63403" y="468335"/>
                    <a:pt x="62033" y="466964"/>
                    <a:pt x="66144" y="460112"/>
                  </a:cubicBezTo>
                  <a:cubicBezTo>
                    <a:pt x="67514" y="456001"/>
                    <a:pt x="70255" y="451890"/>
                    <a:pt x="70255" y="450520"/>
                  </a:cubicBezTo>
                  <a:cubicBezTo>
                    <a:pt x="70255" y="447779"/>
                    <a:pt x="71625" y="445038"/>
                    <a:pt x="74366" y="443668"/>
                  </a:cubicBezTo>
                  <a:cubicBezTo>
                    <a:pt x="77107" y="442297"/>
                    <a:pt x="77107" y="440927"/>
                    <a:pt x="77107" y="439556"/>
                  </a:cubicBezTo>
                  <a:cubicBezTo>
                    <a:pt x="77107" y="438186"/>
                    <a:pt x="78477" y="438186"/>
                    <a:pt x="79848" y="436816"/>
                  </a:cubicBezTo>
                  <a:cubicBezTo>
                    <a:pt x="82589" y="435445"/>
                    <a:pt x="82589" y="435445"/>
                    <a:pt x="81218" y="434075"/>
                  </a:cubicBezTo>
                  <a:cubicBezTo>
                    <a:pt x="78477" y="432704"/>
                    <a:pt x="79848" y="432704"/>
                    <a:pt x="81218" y="429964"/>
                  </a:cubicBezTo>
                  <a:cubicBezTo>
                    <a:pt x="82589" y="428593"/>
                    <a:pt x="82589" y="427223"/>
                    <a:pt x="82589" y="427223"/>
                  </a:cubicBezTo>
                  <a:cubicBezTo>
                    <a:pt x="82589" y="427223"/>
                    <a:pt x="82589" y="425852"/>
                    <a:pt x="83959" y="424482"/>
                  </a:cubicBezTo>
                  <a:cubicBezTo>
                    <a:pt x="85329" y="423112"/>
                    <a:pt x="88070" y="419000"/>
                    <a:pt x="88070" y="416260"/>
                  </a:cubicBezTo>
                  <a:cubicBezTo>
                    <a:pt x="88070" y="413519"/>
                    <a:pt x="88070" y="410778"/>
                    <a:pt x="88070" y="409408"/>
                  </a:cubicBezTo>
                  <a:cubicBezTo>
                    <a:pt x="88070" y="409408"/>
                    <a:pt x="89441" y="410778"/>
                    <a:pt x="90811" y="413519"/>
                  </a:cubicBezTo>
                  <a:cubicBezTo>
                    <a:pt x="92181" y="416260"/>
                    <a:pt x="93552" y="416260"/>
                    <a:pt x="94922" y="414889"/>
                  </a:cubicBezTo>
                  <a:cubicBezTo>
                    <a:pt x="96293" y="413519"/>
                    <a:pt x="94922" y="412148"/>
                    <a:pt x="93552" y="410778"/>
                  </a:cubicBezTo>
                  <a:cubicBezTo>
                    <a:pt x="90811" y="406667"/>
                    <a:pt x="92181" y="401185"/>
                    <a:pt x="94922" y="397074"/>
                  </a:cubicBezTo>
                  <a:cubicBezTo>
                    <a:pt x="97663" y="395704"/>
                    <a:pt x="99033" y="391592"/>
                    <a:pt x="99033" y="390222"/>
                  </a:cubicBezTo>
                  <a:cubicBezTo>
                    <a:pt x="99033" y="388852"/>
                    <a:pt x="100404" y="384740"/>
                    <a:pt x="103145" y="383370"/>
                  </a:cubicBezTo>
                  <a:cubicBezTo>
                    <a:pt x="104515" y="380629"/>
                    <a:pt x="105885" y="377888"/>
                    <a:pt x="105885" y="376518"/>
                  </a:cubicBezTo>
                  <a:cubicBezTo>
                    <a:pt x="105885" y="373777"/>
                    <a:pt x="105885" y="372407"/>
                    <a:pt x="107256" y="373777"/>
                  </a:cubicBezTo>
                  <a:cubicBezTo>
                    <a:pt x="108626" y="375148"/>
                    <a:pt x="108626" y="373777"/>
                    <a:pt x="107256" y="372407"/>
                  </a:cubicBezTo>
                  <a:cubicBezTo>
                    <a:pt x="107256" y="371036"/>
                    <a:pt x="107256" y="369666"/>
                    <a:pt x="109997" y="368296"/>
                  </a:cubicBezTo>
                  <a:cubicBezTo>
                    <a:pt x="112737" y="368296"/>
                    <a:pt x="112737" y="366925"/>
                    <a:pt x="111367" y="366925"/>
                  </a:cubicBezTo>
                  <a:cubicBezTo>
                    <a:pt x="108626" y="365555"/>
                    <a:pt x="108626" y="364184"/>
                    <a:pt x="111367" y="362814"/>
                  </a:cubicBezTo>
                  <a:cubicBezTo>
                    <a:pt x="112737" y="362814"/>
                    <a:pt x="112737" y="362814"/>
                    <a:pt x="112737" y="364184"/>
                  </a:cubicBezTo>
                  <a:cubicBezTo>
                    <a:pt x="111367" y="364184"/>
                    <a:pt x="112737" y="365555"/>
                    <a:pt x="112737" y="365555"/>
                  </a:cubicBezTo>
                  <a:cubicBezTo>
                    <a:pt x="114108" y="365555"/>
                    <a:pt x="119589" y="358703"/>
                    <a:pt x="119589" y="353221"/>
                  </a:cubicBezTo>
                  <a:cubicBezTo>
                    <a:pt x="119589" y="350480"/>
                    <a:pt x="119589" y="349110"/>
                    <a:pt x="118219" y="349110"/>
                  </a:cubicBezTo>
                  <a:cubicBezTo>
                    <a:pt x="116849" y="349110"/>
                    <a:pt x="114108" y="350480"/>
                    <a:pt x="112737" y="353221"/>
                  </a:cubicBezTo>
                  <a:cubicBezTo>
                    <a:pt x="109997" y="358703"/>
                    <a:pt x="107256" y="358703"/>
                    <a:pt x="107256" y="355962"/>
                  </a:cubicBezTo>
                  <a:cubicBezTo>
                    <a:pt x="107256" y="354592"/>
                    <a:pt x="108626" y="354592"/>
                    <a:pt x="108626" y="355962"/>
                  </a:cubicBezTo>
                  <a:cubicBezTo>
                    <a:pt x="109997" y="355962"/>
                    <a:pt x="109997" y="355962"/>
                    <a:pt x="109997" y="354592"/>
                  </a:cubicBezTo>
                  <a:cubicBezTo>
                    <a:pt x="108626" y="353221"/>
                    <a:pt x="111367" y="350480"/>
                    <a:pt x="112737" y="347740"/>
                  </a:cubicBezTo>
                  <a:cubicBezTo>
                    <a:pt x="115478" y="343628"/>
                    <a:pt x="116849" y="343628"/>
                    <a:pt x="118219" y="346369"/>
                  </a:cubicBezTo>
                  <a:cubicBezTo>
                    <a:pt x="120960" y="349110"/>
                    <a:pt x="120960" y="349110"/>
                    <a:pt x="123701" y="347740"/>
                  </a:cubicBezTo>
                  <a:cubicBezTo>
                    <a:pt x="125071" y="346369"/>
                    <a:pt x="126441" y="344999"/>
                    <a:pt x="126441" y="344999"/>
                  </a:cubicBezTo>
                  <a:cubicBezTo>
                    <a:pt x="126441" y="344999"/>
                    <a:pt x="126441" y="342258"/>
                    <a:pt x="129182" y="339517"/>
                  </a:cubicBezTo>
                  <a:cubicBezTo>
                    <a:pt x="130553" y="336776"/>
                    <a:pt x="131923" y="334035"/>
                    <a:pt x="131923" y="334035"/>
                  </a:cubicBezTo>
                  <a:cubicBezTo>
                    <a:pt x="131923" y="332665"/>
                    <a:pt x="133293" y="329924"/>
                    <a:pt x="136034" y="327183"/>
                  </a:cubicBezTo>
                  <a:cubicBezTo>
                    <a:pt x="140145" y="323072"/>
                    <a:pt x="140145" y="321702"/>
                    <a:pt x="137405" y="321702"/>
                  </a:cubicBezTo>
                  <a:cubicBezTo>
                    <a:pt x="134664" y="321702"/>
                    <a:pt x="134664" y="321702"/>
                    <a:pt x="137405" y="320331"/>
                  </a:cubicBezTo>
                  <a:cubicBezTo>
                    <a:pt x="138775" y="318961"/>
                    <a:pt x="138775" y="318961"/>
                    <a:pt x="137405" y="318961"/>
                  </a:cubicBezTo>
                  <a:cubicBezTo>
                    <a:pt x="136034" y="318961"/>
                    <a:pt x="133293" y="321702"/>
                    <a:pt x="133293" y="324443"/>
                  </a:cubicBezTo>
                  <a:cubicBezTo>
                    <a:pt x="130553" y="329924"/>
                    <a:pt x="130553" y="329924"/>
                    <a:pt x="129182" y="327183"/>
                  </a:cubicBezTo>
                  <a:cubicBezTo>
                    <a:pt x="129182" y="324443"/>
                    <a:pt x="129182" y="323072"/>
                    <a:pt x="129182" y="323072"/>
                  </a:cubicBezTo>
                  <a:cubicBezTo>
                    <a:pt x="130553" y="323072"/>
                    <a:pt x="130553" y="321702"/>
                    <a:pt x="130553" y="320331"/>
                  </a:cubicBezTo>
                  <a:cubicBezTo>
                    <a:pt x="130553" y="316220"/>
                    <a:pt x="134664" y="312109"/>
                    <a:pt x="136034" y="314850"/>
                  </a:cubicBezTo>
                  <a:cubicBezTo>
                    <a:pt x="137405" y="316220"/>
                    <a:pt x="149738" y="312109"/>
                    <a:pt x="148368" y="310739"/>
                  </a:cubicBezTo>
                  <a:cubicBezTo>
                    <a:pt x="148368" y="309368"/>
                    <a:pt x="148368" y="305257"/>
                    <a:pt x="151109" y="302516"/>
                  </a:cubicBezTo>
                  <a:cubicBezTo>
                    <a:pt x="152479" y="299775"/>
                    <a:pt x="152479" y="297035"/>
                    <a:pt x="151109" y="298405"/>
                  </a:cubicBezTo>
                  <a:cubicBezTo>
                    <a:pt x="149738" y="299775"/>
                    <a:pt x="148368" y="299775"/>
                    <a:pt x="146997" y="299775"/>
                  </a:cubicBezTo>
                  <a:cubicBezTo>
                    <a:pt x="145627" y="298405"/>
                    <a:pt x="142886" y="303887"/>
                    <a:pt x="144257" y="305257"/>
                  </a:cubicBezTo>
                  <a:cubicBezTo>
                    <a:pt x="145627" y="306627"/>
                    <a:pt x="137405" y="309368"/>
                    <a:pt x="136034" y="307998"/>
                  </a:cubicBezTo>
                  <a:cubicBezTo>
                    <a:pt x="136034" y="307998"/>
                    <a:pt x="136034" y="306627"/>
                    <a:pt x="137405" y="303887"/>
                  </a:cubicBezTo>
                  <a:cubicBezTo>
                    <a:pt x="138775" y="302516"/>
                    <a:pt x="141516" y="298405"/>
                    <a:pt x="142886" y="297035"/>
                  </a:cubicBezTo>
                  <a:cubicBezTo>
                    <a:pt x="145627" y="292923"/>
                    <a:pt x="145627" y="294294"/>
                    <a:pt x="146997" y="295664"/>
                  </a:cubicBezTo>
                  <a:cubicBezTo>
                    <a:pt x="149738" y="298405"/>
                    <a:pt x="149738" y="297035"/>
                    <a:pt x="149738" y="291553"/>
                  </a:cubicBezTo>
                  <a:cubicBezTo>
                    <a:pt x="149738" y="290183"/>
                    <a:pt x="151109" y="288812"/>
                    <a:pt x="151109" y="288812"/>
                  </a:cubicBezTo>
                  <a:cubicBezTo>
                    <a:pt x="159331" y="288812"/>
                    <a:pt x="162072" y="288812"/>
                    <a:pt x="162072" y="290183"/>
                  </a:cubicBezTo>
                  <a:cubicBezTo>
                    <a:pt x="162072" y="291553"/>
                    <a:pt x="160701" y="291553"/>
                    <a:pt x="159331" y="291553"/>
                  </a:cubicBezTo>
                  <a:cubicBezTo>
                    <a:pt x="157961" y="291553"/>
                    <a:pt x="155220" y="291553"/>
                    <a:pt x="155220" y="292923"/>
                  </a:cubicBezTo>
                  <a:cubicBezTo>
                    <a:pt x="155220" y="292923"/>
                    <a:pt x="155220" y="294294"/>
                    <a:pt x="156590" y="294294"/>
                  </a:cubicBezTo>
                  <a:cubicBezTo>
                    <a:pt x="157961" y="294294"/>
                    <a:pt x="159331" y="295664"/>
                    <a:pt x="159331" y="297035"/>
                  </a:cubicBezTo>
                  <a:cubicBezTo>
                    <a:pt x="159331" y="298405"/>
                    <a:pt x="159331" y="299775"/>
                    <a:pt x="159331" y="299775"/>
                  </a:cubicBezTo>
                  <a:cubicBezTo>
                    <a:pt x="157961" y="298405"/>
                    <a:pt x="149738" y="310739"/>
                    <a:pt x="151109" y="313479"/>
                  </a:cubicBezTo>
                  <a:cubicBezTo>
                    <a:pt x="152479" y="316220"/>
                    <a:pt x="145627" y="324443"/>
                    <a:pt x="144257" y="323072"/>
                  </a:cubicBezTo>
                  <a:cubicBezTo>
                    <a:pt x="144257" y="323072"/>
                    <a:pt x="142886" y="325813"/>
                    <a:pt x="141516" y="329924"/>
                  </a:cubicBezTo>
                  <a:cubicBezTo>
                    <a:pt x="140145" y="334035"/>
                    <a:pt x="138775" y="336776"/>
                    <a:pt x="137405" y="336776"/>
                  </a:cubicBezTo>
                  <a:cubicBezTo>
                    <a:pt x="134664" y="335406"/>
                    <a:pt x="130553" y="339517"/>
                    <a:pt x="131923" y="346369"/>
                  </a:cubicBezTo>
                  <a:cubicBezTo>
                    <a:pt x="133293" y="351851"/>
                    <a:pt x="131923" y="351851"/>
                    <a:pt x="129182" y="353221"/>
                  </a:cubicBezTo>
                  <a:cubicBezTo>
                    <a:pt x="126441" y="354592"/>
                    <a:pt x="123701" y="355962"/>
                    <a:pt x="123701" y="358703"/>
                  </a:cubicBezTo>
                  <a:cubicBezTo>
                    <a:pt x="123701" y="358703"/>
                    <a:pt x="123701" y="360073"/>
                    <a:pt x="125071" y="358703"/>
                  </a:cubicBezTo>
                  <a:cubicBezTo>
                    <a:pt x="126441" y="358703"/>
                    <a:pt x="126441" y="360073"/>
                    <a:pt x="126441" y="364184"/>
                  </a:cubicBezTo>
                  <a:cubicBezTo>
                    <a:pt x="126441" y="366925"/>
                    <a:pt x="125071" y="369666"/>
                    <a:pt x="125071" y="371036"/>
                  </a:cubicBezTo>
                  <a:cubicBezTo>
                    <a:pt x="123701" y="372407"/>
                    <a:pt x="122330" y="369666"/>
                    <a:pt x="123701" y="366925"/>
                  </a:cubicBezTo>
                  <a:cubicBezTo>
                    <a:pt x="125071" y="360073"/>
                    <a:pt x="122330" y="360073"/>
                    <a:pt x="118219" y="368296"/>
                  </a:cubicBezTo>
                  <a:cubicBezTo>
                    <a:pt x="115478" y="373777"/>
                    <a:pt x="114108" y="382000"/>
                    <a:pt x="116849" y="380629"/>
                  </a:cubicBezTo>
                  <a:cubicBezTo>
                    <a:pt x="118219" y="380629"/>
                    <a:pt x="118219" y="380629"/>
                    <a:pt x="119589" y="382000"/>
                  </a:cubicBezTo>
                  <a:cubicBezTo>
                    <a:pt x="120960" y="383370"/>
                    <a:pt x="120960" y="383370"/>
                    <a:pt x="123701" y="380629"/>
                  </a:cubicBezTo>
                  <a:cubicBezTo>
                    <a:pt x="125071" y="379259"/>
                    <a:pt x="127812" y="375148"/>
                    <a:pt x="131923" y="371036"/>
                  </a:cubicBezTo>
                  <a:cubicBezTo>
                    <a:pt x="136034" y="366925"/>
                    <a:pt x="137405" y="364184"/>
                    <a:pt x="136034" y="361444"/>
                  </a:cubicBezTo>
                  <a:cubicBezTo>
                    <a:pt x="136034" y="360073"/>
                    <a:pt x="136034" y="358703"/>
                    <a:pt x="137405" y="358703"/>
                  </a:cubicBezTo>
                  <a:cubicBezTo>
                    <a:pt x="137405" y="358703"/>
                    <a:pt x="138775" y="357332"/>
                    <a:pt x="138775" y="355962"/>
                  </a:cubicBezTo>
                  <a:cubicBezTo>
                    <a:pt x="138775" y="354592"/>
                    <a:pt x="140145" y="353221"/>
                    <a:pt x="141516" y="353221"/>
                  </a:cubicBezTo>
                  <a:cubicBezTo>
                    <a:pt x="142886" y="353221"/>
                    <a:pt x="144257" y="351851"/>
                    <a:pt x="144257" y="349110"/>
                  </a:cubicBezTo>
                  <a:cubicBezTo>
                    <a:pt x="144257" y="347740"/>
                    <a:pt x="145627" y="344999"/>
                    <a:pt x="148368" y="343628"/>
                  </a:cubicBezTo>
                  <a:cubicBezTo>
                    <a:pt x="151109" y="342258"/>
                    <a:pt x="152479" y="339517"/>
                    <a:pt x="151109" y="338147"/>
                  </a:cubicBezTo>
                  <a:cubicBezTo>
                    <a:pt x="151109" y="335406"/>
                    <a:pt x="155220" y="327183"/>
                    <a:pt x="156590" y="327183"/>
                  </a:cubicBezTo>
                  <a:cubicBezTo>
                    <a:pt x="157961" y="327183"/>
                    <a:pt x="157961" y="325813"/>
                    <a:pt x="157961" y="324443"/>
                  </a:cubicBezTo>
                  <a:cubicBezTo>
                    <a:pt x="157961" y="323072"/>
                    <a:pt x="160701" y="317591"/>
                    <a:pt x="163442" y="314850"/>
                  </a:cubicBezTo>
                  <a:cubicBezTo>
                    <a:pt x="166183" y="310739"/>
                    <a:pt x="168924" y="307998"/>
                    <a:pt x="167553" y="306627"/>
                  </a:cubicBezTo>
                  <a:cubicBezTo>
                    <a:pt x="167553" y="305257"/>
                    <a:pt x="170294" y="301146"/>
                    <a:pt x="173035" y="297035"/>
                  </a:cubicBezTo>
                  <a:cubicBezTo>
                    <a:pt x="175776" y="292923"/>
                    <a:pt x="178517" y="288812"/>
                    <a:pt x="178517" y="287442"/>
                  </a:cubicBezTo>
                  <a:cubicBezTo>
                    <a:pt x="178517" y="286071"/>
                    <a:pt x="178517" y="284701"/>
                    <a:pt x="179887" y="284701"/>
                  </a:cubicBezTo>
                  <a:cubicBezTo>
                    <a:pt x="181257" y="284701"/>
                    <a:pt x="181257" y="283331"/>
                    <a:pt x="181257" y="281960"/>
                  </a:cubicBezTo>
                  <a:cubicBezTo>
                    <a:pt x="181257" y="280590"/>
                    <a:pt x="182628" y="277849"/>
                    <a:pt x="183998" y="277849"/>
                  </a:cubicBezTo>
                  <a:cubicBezTo>
                    <a:pt x="185369" y="277849"/>
                    <a:pt x="188109" y="273738"/>
                    <a:pt x="190850" y="268256"/>
                  </a:cubicBezTo>
                  <a:cubicBezTo>
                    <a:pt x="193591" y="264145"/>
                    <a:pt x="196332" y="257293"/>
                    <a:pt x="199073" y="254552"/>
                  </a:cubicBezTo>
                  <a:cubicBezTo>
                    <a:pt x="201814" y="251811"/>
                    <a:pt x="204554" y="246330"/>
                    <a:pt x="207295" y="243589"/>
                  </a:cubicBezTo>
                  <a:cubicBezTo>
                    <a:pt x="211406" y="238107"/>
                    <a:pt x="216888" y="227144"/>
                    <a:pt x="225110" y="217551"/>
                  </a:cubicBezTo>
                  <a:cubicBezTo>
                    <a:pt x="236074" y="202477"/>
                    <a:pt x="238814" y="198366"/>
                    <a:pt x="240185" y="194254"/>
                  </a:cubicBezTo>
                  <a:cubicBezTo>
                    <a:pt x="240185" y="192884"/>
                    <a:pt x="241555" y="191514"/>
                    <a:pt x="241555" y="191514"/>
                  </a:cubicBezTo>
                  <a:cubicBezTo>
                    <a:pt x="242926" y="191514"/>
                    <a:pt x="258000" y="172328"/>
                    <a:pt x="270334" y="153142"/>
                  </a:cubicBezTo>
                  <a:cubicBezTo>
                    <a:pt x="271704" y="150402"/>
                    <a:pt x="278556" y="142179"/>
                    <a:pt x="284038" y="136698"/>
                  </a:cubicBezTo>
                  <a:cubicBezTo>
                    <a:pt x="289519" y="131216"/>
                    <a:pt x="295001" y="122994"/>
                    <a:pt x="296371" y="121623"/>
                  </a:cubicBezTo>
                  <a:cubicBezTo>
                    <a:pt x="308705" y="105178"/>
                    <a:pt x="319668" y="92845"/>
                    <a:pt x="325150" y="87363"/>
                  </a:cubicBezTo>
                  <a:cubicBezTo>
                    <a:pt x="329261" y="83252"/>
                    <a:pt x="333372" y="76400"/>
                    <a:pt x="336113" y="73659"/>
                  </a:cubicBezTo>
                  <a:cubicBezTo>
                    <a:pt x="338854" y="69548"/>
                    <a:pt x="341595" y="65437"/>
                    <a:pt x="342965" y="64066"/>
                  </a:cubicBezTo>
                  <a:cubicBezTo>
                    <a:pt x="344335" y="62696"/>
                    <a:pt x="345706" y="58585"/>
                    <a:pt x="344335" y="51733"/>
                  </a:cubicBezTo>
                  <a:cubicBezTo>
                    <a:pt x="344335" y="51733"/>
                    <a:pt x="344335" y="50362"/>
                    <a:pt x="344335" y="48992"/>
                  </a:cubicBezTo>
                  <a:cubicBezTo>
                    <a:pt x="348447" y="48992"/>
                    <a:pt x="347076" y="48992"/>
                    <a:pt x="344335" y="47621"/>
                  </a:cubicBezTo>
                  <a:cubicBezTo>
                    <a:pt x="344335" y="46251"/>
                    <a:pt x="344335" y="44881"/>
                    <a:pt x="344335" y="44881"/>
                  </a:cubicBezTo>
                  <a:cubicBezTo>
                    <a:pt x="347076" y="44881"/>
                    <a:pt x="348447" y="43510"/>
                    <a:pt x="348447" y="43510"/>
                  </a:cubicBezTo>
                  <a:cubicBezTo>
                    <a:pt x="347076" y="40769"/>
                    <a:pt x="351187" y="42140"/>
                    <a:pt x="353928" y="44881"/>
                  </a:cubicBezTo>
                  <a:cubicBezTo>
                    <a:pt x="355299" y="46251"/>
                    <a:pt x="355299" y="47621"/>
                    <a:pt x="353928" y="47621"/>
                  </a:cubicBezTo>
                  <a:cubicBezTo>
                    <a:pt x="352558" y="48992"/>
                    <a:pt x="353928" y="48992"/>
                    <a:pt x="360780" y="50362"/>
                  </a:cubicBezTo>
                  <a:cubicBezTo>
                    <a:pt x="366262" y="51733"/>
                    <a:pt x="369003" y="50362"/>
                    <a:pt x="369003" y="48992"/>
                  </a:cubicBezTo>
                  <a:cubicBezTo>
                    <a:pt x="369003" y="48992"/>
                    <a:pt x="370373" y="47621"/>
                    <a:pt x="373114" y="48992"/>
                  </a:cubicBezTo>
                  <a:cubicBezTo>
                    <a:pt x="375854" y="48992"/>
                    <a:pt x="377225" y="48992"/>
                    <a:pt x="377225" y="47621"/>
                  </a:cubicBezTo>
                  <a:cubicBezTo>
                    <a:pt x="377225" y="46251"/>
                    <a:pt x="374484" y="46251"/>
                    <a:pt x="371743" y="47621"/>
                  </a:cubicBezTo>
                  <a:cubicBezTo>
                    <a:pt x="364891" y="48992"/>
                    <a:pt x="360780" y="48992"/>
                    <a:pt x="360780" y="46251"/>
                  </a:cubicBezTo>
                  <a:cubicBezTo>
                    <a:pt x="360780" y="44881"/>
                    <a:pt x="363521" y="43510"/>
                    <a:pt x="367632" y="43510"/>
                  </a:cubicBezTo>
                  <a:cubicBezTo>
                    <a:pt x="371743" y="43510"/>
                    <a:pt x="374484" y="43510"/>
                    <a:pt x="374484" y="43510"/>
                  </a:cubicBezTo>
                  <a:cubicBezTo>
                    <a:pt x="374484" y="44881"/>
                    <a:pt x="375854" y="44881"/>
                    <a:pt x="377225" y="44881"/>
                  </a:cubicBezTo>
                  <a:cubicBezTo>
                    <a:pt x="378595" y="44881"/>
                    <a:pt x="378595" y="43510"/>
                    <a:pt x="378595" y="43510"/>
                  </a:cubicBezTo>
                  <a:cubicBezTo>
                    <a:pt x="378595" y="42140"/>
                    <a:pt x="378595" y="42140"/>
                    <a:pt x="379966" y="42140"/>
                  </a:cubicBezTo>
                  <a:cubicBezTo>
                    <a:pt x="381336" y="42140"/>
                    <a:pt x="382706" y="43510"/>
                    <a:pt x="381336" y="43510"/>
                  </a:cubicBezTo>
                  <a:cubicBezTo>
                    <a:pt x="381336" y="43510"/>
                    <a:pt x="381336" y="44881"/>
                    <a:pt x="382706" y="46251"/>
                  </a:cubicBezTo>
                  <a:cubicBezTo>
                    <a:pt x="386818" y="48992"/>
                    <a:pt x="407374" y="51733"/>
                    <a:pt x="408744" y="50362"/>
                  </a:cubicBezTo>
                  <a:cubicBezTo>
                    <a:pt x="408744" y="48992"/>
                    <a:pt x="411485" y="50362"/>
                    <a:pt x="414226" y="50362"/>
                  </a:cubicBezTo>
                  <a:cubicBezTo>
                    <a:pt x="418337" y="50362"/>
                    <a:pt x="418337" y="50362"/>
                    <a:pt x="414226" y="48992"/>
                  </a:cubicBezTo>
                  <a:cubicBezTo>
                    <a:pt x="412856" y="47621"/>
                    <a:pt x="406003" y="47621"/>
                    <a:pt x="401892" y="46251"/>
                  </a:cubicBezTo>
                  <a:cubicBezTo>
                    <a:pt x="396411" y="46251"/>
                    <a:pt x="393670" y="44881"/>
                    <a:pt x="395040" y="44881"/>
                  </a:cubicBezTo>
                  <a:cubicBezTo>
                    <a:pt x="395040" y="43510"/>
                    <a:pt x="393670" y="43510"/>
                    <a:pt x="390929" y="42140"/>
                  </a:cubicBezTo>
                  <a:lnTo>
                    <a:pt x="386818" y="40769"/>
                  </a:lnTo>
                  <a:lnTo>
                    <a:pt x="390929" y="40769"/>
                  </a:lnTo>
                  <a:cubicBezTo>
                    <a:pt x="393670" y="40769"/>
                    <a:pt x="395040" y="39399"/>
                    <a:pt x="395040" y="39399"/>
                  </a:cubicBezTo>
                  <a:cubicBezTo>
                    <a:pt x="395040" y="38029"/>
                    <a:pt x="371743" y="36658"/>
                    <a:pt x="367632" y="38029"/>
                  </a:cubicBezTo>
                  <a:cubicBezTo>
                    <a:pt x="366262" y="38029"/>
                    <a:pt x="362151" y="39399"/>
                    <a:pt x="356669" y="39399"/>
                  </a:cubicBezTo>
                  <a:cubicBezTo>
                    <a:pt x="352558" y="39399"/>
                    <a:pt x="347076" y="39399"/>
                    <a:pt x="345706" y="39399"/>
                  </a:cubicBezTo>
                  <a:cubicBezTo>
                    <a:pt x="344335" y="39399"/>
                    <a:pt x="344335" y="39399"/>
                    <a:pt x="344335" y="38029"/>
                  </a:cubicBezTo>
                  <a:cubicBezTo>
                    <a:pt x="344335" y="36658"/>
                    <a:pt x="344335" y="35288"/>
                    <a:pt x="342965" y="35288"/>
                  </a:cubicBezTo>
                  <a:cubicBezTo>
                    <a:pt x="341595" y="35288"/>
                    <a:pt x="341595" y="35288"/>
                    <a:pt x="340224" y="36658"/>
                  </a:cubicBezTo>
                  <a:cubicBezTo>
                    <a:pt x="337483" y="33917"/>
                    <a:pt x="332002" y="32547"/>
                    <a:pt x="329261" y="32547"/>
                  </a:cubicBezTo>
                  <a:cubicBezTo>
                    <a:pt x="322409" y="32547"/>
                    <a:pt x="312816" y="39399"/>
                    <a:pt x="307335" y="44881"/>
                  </a:cubicBezTo>
                  <a:cubicBezTo>
                    <a:pt x="305964" y="44881"/>
                    <a:pt x="305964" y="44881"/>
                    <a:pt x="305964" y="42140"/>
                  </a:cubicBezTo>
                  <a:cubicBezTo>
                    <a:pt x="307335" y="40769"/>
                    <a:pt x="305964" y="39399"/>
                    <a:pt x="304594" y="39399"/>
                  </a:cubicBezTo>
                  <a:cubicBezTo>
                    <a:pt x="303223" y="39399"/>
                    <a:pt x="301853" y="38029"/>
                    <a:pt x="301853" y="38029"/>
                  </a:cubicBezTo>
                  <a:cubicBezTo>
                    <a:pt x="301853" y="36658"/>
                    <a:pt x="300483" y="38029"/>
                    <a:pt x="297742" y="39399"/>
                  </a:cubicBezTo>
                  <a:cubicBezTo>
                    <a:pt x="296371" y="40769"/>
                    <a:pt x="293630" y="42140"/>
                    <a:pt x="292260" y="40769"/>
                  </a:cubicBezTo>
                  <a:cubicBezTo>
                    <a:pt x="289519" y="39399"/>
                    <a:pt x="270334" y="36658"/>
                    <a:pt x="268963" y="38029"/>
                  </a:cubicBezTo>
                  <a:cubicBezTo>
                    <a:pt x="267593" y="39399"/>
                    <a:pt x="267593" y="39399"/>
                    <a:pt x="266222" y="38029"/>
                  </a:cubicBezTo>
                  <a:cubicBezTo>
                    <a:pt x="264852" y="36658"/>
                    <a:pt x="267593" y="33917"/>
                    <a:pt x="270334" y="33917"/>
                  </a:cubicBezTo>
                  <a:cubicBezTo>
                    <a:pt x="271704" y="33917"/>
                    <a:pt x="273074" y="33917"/>
                    <a:pt x="274445" y="32547"/>
                  </a:cubicBezTo>
                  <a:cubicBezTo>
                    <a:pt x="275815" y="32547"/>
                    <a:pt x="278556" y="32547"/>
                    <a:pt x="281297" y="32547"/>
                  </a:cubicBezTo>
                  <a:cubicBezTo>
                    <a:pt x="285408" y="32547"/>
                    <a:pt x="288149" y="31177"/>
                    <a:pt x="288149" y="31177"/>
                  </a:cubicBezTo>
                  <a:cubicBezTo>
                    <a:pt x="289519" y="31177"/>
                    <a:pt x="290890" y="31177"/>
                    <a:pt x="293630" y="29806"/>
                  </a:cubicBezTo>
                  <a:cubicBezTo>
                    <a:pt x="295001" y="29806"/>
                    <a:pt x="297742" y="29806"/>
                    <a:pt x="300483" y="28436"/>
                  </a:cubicBezTo>
                  <a:cubicBezTo>
                    <a:pt x="301853" y="27065"/>
                    <a:pt x="304594" y="27065"/>
                    <a:pt x="304594" y="28436"/>
                  </a:cubicBezTo>
                  <a:cubicBezTo>
                    <a:pt x="304594" y="29806"/>
                    <a:pt x="307335" y="29806"/>
                    <a:pt x="310075" y="28436"/>
                  </a:cubicBezTo>
                  <a:cubicBezTo>
                    <a:pt x="311446" y="27065"/>
                    <a:pt x="315557" y="27065"/>
                    <a:pt x="316927" y="27065"/>
                  </a:cubicBezTo>
                  <a:cubicBezTo>
                    <a:pt x="318298" y="27065"/>
                    <a:pt x="321039" y="27065"/>
                    <a:pt x="322409" y="27065"/>
                  </a:cubicBezTo>
                  <a:cubicBezTo>
                    <a:pt x="323779" y="25695"/>
                    <a:pt x="326520" y="25695"/>
                    <a:pt x="329261" y="27065"/>
                  </a:cubicBezTo>
                  <a:cubicBezTo>
                    <a:pt x="332002" y="27065"/>
                    <a:pt x="336113" y="28436"/>
                    <a:pt x="338854" y="27065"/>
                  </a:cubicBezTo>
                  <a:cubicBezTo>
                    <a:pt x="341595" y="25695"/>
                    <a:pt x="344335" y="25695"/>
                    <a:pt x="345706" y="25695"/>
                  </a:cubicBezTo>
                  <a:cubicBezTo>
                    <a:pt x="347076" y="25695"/>
                    <a:pt x="351187" y="25695"/>
                    <a:pt x="352558" y="24325"/>
                  </a:cubicBezTo>
                  <a:cubicBezTo>
                    <a:pt x="355299" y="22954"/>
                    <a:pt x="359410" y="22954"/>
                    <a:pt x="363521" y="24325"/>
                  </a:cubicBezTo>
                  <a:cubicBezTo>
                    <a:pt x="367632" y="25695"/>
                    <a:pt x="370373" y="25695"/>
                    <a:pt x="370373" y="24325"/>
                  </a:cubicBezTo>
                  <a:cubicBezTo>
                    <a:pt x="370373" y="22954"/>
                    <a:pt x="374484" y="22954"/>
                    <a:pt x="377225" y="22954"/>
                  </a:cubicBezTo>
                  <a:cubicBezTo>
                    <a:pt x="379966" y="22954"/>
                    <a:pt x="385447" y="22954"/>
                    <a:pt x="388188" y="21584"/>
                  </a:cubicBezTo>
                  <a:cubicBezTo>
                    <a:pt x="395040" y="18843"/>
                    <a:pt x="396411" y="20213"/>
                    <a:pt x="396411" y="22954"/>
                  </a:cubicBezTo>
                  <a:cubicBezTo>
                    <a:pt x="396411" y="25695"/>
                    <a:pt x="396411" y="25695"/>
                    <a:pt x="397781" y="22954"/>
                  </a:cubicBezTo>
                  <a:cubicBezTo>
                    <a:pt x="399151" y="21584"/>
                    <a:pt x="410115" y="20213"/>
                    <a:pt x="421078" y="20213"/>
                  </a:cubicBezTo>
                  <a:cubicBezTo>
                    <a:pt x="436152" y="20213"/>
                    <a:pt x="452597" y="21584"/>
                    <a:pt x="458079" y="21584"/>
                  </a:cubicBezTo>
                  <a:cubicBezTo>
                    <a:pt x="467672" y="22954"/>
                    <a:pt x="477264" y="22954"/>
                    <a:pt x="478635" y="22954"/>
                  </a:cubicBezTo>
                  <a:cubicBezTo>
                    <a:pt x="480005" y="22954"/>
                    <a:pt x="488228" y="24325"/>
                    <a:pt x="499191" y="27065"/>
                  </a:cubicBezTo>
                  <a:cubicBezTo>
                    <a:pt x="527969" y="32547"/>
                    <a:pt x="541673" y="38029"/>
                    <a:pt x="529340" y="39399"/>
                  </a:cubicBezTo>
                  <a:cubicBezTo>
                    <a:pt x="519747" y="40769"/>
                    <a:pt x="519747" y="40769"/>
                    <a:pt x="519747" y="39399"/>
                  </a:cubicBezTo>
                  <a:cubicBezTo>
                    <a:pt x="521117" y="38029"/>
                    <a:pt x="519747" y="38029"/>
                    <a:pt x="517006" y="38029"/>
                  </a:cubicBezTo>
                  <a:cubicBezTo>
                    <a:pt x="515636" y="38029"/>
                    <a:pt x="511524" y="38029"/>
                    <a:pt x="511524" y="40769"/>
                  </a:cubicBezTo>
                  <a:cubicBezTo>
                    <a:pt x="510154" y="42140"/>
                    <a:pt x="508784" y="42140"/>
                    <a:pt x="507413" y="42140"/>
                  </a:cubicBezTo>
                  <a:cubicBezTo>
                    <a:pt x="507413" y="42140"/>
                    <a:pt x="506043" y="40769"/>
                    <a:pt x="507413" y="40769"/>
                  </a:cubicBezTo>
                  <a:cubicBezTo>
                    <a:pt x="507413" y="40769"/>
                    <a:pt x="507413" y="39399"/>
                    <a:pt x="506043" y="38029"/>
                  </a:cubicBezTo>
                  <a:cubicBezTo>
                    <a:pt x="504672" y="36658"/>
                    <a:pt x="504672" y="35288"/>
                    <a:pt x="507413" y="36658"/>
                  </a:cubicBezTo>
                  <a:cubicBezTo>
                    <a:pt x="508784" y="36658"/>
                    <a:pt x="507413" y="36658"/>
                    <a:pt x="506043" y="35288"/>
                  </a:cubicBezTo>
                  <a:cubicBezTo>
                    <a:pt x="504672" y="33917"/>
                    <a:pt x="501932" y="33917"/>
                    <a:pt x="499191" y="33917"/>
                  </a:cubicBezTo>
                  <a:cubicBezTo>
                    <a:pt x="495080" y="35288"/>
                    <a:pt x="469042" y="32547"/>
                    <a:pt x="466301" y="29806"/>
                  </a:cubicBezTo>
                  <a:cubicBezTo>
                    <a:pt x="463560" y="28436"/>
                    <a:pt x="462190" y="32547"/>
                    <a:pt x="464931" y="35288"/>
                  </a:cubicBezTo>
                  <a:cubicBezTo>
                    <a:pt x="466301" y="36658"/>
                    <a:pt x="466301" y="36658"/>
                    <a:pt x="467672" y="36658"/>
                  </a:cubicBezTo>
                  <a:cubicBezTo>
                    <a:pt x="467672" y="35288"/>
                    <a:pt x="469042" y="35288"/>
                    <a:pt x="469042" y="36658"/>
                  </a:cubicBezTo>
                  <a:cubicBezTo>
                    <a:pt x="470412" y="38029"/>
                    <a:pt x="470412" y="38029"/>
                    <a:pt x="467672" y="39399"/>
                  </a:cubicBezTo>
                  <a:cubicBezTo>
                    <a:pt x="463560" y="42140"/>
                    <a:pt x="460820" y="40769"/>
                    <a:pt x="462190" y="38029"/>
                  </a:cubicBezTo>
                  <a:cubicBezTo>
                    <a:pt x="462190" y="36658"/>
                    <a:pt x="460820" y="36658"/>
                    <a:pt x="458079" y="36658"/>
                  </a:cubicBezTo>
                  <a:cubicBezTo>
                    <a:pt x="455338" y="36658"/>
                    <a:pt x="453968" y="35288"/>
                    <a:pt x="456708" y="35288"/>
                  </a:cubicBezTo>
                  <a:cubicBezTo>
                    <a:pt x="458079" y="35288"/>
                    <a:pt x="458079" y="33917"/>
                    <a:pt x="455338" y="32547"/>
                  </a:cubicBezTo>
                  <a:cubicBezTo>
                    <a:pt x="451227" y="31177"/>
                    <a:pt x="447116" y="33917"/>
                    <a:pt x="448486" y="36658"/>
                  </a:cubicBezTo>
                  <a:cubicBezTo>
                    <a:pt x="448486" y="38029"/>
                    <a:pt x="449856" y="36658"/>
                    <a:pt x="449856" y="35288"/>
                  </a:cubicBezTo>
                  <a:cubicBezTo>
                    <a:pt x="449856" y="33917"/>
                    <a:pt x="449856" y="33917"/>
                    <a:pt x="451227" y="36658"/>
                  </a:cubicBezTo>
                  <a:cubicBezTo>
                    <a:pt x="452597" y="40769"/>
                    <a:pt x="452597" y="40769"/>
                    <a:pt x="448486" y="39399"/>
                  </a:cubicBezTo>
                  <a:cubicBezTo>
                    <a:pt x="447116" y="38029"/>
                    <a:pt x="445745" y="36658"/>
                    <a:pt x="445745" y="33917"/>
                  </a:cubicBezTo>
                  <a:cubicBezTo>
                    <a:pt x="445745" y="32547"/>
                    <a:pt x="445745" y="31177"/>
                    <a:pt x="445745" y="32547"/>
                  </a:cubicBezTo>
                  <a:cubicBezTo>
                    <a:pt x="445745" y="33917"/>
                    <a:pt x="444375" y="33917"/>
                    <a:pt x="441634" y="33917"/>
                  </a:cubicBezTo>
                  <a:cubicBezTo>
                    <a:pt x="440264" y="33917"/>
                    <a:pt x="440264" y="35288"/>
                    <a:pt x="440264" y="35288"/>
                  </a:cubicBezTo>
                  <a:cubicBezTo>
                    <a:pt x="441634" y="36658"/>
                    <a:pt x="440264" y="36658"/>
                    <a:pt x="438893" y="36658"/>
                  </a:cubicBezTo>
                  <a:cubicBezTo>
                    <a:pt x="437523" y="36658"/>
                    <a:pt x="437523" y="35288"/>
                    <a:pt x="437523" y="33917"/>
                  </a:cubicBezTo>
                  <a:cubicBezTo>
                    <a:pt x="437523" y="32547"/>
                    <a:pt x="436152" y="31177"/>
                    <a:pt x="434782" y="31177"/>
                  </a:cubicBezTo>
                  <a:cubicBezTo>
                    <a:pt x="433412" y="31177"/>
                    <a:pt x="429300" y="29806"/>
                    <a:pt x="427930" y="28436"/>
                  </a:cubicBezTo>
                  <a:cubicBezTo>
                    <a:pt x="426560" y="27065"/>
                    <a:pt x="425189" y="27065"/>
                    <a:pt x="426560" y="28436"/>
                  </a:cubicBezTo>
                  <a:cubicBezTo>
                    <a:pt x="426560" y="29806"/>
                    <a:pt x="426560" y="31177"/>
                    <a:pt x="423819" y="29806"/>
                  </a:cubicBezTo>
                  <a:cubicBezTo>
                    <a:pt x="418337" y="28436"/>
                    <a:pt x="418337" y="33917"/>
                    <a:pt x="422448" y="35288"/>
                  </a:cubicBezTo>
                  <a:cubicBezTo>
                    <a:pt x="425189" y="36658"/>
                    <a:pt x="423819" y="36658"/>
                    <a:pt x="418337" y="38029"/>
                  </a:cubicBezTo>
                  <a:cubicBezTo>
                    <a:pt x="411485" y="38029"/>
                    <a:pt x="410115" y="38029"/>
                    <a:pt x="408744" y="35288"/>
                  </a:cubicBezTo>
                  <a:cubicBezTo>
                    <a:pt x="406003" y="29806"/>
                    <a:pt x="404633" y="29806"/>
                    <a:pt x="403263" y="35288"/>
                  </a:cubicBezTo>
                  <a:cubicBezTo>
                    <a:pt x="403263" y="38029"/>
                    <a:pt x="401892" y="39399"/>
                    <a:pt x="400522" y="39399"/>
                  </a:cubicBezTo>
                  <a:cubicBezTo>
                    <a:pt x="399151" y="39399"/>
                    <a:pt x="396411" y="39399"/>
                    <a:pt x="396411" y="40769"/>
                  </a:cubicBezTo>
                  <a:cubicBezTo>
                    <a:pt x="396411" y="40769"/>
                    <a:pt x="396411" y="42140"/>
                    <a:pt x="399151" y="43510"/>
                  </a:cubicBezTo>
                  <a:cubicBezTo>
                    <a:pt x="400522" y="43510"/>
                    <a:pt x="403263" y="44881"/>
                    <a:pt x="403263" y="46251"/>
                  </a:cubicBezTo>
                  <a:cubicBezTo>
                    <a:pt x="403263" y="47621"/>
                    <a:pt x="406003" y="47621"/>
                    <a:pt x="410115" y="47621"/>
                  </a:cubicBezTo>
                  <a:cubicBezTo>
                    <a:pt x="412856" y="47621"/>
                    <a:pt x="415596" y="46251"/>
                    <a:pt x="415596" y="46251"/>
                  </a:cubicBezTo>
                  <a:cubicBezTo>
                    <a:pt x="414226" y="44881"/>
                    <a:pt x="415596" y="44881"/>
                    <a:pt x="418337" y="44881"/>
                  </a:cubicBezTo>
                  <a:cubicBezTo>
                    <a:pt x="419708" y="44881"/>
                    <a:pt x="421078" y="46251"/>
                    <a:pt x="421078" y="46251"/>
                  </a:cubicBezTo>
                  <a:cubicBezTo>
                    <a:pt x="419708" y="47621"/>
                    <a:pt x="425189" y="48992"/>
                    <a:pt x="430671" y="47621"/>
                  </a:cubicBezTo>
                  <a:cubicBezTo>
                    <a:pt x="433412" y="47621"/>
                    <a:pt x="434782" y="46251"/>
                    <a:pt x="432041" y="46251"/>
                  </a:cubicBezTo>
                  <a:cubicBezTo>
                    <a:pt x="430671" y="44881"/>
                    <a:pt x="432041" y="44881"/>
                    <a:pt x="434782" y="44881"/>
                  </a:cubicBezTo>
                  <a:cubicBezTo>
                    <a:pt x="434782" y="29806"/>
                    <a:pt x="434782" y="31177"/>
                    <a:pt x="432041" y="32547"/>
                  </a:cubicBezTo>
                  <a:close/>
                  <a:moveTo>
                    <a:pt x="547155" y="43510"/>
                  </a:moveTo>
                  <a:cubicBezTo>
                    <a:pt x="547155" y="44881"/>
                    <a:pt x="545784" y="44881"/>
                    <a:pt x="545784" y="43510"/>
                  </a:cubicBezTo>
                  <a:cubicBezTo>
                    <a:pt x="545784" y="42140"/>
                    <a:pt x="544414" y="42140"/>
                    <a:pt x="544414" y="42140"/>
                  </a:cubicBezTo>
                  <a:cubicBezTo>
                    <a:pt x="544414" y="42140"/>
                    <a:pt x="544414" y="40769"/>
                    <a:pt x="545784" y="40769"/>
                  </a:cubicBezTo>
                  <a:cubicBezTo>
                    <a:pt x="545784" y="42140"/>
                    <a:pt x="547155" y="42140"/>
                    <a:pt x="547155" y="43510"/>
                  </a:cubicBezTo>
                  <a:close/>
                  <a:moveTo>
                    <a:pt x="540303" y="29806"/>
                  </a:moveTo>
                  <a:cubicBezTo>
                    <a:pt x="545784" y="31177"/>
                    <a:pt x="547155" y="32547"/>
                    <a:pt x="541673" y="32547"/>
                  </a:cubicBezTo>
                  <a:cubicBezTo>
                    <a:pt x="538932" y="32547"/>
                    <a:pt x="537562" y="31177"/>
                    <a:pt x="536192" y="31177"/>
                  </a:cubicBezTo>
                  <a:cubicBezTo>
                    <a:pt x="536192" y="29806"/>
                    <a:pt x="537562" y="29806"/>
                    <a:pt x="540303" y="29806"/>
                  </a:cubicBezTo>
                  <a:close/>
                  <a:moveTo>
                    <a:pt x="532080" y="27065"/>
                  </a:moveTo>
                  <a:cubicBezTo>
                    <a:pt x="533451" y="25695"/>
                    <a:pt x="533451" y="25695"/>
                    <a:pt x="533451" y="25695"/>
                  </a:cubicBezTo>
                  <a:cubicBezTo>
                    <a:pt x="533451" y="25695"/>
                    <a:pt x="534821" y="27065"/>
                    <a:pt x="534821" y="27065"/>
                  </a:cubicBezTo>
                  <a:cubicBezTo>
                    <a:pt x="534821" y="28436"/>
                    <a:pt x="533451" y="28436"/>
                    <a:pt x="533451" y="28436"/>
                  </a:cubicBezTo>
                  <a:cubicBezTo>
                    <a:pt x="532080" y="28436"/>
                    <a:pt x="530710" y="27065"/>
                    <a:pt x="532080" y="27065"/>
                  </a:cubicBezTo>
                  <a:close/>
                  <a:moveTo>
                    <a:pt x="173035" y="51733"/>
                  </a:moveTo>
                  <a:cubicBezTo>
                    <a:pt x="171665" y="51733"/>
                    <a:pt x="171665" y="51733"/>
                    <a:pt x="173035" y="50362"/>
                  </a:cubicBezTo>
                  <a:cubicBezTo>
                    <a:pt x="174405" y="48992"/>
                    <a:pt x="175776" y="48992"/>
                    <a:pt x="177146" y="48992"/>
                  </a:cubicBezTo>
                  <a:cubicBezTo>
                    <a:pt x="178517" y="50362"/>
                    <a:pt x="177146" y="51733"/>
                    <a:pt x="173035" y="51733"/>
                  </a:cubicBezTo>
                  <a:close/>
                  <a:moveTo>
                    <a:pt x="237444" y="25695"/>
                  </a:moveTo>
                  <a:cubicBezTo>
                    <a:pt x="237444" y="25695"/>
                    <a:pt x="238814" y="27065"/>
                    <a:pt x="238814" y="27065"/>
                  </a:cubicBezTo>
                  <a:cubicBezTo>
                    <a:pt x="238814" y="28436"/>
                    <a:pt x="237444" y="28436"/>
                    <a:pt x="236074" y="28436"/>
                  </a:cubicBezTo>
                  <a:cubicBezTo>
                    <a:pt x="234703" y="28436"/>
                    <a:pt x="234703" y="27065"/>
                    <a:pt x="234703" y="27065"/>
                  </a:cubicBezTo>
                  <a:cubicBezTo>
                    <a:pt x="234703" y="25695"/>
                    <a:pt x="236074" y="25695"/>
                    <a:pt x="237444" y="25695"/>
                  </a:cubicBezTo>
                  <a:close/>
                  <a:moveTo>
                    <a:pt x="208666" y="38029"/>
                  </a:moveTo>
                  <a:cubicBezTo>
                    <a:pt x="210036" y="39399"/>
                    <a:pt x="208666" y="39399"/>
                    <a:pt x="207295" y="38029"/>
                  </a:cubicBezTo>
                  <a:cubicBezTo>
                    <a:pt x="204554" y="38029"/>
                    <a:pt x="204554" y="36658"/>
                    <a:pt x="205925" y="36658"/>
                  </a:cubicBezTo>
                  <a:cubicBezTo>
                    <a:pt x="205925" y="38029"/>
                    <a:pt x="207295" y="38029"/>
                    <a:pt x="208666" y="38029"/>
                  </a:cubicBezTo>
                  <a:close/>
                  <a:moveTo>
                    <a:pt x="203184" y="33917"/>
                  </a:moveTo>
                  <a:cubicBezTo>
                    <a:pt x="204554" y="33917"/>
                    <a:pt x="205925" y="33917"/>
                    <a:pt x="205925" y="35288"/>
                  </a:cubicBezTo>
                  <a:cubicBezTo>
                    <a:pt x="205925" y="35288"/>
                    <a:pt x="204554" y="36658"/>
                    <a:pt x="203184" y="36658"/>
                  </a:cubicBezTo>
                  <a:cubicBezTo>
                    <a:pt x="201814" y="36658"/>
                    <a:pt x="200443" y="36658"/>
                    <a:pt x="200443" y="35288"/>
                  </a:cubicBezTo>
                  <a:cubicBezTo>
                    <a:pt x="200443" y="33917"/>
                    <a:pt x="201814" y="33917"/>
                    <a:pt x="203184" y="33917"/>
                  </a:cubicBezTo>
                  <a:close/>
                  <a:moveTo>
                    <a:pt x="192221" y="39399"/>
                  </a:moveTo>
                  <a:cubicBezTo>
                    <a:pt x="193591" y="39399"/>
                    <a:pt x="194962" y="39399"/>
                    <a:pt x="194962" y="39399"/>
                  </a:cubicBezTo>
                  <a:cubicBezTo>
                    <a:pt x="194962" y="40769"/>
                    <a:pt x="193591" y="40769"/>
                    <a:pt x="192221" y="39399"/>
                  </a:cubicBezTo>
                  <a:cubicBezTo>
                    <a:pt x="190850" y="40769"/>
                    <a:pt x="190850" y="40769"/>
                    <a:pt x="192221" y="39399"/>
                  </a:cubicBezTo>
                  <a:close/>
                  <a:moveTo>
                    <a:pt x="240185" y="40769"/>
                  </a:moveTo>
                  <a:cubicBezTo>
                    <a:pt x="238814" y="42140"/>
                    <a:pt x="237444" y="44881"/>
                    <a:pt x="238814" y="44881"/>
                  </a:cubicBezTo>
                  <a:cubicBezTo>
                    <a:pt x="238814" y="46251"/>
                    <a:pt x="238814" y="46251"/>
                    <a:pt x="237444" y="46251"/>
                  </a:cubicBezTo>
                  <a:cubicBezTo>
                    <a:pt x="236074" y="46251"/>
                    <a:pt x="236074" y="46251"/>
                    <a:pt x="238814" y="47621"/>
                  </a:cubicBezTo>
                  <a:cubicBezTo>
                    <a:pt x="241555" y="48992"/>
                    <a:pt x="241555" y="48992"/>
                    <a:pt x="241555" y="50362"/>
                  </a:cubicBezTo>
                  <a:cubicBezTo>
                    <a:pt x="240185" y="51733"/>
                    <a:pt x="234703" y="51733"/>
                    <a:pt x="234703" y="48992"/>
                  </a:cubicBezTo>
                  <a:cubicBezTo>
                    <a:pt x="234703" y="47621"/>
                    <a:pt x="234703" y="47621"/>
                    <a:pt x="233333" y="47621"/>
                  </a:cubicBezTo>
                  <a:cubicBezTo>
                    <a:pt x="231962" y="47621"/>
                    <a:pt x="231962" y="47621"/>
                    <a:pt x="233333" y="48992"/>
                  </a:cubicBezTo>
                  <a:cubicBezTo>
                    <a:pt x="233333" y="51733"/>
                    <a:pt x="225110" y="48992"/>
                    <a:pt x="223740" y="46251"/>
                  </a:cubicBezTo>
                  <a:cubicBezTo>
                    <a:pt x="222370" y="43510"/>
                    <a:pt x="211406" y="44881"/>
                    <a:pt x="211406" y="47621"/>
                  </a:cubicBezTo>
                  <a:cubicBezTo>
                    <a:pt x="211406" y="50362"/>
                    <a:pt x="207295" y="50362"/>
                    <a:pt x="205925" y="47621"/>
                  </a:cubicBezTo>
                  <a:cubicBezTo>
                    <a:pt x="204554" y="44881"/>
                    <a:pt x="194962" y="47621"/>
                    <a:pt x="192221" y="50362"/>
                  </a:cubicBezTo>
                  <a:cubicBezTo>
                    <a:pt x="190850" y="51733"/>
                    <a:pt x="190850" y="51733"/>
                    <a:pt x="189480" y="50362"/>
                  </a:cubicBezTo>
                  <a:cubicBezTo>
                    <a:pt x="188109" y="48992"/>
                    <a:pt x="188109" y="47621"/>
                    <a:pt x="190850" y="47621"/>
                  </a:cubicBezTo>
                  <a:cubicBezTo>
                    <a:pt x="192221" y="46251"/>
                    <a:pt x="194962" y="46251"/>
                    <a:pt x="194962" y="46251"/>
                  </a:cubicBezTo>
                  <a:cubicBezTo>
                    <a:pt x="196332" y="47621"/>
                    <a:pt x="196332" y="47621"/>
                    <a:pt x="197702" y="46251"/>
                  </a:cubicBezTo>
                  <a:cubicBezTo>
                    <a:pt x="197702" y="44881"/>
                    <a:pt x="201814" y="44881"/>
                    <a:pt x="204554" y="44881"/>
                  </a:cubicBezTo>
                  <a:cubicBezTo>
                    <a:pt x="208666" y="44881"/>
                    <a:pt x="212777" y="43510"/>
                    <a:pt x="214147" y="40769"/>
                  </a:cubicBezTo>
                  <a:cubicBezTo>
                    <a:pt x="215518" y="38029"/>
                    <a:pt x="216888" y="38029"/>
                    <a:pt x="215518" y="40769"/>
                  </a:cubicBezTo>
                  <a:cubicBezTo>
                    <a:pt x="214147" y="42140"/>
                    <a:pt x="215518" y="43510"/>
                    <a:pt x="216888" y="43510"/>
                  </a:cubicBezTo>
                  <a:cubicBezTo>
                    <a:pt x="219629" y="43510"/>
                    <a:pt x="230592" y="38029"/>
                    <a:pt x="227851" y="38029"/>
                  </a:cubicBezTo>
                  <a:cubicBezTo>
                    <a:pt x="225110" y="38029"/>
                    <a:pt x="233333" y="35288"/>
                    <a:pt x="236074" y="36658"/>
                  </a:cubicBezTo>
                  <a:cubicBezTo>
                    <a:pt x="237444" y="36658"/>
                    <a:pt x="240185" y="38029"/>
                    <a:pt x="241555" y="38029"/>
                  </a:cubicBezTo>
                  <a:cubicBezTo>
                    <a:pt x="242926" y="38029"/>
                    <a:pt x="242926" y="38029"/>
                    <a:pt x="240185" y="40769"/>
                  </a:cubicBezTo>
                  <a:close/>
                  <a:moveTo>
                    <a:pt x="35995" y="512188"/>
                  </a:moveTo>
                  <a:cubicBezTo>
                    <a:pt x="34625" y="510817"/>
                    <a:pt x="37365" y="508076"/>
                    <a:pt x="40106" y="508076"/>
                  </a:cubicBezTo>
                  <a:cubicBezTo>
                    <a:pt x="41477" y="508076"/>
                    <a:pt x="42847" y="508076"/>
                    <a:pt x="42847" y="509447"/>
                  </a:cubicBezTo>
                  <a:cubicBezTo>
                    <a:pt x="41477" y="510817"/>
                    <a:pt x="37365" y="513558"/>
                    <a:pt x="35995" y="512188"/>
                  </a:cubicBezTo>
                  <a:close/>
                  <a:moveTo>
                    <a:pt x="44217" y="498484"/>
                  </a:moveTo>
                  <a:cubicBezTo>
                    <a:pt x="41477" y="498484"/>
                    <a:pt x="41477" y="497113"/>
                    <a:pt x="42847" y="495743"/>
                  </a:cubicBezTo>
                  <a:cubicBezTo>
                    <a:pt x="44217" y="494372"/>
                    <a:pt x="44217" y="493002"/>
                    <a:pt x="44217" y="493002"/>
                  </a:cubicBezTo>
                  <a:cubicBezTo>
                    <a:pt x="44217" y="493002"/>
                    <a:pt x="45588" y="494372"/>
                    <a:pt x="45588" y="495743"/>
                  </a:cubicBezTo>
                  <a:cubicBezTo>
                    <a:pt x="46958" y="498484"/>
                    <a:pt x="46958" y="498484"/>
                    <a:pt x="44217" y="498484"/>
                  </a:cubicBezTo>
                  <a:close/>
                  <a:moveTo>
                    <a:pt x="45588" y="487520"/>
                  </a:moveTo>
                  <a:cubicBezTo>
                    <a:pt x="44217" y="487520"/>
                    <a:pt x="42847" y="487520"/>
                    <a:pt x="42847" y="486150"/>
                  </a:cubicBezTo>
                  <a:cubicBezTo>
                    <a:pt x="42847" y="484780"/>
                    <a:pt x="44217" y="484780"/>
                    <a:pt x="45588" y="484780"/>
                  </a:cubicBezTo>
                  <a:cubicBezTo>
                    <a:pt x="46958" y="484780"/>
                    <a:pt x="48329" y="486150"/>
                    <a:pt x="48329" y="486150"/>
                  </a:cubicBezTo>
                  <a:cubicBezTo>
                    <a:pt x="48329" y="486150"/>
                    <a:pt x="46958" y="487520"/>
                    <a:pt x="45588" y="487520"/>
                  </a:cubicBezTo>
                  <a:close/>
                  <a:moveTo>
                    <a:pt x="49699" y="483409"/>
                  </a:moveTo>
                  <a:cubicBezTo>
                    <a:pt x="48329" y="484780"/>
                    <a:pt x="44217" y="482039"/>
                    <a:pt x="44217" y="480668"/>
                  </a:cubicBezTo>
                  <a:cubicBezTo>
                    <a:pt x="44217" y="479298"/>
                    <a:pt x="44217" y="479298"/>
                    <a:pt x="45588" y="480668"/>
                  </a:cubicBezTo>
                  <a:cubicBezTo>
                    <a:pt x="45588" y="480668"/>
                    <a:pt x="46958" y="480668"/>
                    <a:pt x="48329" y="479298"/>
                  </a:cubicBezTo>
                  <a:cubicBezTo>
                    <a:pt x="49699" y="477928"/>
                    <a:pt x="49699" y="477928"/>
                    <a:pt x="49699" y="480668"/>
                  </a:cubicBezTo>
                  <a:cubicBezTo>
                    <a:pt x="51069" y="480668"/>
                    <a:pt x="49699" y="482039"/>
                    <a:pt x="49699" y="483409"/>
                  </a:cubicBezTo>
                  <a:close/>
                  <a:moveTo>
                    <a:pt x="53810" y="477928"/>
                  </a:moveTo>
                  <a:cubicBezTo>
                    <a:pt x="52440" y="479298"/>
                    <a:pt x="52440" y="479298"/>
                    <a:pt x="53810" y="477928"/>
                  </a:cubicBezTo>
                  <a:cubicBezTo>
                    <a:pt x="53810" y="476557"/>
                    <a:pt x="52440" y="475187"/>
                    <a:pt x="51069" y="473816"/>
                  </a:cubicBezTo>
                  <a:cubicBezTo>
                    <a:pt x="48329" y="471076"/>
                    <a:pt x="48329" y="472446"/>
                    <a:pt x="51069" y="472446"/>
                  </a:cubicBezTo>
                  <a:cubicBezTo>
                    <a:pt x="55181" y="473816"/>
                    <a:pt x="56551" y="476557"/>
                    <a:pt x="53810" y="477928"/>
                  </a:cubicBezTo>
                  <a:close/>
                  <a:moveTo>
                    <a:pt x="77107" y="391592"/>
                  </a:moveTo>
                  <a:cubicBezTo>
                    <a:pt x="77107" y="390222"/>
                    <a:pt x="78477" y="390222"/>
                    <a:pt x="78477" y="390222"/>
                  </a:cubicBezTo>
                  <a:cubicBezTo>
                    <a:pt x="78477" y="390222"/>
                    <a:pt x="78477" y="391592"/>
                    <a:pt x="78477" y="391592"/>
                  </a:cubicBezTo>
                  <a:cubicBezTo>
                    <a:pt x="78477" y="392963"/>
                    <a:pt x="78477" y="392963"/>
                    <a:pt x="77107" y="392963"/>
                  </a:cubicBezTo>
                  <a:cubicBezTo>
                    <a:pt x="77107" y="392963"/>
                    <a:pt x="77107" y="392963"/>
                    <a:pt x="77107" y="391592"/>
                  </a:cubicBezTo>
                  <a:close/>
                  <a:moveTo>
                    <a:pt x="72996" y="410778"/>
                  </a:moveTo>
                  <a:cubicBezTo>
                    <a:pt x="72996" y="410778"/>
                    <a:pt x="71625" y="409408"/>
                    <a:pt x="71625" y="408037"/>
                  </a:cubicBezTo>
                  <a:cubicBezTo>
                    <a:pt x="71625" y="406667"/>
                    <a:pt x="71625" y="405296"/>
                    <a:pt x="72996" y="405296"/>
                  </a:cubicBezTo>
                  <a:cubicBezTo>
                    <a:pt x="72996" y="406667"/>
                    <a:pt x="74366" y="406667"/>
                    <a:pt x="74366" y="408037"/>
                  </a:cubicBezTo>
                  <a:cubicBezTo>
                    <a:pt x="74366" y="409408"/>
                    <a:pt x="74366" y="410778"/>
                    <a:pt x="72996" y="410778"/>
                  </a:cubicBezTo>
                  <a:close/>
                  <a:moveTo>
                    <a:pt x="75737" y="403926"/>
                  </a:moveTo>
                  <a:cubicBezTo>
                    <a:pt x="72996" y="403926"/>
                    <a:pt x="74366" y="399815"/>
                    <a:pt x="77107" y="398444"/>
                  </a:cubicBezTo>
                  <a:cubicBezTo>
                    <a:pt x="78477" y="398444"/>
                    <a:pt x="79848" y="397074"/>
                    <a:pt x="79848" y="398444"/>
                  </a:cubicBezTo>
                  <a:cubicBezTo>
                    <a:pt x="79848" y="399815"/>
                    <a:pt x="77107" y="403926"/>
                    <a:pt x="75737" y="403926"/>
                  </a:cubicBezTo>
                  <a:close/>
                  <a:moveTo>
                    <a:pt x="85329" y="386111"/>
                  </a:moveTo>
                  <a:cubicBezTo>
                    <a:pt x="85329" y="387481"/>
                    <a:pt x="83959" y="386111"/>
                    <a:pt x="83959" y="384740"/>
                  </a:cubicBezTo>
                  <a:cubicBezTo>
                    <a:pt x="83959" y="383370"/>
                    <a:pt x="83959" y="382000"/>
                    <a:pt x="85329" y="382000"/>
                  </a:cubicBezTo>
                  <a:cubicBezTo>
                    <a:pt x="86700" y="382000"/>
                    <a:pt x="86700" y="383370"/>
                    <a:pt x="86700" y="383370"/>
                  </a:cubicBezTo>
                  <a:cubicBezTo>
                    <a:pt x="86700" y="384740"/>
                    <a:pt x="85329" y="384740"/>
                    <a:pt x="85329" y="386111"/>
                  </a:cubicBezTo>
                  <a:close/>
                  <a:moveTo>
                    <a:pt x="88070" y="376518"/>
                  </a:moveTo>
                  <a:cubicBezTo>
                    <a:pt x="86700" y="376518"/>
                    <a:pt x="86700" y="376518"/>
                    <a:pt x="88070" y="376518"/>
                  </a:cubicBezTo>
                  <a:cubicBezTo>
                    <a:pt x="88070" y="375148"/>
                    <a:pt x="89441" y="375148"/>
                    <a:pt x="89441" y="375148"/>
                  </a:cubicBezTo>
                  <a:cubicBezTo>
                    <a:pt x="90811" y="376518"/>
                    <a:pt x="90811" y="376518"/>
                    <a:pt x="88070" y="376518"/>
                  </a:cubicBezTo>
                  <a:close/>
                  <a:moveTo>
                    <a:pt x="93552" y="368296"/>
                  </a:moveTo>
                  <a:cubicBezTo>
                    <a:pt x="92181" y="368296"/>
                    <a:pt x="92181" y="366925"/>
                    <a:pt x="92181" y="365555"/>
                  </a:cubicBezTo>
                  <a:cubicBezTo>
                    <a:pt x="92181" y="364184"/>
                    <a:pt x="92181" y="362814"/>
                    <a:pt x="92181" y="362814"/>
                  </a:cubicBezTo>
                  <a:cubicBezTo>
                    <a:pt x="92181" y="362814"/>
                    <a:pt x="93552" y="364184"/>
                    <a:pt x="93552" y="365555"/>
                  </a:cubicBezTo>
                  <a:cubicBezTo>
                    <a:pt x="94922" y="366925"/>
                    <a:pt x="94922" y="368296"/>
                    <a:pt x="93552" y="368296"/>
                  </a:cubicBezTo>
                  <a:close/>
                  <a:moveTo>
                    <a:pt x="114108" y="329924"/>
                  </a:moveTo>
                  <a:cubicBezTo>
                    <a:pt x="112737" y="332665"/>
                    <a:pt x="112737" y="334035"/>
                    <a:pt x="112737" y="335406"/>
                  </a:cubicBezTo>
                  <a:cubicBezTo>
                    <a:pt x="112737" y="335406"/>
                    <a:pt x="112737" y="336776"/>
                    <a:pt x="111367" y="336776"/>
                  </a:cubicBezTo>
                  <a:cubicBezTo>
                    <a:pt x="108626" y="338147"/>
                    <a:pt x="108626" y="334035"/>
                    <a:pt x="112737" y="329924"/>
                  </a:cubicBezTo>
                  <a:cubicBezTo>
                    <a:pt x="116849" y="323072"/>
                    <a:pt x="118219" y="324443"/>
                    <a:pt x="114108" y="329924"/>
                  </a:cubicBezTo>
                  <a:close/>
                  <a:moveTo>
                    <a:pt x="155220" y="260034"/>
                  </a:moveTo>
                  <a:cubicBezTo>
                    <a:pt x="156590" y="258663"/>
                    <a:pt x="156590" y="258663"/>
                    <a:pt x="155220" y="262775"/>
                  </a:cubicBezTo>
                  <a:cubicBezTo>
                    <a:pt x="153849" y="264145"/>
                    <a:pt x="153849" y="264145"/>
                    <a:pt x="153849" y="264145"/>
                  </a:cubicBezTo>
                  <a:cubicBezTo>
                    <a:pt x="153849" y="264145"/>
                    <a:pt x="153849" y="261404"/>
                    <a:pt x="155220" y="260034"/>
                  </a:cubicBezTo>
                  <a:close/>
                  <a:moveTo>
                    <a:pt x="145627" y="280590"/>
                  </a:moveTo>
                  <a:cubicBezTo>
                    <a:pt x="144257" y="281960"/>
                    <a:pt x="141516" y="280590"/>
                    <a:pt x="141516" y="277849"/>
                  </a:cubicBezTo>
                  <a:cubicBezTo>
                    <a:pt x="141516" y="276479"/>
                    <a:pt x="142886" y="276479"/>
                    <a:pt x="144257" y="276479"/>
                  </a:cubicBezTo>
                  <a:cubicBezTo>
                    <a:pt x="145627" y="276479"/>
                    <a:pt x="146997" y="277849"/>
                    <a:pt x="145627" y="280590"/>
                  </a:cubicBezTo>
                  <a:close/>
                  <a:moveTo>
                    <a:pt x="149738" y="272367"/>
                  </a:moveTo>
                  <a:cubicBezTo>
                    <a:pt x="149738" y="273738"/>
                    <a:pt x="148368" y="275108"/>
                    <a:pt x="146997" y="275108"/>
                  </a:cubicBezTo>
                  <a:cubicBezTo>
                    <a:pt x="144257" y="275108"/>
                    <a:pt x="144257" y="275108"/>
                    <a:pt x="145627" y="273738"/>
                  </a:cubicBezTo>
                  <a:cubicBezTo>
                    <a:pt x="146997" y="272367"/>
                    <a:pt x="146997" y="270997"/>
                    <a:pt x="146997" y="269627"/>
                  </a:cubicBezTo>
                  <a:cubicBezTo>
                    <a:pt x="146997" y="268256"/>
                    <a:pt x="146997" y="266886"/>
                    <a:pt x="151109" y="268256"/>
                  </a:cubicBezTo>
                  <a:cubicBezTo>
                    <a:pt x="153849" y="268256"/>
                    <a:pt x="156590" y="269627"/>
                    <a:pt x="159331" y="270997"/>
                  </a:cubicBezTo>
                  <a:cubicBezTo>
                    <a:pt x="162072" y="272367"/>
                    <a:pt x="162072" y="272367"/>
                    <a:pt x="156590" y="272367"/>
                  </a:cubicBezTo>
                  <a:cubicBezTo>
                    <a:pt x="151109" y="270997"/>
                    <a:pt x="149738" y="270997"/>
                    <a:pt x="149738" y="272367"/>
                  </a:cubicBezTo>
                  <a:close/>
                  <a:moveTo>
                    <a:pt x="157961" y="280590"/>
                  </a:moveTo>
                  <a:cubicBezTo>
                    <a:pt x="155220" y="281960"/>
                    <a:pt x="153849" y="280590"/>
                    <a:pt x="153849" y="279219"/>
                  </a:cubicBezTo>
                  <a:cubicBezTo>
                    <a:pt x="153849" y="277849"/>
                    <a:pt x="153849" y="276479"/>
                    <a:pt x="155220" y="276479"/>
                  </a:cubicBezTo>
                  <a:cubicBezTo>
                    <a:pt x="155220" y="276479"/>
                    <a:pt x="156590" y="275108"/>
                    <a:pt x="155220" y="275108"/>
                  </a:cubicBezTo>
                  <a:cubicBezTo>
                    <a:pt x="153849" y="273738"/>
                    <a:pt x="155220" y="273738"/>
                    <a:pt x="156590" y="273738"/>
                  </a:cubicBezTo>
                  <a:cubicBezTo>
                    <a:pt x="157961" y="273738"/>
                    <a:pt x="157961" y="275108"/>
                    <a:pt x="157961" y="275108"/>
                  </a:cubicBezTo>
                  <a:cubicBezTo>
                    <a:pt x="157961" y="276479"/>
                    <a:pt x="157961" y="277849"/>
                    <a:pt x="159331" y="277849"/>
                  </a:cubicBezTo>
                  <a:cubicBezTo>
                    <a:pt x="160701" y="279219"/>
                    <a:pt x="160701" y="279219"/>
                    <a:pt x="160701" y="279219"/>
                  </a:cubicBezTo>
                  <a:cubicBezTo>
                    <a:pt x="162072" y="280590"/>
                    <a:pt x="159331" y="280590"/>
                    <a:pt x="157961" y="280590"/>
                  </a:cubicBezTo>
                  <a:close/>
                  <a:moveTo>
                    <a:pt x="163442" y="272367"/>
                  </a:moveTo>
                  <a:cubicBezTo>
                    <a:pt x="162072" y="270997"/>
                    <a:pt x="163442" y="268256"/>
                    <a:pt x="164813" y="268256"/>
                  </a:cubicBezTo>
                  <a:cubicBezTo>
                    <a:pt x="164813" y="268256"/>
                    <a:pt x="164813" y="269627"/>
                    <a:pt x="164813" y="270997"/>
                  </a:cubicBezTo>
                  <a:cubicBezTo>
                    <a:pt x="166183" y="272367"/>
                    <a:pt x="164813" y="272367"/>
                    <a:pt x="163442" y="272367"/>
                  </a:cubicBezTo>
                  <a:close/>
                  <a:moveTo>
                    <a:pt x="170294" y="254552"/>
                  </a:moveTo>
                  <a:cubicBezTo>
                    <a:pt x="170294" y="255923"/>
                    <a:pt x="167553" y="255923"/>
                    <a:pt x="163442" y="255923"/>
                  </a:cubicBezTo>
                  <a:cubicBezTo>
                    <a:pt x="157961" y="255923"/>
                    <a:pt x="157961" y="255923"/>
                    <a:pt x="159331" y="253182"/>
                  </a:cubicBezTo>
                  <a:cubicBezTo>
                    <a:pt x="162072" y="250441"/>
                    <a:pt x="163442" y="249071"/>
                    <a:pt x="163442" y="253182"/>
                  </a:cubicBezTo>
                  <a:cubicBezTo>
                    <a:pt x="163442" y="254552"/>
                    <a:pt x="163442" y="255923"/>
                    <a:pt x="164813" y="254552"/>
                  </a:cubicBezTo>
                  <a:cubicBezTo>
                    <a:pt x="166183" y="253182"/>
                    <a:pt x="167553" y="253182"/>
                    <a:pt x="167553" y="253182"/>
                  </a:cubicBezTo>
                  <a:cubicBezTo>
                    <a:pt x="168924" y="254552"/>
                    <a:pt x="168924" y="253182"/>
                    <a:pt x="167553" y="251811"/>
                  </a:cubicBezTo>
                  <a:cubicBezTo>
                    <a:pt x="167553" y="250441"/>
                    <a:pt x="166183" y="249071"/>
                    <a:pt x="164813" y="250441"/>
                  </a:cubicBezTo>
                  <a:cubicBezTo>
                    <a:pt x="163442" y="250441"/>
                    <a:pt x="162072" y="250441"/>
                    <a:pt x="162072" y="249071"/>
                  </a:cubicBezTo>
                  <a:cubicBezTo>
                    <a:pt x="160701" y="247700"/>
                    <a:pt x="162072" y="246330"/>
                    <a:pt x="163442" y="246330"/>
                  </a:cubicBezTo>
                  <a:cubicBezTo>
                    <a:pt x="164813" y="246330"/>
                    <a:pt x="166183" y="244959"/>
                    <a:pt x="166183" y="243589"/>
                  </a:cubicBezTo>
                  <a:cubicBezTo>
                    <a:pt x="166183" y="242218"/>
                    <a:pt x="167553" y="239478"/>
                    <a:pt x="168924" y="240848"/>
                  </a:cubicBezTo>
                  <a:cubicBezTo>
                    <a:pt x="170294" y="240848"/>
                    <a:pt x="170294" y="242218"/>
                    <a:pt x="170294" y="242218"/>
                  </a:cubicBezTo>
                  <a:cubicBezTo>
                    <a:pt x="168924" y="243589"/>
                    <a:pt x="167553" y="249071"/>
                    <a:pt x="168924" y="247700"/>
                  </a:cubicBezTo>
                  <a:cubicBezTo>
                    <a:pt x="171665" y="246330"/>
                    <a:pt x="171665" y="251811"/>
                    <a:pt x="170294" y="254552"/>
                  </a:cubicBezTo>
                  <a:close/>
                  <a:moveTo>
                    <a:pt x="173035" y="258663"/>
                  </a:moveTo>
                  <a:cubicBezTo>
                    <a:pt x="171665" y="260034"/>
                    <a:pt x="171665" y="258663"/>
                    <a:pt x="171665" y="257293"/>
                  </a:cubicBezTo>
                  <a:cubicBezTo>
                    <a:pt x="171665" y="255923"/>
                    <a:pt x="173035" y="254552"/>
                    <a:pt x="174405" y="255923"/>
                  </a:cubicBezTo>
                  <a:cubicBezTo>
                    <a:pt x="175776" y="257293"/>
                    <a:pt x="174405" y="257293"/>
                    <a:pt x="173035" y="258663"/>
                  </a:cubicBezTo>
                  <a:close/>
                  <a:moveTo>
                    <a:pt x="182628" y="224403"/>
                  </a:moveTo>
                  <a:cubicBezTo>
                    <a:pt x="182628" y="224403"/>
                    <a:pt x="179887" y="225774"/>
                    <a:pt x="178517" y="229885"/>
                  </a:cubicBezTo>
                  <a:cubicBezTo>
                    <a:pt x="175776" y="233996"/>
                    <a:pt x="175776" y="233996"/>
                    <a:pt x="177146" y="233996"/>
                  </a:cubicBezTo>
                  <a:cubicBezTo>
                    <a:pt x="179887" y="232626"/>
                    <a:pt x="181257" y="235366"/>
                    <a:pt x="178517" y="238107"/>
                  </a:cubicBezTo>
                  <a:cubicBezTo>
                    <a:pt x="177146" y="239478"/>
                    <a:pt x="175776" y="239478"/>
                    <a:pt x="174405" y="238107"/>
                  </a:cubicBezTo>
                  <a:cubicBezTo>
                    <a:pt x="174405" y="236737"/>
                    <a:pt x="171665" y="236737"/>
                    <a:pt x="171665" y="236737"/>
                  </a:cubicBezTo>
                  <a:cubicBezTo>
                    <a:pt x="168924" y="238107"/>
                    <a:pt x="168924" y="236737"/>
                    <a:pt x="173035" y="231255"/>
                  </a:cubicBezTo>
                  <a:cubicBezTo>
                    <a:pt x="174405" y="228514"/>
                    <a:pt x="178517" y="224403"/>
                    <a:pt x="179887" y="223033"/>
                  </a:cubicBezTo>
                  <a:cubicBezTo>
                    <a:pt x="182628" y="220292"/>
                    <a:pt x="185369" y="217551"/>
                    <a:pt x="183998" y="220292"/>
                  </a:cubicBezTo>
                  <a:cubicBezTo>
                    <a:pt x="183998" y="221662"/>
                    <a:pt x="183998" y="223033"/>
                    <a:pt x="185369" y="223033"/>
                  </a:cubicBezTo>
                  <a:cubicBezTo>
                    <a:pt x="186739" y="224403"/>
                    <a:pt x="185369" y="225774"/>
                    <a:pt x="182628" y="224403"/>
                  </a:cubicBezTo>
                  <a:close/>
                  <a:moveTo>
                    <a:pt x="192221" y="207958"/>
                  </a:moveTo>
                  <a:cubicBezTo>
                    <a:pt x="190850" y="207958"/>
                    <a:pt x="190850" y="207958"/>
                    <a:pt x="190850" y="206588"/>
                  </a:cubicBezTo>
                  <a:cubicBezTo>
                    <a:pt x="190850" y="205218"/>
                    <a:pt x="192221" y="205218"/>
                    <a:pt x="192221" y="205218"/>
                  </a:cubicBezTo>
                  <a:cubicBezTo>
                    <a:pt x="192221" y="205218"/>
                    <a:pt x="192221" y="206588"/>
                    <a:pt x="192221" y="206588"/>
                  </a:cubicBezTo>
                  <a:cubicBezTo>
                    <a:pt x="193591" y="206588"/>
                    <a:pt x="193591" y="207958"/>
                    <a:pt x="192221" y="207958"/>
                  </a:cubicBezTo>
                  <a:close/>
                  <a:moveTo>
                    <a:pt x="196332" y="210699"/>
                  </a:moveTo>
                  <a:cubicBezTo>
                    <a:pt x="194962" y="210699"/>
                    <a:pt x="193591" y="210699"/>
                    <a:pt x="194962" y="209329"/>
                  </a:cubicBezTo>
                  <a:cubicBezTo>
                    <a:pt x="194962" y="207958"/>
                    <a:pt x="196332" y="206588"/>
                    <a:pt x="197702" y="206588"/>
                  </a:cubicBezTo>
                  <a:cubicBezTo>
                    <a:pt x="200443" y="206588"/>
                    <a:pt x="199073" y="209329"/>
                    <a:pt x="196332" y="210699"/>
                  </a:cubicBezTo>
                  <a:close/>
                  <a:moveTo>
                    <a:pt x="197702" y="201106"/>
                  </a:moveTo>
                  <a:cubicBezTo>
                    <a:pt x="196332" y="202477"/>
                    <a:pt x="194962" y="202477"/>
                    <a:pt x="194962" y="202477"/>
                  </a:cubicBezTo>
                  <a:cubicBezTo>
                    <a:pt x="194962" y="202477"/>
                    <a:pt x="194962" y="199736"/>
                    <a:pt x="196332" y="199736"/>
                  </a:cubicBezTo>
                  <a:cubicBezTo>
                    <a:pt x="197702" y="198366"/>
                    <a:pt x="199073" y="198366"/>
                    <a:pt x="199073" y="198366"/>
                  </a:cubicBezTo>
                  <a:cubicBezTo>
                    <a:pt x="200443" y="198366"/>
                    <a:pt x="199073" y="199736"/>
                    <a:pt x="197702" y="201106"/>
                  </a:cubicBezTo>
                  <a:close/>
                  <a:moveTo>
                    <a:pt x="208666" y="186032"/>
                  </a:moveTo>
                  <a:cubicBezTo>
                    <a:pt x="207295" y="187402"/>
                    <a:pt x="205925" y="188773"/>
                    <a:pt x="205925" y="187402"/>
                  </a:cubicBezTo>
                  <a:cubicBezTo>
                    <a:pt x="205925" y="186032"/>
                    <a:pt x="205925" y="184662"/>
                    <a:pt x="207295" y="183291"/>
                  </a:cubicBezTo>
                  <a:cubicBezTo>
                    <a:pt x="211406" y="180550"/>
                    <a:pt x="211406" y="180550"/>
                    <a:pt x="208666" y="186032"/>
                  </a:cubicBezTo>
                  <a:close/>
                  <a:moveTo>
                    <a:pt x="278556" y="32547"/>
                  </a:moveTo>
                  <a:cubicBezTo>
                    <a:pt x="278556" y="31177"/>
                    <a:pt x="279926" y="31177"/>
                    <a:pt x="281297" y="32547"/>
                  </a:cubicBezTo>
                  <a:cubicBezTo>
                    <a:pt x="282667" y="33917"/>
                    <a:pt x="282667" y="35288"/>
                    <a:pt x="279926" y="33917"/>
                  </a:cubicBezTo>
                  <a:cubicBezTo>
                    <a:pt x="278556" y="35288"/>
                    <a:pt x="277186" y="33917"/>
                    <a:pt x="278556" y="32547"/>
                  </a:cubicBezTo>
                  <a:close/>
                  <a:moveTo>
                    <a:pt x="273074" y="39399"/>
                  </a:moveTo>
                  <a:cubicBezTo>
                    <a:pt x="275815" y="38029"/>
                    <a:pt x="277186" y="38029"/>
                    <a:pt x="278556" y="39399"/>
                  </a:cubicBezTo>
                  <a:cubicBezTo>
                    <a:pt x="281297" y="39399"/>
                    <a:pt x="275815" y="42140"/>
                    <a:pt x="271704" y="40769"/>
                  </a:cubicBezTo>
                  <a:cubicBezTo>
                    <a:pt x="270334" y="40769"/>
                    <a:pt x="270334" y="39399"/>
                    <a:pt x="273074" y="39399"/>
                  </a:cubicBezTo>
                  <a:close/>
                  <a:moveTo>
                    <a:pt x="268963" y="29806"/>
                  </a:moveTo>
                  <a:cubicBezTo>
                    <a:pt x="271704" y="28436"/>
                    <a:pt x="270334" y="29806"/>
                    <a:pt x="268963" y="32547"/>
                  </a:cubicBezTo>
                  <a:cubicBezTo>
                    <a:pt x="267593" y="33917"/>
                    <a:pt x="267593" y="33917"/>
                    <a:pt x="267593" y="32547"/>
                  </a:cubicBezTo>
                  <a:cubicBezTo>
                    <a:pt x="267593" y="31177"/>
                    <a:pt x="268963" y="29806"/>
                    <a:pt x="268963" y="29806"/>
                  </a:cubicBezTo>
                  <a:close/>
                  <a:moveTo>
                    <a:pt x="262111" y="33917"/>
                  </a:moveTo>
                  <a:cubicBezTo>
                    <a:pt x="263482" y="35288"/>
                    <a:pt x="263482" y="35288"/>
                    <a:pt x="263482" y="36658"/>
                  </a:cubicBezTo>
                  <a:cubicBezTo>
                    <a:pt x="263482" y="36658"/>
                    <a:pt x="262111" y="36658"/>
                    <a:pt x="262111" y="36658"/>
                  </a:cubicBezTo>
                  <a:cubicBezTo>
                    <a:pt x="260741" y="36658"/>
                    <a:pt x="259370" y="35288"/>
                    <a:pt x="260741" y="33917"/>
                  </a:cubicBezTo>
                  <a:cubicBezTo>
                    <a:pt x="259370" y="32547"/>
                    <a:pt x="260741" y="32547"/>
                    <a:pt x="262111" y="33917"/>
                  </a:cubicBezTo>
                  <a:close/>
                  <a:moveTo>
                    <a:pt x="249778" y="43510"/>
                  </a:moveTo>
                  <a:cubicBezTo>
                    <a:pt x="247037" y="43510"/>
                    <a:pt x="245666" y="42140"/>
                    <a:pt x="247037" y="42140"/>
                  </a:cubicBezTo>
                  <a:cubicBezTo>
                    <a:pt x="248407" y="40769"/>
                    <a:pt x="249778" y="40769"/>
                    <a:pt x="252518" y="42140"/>
                  </a:cubicBezTo>
                  <a:cubicBezTo>
                    <a:pt x="256630" y="42140"/>
                    <a:pt x="253889" y="43510"/>
                    <a:pt x="249778" y="43510"/>
                  </a:cubicBezTo>
                  <a:close/>
                  <a:moveTo>
                    <a:pt x="255259" y="28436"/>
                  </a:moveTo>
                  <a:cubicBezTo>
                    <a:pt x="253889" y="29806"/>
                    <a:pt x="247037" y="29806"/>
                    <a:pt x="247037" y="27065"/>
                  </a:cubicBezTo>
                  <a:cubicBezTo>
                    <a:pt x="247037" y="25695"/>
                    <a:pt x="251148" y="22954"/>
                    <a:pt x="253889" y="22954"/>
                  </a:cubicBezTo>
                  <a:cubicBezTo>
                    <a:pt x="256630" y="22954"/>
                    <a:pt x="258000" y="25695"/>
                    <a:pt x="255259" y="28436"/>
                  </a:cubicBezTo>
                  <a:close/>
                  <a:moveTo>
                    <a:pt x="282667" y="10621"/>
                  </a:moveTo>
                  <a:cubicBezTo>
                    <a:pt x="281297" y="13361"/>
                    <a:pt x="277186" y="13361"/>
                    <a:pt x="277186" y="10621"/>
                  </a:cubicBezTo>
                  <a:cubicBezTo>
                    <a:pt x="277186" y="9250"/>
                    <a:pt x="278556" y="9250"/>
                    <a:pt x="279926" y="7880"/>
                  </a:cubicBezTo>
                  <a:cubicBezTo>
                    <a:pt x="282667" y="7880"/>
                    <a:pt x="282667" y="7880"/>
                    <a:pt x="282667" y="10621"/>
                  </a:cubicBezTo>
                  <a:close/>
                  <a:moveTo>
                    <a:pt x="300483" y="7880"/>
                  </a:moveTo>
                  <a:cubicBezTo>
                    <a:pt x="297742" y="7880"/>
                    <a:pt x="297742" y="6509"/>
                    <a:pt x="299112" y="6509"/>
                  </a:cubicBezTo>
                  <a:cubicBezTo>
                    <a:pt x="300483" y="6509"/>
                    <a:pt x="301853" y="6509"/>
                    <a:pt x="303223" y="6509"/>
                  </a:cubicBezTo>
                  <a:cubicBezTo>
                    <a:pt x="303223" y="7880"/>
                    <a:pt x="301853" y="7880"/>
                    <a:pt x="300483" y="7880"/>
                  </a:cubicBezTo>
                  <a:close/>
                  <a:moveTo>
                    <a:pt x="319668" y="10621"/>
                  </a:moveTo>
                  <a:cubicBezTo>
                    <a:pt x="318298" y="10621"/>
                    <a:pt x="315557" y="10621"/>
                    <a:pt x="314187" y="10621"/>
                  </a:cubicBezTo>
                  <a:cubicBezTo>
                    <a:pt x="312816" y="10621"/>
                    <a:pt x="311446" y="10621"/>
                    <a:pt x="311446" y="9250"/>
                  </a:cubicBezTo>
                  <a:cubicBezTo>
                    <a:pt x="311446" y="7880"/>
                    <a:pt x="312816" y="7880"/>
                    <a:pt x="315557" y="7880"/>
                  </a:cubicBezTo>
                  <a:cubicBezTo>
                    <a:pt x="316927" y="7880"/>
                    <a:pt x="319668" y="7880"/>
                    <a:pt x="321039" y="9250"/>
                  </a:cubicBezTo>
                  <a:cubicBezTo>
                    <a:pt x="322409" y="10621"/>
                    <a:pt x="322409" y="10621"/>
                    <a:pt x="319668" y="10621"/>
                  </a:cubicBezTo>
                  <a:close/>
                  <a:moveTo>
                    <a:pt x="371743" y="3769"/>
                  </a:moveTo>
                  <a:cubicBezTo>
                    <a:pt x="370373" y="3769"/>
                    <a:pt x="370373" y="3769"/>
                    <a:pt x="371743" y="2398"/>
                  </a:cubicBezTo>
                  <a:cubicBezTo>
                    <a:pt x="373114" y="1028"/>
                    <a:pt x="374484" y="1028"/>
                    <a:pt x="375854" y="2398"/>
                  </a:cubicBezTo>
                  <a:cubicBezTo>
                    <a:pt x="377225" y="2398"/>
                    <a:pt x="374484" y="3769"/>
                    <a:pt x="371743" y="3769"/>
                  </a:cubicBezTo>
                  <a:close/>
                  <a:moveTo>
                    <a:pt x="421078" y="3769"/>
                  </a:moveTo>
                  <a:cubicBezTo>
                    <a:pt x="419708" y="3769"/>
                    <a:pt x="416967" y="3769"/>
                    <a:pt x="415596" y="3769"/>
                  </a:cubicBezTo>
                  <a:cubicBezTo>
                    <a:pt x="414226" y="3769"/>
                    <a:pt x="412856" y="5139"/>
                    <a:pt x="412856" y="5139"/>
                  </a:cubicBezTo>
                  <a:cubicBezTo>
                    <a:pt x="411485" y="5139"/>
                    <a:pt x="411485" y="6509"/>
                    <a:pt x="410115" y="6509"/>
                  </a:cubicBezTo>
                  <a:cubicBezTo>
                    <a:pt x="407374" y="6509"/>
                    <a:pt x="412856" y="2398"/>
                    <a:pt x="416967" y="2398"/>
                  </a:cubicBezTo>
                  <a:cubicBezTo>
                    <a:pt x="419708" y="2398"/>
                    <a:pt x="421078" y="2398"/>
                    <a:pt x="422448" y="3769"/>
                  </a:cubicBezTo>
                  <a:cubicBezTo>
                    <a:pt x="423819" y="3769"/>
                    <a:pt x="423819" y="3769"/>
                    <a:pt x="421078" y="3769"/>
                  </a:cubicBezTo>
                  <a:close/>
                  <a:moveTo>
                    <a:pt x="490968" y="27065"/>
                  </a:moveTo>
                  <a:cubicBezTo>
                    <a:pt x="492339" y="27065"/>
                    <a:pt x="493709" y="27065"/>
                    <a:pt x="495080" y="28436"/>
                  </a:cubicBezTo>
                  <a:cubicBezTo>
                    <a:pt x="496450" y="31177"/>
                    <a:pt x="493709" y="31177"/>
                    <a:pt x="490968" y="29806"/>
                  </a:cubicBezTo>
                  <a:cubicBezTo>
                    <a:pt x="488228" y="28436"/>
                    <a:pt x="488228" y="27065"/>
                    <a:pt x="490968" y="27065"/>
                  </a:cubicBezTo>
                  <a:close/>
                  <a:moveTo>
                    <a:pt x="477264" y="25695"/>
                  </a:moveTo>
                  <a:cubicBezTo>
                    <a:pt x="481376" y="25695"/>
                    <a:pt x="484116" y="25695"/>
                    <a:pt x="484116" y="25695"/>
                  </a:cubicBezTo>
                  <a:cubicBezTo>
                    <a:pt x="484116" y="27065"/>
                    <a:pt x="481376" y="28436"/>
                    <a:pt x="475894" y="28436"/>
                  </a:cubicBezTo>
                  <a:cubicBezTo>
                    <a:pt x="466301" y="27065"/>
                    <a:pt x="467672" y="25695"/>
                    <a:pt x="477264" y="25695"/>
                  </a:cubicBezTo>
                  <a:close/>
                  <a:moveTo>
                    <a:pt x="449856" y="29806"/>
                  </a:moveTo>
                  <a:cubicBezTo>
                    <a:pt x="451227" y="31177"/>
                    <a:pt x="451227" y="32547"/>
                    <a:pt x="448486" y="32547"/>
                  </a:cubicBezTo>
                  <a:cubicBezTo>
                    <a:pt x="447116" y="32547"/>
                    <a:pt x="447116" y="31177"/>
                    <a:pt x="447116" y="31177"/>
                  </a:cubicBezTo>
                  <a:cubicBezTo>
                    <a:pt x="447116" y="28436"/>
                    <a:pt x="448486" y="28436"/>
                    <a:pt x="449856" y="29806"/>
                  </a:cubicBezTo>
                  <a:close/>
                  <a:moveTo>
                    <a:pt x="441634" y="29806"/>
                  </a:moveTo>
                  <a:cubicBezTo>
                    <a:pt x="443004" y="29806"/>
                    <a:pt x="444375" y="31177"/>
                    <a:pt x="444375" y="31177"/>
                  </a:cubicBezTo>
                  <a:cubicBezTo>
                    <a:pt x="444375" y="31177"/>
                    <a:pt x="443004" y="32547"/>
                    <a:pt x="441634" y="32547"/>
                  </a:cubicBezTo>
                  <a:cubicBezTo>
                    <a:pt x="440264" y="32547"/>
                    <a:pt x="438893" y="32547"/>
                    <a:pt x="438893" y="31177"/>
                  </a:cubicBezTo>
                  <a:cubicBezTo>
                    <a:pt x="438893" y="29806"/>
                    <a:pt x="440264" y="29806"/>
                    <a:pt x="441634" y="29806"/>
                  </a:cubicBezTo>
                  <a:close/>
                  <a:moveTo>
                    <a:pt x="426560" y="25695"/>
                  </a:moveTo>
                  <a:cubicBezTo>
                    <a:pt x="425189" y="24325"/>
                    <a:pt x="429300" y="20213"/>
                    <a:pt x="430671" y="20213"/>
                  </a:cubicBezTo>
                  <a:cubicBezTo>
                    <a:pt x="432041" y="20213"/>
                    <a:pt x="432041" y="21584"/>
                    <a:pt x="432041" y="22954"/>
                  </a:cubicBezTo>
                  <a:cubicBezTo>
                    <a:pt x="433412" y="25695"/>
                    <a:pt x="427930" y="27065"/>
                    <a:pt x="426560" y="25695"/>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18" name="Freeform 17">
              <a:extLst>
                <a:ext uri="{FF2B5EF4-FFF2-40B4-BE49-F238E27FC236}">
                  <a16:creationId xmlns:a16="http://schemas.microsoft.com/office/drawing/2014/main" id="{DC8A8711-0C25-90CF-1293-9AC7E03BB8D8}"/>
                </a:ext>
              </a:extLst>
            </p:cNvPr>
            <p:cNvSpPr/>
            <p:nvPr/>
          </p:nvSpPr>
          <p:spPr>
            <a:xfrm>
              <a:off x="2612153" y="-1071892"/>
              <a:ext cx="2740" cy="4111"/>
            </a:xfrm>
            <a:custGeom>
              <a:avLst/>
              <a:gdLst>
                <a:gd name="connsiteX0" fmla="*/ 1370 w 2740"/>
                <a:gd name="connsiteY0" fmla="*/ 0 h 4111"/>
                <a:gd name="connsiteX1" fmla="*/ 0 w 2740"/>
                <a:gd name="connsiteY1" fmla="*/ 1370 h 4111"/>
                <a:gd name="connsiteX2" fmla="*/ 1370 w 2740"/>
                <a:gd name="connsiteY2" fmla="*/ 4111 h 4111"/>
                <a:gd name="connsiteX3" fmla="*/ 2741 w 2740"/>
                <a:gd name="connsiteY3" fmla="*/ 2741 h 4111"/>
                <a:gd name="connsiteX4" fmla="*/ 1370 w 2740"/>
                <a:gd name="connsiteY4" fmla="*/ 0 h 4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4111">
                  <a:moveTo>
                    <a:pt x="1370" y="0"/>
                  </a:moveTo>
                  <a:cubicBezTo>
                    <a:pt x="0" y="0"/>
                    <a:pt x="0" y="0"/>
                    <a:pt x="0" y="1370"/>
                  </a:cubicBezTo>
                  <a:cubicBezTo>
                    <a:pt x="0" y="1370"/>
                    <a:pt x="0" y="4111"/>
                    <a:pt x="1370" y="4111"/>
                  </a:cubicBezTo>
                  <a:cubicBezTo>
                    <a:pt x="2741" y="4111"/>
                    <a:pt x="2741" y="4111"/>
                    <a:pt x="2741" y="2741"/>
                  </a:cubicBezTo>
                  <a:cubicBezTo>
                    <a:pt x="2741" y="1370"/>
                    <a:pt x="2741" y="0"/>
                    <a:pt x="1370"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1" name="Freeform 20">
              <a:extLst>
                <a:ext uri="{FF2B5EF4-FFF2-40B4-BE49-F238E27FC236}">
                  <a16:creationId xmlns:a16="http://schemas.microsoft.com/office/drawing/2014/main" id="{7AAB8F7F-606F-7D05-734D-2B949E7E93B6}"/>
                </a:ext>
              </a:extLst>
            </p:cNvPr>
            <p:cNvSpPr/>
            <p:nvPr/>
          </p:nvSpPr>
          <p:spPr>
            <a:xfrm>
              <a:off x="2561448" y="-1086966"/>
              <a:ext cx="2740" cy="3768"/>
            </a:xfrm>
            <a:custGeom>
              <a:avLst/>
              <a:gdLst>
                <a:gd name="connsiteX0" fmla="*/ 0 w 2740"/>
                <a:gd name="connsiteY0" fmla="*/ 2741 h 3768"/>
                <a:gd name="connsiteX1" fmla="*/ 0 w 2740"/>
                <a:gd name="connsiteY1" fmla="*/ 2741 h 3768"/>
                <a:gd name="connsiteX2" fmla="*/ 2741 w 2740"/>
                <a:gd name="connsiteY2" fmla="*/ 1370 h 3768"/>
                <a:gd name="connsiteX3" fmla="*/ 1370 w 2740"/>
                <a:gd name="connsiteY3" fmla="*/ 0 h 3768"/>
                <a:gd name="connsiteX4" fmla="*/ 0 w 2740"/>
                <a:gd name="connsiteY4" fmla="*/ 2741 h 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3768">
                  <a:moveTo>
                    <a:pt x="0" y="2741"/>
                  </a:moveTo>
                  <a:cubicBezTo>
                    <a:pt x="0" y="4111"/>
                    <a:pt x="0" y="4111"/>
                    <a:pt x="0" y="2741"/>
                  </a:cubicBezTo>
                  <a:cubicBezTo>
                    <a:pt x="2741" y="2741"/>
                    <a:pt x="2741" y="2741"/>
                    <a:pt x="2741" y="1370"/>
                  </a:cubicBezTo>
                  <a:cubicBezTo>
                    <a:pt x="2741" y="1370"/>
                    <a:pt x="1370" y="1370"/>
                    <a:pt x="1370" y="0"/>
                  </a:cubicBezTo>
                  <a:cubicBezTo>
                    <a:pt x="0" y="1370"/>
                    <a:pt x="0" y="2741"/>
                    <a:pt x="0" y="27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5" name="Freeform 24">
              <a:extLst>
                <a:ext uri="{FF2B5EF4-FFF2-40B4-BE49-F238E27FC236}">
                  <a16:creationId xmlns:a16="http://schemas.microsoft.com/office/drawing/2014/main" id="{1A41E7C4-1701-DC6C-8660-9998F24E9890}"/>
                </a:ext>
              </a:extLst>
            </p:cNvPr>
            <p:cNvSpPr/>
            <p:nvPr/>
          </p:nvSpPr>
          <p:spPr>
            <a:xfrm>
              <a:off x="2479224" y="-1085596"/>
              <a:ext cx="2740" cy="2740"/>
            </a:xfrm>
            <a:custGeom>
              <a:avLst/>
              <a:gdLst>
                <a:gd name="connsiteX0" fmla="*/ 0 w 2740"/>
                <a:gd name="connsiteY0" fmla="*/ 1370 h 2740"/>
                <a:gd name="connsiteX1" fmla="*/ 1370 w 2740"/>
                <a:gd name="connsiteY1" fmla="*/ 2741 h 2740"/>
                <a:gd name="connsiteX2" fmla="*/ 2741 w 2740"/>
                <a:gd name="connsiteY2" fmla="*/ 1370 h 2740"/>
                <a:gd name="connsiteX3" fmla="*/ 1370 w 2740"/>
                <a:gd name="connsiteY3" fmla="*/ 0 h 2740"/>
                <a:gd name="connsiteX4" fmla="*/ 0 w 2740"/>
                <a:gd name="connsiteY4" fmla="*/ 1370 h 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 h="2740">
                  <a:moveTo>
                    <a:pt x="0" y="1370"/>
                  </a:moveTo>
                  <a:cubicBezTo>
                    <a:pt x="0" y="2741"/>
                    <a:pt x="0" y="2741"/>
                    <a:pt x="1370" y="2741"/>
                  </a:cubicBezTo>
                  <a:cubicBezTo>
                    <a:pt x="2741" y="2741"/>
                    <a:pt x="2741" y="1370"/>
                    <a:pt x="2741" y="1370"/>
                  </a:cubicBezTo>
                  <a:cubicBezTo>
                    <a:pt x="2741" y="1370"/>
                    <a:pt x="2741" y="0"/>
                    <a:pt x="1370" y="0"/>
                  </a:cubicBezTo>
                  <a:cubicBezTo>
                    <a:pt x="1370" y="0"/>
                    <a:pt x="0" y="1370"/>
                    <a:pt x="0" y="137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28" name="Freeform 27">
              <a:extLst>
                <a:ext uri="{FF2B5EF4-FFF2-40B4-BE49-F238E27FC236}">
                  <a16:creationId xmlns:a16="http://schemas.microsoft.com/office/drawing/2014/main" id="{AC6CE373-5D99-775F-165C-D3B69CC50B5F}"/>
                </a:ext>
              </a:extLst>
            </p:cNvPr>
            <p:cNvSpPr/>
            <p:nvPr/>
          </p:nvSpPr>
          <p:spPr>
            <a:xfrm>
              <a:off x="2521139" y="-1084225"/>
              <a:ext cx="4208" cy="1370"/>
            </a:xfrm>
            <a:custGeom>
              <a:avLst/>
              <a:gdLst>
                <a:gd name="connsiteX0" fmla="*/ 568 w 4208"/>
                <a:gd name="connsiteY0" fmla="*/ 0 h 1370"/>
                <a:gd name="connsiteX1" fmla="*/ 1938 w 4208"/>
                <a:gd name="connsiteY1" fmla="*/ 1370 h 1370"/>
                <a:gd name="connsiteX2" fmla="*/ 3308 w 4208"/>
                <a:gd name="connsiteY2" fmla="*/ 0 h 1370"/>
                <a:gd name="connsiteX3" fmla="*/ 568 w 4208"/>
                <a:gd name="connsiteY3" fmla="*/ 0 h 1370"/>
              </a:gdLst>
              <a:ahLst/>
              <a:cxnLst>
                <a:cxn ang="0">
                  <a:pos x="connsiteX0" y="connsiteY0"/>
                </a:cxn>
                <a:cxn ang="0">
                  <a:pos x="connsiteX1" y="connsiteY1"/>
                </a:cxn>
                <a:cxn ang="0">
                  <a:pos x="connsiteX2" y="connsiteY2"/>
                </a:cxn>
                <a:cxn ang="0">
                  <a:pos x="connsiteX3" y="connsiteY3"/>
                </a:cxn>
              </a:cxnLst>
              <a:rect l="l" t="t" r="r" b="b"/>
              <a:pathLst>
                <a:path w="4208" h="1370">
                  <a:moveTo>
                    <a:pt x="568" y="0"/>
                  </a:moveTo>
                  <a:cubicBezTo>
                    <a:pt x="-803" y="0"/>
                    <a:pt x="568" y="1370"/>
                    <a:pt x="1938" y="1370"/>
                  </a:cubicBezTo>
                  <a:cubicBezTo>
                    <a:pt x="4679" y="1370"/>
                    <a:pt x="4679" y="1370"/>
                    <a:pt x="3308" y="0"/>
                  </a:cubicBezTo>
                  <a:cubicBezTo>
                    <a:pt x="3308" y="0"/>
                    <a:pt x="1938" y="0"/>
                    <a:pt x="568"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3" name="Freeform 42">
              <a:extLst>
                <a:ext uri="{FF2B5EF4-FFF2-40B4-BE49-F238E27FC236}">
                  <a16:creationId xmlns:a16="http://schemas.microsoft.com/office/drawing/2014/main" id="{163CF855-5555-9051-09BB-083DC660BA4E}"/>
                </a:ext>
              </a:extLst>
            </p:cNvPr>
            <p:cNvSpPr/>
            <p:nvPr/>
          </p:nvSpPr>
          <p:spPr>
            <a:xfrm>
              <a:off x="2527895" y="-1085969"/>
              <a:ext cx="10256" cy="4484"/>
            </a:xfrm>
            <a:custGeom>
              <a:avLst/>
              <a:gdLst>
                <a:gd name="connsiteX0" fmla="*/ 2034 w 10256"/>
                <a:gd name="connsiteY0" fmla="*/ 373 h 4484"/>
                <a:gd name="connsiteX1" fmla="*/ 4775 w 10256"/>
                <a:gd name="connsiteY1" fmla="*/ 4485 h 4484"/>
                <a:gd name="connsiteX2" fmla="*/ 10256 w 10256"/>
                <a:gd name="connsiteY2" fmla="*/ 3114 h 4484"/>
                <a:gd name="connsiteX3" fmla="*/ 2034 w 10256"/>
                <a:gd name="connsiteY3" fmla="*/ 373 h 4484"/>
              </a:gdLst>
              <a:ahLst/>
              <a:cxnLst>
                <a:cxn ang="0">
                  <a:pos x="connsiteX0" y="connsiteY0"/>
                </a:cxn>
                <a:cxn ang="0">
                  <a:pos x="connsiteX1" y="connsiteY1"/>
                </a:cxn>
                <a:cxn ang="0">
                  <a:pos x="connsiteX2" y="connsiteY2"/>
                </a:cxn>
                <a:cxn ang="0">
                  <a:pos x="connsiteX3" y="connsiteY3"/>
                </a:cxn>
              </a:cxnLst>
              <a:rect l="l" t="t" r="r" b="b"/>
              <a:pathLst>
                <a:path w="10256" h="4484">
                  <a:moveTo>
                    <a:pt x="2034" y="373"/>
                  </a:moveTo>
                  <a:cubicBezTo>
                    <a:pt x="-2077" y="1744"/>
                    <a:pt x="663" y="4485"/>
                    <a:pt x="4775" y="4485"/>
                  </a:cubicBezTo>
                  <a:cubicBezTo>
                    <a:pt x="7515" y="4485"/>
                    <a:pt x="10256" y="4485"/>
                    <a:pt x="10256" y="3114"/>
                  </a:cubicBezTo>
                  <a:cubicBezTo>
                    <a:pt x="10256" y="1744"/>
                    <a:pt x="4775" y="-997"/>
                    <a:pt x="2034" y="373"/>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44" name="Freeform 43">
              <a:extLst>
                <a:ext uri="{FF2B5EF4-FFF2-40B4-BE49-F238E27FC236}">
                  <a16:creationId xmlns:a16="http://schemas.microsoft.com/office/drawing/2014/main" id="{D67DA842-2431-5EF5-F735-DB06D783EB2A}"/>
                </a:ext>
              </a:extLst>
            </p:cNvPr>
            <p:cNvSpPr/>
            <p:nvPr/>
          </p:nvSpPr>
          <p:spPr>
            <a:xfrm>
              <a:off x="2359767" y="-715784"/>
              <a:ext cx="70230" cy="75568"/>
            </a:xfrm>
            <a:custGeom>
              <a:avLst/>
              <a:gdLst>
                <a:gd name="connsiteX0" fmla="*/ 45456 w 70230"/>
                <a:gd name="connsiteY0" fmla="*/ 197 h 75568"/>
                <a:gd name="connsiteX1" fmla="*/ 13936 w 70230"/>
                <a:gd name="connsiteY1" fmla="*/ 26235 h 75568"/>
                <a:gd name="connsiteX2" fmla="*/ 7084 w 70230"/>
                <a:gd name="connsiteY2" fmla="*/ 65976 h 75568"/>
                <a:gd name="connsiteX3" fmla="*/ 12566 w 70230"/>
                <a:gd name="connsiteY3" fmla="*/ 72828 h 75568"/>
                <a:gd name="connsiteX4" fmla="*/ 24900 w 70230"/>
                <a:gd name="connsiteY4" fmla="*/ 75569 h 75568"/>
                <a:gd name="connsiteX5" fmla="*/ 44085 w 70230"/>
                <a:gd name="connsiteY5" fmla="*/ 68717 h 75568"/>
                <a:gd name="connsiteX6" fmla="*/ 52308 w 70230"/>
                <a:gd name="connsiteY6" fmla="*/ 60495 h 75568"/>
                <a:gd name="connsiteX7" fmla="*/ 56419 w 70230"/>
                <a:gd name="connsiteY7" fmla="*/ 57754 h 75568"/>
                <a:gd name="connsiteX8" fmla="*/ 66012 w 70230"/>
                <a:gd name="connsiteY8" fmla="*/ 19382 h 75568"/>
                <a:gd name="connsiteX9" fmla="*/ 45456 w 70230"/>
                <a:gd name="connsiteY9" fmla="*/ 197 h 7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30" h="75568">
                  <a:moveTo>
                    <a:pt x="45456" y="197"/>
                  </a:moveTo>
                  <a:cubicBezTo>
                    <a:pt x="38604" y="-1174"/>
                    <a:pt x="30381" y="4308"/>
                    <a:pt x="13936" y="26235"/>
                  </a:cubicBezTo>
                  <a:cubicBezTo>
                    <a:pt x="-2508" y="49531"/>
                    <a:pt x="-3879" y="55013"/>
                    <a:pt x="7084" y="65976"/>
                  </a:cubicBezTo>
                  <a:cubicBezTo>
                    <a:pt x="9825" y="68717"/>
                    <a:pt x="12566" y="71458"/>
                    <a:pt x="12566" y="72828"/>
                  </a:cubicBezTo>
                  <a:cubicBezTo>
                    <a:pt x="13936" y="75569"/>
                    <a:pt x="18048" y="75569"/>
                    <a:pt x="24900" y="75569"/>
                  </a:cubicBezTo>
                  <a:cubicBezTo>
                    <a:pt x="33122" y="75569"/>
                    <a:pt x="35863" y="74199"/>
                    <a:pt x="44085" y="68717"/>
                  </a:cubicBezTo>
                  <a:cubicBezTo>
                    <a:pt x="48196" y="64606"/>
                    <a:pt x="52308" y="61865"/>
                    <a:pt x="52308" y="60495"/>
                  </a:cubicBezTo>
                  <a:cubicBezTo>
                    <a:pt x="52308" y="59124"/>
                    <a:pt x="53678" y="57754"/>
                    <a:pt x="56419" y="57754"/>
                  </a:cubicBezTo>
                  <a:cubicBezTo>
                    <a:pt x="70123" y="53643"/>
                    <a:pt x="74234" y="31716"/>
                    <a:pt x="66012" y="19382"/>
                  </a:cubicBezTo>
                  <a:cubicBezTo>
                    <a:pt x="61900" y="9790"/>
                    <a:pt x="50937" y="197"/>
                    <a:pt x="45456" y="197"/>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2" name="Freeform 51">
              <a:extLst>
                <a:ext uri="{FF2B5EF4-FFF2-40B4-BE49-F238E27FC236}">
                  <a16:creationId xmlns:a16="http://schemas.microsoft.com/office/drawing/2014/main" id="{7F3FA8AA-DF92-1347-2ADA-F3AEFB684953}"/>
                </a:ext>
              </a:extLst>
            </p:cNvPr>
            <p:cNvSpPr/>
            <p:nvPr/>
          </p:nvSpPr>
          <p:spPr>
            <a:xfrm>
              <a:off x="2620019" y="-1087315"/>
              <a:ext cx="543035" cy="560843"/>
            </a:xfrm>
            <a:custGeom>
              <a:avLst/>
              <a:gdLst>
                <a:gd name="connsiteX0" fmla="*/ 401884 w 543035"/>
                <a:gd name="connsiteY0" fmla="*/ 278541 h 560843"/>
                <a:gd name="connsiteX1" fmla="*/ 405995 w 543035"/>
                <a:gd name="connsiteY1" fmla="*/ 274430 h 560843"/>
                <a:gd name="connsiteX2" fmla="*/ 405995 w 543035"/>
                <a:gd name="connsiteY2" fmla="*/ 271689 h 560843"/>
                <a:gd name="connsiteX3" fmla="*/ 411477 w 543035"/>
                <a:gd name="connsiteY3" fmla="*/ 266207 h 560843"/>
                <a:gd name="connsiteX4" fmla="*/ 408736 w 543035"/>
                <a:gd name="connsiteY4" fmla="*/ 266207 h 560843"/>
                <a:gd name="connsiteX5" fmla="*/ 408736 w 543035"/>
                <a:gd name="connsiteY5" fmla="*/ 264837 h 560843"/>
                <a:gd name="connsiteX6" fmla="*/ 414218 w 543035"/>
                <a:gd name="connsiteY6" fmla="*/ 262096 h 560843"/>
                <a:gd name="connsiteX7" fmla="*/ 415588 w 543035"/>
                <a:gd name="connsiteY7" fmla="*/ 260726 h 560843"/>
                <a:gd name="connsiteX8" fmla="*/ 412847 w 543035"/>
                <a:gd name="connsiteY8" fmla="*/ 259355 h 560843"/>
                <a:gd name="connsiteX9" fmla="*/ 411477 w 543035"/>
                <a:gd name="connsiteY9" fmla="*/ 259355 h 560843"/>
                <a:gd name="connsiteX10" fmla="*/ 412847 w 543035"/>
                <a:gd name="connsiteY10" fmla="*/ 256614 h 560843"/>
                <a:gd name="connsiteX11" fmla="*/ 414218 w 543035"/>
                <a:gd name="connsiteY11" fmla="*/ 256614 h 560843"/>
                <a:gd name="connsiteX12" fmla="*/ 421070 w 543035"/>
                <a:gd name="connsiteY12" fmla="*/ 251133 h 560843"/>
                <a:gd name="connsiteX13" fmla="*/ 426551 w 543035"/>
                <a:gd name="connsiteY13" fmla="*/ 242910 h 560843"/>
                <a:gd name="connsiteX14" fmla="*/ 434774 w 543035"/>
                <a:gd name="connsiteY14" fmla="*/ 229206 h 560843"/>
                <a:gd name="connsiteX15" fmla="*/ 445737 w 543035"/>
                <a:gd name="connsiteY15" fmla="*/ 210021 h 560843"/>
                <a:gd name="connsiteX16" fmla="*/ 452589 w 543035"/>
                <a:gd name="connsiteY16" fmla="*/ 197687 h 560843"/>
                <a:gd name="connsiteX17" fmla="*/ 458071 w 543035"/>
                <a:gd name="connsiteY17" fmla="*/ 189465 h 560843"/>
                <a:gd name="connsiteX18" fmla="*/ 463552 w 543035"/>
                <a:gd name="connsiteY18" fmla="*/ 182613 h 560843"/>
                <a:gd name="connsiteX19" fmla="*/ 471775 w 543035"/>
                <a:gd name="connsiteY19" fmla="*/ 168909 h 560843"/>
                <a:gd name="connsiteX20" fmla="*/ 482738 w 543035"/>
                <a:gd name="connsiteY20" fmla="*/ 152464 h 560843"/>
                <a:gd name="connsiteX21" fmla="*/ 497812 w 543035"/>
                <a:gd name="connsiteY21" fmla="*/ 130537 h 560843"/>
                <a:gd name="connsiteX22" fmla="*/ 506035 w 543035"/>
                <a:gd name="connsiteY22" fmla="*/ 118204 h 560843"/>
                <a:gd name="connsiteX23" fmla="*/ 512887 w 543035"/>
                <a:gd name="connsiteY23" fmla="*/ 107241 h 560843"/>
                <a:gd name="connsiteX24" fmla="*/ 514257 w 543035"/>
                <a:gd name="connsiteY24" fmla="*/ 104500 h 560843"/>
                <a:gd name="connsiteX25" fmla="*/ 516998 w 543035"/>
                <a:gd name="connsiteY25" fmla="*/ 100388 h 560843"/>
                <a:gd name="connsiteX26" fmla="*/ 523850 w 543035"/>
                <a:gd name="connsiteY26" fmla="*/ 92166 h 560843"/>
                <a:gd name="connsiteX27" fmla="*/ 527961 w 543035"/>
                <a:gd name="connsiteY27" fmla="*/ 88055 h 560843"/>
                <a:gd name="connsiteX28" fmla="*/ 537554 w 543035"/>
                <a:gd name="connsiteY28" fmla="*/ 71610 h 560843"/>
                <a:gd name="connsiteX29" fmla="*/ 541665 w 543035"/>
                <a:gd name="connsiteY29" fmla="*/ 57906 h 560843"/>
                <a:gd name="connsiteX30" fmla="*/ 543036 w 543035"/>
                <a:gd name="connsiteY30" fmla="*/ 44202 h 560843"/>
                <a:gd name="connsiteX31" fmla="*/ 540295 w 543035"/>
                <a:gd name="connsiteY31" fmla="*/ 35980 h 560843"/>
                <a:gd name="connsiteX32" fmla="*/ 526591 w 543035"/>
                <a:gd name="connsiteY32" fmla="*/ 27757 h 560843"/>
                <a:gd name="connsiteX33" fmla="*/ 521109 w 543035"/>
                <a:gd name="connsiteY33" fmla="*/ 23646 h 560843"/>
                <a:gd name="connsiteX34" fmla="*/ 508776 w 543035"/>
                <a:gd name="connsiteY34" fmla="*/ 18164 h 560843"/>
                <a:gd name="connsiteX35" fmla="*/ 506035 w 543035"/>
                <a:gd name="connsiteY35" fmla="*/ 19535 h 560843"/>
                <a:gd name="connsiteX36" fmla="*/ 504664 w 543035"/>
                <a:gd name="connsiteY36" fmla="*/ 20905 h 560843"/>
                <a:gd name="connsiteX37" fmla="*/ 501924 w 543035"/>
                <a:gd name="connsiteY37" fmla="*/ 23646 h 560843"/>
                <a:gd name="connsiteX38" fmla="*/ 497812 w 543035"/>
                <a:gd name="connsiteY38" fmla="*/ 27757 h 560843"/>
                <a:gd name="connsiteX39" fmla="*/ 496442 w 543035"/>
                <a:gd name="connsiteY39" fmla="*/ 29128 h 560843"/>
                <a:gd name="connsiteX40" fmla="*/ 452589 w 543035"/>
                <a:gd name="connsiteY40" fmla="*/ 83944 h 560843"/>
                <a:gd name="connsiteX41" fmla="*/ 434774 w 543035"/>
                <a:gd name="connsiteY41" fmla="*/ 105870 h 560843"/>
                <a:gd name="connsiteX42" fmla="*/ 415588 w 543035"/>
                <a:gd name="connsiteY42" fmla="*/ 129167 h 560843"/>
                <a:gd name="connsiteX43" fmla="*/ 414218 w 543035"/>
                <a:gd name="connsiteY43" fmla="*/ 127797 h 560843"/>
                <a:gd name="connsiteX44" fmla="*/ 414218 w 543035"/>
                <a:gd name="connsiteY44" fmla="*/ 129167 h 560843"/>
                <a:gd name="connsiteX45" fmla="*/ 408736 w 543035"/>
                <a:gd name="connsiteY45" fmla="*/ 140130 h 560843"/>
                <a:gd name="connsiteX46" fmla="*/ 338846 w 543035"/>
                <a:gd name="connsiteY46" fmla="*/ 225095 h 560843"/>
                <a:gd name="connsiteX47" fmla="*/ 285400 w 543035"/>
                <a:gd name="connsiteY47" fmla="*/ 292245 h 560843"/>
                <a:gd name="connsiteX48" fmla="*/ 247029 w 543035"/>
                <a:gd name="connsiteY48" fmla="*/ 319653 h 560843"/>
                <a:gd name="connsiteX49" fmla="*/ 242917 w 543035"/>
                <a:gd name="connsiteY49" fmla="*/ 296356 h 560843"/>
                <a:gd name="connsiteX50" fmla="*/ 262103 w 543035"/>
                <a:gd name="connsiteY50" fmla="*/ 190835 h 560843"/>
                <a:gd name="connsiteX51" fmla="*/ 266214 w 543035"/>
                <a:gd name="connsiteY51" fmla="*/ 175761 h 560843"/>
                <a:gd name="connsiteX52" fmla="*/ 267585 w 543035"/>
                <a:gd name="connsiteY52" fmla="*/ 173020 h 560843"/>
                <a:gd name="connsiteX53" fmla="*/ 274437 w 543035"/>
                <a:gd name="connsiteY53" fmla="*/ 155205 h 560843"/>
                <a:gd name="connsiteX54" fmla="*/ 278548 w 543035"/>
                <a:gd name="connsiteY54" fmla="*/ 145612 h 560843"/>
                <a:gd name="connsiteX55" fmla="*/ 284030 w 543035"/>
                <a:gd name="connsiteY55" fmla="*/ 134649 h 560843"/>
                <a:gd name="connsiteX56" fmla="*/ 289511 w 543035"/>
                <a:gd name="connsiteY56" fmla="*/ 120945 h 560843"/>
                <a:gd name="connsiteX57" fmla="*/ 293623 w 543035"/>
                <a:gd name="connsiteY57" fmla="*/ 112722 h 560843"/>
                <a:gd name="connsiteX58" fmla="*/ 296363 w 543035"/>
                <a:gd name="connsiteY58" fmla="*/ 109981 h 560843"/>
                <a:gd name="connsiteX59" fmla="*/ 297734 w 543035"/>
                <a:gd name="connsiteY59" fmla="*/ 107241 h 560843"/>
                <a:gd name="connsiteX60" fmla="*/ 331994 w 543035"/>
                <a:gd name="connsiteY60" fmla="*/ 49684 h 560843"/>
                <a:gd name="connsiteX61" fmla="*/ 341587 w 543035"/>
                <a:gd name="connsiteY61" fmla="*/ 27757 h 560843"/>
                <a:gd name="connsiteX62" fmla="*/ 315549 w 543035"/>
                <a:gd name="connsiteY62" fmla="*/ 5831 h 560843"/>
                <a:gd name="connsiteX63" fmla="*/ 296363 w 543035"/>
                <a:gd name="connsiteY63" fmla="*/ 349 h 560843"/>
                <a:gd name="connsiteX64" fmla="*/ 275807 w 543035"/>
                <a:gd name="connsiteY64" fmla="*/ 7201 h 560843"/>
                <a:gd name="connsiteX65" fmla="*/ 268955 w 543035"/>
                <a:gd name="connsiteY65" fmla="*/ 15424 h 560843"/>
                <a:gd name="connsiteX66" fmla="*/ 260733 w 543035"/>
                <a:gd name="connsiteY66" fmla="*/ 26387 h 560843"/>
                <a:gd name="connsiteX67" fmla="*/ 252510 w 543035"/>
                <a:gd name="connsiteY67" fmla="*/ 38720 h 560843"/>
                <a:gd name="connsiteX68" fmla="*/ 245658 w 543035"/>
                <a:gd name="connsiteY68" fmla="*/ 48313 h 560843"/>
                <a:gd name="connsiteX69" fmla="*/ 237436 w 543035"/>
                <a:gd name="connsiteY69" fmla="*/ 60647 h 560843"/>
                <a:gd name="connsiteX70" fmla="*/ 231954 w 543035"/>
                <a:gd name="connsiteY70" fmla="*/ 70240 h 560843"/>
                <a:gd name="connsiteX71" fmla="*/ 225102 w 543035"/>
                <a:gd name="connsiteY71" fmla="*/ 81203 h 560843"/>
                <a:gd name="connsiteX72" fmla="*/ 218250 w 543035"/>
                <a:gd name="connsiteY72" fmla="*/ 89425 h 560843"/>
                <a:gd name="connsiteX73" fmla="*/ 216880 w 543035"/>
                <a:gd name="connsiteY73" fmla="*/ 92166 h 560843"/>
                <a:gd name="connsiteX74" fmla="*/ 215509 w 543035"/>
                <a:gd name="connsiteY74" fmla="*/ 94907 h 560843"/>
                <a:gd name="connsiteX75" fmla="*/ 199065 w 543035"/>
                <a:gd name="connsiteY75" fmla="*/ 119574 h 560843"/>
                <a:gd name="connsiteX76" fmla="*/ 192213 w 543035"/>
                <a:gd name="connsiteY76" fmla="*/ 129167 h 560843"/>
                <a:gd name="connsiteX77" fmla="*/ 183990 w 543035"/>
                <a:gd name="connsiteY77" fmla="*/ 142871 h 560843"/>
                <a:gd name="connsiteX78" fmla="*/ 173027 w 543035"/>
                <a:gd name="connsiteY78" fmla="*/ 159316 h 560843"/>
                <a:gd name="connsiteX79" fmla="*/ 146989 w 543035"/>
                <a:gd name="connsiteY79" fmla="*/ 200428 h 560843"/>
                <a:gd name="connsiteX80" fmla="*/ 141508 w 543035"/>
                <a:gd name="connsiteY80" fmla="*/ 210021 h 560843"/>
                <a:gd name="connsiteX81" fmla="*/ 136026 w 543035"/>
                <a:gd name="connsiteY81" fmla="*/ 216873 h 560843"/>
                <a:gd name="connsiteX82" fmla="*/ 125063 w 543035"/>
                <a:gd name="connsiteY82" fmla="*/ 233318 h 560843"/>
                <a:gd name="connsiteX83" fmla="*/ 115470 w 543035"/>
                <a:gd name="connsiteY83" fmla="*/ 251133 h 560843"/>
                <a:gd name="connsiteX84" fmla="*/ 111359 w 543035"/>
                <a:gd name="connsiteY84" fmla="*/ 257985 h 560843"/>
                <a:gd name="connsiteX85" fmla="*/ 108618 w 543035"/>
                <a:gd name="connsiteY85" fmla="*/ 262096 h 560843"/>
                <a:gd name="connsiteX86" fmla="*/ 97655 w 543035"/>
                <a:gd name="connsiteY86" fmla="*/ 281282 h 560843"/>
                <a:gd name="connsiteX87" fmla="*/ 81210 w 543035"/>
                <a:gd name="connsiteY87" fmla="*/ 307319 h 560843"/>
                <a:gd name="connsiteX88" fmla="*/ 68877 w 543035"/>
                <a:gd name="connsiteY88" fmla="*/ 327875 h 560843"/>
                <a:gd name="connsiteX89" fmla="*/ 55172 w 543035"/>
                <a:gd name="connsiteY89" fmla="*/ 351172 h 560843"/>
                <a:gd name="connsiteX90" fmla="*/ 41468 w 543035"/>
                <a:gd name="connsiteY90" fmla="*/ 373098 h 560843"/>
                <a:gd name="connsiteX91" fmla="*/ 30505 w 543035"/>
                <a:gd name="connsiteY91" fmla="*/ 393655 h 560843"/>
                <a:gd name="connsiteX92" fmla="*/ 26394 w 543035"/>
                <a:gd name="connsiteY92" fmla="*/ 399136 h 560843"/>
                <a:gd name="connsiteX93" fmla="*/ 23653 w 543035"/>
                <a:gd name="connsiteY93" fmla="*/ 403247 h 560843"/>
                <a:gd name="connsiteX94" fmla="*/ 20912 w 543035"/>
                <a:gd name="connsiteY94" fmla="*/ 410099 h 560843"/>
                <a:gd name="connsiteX95" fmla="*/ 1727 w 543035"/>
                <a:gd name="connsiteY95" fmla="*/ 456693 h 560843"/>
                <a:gd name="connsiteX96" fmla="*/ 356 w 543035"/>
                <a:gd name="connsiteY96" fmla="*/ 460804 h 560843"/>
                <a:gd name="connsiteX97" fmla="*/ 5838 w 543035"/>
                <a:gd name="connsiteY97" fmla="*/ 485472 h 560843"/>
                <a:gd name="connsiteX98" fmla="*/ 12690 w 543035"/>
                <a:gd name="connsiteY98" fmla="*/ 492324 h 560843"/>
                <a:gd name="connsiteX99" fmla="*/ 15431 w 543035"/>
                <a:gd name="connsiteY99" fmla="*/ 495064 h 560843"/>
                <a:gd name="connsiteX100" fmla="*/ 37357 w 543035"/>
                <a:gd name="connsiteY100" fmla="*/ 506028 h 560843"/>
                <a:gd name="connsiteX101" fmla="*/ 40098 w 543035"/>
                <a:gd name="connsiteY101" fmla="*/ 499176 h 560843"/>
                <a:gd name="connsiteX102" fmla="*/ 40098 w 543035"/>
                <a:gd name="connsiteY102" fmla="*/ 492324 h 560843"/>
                <a:gd name="connsiteX103" fmla="*/ 40098 w 543035"/>
                <a:gd name="connsiteY103" fmla="*/ 489583 h 560843"/>
                <a:gd name="connsiteX104" fmla="*/ 44209 w 543035"/>
                <a:gd name="connsiteY104" fmla="*/ 484101 h 560843"/>
                <a:gd name="connsiteX105" fmla="*/ 62025 w 543035"/>
                <a:gd name="connsiteY105" fmla="*/ 449841 h 560843"/>
                <a:gd name="connsiteX106" fmla="*/ 62025 w 543035"/>
                <a:gd name="connsiteY106" fmla="*/ 448471 h 560843"/>
                <a:gd name="connsiteX107" fmla="*/ 45580 w 543035"/>
                <a:gd name="connsiteY107" fmla="*/ 462175 h 560843"/>
                <a:gd name="connsiteX108" fmla="*/ 44209 w 543035"/>
                <a:gd name="connsiteY108" fmla="*/ 462175 h 560843"/>
                <a:gd name="connsiteX109" fmla="*/ 46950 w 543035"/>
                <a:gd name="connsiteY109" fmla="*/ 456693 h 560843"/>
                <a:gd name="connsiteX110" fmla="*/ 49691 w 543035"/>
                <a:gd name="connsiteY110" fmla="*/ 449841 h 560843"/>
                <a:gd name="connsiteX111" fmla="*/ 59284 w 543035"/>
                <a:gd name="connsiteY111" fmla="*/ 430655 h 560843"/>
                <a:gd name="connsiteX112" fmla="*/ 72988 w 543035"/>
                <a:gd name="connsiteY112" fmla="*/ 405988 h 560843"/>
                <a:gd name="connsiteX113" fmla="*/ 81210 w 543035"/>
                <a:gd name="connsiteY113" fmla="*/ 392284 h 560843"/>
                <a:gd name="connsiteX114" fmla="*/ 85321 w 543035"/>
                <a:gd name="connsiteY114" fmla="*/ 384062 h 560843"/>
                <a:gd name="connsiteX115" fmla="*/ 92173 w 543035"/>
                <a:gd name="connsiteY115" fmla="*/ 371728 h 560843"/>
                <a:gd name="connsiteX116" fmla="*/ 116841 w 543035"/>
                <a:gd name="connsiteY116" fmla="*/ 329246 h 560843"/>
                <a:gd name="connsiteX117" fmla="*/ 122322 w 543035"/>
                <a:gd name="connsiteY117" fmla="*/ 322394 h 560843"/>
                <a:gd name="connsiteX118" fmla="*/ 127804 w 543035"/>
                <a:gd name="connsiteY118" fmla="*/ 314171 h 560843"/>
                <a:gd name="connsiteX119" fmla="*/ 144249 w 543035"/>
                <a:gd name="connsiteY119" fmla="*/ 288134 h 560843"/>
                <a:gd name="connsiteX120" fmla="*/ 145619 w 543035"/>
                <a:gd name="connsiteY120" fmla="*/ 285393 h 560843"/>
                <a:gd name="connsiteX121" fmla="*/ 149730 w 543035"/>
                <a:gd name="connsiteY121" fmla="*/ 278541 h 560843"/>
                <a:gd name="connsiteX122" fmla="*/ 153841 w 543035"/>
                <a:gd name="connsiteY122" fmla="*/ 271689 h 560843"/>
                <a:gd name="connsiteX123" fmla="*/ 157953 w 543035"/>
                <a:gd name="connsiteY123" fmla="*/ 266207 h 560843"/>
                <a:gd name="connsiteX124" fmla="*/ 162064 w 543035"/>
                <a:gd name="connsiteY124" fmla="*/ 259355 h 560843"/>
                <a:gd name="connsiteX125" fmla="*/ 166175 w 543035"/>
                <a:gd name="connsiteY125" fmla="*/ 252503 h 560843"/>
                <a:gd name="connsiteX126" fmla="*/ 177138 w 543035"/>
                <a:gd name="connsiteY126" fmla="*/ 234688 h 560843"/>
                <a:gd name="connsiteX127" fmla="*/ 179879 w 543035"/>
                <a:gd name="connsiteY127" fmla="*/ 231947 h 560843"/>
                <a:gd name="connsiteX128" fmla="*/ 182620 w 543035"/>
                <a:gd name="connsiteY128" fmla="*/ 227836 h 560843"/>
                <a:gd name="connsiteX129" fmla="*/ 185361 w 543035"/>
                <a:gd name="connsiteY129" fmla="*/ 222354 h 560843"/>
                <a:gd name="connsiteX130" fmla="*/ 185361 w 543035"/>
                <a:gd name="connsiteY130" fmla="*/ 219614 h 560843"/>
                <a:gd name="connsiteX131" fmla="*/ 188101 w 543035"/>
                <a:gd name="connsiteY131" fmla="*/ 215502 h 560843"/>
                <a:gd name="connsiteX132" fmla="*/ 190842 w 543035"/>
                <a:gd name="connsiteY132" fmla="*/ 210021 h 560843"/>
                <a:gd name="connsiteX133" fmla="*/ 192213 w 543035"/>
                <a:gd name="connsiteY133" fmla="*/ 207280 h 560843"/>
                <a:gd name="connsiteX134" fmla="*/ 194953 w 543035"/>
                <a:gd name="connsiteY134" fmla="*/ 204539 h 560843"/>
                <a:gd name="connsiteX135" fmla="*/ 196324 w 543035"/>
                <a:gd name="connsiteY135" fmla="*/ 201798 h 560843"/>
                <a:gd name="connsiteX136" fmla="*/ 197694 w 543035"/>
                <a:gd name="connsiteY136" fmla="*/ 200428 h 560843"/>
                <a:gd name="connsiteX137" fmla="*/ 208657 w 543035"/>
                <a:gd name="connsiteY137" fmla="*/ 183983 h 560843"/>
                <a:gd name="connsiteX138" fmla="*/ 211398 w 543035"/>
                <a:gd name="connsiteY138" fmla="*/ 179872 h 560843"/>
                <a:gd name="connsiteX139" fmla="*/ 214139 w 543035"/>
                <a:gd name="connsiteY139" fmla="*/ 175761 h 560843"/>
                <a:gd name="connsiteX140" fmla="*/ 226473 w 543035"/>
                <a:gd name="connsiteY140" fmla="*/ 156575 h 560843"/>
                <a:gd name="connsiteX141" fmla="*/ 229213 w 543035"/>
                <a:gd name="connsiteY141" fmla="*/ 152464 h 560843"/>
                <a:gd name="connsiteX142" fmla="*/ 231954 w 543035"/>
                <a:gd name="connsiteY142" fmla="*/ 148353 h 560843"/>
                <a:gd name="connsiteX143" fmla="*/ 233325 w 543035"/>
                <a:gd name="connsiteY143" fmla="*/ 146982 h 560843"/>
                <a:gd name="connsiteX144" fmla="*/ 234695 w 543035"/>
                <a:gd name="connsiteY144" fmla="*/ 144241 h 560843"/>
                <a:gd name="connsiteX145" fmla="*/ 236065 w 543035"/>
                <a:gd name="connsiteY145" fmla="*/ 140130 h 560843"/>
                <a:gd name="connsiteX146" fmla="*/ 237436 w 543035"/>
                <a:gd name="connsiteY146" fmla="*/ 144241 h 560843"/>
                <a:gd name="connsiteX147" fmla="*/ 234695 w 543035"/>
                <a:gd name="connsiteY147" fmla="*/ 148353 h 560843"/>
                <a:gd name="connsiteX148" fmla="*/ 233325 w 543035"/>
                <a:gd name="connsiteY148" fmla="*/ 151093 h 560843"/>
                <a:gd name="connsiteX149" fmla="*/ 227843 w 543035"/>
                <a:gd name="connsiteY149" fmla="*/ 175761 h 560843"/>
                <a:gd name="connsiteX150" fmla="*/ 226473 w 543035"/>
                <a:gd name="connsiteY150" fmla="*/ 179872 h 560843"/>
                <a:gd name="connsiteX151" fmla="*/ 219621 w 543035"/>
                <a:gd name="connsiteY151" fmla="*/ 205910 h 560843"/>
                <a:gd name="connsiteX152" fmla="*/ 219621 w 543035"/>
                <a:gd name="connsiteY152" fmla="*/ 212762 h 560843"/>
                <a:gd name="connsiteX153" fmla="*/ 216880 w 543035"/>
                <a:gd name="connsiteY153" fmla="*/ 225095 h 560843"/>
                <a:gd name="connsiteX154" fmla="*/ 212769 w 543035"/>
                <a:gd name="connsiteY154" fmla="*/ 260726 h 560843"/>
                <a:gd name="connsiteX155" fmla="*/ 219621 w 543035"/>
                <a:gd name="connsiteY155" fmla="*/ 311430 h 560843"/>
                <a:gd name="connsiteX156" fmla="*/ 234695 w 543035"/>
                <a:gd name="connsiteY156" fmla="*/ 331986 h 560843"/>
                <a:gd name="connsiteX157" fmla="*/ 240177 w 543035"/>
                <a:gd name="connsiteY157" fmla="*/ 336098 h 560843"/>
                <a:gd name="connsiteX158" fmla="*/ 260733 w 543035"/>
                <a:gd name="connsiteY158" fmla="*/ 341579 h 560843"/>
                <a:gd name="connsiteX159" fmla="*/ 267585 w 543035"/>
                <a:gd name="connsiteY159" fmla="*/ 338838 h 560843"/>
                <a:gd name="connsiteX160" fmla="*/ 314179 w 543035"/>
                <a:gd name="connsiteY160" fmla="*/ 301838 h 560843"/>
                <a:gd name="connsiteX161" fmla="*/ 325142 w 543035"/>
                <a:gd name="connsiteY161" fmla="*/ 289504 h 560843"/>
                <a:gd name="connsiteX162" fmla="*/ 327883 w 543035"/>
                <a:gd name="connsiteY162" fmla="*/ 286763 h 560843"/>
                <a:gd name="connsiteX163" fmla="*/ 326512 w 543035"/>
                <a:gd name="connsiteY163" fmla="*/ 285393 h 560843"/>
                <a:gd name="connsiteX164" fmla="*/ 326512 w 543035"/>
                <a:gd name="connsiteY164" fmla="*/ 284022 h 560843"/>
                <a:gd name="connsiteX165" fmla="*/ 334735 w 543035"/>
                <a:gd name="connsiteY165" fmla="*/ 277170 h 560843"/>
                <a:gd name="connsiteX166" fmla="*/ 334735 w 543035"/>
                <a:gd name="connsiteY166" fmla="*/ 277170 h 560843"/>
                <a:gd name="connsiteX167" fmla="*/ 348439 w 543035"/>
                <a:gd name="connsiteY167" fmla="*/ 256614 h 560843"/>
                <a:gd name="connsiteX168" fmla="*/ 364883 w 543035"/>
                <a:gd name="connsiteY168" fmla="*/ 234688 h 560843"/>
                <a:gd name="connsiteX169" fmla="*/ 388180 w 543035"/>
                <a:gd name="connsiteY169" fmla="*/ 208650 h 560843"/>
                <a:gd name="connsiteX170" fmla="*/ 390921 w 543035"/>
                <a:gd name="connsiteY170" fmla="*/ 205910 h 560843"/>
                <a:gd name="connsiteX171" fmla="*/ 389551 w 543035"/>
                <a:gd name="connsiteY171" fmla="*/ 201798 h 560843"/>
                <a:gd name="connsiteX172" fmla="*/ 389551 w 543035"/>
                <a:gd name="connsiteY172" fmla="*/ 200428 h 560843"/>
                <a:gd name="connsiteX173" fmla="*/ 392291 w 543035"/>
                <a:gd name="connsiteY173" fmla="*/ 201798 h 560843"/>
                <a:gd name="connsiteX174" fmla="*/ 390921 w 543035"/>
                <a:gd name="connsiteY174" fmla="*/ 208650 h 560843"/>
                <a:gd name="connsiteX175" fmla="*/ 384069 w 543035"/>
                <a:gd name="connsiteY175" fmla="*/ 220984 h 560843"/>
                <a:gd name="connsiteX176" fmla="*/ 378587 w 543035"/>
                <a:gd name="connsiteY176" fmla="*/ 227836 h 560843"/>
                <a:gd name="connsiteX177" fmla="*/ 377217 w 543035"/>
                <a:gd name="connsiteY177" fmla="*/ 230577 h 560843"/>
                <a:gd name="connsiteX178" fmla="*/ 377217 w 543035"/>
                <a:gd name="connsiteY178" fmla="*/ 233318 h 560843"/>
                <a:gd name="connsiteX179" fmla="*/ 374476 w 543035"/>
                <a:gd name="connsiteY179" fmla="*/ 238799 h 560843"/>
                <a:gd name="connsiteX180" fmla="*/ 371735 w 543035"/>
                <a:gd name="connsiteY180" fmla="*/ 244281 h 560843"/>
                <a:gd name="connsiteX181" fmla="*/ 371735 w 543035"/>
                <a:gd name="connsiteY181" fmla="*/ 241540 h 560843"/>
                <a:gd name="connsiteX182" fmla="*/ 371735 w 543035"/>
                <a:gd name="connsiteY182" fmla="*/ 240170 h 560843"/>
                <a:gd name="connsiteX183" fmla="*/ 371735 w 543035"/>
                <a:gd name="connsiteY183" fmla="*/ 244281 h 560843"/>
                <a:gd name="connsiteX184" fmla="*/ 364883 w 543035"/>
                <a:gd name="connsiteY184" fmla="*/ 253874 h 560843"/>
                <a:gd name="connsiteX185" fmla="*/ 364883 w 543035"/>
                <a:gd name="connsiteY185" fmla="*/ 253874 h 560843"/>
                <a:gd name="connsiteX186" fmla="*/ 366254 w 543035"/>
                <a:gd name="connsiteY186" fmla="*/ 259355 h 560843"/>
                <a:gd name="connsiteX187" fmla="*/ 358031 w 543035"/>
                <a:gd name="connsiteY187" fmla="*/ 270318 h 560843"/>
                <a:gd name="connsiteX188" fmla="*/ 356661 w 543035"/>
                <a:gd name="connsiteY188" fmla="*/ 274430 h 560843"/>
                <a:gd name="connsiteX189" fmla="*/ 342957 w 543035"/>
                <a:gd name="connsiteY189" fmla="*/ 297726 h 560843"/>
                <a:gd name="connsiteX190" fmla="*/ 336105 w 543035"/>
                <a:gd name="connsiteY190" fmla="*/ 305949 h 560843"/>
                <a:gd name="connsiteX191" fmla="*/ 337475 w 543035"/>
                <a:gd name="connsiteY191" fmla="*/ 307319 h 560843"/>
                <a:gd name="connsiteX192" fmla="*/ 337475 w 543035"/>
                <a:gd name="connsiteY192" fmla="*/ 304578 h 560843"/>
                <a:gd name="connsiteX193" fmla="*/ 337475 w 543035"/>
                <a:gd name="connsiteY193" fmla="*/ 303208 h 560843"/>
                <a:gd name="connsiteX194" fmla="*/ 340216 w 543035"/>
                <a:gd name="connsiteY194" fmla="*/ 301838 h 560843"/>
                <a:gd name="connsiteX195" fmla="*/ 337475 w 543035"/>
                <a:gd name="connsiteY195" fmla="*/ 311430 h 560843"/>
                <a:gd name="connsiteX196" fmla="*/ 327883 w 543035"/>
                <a:gd name="connsiteY196" fmla="*/ 325134 h 560843"/>
                <a:gd name="connsiteX197" fmla="*/ 323771 w 543035"/>
                <a:gd name="connsiteY197" fmla="*/ 327875 h 560843"/>
                <a:gd name="connsiteX198" fmla="*/ 322401 w 543035"/>
                <a:gd name="connsiteY198" fmla="*/ 333357 h 560843"/>
                <a:gd name="connsiteX199" fmla="*/ 319660 w 543035"/>
                <a:gd name="connsiteY199" fmla="*/ 338838 h 560843"/>
                <a:gd name="connsiteX200" fmla="*/ 315549 w 543035"/>
                <a:gd name="connsiteY200" fmla="*/ 348431 h 560843"/>
                <a:gd name="connsiteX201" fmla="*/ 315549 w 543035"/>
                <a:gd name="connsiteY201" fmla="*/ 349802 h 560843"/>
                <a:gd name="connsiteX202" fmla="*/ 312808 w 543035"/>
                <a:gd name="connsiteY202" fmla="*/ 351172 h 560843"/>
                <a:gd name="connsiteX203" fmla="*/ 310067 w 543035"/>
                <a:gd name="connsiteY203" fmla="*/ 352542 h 560843"/>
                <a:gd name="connsiteX204" fmla="*/ 303215 w 543035"/>
                <a:gd name="connsiteY204" fmla="*/ 368987 h 560843"/>
                <a:gd name="connsiteX205" fmla="*/ 299104 w 543035"/>
                <a:gd name="connsiteY205" fmla="*/ 377210 h 560843"/>
                <a:gd name="connsiteX206" fmla="*/ 289511 w 543035"/>
                <a:gd name="connsiteY206" fmla="*/ 404618 h 560843"/>
                <a:gd name="connsiteX207" fmla="*/ 289511 w 543035"/>
                <a:gd name="connsiteY207" fmla="*/ 405988 h 560843"/>
                <a:gd name="connsiteX208" fmla="*/ 286771 w 543035"/>
                <a:gd name="connsiteY208" fmla="*/ 410099 h 560843"/>
                <a:gd name="connsiteX209" fmla="*/ 286771 w 543035"/>
                <a:gd name="connsiteY209" fmla="*/ 416951 h 560843"/>
                <a:gd name="connsiteX210" fmla="*/ 285400 w 543035"/>
                <a:gd name="connsiteY210" fmla="*/ 418322 h 560843"/>
                <a:gd name="connsiteX211" fmla="*/ 281289 w 543035"/>
                <a:gd name="connsiteY211" fmla="*/ 427915 h 560843"/>
                <a:gd name="connsiteX212" fmla="*/ 275807 w 543035"/>
                <a:gd name="connsiteY212" fmla="*/ 442989 h 560843"/>
                <a:gd name="connsiteX213" fmla="*/ 270326 w 543035"/>
                <a:gd name="connsiteY213" fmla="*/ 463545 h 560843"/>
                <a:gd name="connsiteX214" fmla="*/ 267585 w 543035"/>
                <a:gd name="connsiteY214" fmla="*/ 471767 h 560843"/>
                <a:gd name="connsiteX215" fmla="*/ 267585 w 543035"/>
                <a:gd name="connsiteY215" fmla="*/ 523843 h 560843"/>
                <a:gd name="connsiteX216" fmla="*/ 290882 w 543035"/>
                <a:gd name="connsiteY216" fmla="*/ 555362 h 560843"/>
                <a:gd name="connsiteX217" fmla="*/ 299104 w 543035"/>
                <a:gd name="connsiteY217" fmla="*/ 560844 h 560843"/>
                <a:gd name="connsiteX218" fmla="*/ 303215 w 543035"/>
                <a:gd name="connsiteY218" fmla="*/ 558103 h 560843"/>
                <a:gd name="connsiteX219" fmla="*/ 303215 w 543035"/>
                <a:gd name="connsiteY219" fmla="*/ 549880 h 560843"/>
                <a:gd name="connsiteX220" fmla="*/ 299104 w 543035"/>
                <a:gd name="connsiteY220" fmla="*/ 543028 h 560843"/>
                <a:gd name="connsiteX221" fmla="*/ 299104 w 543035"/>
                <a:gd name="connsiteY221" fmla="*/ 506028 h 560843"/>
                <a:gd name="connsiteX222" fmla="*/ 301845 w 543035"/>
                <a:gd name="connsiteY222" fmla="*/ 496435 h 560843"/>
                <a:gd name="connsiteX223" fmla="*/ 314179 w 543035"/>
                <a:gd name="connsiteY223" fmla="*/ 453952 h 560843"/>
                <a:gd name="connsiteX224" fmla="*/ 315549 w 543035"/>
                <a:gd name="connsiteY224" fmla="*/ 441619 h 560843"/>
                <a:gd name="connsiteX225" fmla="*/ 315549 w 543035"/>
                <a:gd name="connsiteY225" fmla="*/ 441619 h 560843"/>
                <a:gd name="connsiteX226" fmla="*/ 319660 w 543035"/>
                <a:gd name="connsiteY226" fmla="*/ 441619 h 560843"/>
                <a:gd name="connsiteX227" fmla="*/ 316919 w 543035"/>
                <a:gd name="connsiteY227" fmla="*/ 434767 h 560843"/>
                <a:gd name="connsiteX228" fmla="*/ 312808 w 543035"/>
                <a:gd name="connsiteY228" fmla="*/ 444359 h 560843"/>
                <a:gd name="connsiteX229" fmla="*/ 314179 w 543035"/>
                <a:gd name="connsiteY229" fmla="*/ 447100 h 560843"/>
                <a:gd name="connsiteX230" fmla="*/ 312808 w 543035"/>
                <a:gd name="connsiteY230" fmla="*/ 447100 h 560843"/>
                <a:gd name="connsiteX231" fmla="*/ 310067 w 543035"/>
                <a:gd name="connsiteY231" fmla="*/ 448471 h 560843"/>
                <a:gd name="connsiteX232" fmla="*/ 308697 w 543035"/>
                <a:gd name="connsiteY232" fmla="*/ 448471 h 560843"/>
                <a:gd name="connsiteX233" fmla="*/ 310067 w 543035"/>
                <a:gd name="connsiteY233" fmla="*/ 444359 h 560843"/>
                <a:gd name="connsiteX234" fmla="*/ 315549 w 543035"/>
                <a:gd name="connsiteY234" fmla="*/ 425174 h 560843"/>
                <a:gd name="connsiteX235" fmla="*/ 318290 w 543035"/>
                <a:gd name="connsiteY235" fmla="*/ 418322 h 560843"/>
                <a:gd name="connsiteX236" fmla="*/ 319660 w 543035"/>
                <a:gd name="connsiteY236" fmla="*/ 414211 h 560843"/>
                <a:gd name="connsiteX237" fmla="*/ 319660 w 543035"/>
                <a:gd name="connsiteY237" fmla="*/ 407359 h 560843"/>
                <a:gd name="connsiteX238" fmla="*/ 318290 w 543035"/>
                <a:gd name="connsiteY238" fmla="*/ 405988 h 560843"/>
                <a:gd name="connsiteX239" fmla="*/ 316919 w 543035"/>
                <a:gd name="connsiteY239" fmla="*/ 404618 h 560843"/>
                <a:gd name="connsiteX240" fmla="*/ 314179 w 543035"/>
                <a:gd name="connsiteY240" fmla="*/ 404618 h 560843"/>
                <a:gd name="connsiteX241" fmla="*/ 321031 w 543035"/>
                <a:gd name="connsiteY241" fmla="*/ 397766 h 560843"/>
                <a:gd name="connsiteX242" fmla="*/ 323771 w 543035"/>
                <a:gd name="connsiteY242" fmla="*/ 395025 h 560843"/>
                <a:gd name="connsiteX243" fmla="*/ 326512 w 543035"/>
                <a:gd name="connsiteY243" fmla="*/ 393655 h 560843"/>
                <a:gd name="connsiteX244" fmla="*/ 329253 w 543035"/>
                <a:gd name="connsiteY244" fmla="*/ 390914 h 560843"/>
                <a:gd name="connsiteX245" fmla="*/ 330623 w 543035"/>
                <a:gd name="connsiteY245" fmla="*/ 388173 h 560843"/>
                <a:gd name="connsiteX246" fmla="*/ 330623 w 543035"/>
                <a:gd name="connsiteY246" fmla="*/ 386803 h 560843"/>
                <a:gd name="connsiteX247" fmla="*/ 330623 w 543035"/>
                <a:gd name="connsiteY247" fmla="*/ 379951 h 560843"/>
                <a:gd name="connsiteX248" fmla="*/ 331994 w 543035"/>
                <a:gd name="connsiteY248" fmla="*/ 378580 h 560843"/>
                <a:gd name="connsiteX249" fmla="*/ 333364 w 543035"/>
                <a:gd name="connsiteY249" fmla="*/ 381321 h 560843"/>
                <a:gd name="connsiteX250" fmla="*/ 336105 w 543035"/>
                <a:gd name="connsiteY250" fmla="*/ 382691 h 560843"/>
                <a:gd name="connsiteX251" fmla="*/ 338846 w 543035"/>
                <a:gd name="connsiteY251" fmla="*/ 382691 h 560843"/>
                <a:gd name="connsiteX252" fmla="*/ 341587 w 543035"/>
                <a:gd name="connsiteY252" fmla="*/ 382691 h 560843"/>
                <a:gd name="connsiteX253" fmla="*/ 337475 w 543035"/>
                <a:gd name="connsiteY253" fmla="*/ 385432 h 560843"/>
                <a:gd name="connsiteX254" fmla="*/ 334735 w 543035"/>
                <a:gd name="connsiteY254" fmla="*/ 388173 h 560843"/>
                <a:gd name="connsiteX255" fmla="*/ 331994 w 543035"/>
                <a:gd name="connsiteY255" fmla="*/ 392284 h 560843"/>
                <a:gd name="connsiteX256" fmla="*/ 330623 w 543035"/>
                <a:gd name="connsiteY256" fmla="*/ 397766 h 560843"/>
                <a:gd name="connsiteX257" fmla="*/ 329253 w 543035"/>
                <a:gd name="connsiteY257" fmla="*/ 401877 h 560843"/>
                <a:gd name="connsiteX258" fmla="*/ 326512 w 543035"/>
                <a:gd name="connsiteY258" fmla="*/ 403247 h 560843"/>
                <a:gd name="connsiteX259" fmla="*/ 322401 w 543035"/>
                <a:gd name="connsiteY259" fmla="*/ 411470 h 560843"/>
                <a:gd name="connsiteX260" fmla="*/ 319660 w 543035"/>
                <a:gd name="connsiteY260" fmla="*/ 419692 h 560843"/>
                <a:gd name="connsiteX261" fmla="*/ 318290 w 543035"/>
                <a:gd name="connsiteY261" fmla="*/ 422433 h 560843"/>
                <a:gd name="connsiteX262" fmla="*/ 316919 w 543035"/>
                <a:gd name="connsiteY262" fmla="*/ 433396 h 560843"/>
                <a:gd name="connsiteX263" fmla="*/ 319660 w 543035"/>
                <a:gd name="connsiteY263" fmla="*/ 429285 h 560843"/>
                <a:gd name="connsiteX264" fmla="*/ 321031 w 543035"/>
                <a:gd name="connsiteY264" fmla="*/ 426544 h 560843"/>
                <a:gd name="connsiteX265" fmla="*/ 325142 w 543035"/>
                <a:gd name="connsiteY265" fmla="*/ 422433 h 560843"/>
                <a:gd name="connsiteX266" fmla="*/ 327883 w 543035"/>
                <a:gd name="connsiteY266" fmla="*/ 418322 h 560843"/>
                <a:gd name="connsiteX267" fmla="*/ 327883 w 543035"/>
                <a:gd name="connsiteY267" fmla="*/ 416951 h 560843"/>
                <a:gd name="connsiteX268" fmla="*/ 330623 w 543035"/>
                <a:gd name="connsiteY268" fmla="*/ 411470 h 560843"/>
                <a:gd name="connsiteX269" fmla="*/ 336105 w 543035"/>
                <a:gd name="connsiteY269" fmla="*/ 399136 h 560843"/>
                <a:gd name="connsiteX270" fmla="*/ 337475 w 543035"/>
                <a:gd name="connsiteY270" fmla="*/ 392284 h 560843"/>
                <a:gd name="connsiteX271" fmla="*/ 338846 w 543035"/>
                <a:gd name="connsiteY271" fmla="*/ 388173 h 560843"/>
                <a:gd name="connsiteX272" fmla="*/ 345698 w 543035"/>
                <a:gd name="connsiteY272" fmla="*/ 377210 h 560843"/>
                <a:gd name="connsiteX273" fmla="*/ 355291 w 543035"/>
                <a:gd name="connsiteY273" fmla="*/ 355283 h 560843"/>
                <a:gd name="connsiteX274" fmla="*/ 355291 w 543035"/>
                <a:gd name="connsiteY274" fmla="*/ 349802 h 560843"/>
                <a:gd name="connsiteX275" fmla="*/ 368995 w 543035"/>
                <a:gd name="connsiteY275" fmla="*/ 336098 h 560843"/>
                <a:gd name="connsiteX276" fmla="*/ 379958 w 543035"/>
                <a:gd name="connsiteY276" fmla="*/ 318282 h 560843"/>
                <a:gd name="connsiteX277" fmla="*/ 385439 w 543035"/>
                <a:gd name="connsiteY277" fmla="*/ 307319 h 560843"/>
                <a:gd name="connsiteX278" fmla="*/ 390921 w 543035"/>
                <a:gd name="connsiteY278" fmla="*/ 296356 h 560843"/>
                <a:gd name="connsiteX279" fmla="*/ 399143 w 543035"/>
                <a:gd name="connsiteY279" fmla="*/ 275800 h 560843"/>
                <a:gd name="connsiteX280" fmla="*/ 401884 w 543035"/>
                <a:gd name="connsiteY280" fmla="*/ 278541 h 560843"/>
                <a:gd name="connsiteX281" fmla="*/ 434774 w 543035"/>
                <a:gd name="connsiteY281" fmla="*/ 140130 h 560843"/>
                <a:gd name="connsiteX282" fmla="*/ 436144 w 543035"/>
                <a:gd name="connsiteY282" fmla="*/ 138760 h 560843"/>
                <a:gd name="connsiteX283" fmla="*/ 434774 w 543035"/>
                <a:gd name="connsiteY283" fmla="*/ 140130 h 560843"/>
                <a:gd name="connsiteX284" fmla="*/ 434774 w 543035"/>
                <a:gd name="connsiteY284" fmla="*/ 140130 h 560843"/>
                <a:gd name="connsiteX285" fmla="*/ 19542 w 543035"/>
                <a:gd name="connsiteY285" fmla="*/ 452582 h 560843"/>
                <a:gd name="connsiteX286" fmla="*/ 16801 w 543035"/>
                <a:gd name="connsiteY286" fmla="*/ 455323 h 560843"/>
                <a:gd name="connsiteX287" fmla="*/ 19542 w 543035"/>
                <a:gd name="connsiteY287" fmla="*/ 452582 h 560843"/>
                <a:gd name="connsiteX288" fmla="*/ 19542 w 543035"/>
                <a:gd name="connsiteY288" fmla="*/ 452582 h 560843"/>
                <a:gd name="connsiteX289" fmla="*/ 23653 w 543035"/>
                <a:gd name="connsiteY289" fmla="*/ 442989 h 560843"/>
                <a:gd name="connsiteX290" fmla="*/ 20912 w 543035"/>
                <a:gd name="connsiteY290" fmla="*/ 445730 h 560843"/>
                <a:gd name="connsiteX291" fmla="*/ 20912 w 543035"/>
                <a:gd name="connsiteY291" fmla="*/ 441619 h 560843"/>
                <a:gd name="connsiteX292" fmla="*/ 23653 w 543035"/>
                <a:gd name="connsiteY292" fmla="*/ 442989 h 560843"/>
                <a:gd name="connsiteX293" fmla="*/ 31876 w 543035"/>
                <a:gd name="connsiteY293" fmla="*/ 426544 h 560843"/>
                <a:gd name="connsiteX294" fmla="*/ 29135 w 543035"/>
                <a:gd name="connsiteY294" fmla="*/ 432026 h 560843"/>
                <a:gd name="connsiteX295" fmla="*/ 26394 w 543035"/>
                <a:gd name="connsiteY295" fmla="*/ 436137 h 560843"/>
                <a:gd name="connsiteX296" fmla="*/ 25024 w 543035"/>
                <a:gd name="connsiteY296" fmla="*/ 434767 h 560843"/>
                <a:gd name="connsiteX297" fmla="*/ 31876 w 543035"/>
                <a:gd name="connsiteY297" fmla="*/ 423803 h 560843"/>
                <a:gd name="connsiteX298" fmla="*/ 31876 w 543035"/>
                <a:gd name="connsiteY298" fmla="*/ 426544 h 560843"/>
                <a:gd name="connsiteX299" fmla="*/ 34616 w 543035"/>
                <a:gd name="connsiteY299" fmla="*/ 418322 h 560843"/>
                <a:gd name="connsiteX300" fmla="*/ 34616 w 543035"/>
                <a:gd name="connsiteY300" fmla="*/ 418322 h 560843"/>
                <a:gd name="connsiteX301" fmla="*/ 37357 w 543035"/>
                <a:gd name="connsiteY301" fmla="*/ 412840 h 560843"/>
                <a:gd name="connsiteX302" fmla="*/ 34616 w 543035"/>
                <a:gd name="connsiteY302" fmla="*/ 418322 h 560843"/>
                <a:gd name="connsiteX303" fmla="*/ 60654 w 543035"/>
                <a:gd name="connsiteY303" fmla="*/ 374469 h 560843"/>
                <a:gd name="connsiteX304" fmla="*/ 60654 w 543035"/>
                <a:gd name="connsiteY304" fmla="*/ 378580 h 560843"/>
                <a:gd name="connsiteX305" fmla="*/ 59284 w 543035"/>
                <a:gd name="connsiteY305" fmla="*/ 379951 h 560843"/>
                <a:gd name="connsiteX306" fmla="*/ 57913 w 543035"/>
                <a:gd name="connsiteY306" fmla="*/ 384062 h 560843"/>
                <a:gd name="connsiteX307" fmla="*/ 56543 w 543035"/>
                <a:gd name="connsiteY307" fmla="*/ 386803 h 560843"/>
                <a:gd name="connsiteX308" fmla="*/ 49691 w 543035"/>
                <a:gd name="connsiteY308" fmla="*/ 395025 h 560843"/>
                <a:gd name="connsiteX309" fmla="*/ 40098 w 543035"/>
                <a:gd name="connsiteY309" fmla="*/ 408729 h 560843"/>
                <a:gd name="connsiteX310" fmla="*/ 44209 w 543035"/>
                <a:gd name="connsiteY310" fmla="*/ 401877 h 560843"/>
                <a:gd name="connsiteX311" fmla="*/ 48320 w 543035"/>
                <a:gd name="connsiteY311" fmla="*/ 393655 h 560843"/>
                <a:gd name="connsiteX312" fmla="*/ 51061 w 543035"/>
                <a:gd name="connsiteY312" fmla="*/ 390914 h 560843"/>
                <a:gd name="connsiteX313" fmla="*/ 52432 w 543035"/>
                <a:gd name="connsiteY313" fmla="*/ 389543 h 560843"/>
                <a:gd name="connsiteX314" fmla="*/ 56543 w 543035"/>
                <a:gd name="connsiteY314" fmla="*/ 382691 h 560843"/>
                <a:gd name="connsiteX315" fmla="*/ 60654 w 543035"/>
                <a:gd name="connsiteY315" fmla="*/ 377210 h 560843"/>
                <a:gd name="connsiteX316" fmla="*/ 63395 w 543035"/>
                <a:gd name="connsiteY316" fmla="*/ 374469 h 560843"/>
                <a:gd name="connsiteX317" fmla="*/ 60654 w 543035"/>
                <a:gd name="connsiteY317" fmla="*/ 374469 h 560843"/>
                <a:gd name="connsiteX318" fmla="*/ 68877 w 543035"/>
                <a:gd name="connsiteY318" fmla="*/ 364876 h 560843"/>
                <a:gd name="connsiteX319" fmla="*/ 67506 w 543035"/>
                <a:gd name="connsiteY319" fmla="*/ 364876 h 560843"/>
                <a:gd name="connsiteX320" fmla="*/ 64765 w 543035"/>
                <a:gd name="connsiteY320" fmla="*/ 368987 h 560843"/>
                <a:gd name="connsiteX321" fmla="*/ 63395 w 543035"/>
                <a:gd name="connsiteY321" fmla="*/ 367617 h 560843"/>
                <a:gd name="connsiteX322" fmla="*/ 70247 w 543035"/>
                <a:gd name="connsiteY322" fmla="*/ 358024 h 560843"/>
                <a:gd name="connsiteX323" fmla="*/ 71617 w 543035"/>
                <a:gd name="connsiteY323" fmla="*/ 362135 h 560843"/>
                <a:gd name="connsiteX324" fmla="*/ 68877 w 543035"/>
                <a:gd name="connsiteY324" fmla="*/ 364876 h 560843"/>
                <a:gd name="connsiteX325" fmla="*/ 89433 w 543035"/>
                <a:gd name="connsiteY325" fmla="*/ 327875 h 560843"/>
                <a:gd name="connsiteX326" fmla="*/ 86692 w 543035"/>
                <a:gd name="connsiteY326" fmla="*/ 336098 h 560843"/>
                <a:gd name="connsiteX327" fmla="*/ 83951 w 543035"/>
                <a:gd name="connsiteY327" fmla="*/ 340209 h 560843"/>
                <a:gd name="connsiteX328" fmla="*/ 78469 w 543035"/>
                <a:gd name="connsiteY328" fmla="*/ 351172 h 560843"/>
                <a:gd name="connsiteX329" fmla="*/ 77099 w 543035"/>
                <a:gd name="connsiteY329" fmla="*/ 351172 h 560843"/>
                <a:gd name="connsiteX330" fmla="*/ 74358 w 543035"/>
                <a:gd name="connsiteY330" fmla="*/ 351172 h 560843"/>
                <a:gd name="connsiteX331" fmla="*/ 70247 w 543035"/>
                <a:gd name="connsiteY331" fmla="*/ 351172 h 560843"/>
                <a:gd name="connsiteX332" fmla="*/ 71617 w 543035"/>
                <a:gd name="connsiteY332" fmla="*/ 349802 h 560843"/>
                <a:gd name="connsiteX333" fmla="*/ 75729 w 543035"/>
                <a:gd name="connsiteY333" fmla="*/ 344320 h 560843"/>
                <a:gd name="connsiteX334" fmla="*/ 79840 w 543035"/>
                <a:gd name="connsiteY334" fmla="*/ 338838 h 560843"/>
                <a:gd name="connsiteX335" fmla="*/ 83951 w 543035"/>
                <a:gd name="connsiteY335" fmla="*/ 331986 h 560843"/>
                <a:gd name="connsiteX336" fmla="*/ 89433 w 543035"/>
                <a:gd name="connsiteY336" fmla="*/ 325134 h 560843"/>
                <a:gd name="connsiteX337" fmla="*/ 90803 w 543035"/>
                <a:gd name="connsiteY337" fmla="*/ 326505 h 560843"/>
                <a:gd name="connsiteX338" fmla="*/ 89433 w 543035"/>
                <a:gd name="connsiteY338" fmla="*/ 327875 h 560843"/>
                <a:gd name="connsiteX339" fmla="*/ 105877 w 543035"/>
                <a:gd name="connsiteY339" fmla="*/ 299097 h 560843"/>
                <a:gd name="connsiteX340" fmla="*/ 101766 w 543035"/>
                <a:gd name="connsiteY340" fmla="*/ 307319 h 560843"/>
                <a:gd name="connsiteX341" fmla="*/ 100396 w 543035"/>
                <a:gd name="connsiteY341" fmla="*/ 308690 h 560843"/>
                <a:gd name="connsiteX342" fmla="*/ 100396 w 543035"/>
                <a:gd name="connsiteY342" fmla="*/ 311430 h 560843"/>
                <a:gd name="connsiteX343" fmla="*/ 100396 w 543035"/>
                <a:gd name="connsiteY343" fmla="*/ 312801 h 560843"/>
                <a:gd name="connsiteX344" fmla="*/ 96285 w 543035"/>
                <a:gd name="connsiteY344" fmla="*/ 316912 h 560843"/>
                <a:gd name="connsiteX345" fmla="*/ 92173 w 543035"/>
                <a:gd name="connsiteY345" fmla="*/ 322394 h 560843"/>
                <a:gd name="connsiteX346" fmla="*/ 96285 w 543035"/>
                <a:gd name="connsiteY346" fmla="*/ 311430 h 560843"/>
                <a:gd name="connsiteX347" fmla="*/ 103137 w 543035"/>
                <a:gd name="connsiteY347" fmla="*/ 300467 h 560843"/>
                <a:gd name="connsiteX348" fmla="*/ 112729 w 543035"/>
                <a:gd name="connsiteY348" fmla="*/ 288134 h 560843"/>
                <a:gd name="connsiteX349" fmla="*/ 105877 w 543035"/>
                <a:gd name="connsiteY349" fmla="*/ 299097 h 560843"/>
                <a:gd name="connsiteX350" fmla="*/ 126433 w 543035"/>
                <a:gd name="connsiteY350" fmla="*/ 267578 h 560843"/>
                <a:gd name="connsiteX351" fmla="*/ 125063 w 543035"/>
                <a:gd name="connsiteY351" fmla="*/ 270318 h 560843"/>
                <a:gd name="connsiteX352" fmla="*/ 122322 w 543035"/>
                <a:gd name="connsiteY352" fmla="*/ 274430 h 560843"/>
                <a:gd name="connsiteX353" fmla="*/ 116841 w 543035"/>
                <a:gd name="connsiteY353" fmla="*/ 281282 h 560843"/>
                <a:gd name="connsiteX354" fmla="*/ 114100 w 543035"/>
                <a:gd name="connsiteY354" fmla="*/ 285393 h 560843"/>
                <a:gd name="connsiteX355" fmla="*/ 115470 w 543035"/>
                <a:gd name="connsiteY355" fmla="*/ 279911 h 560843"/>
                <a:gd name="connsiteX356" fmla="*/ 120952 w 543035"/>
                <a:gd name="connsiteY356" fmla="*/ 271689 h 560843"/>
                <a:gd name="connsiteX357" fmla="*/ 127804 w 543035"/>
                <a:gd name="connsiteY357" fmla="*/ 264837 h 560843"/>
                <a:gd name="connsiteX358" fmla="*/ 126433 w 543035"/>
                <a:gd name="connsiteY358" fmla="*/ 267578 h 560843"/>
                <a:gd name="connsiteX359" fmla="*/ 133285 w 543035"/>
                <a:gd name="connsiteY359" fmla="*/ 257985 h 560843"/>
                <a:gd name="connsiteX360" fmla="*/ 129174 w 543035"/>
                <a:gd name="connsiteY360" fmla="*/ 256614 h 560843"/>
                <a:gd name="connsiteX361" fmla="*/ 133285 w 543035"/>
                <a:gd name="connsiteY361" fmla="*/ 255244 h 560843"/>
                <a:gd name="connsiteX362" fmla="*/ 134656 w 543035"/>
                <a:gd name="connsiteY362" fmla="*/ 256614 h 560843"/>
                <a:gd name="connsiteX363" fmla="*/ 133285 w 543035"/>
                <a:gd name="connsiteY363" fmla="*/ 257985 h 560843"/>
                <a:gd name="connsiteX364" fmla="*/ 151101 w 543035"/>
                <a:gd name="connsiteY364" fmla="*/ 223725 h 560843"/>
                <a:gd name="connsiteX365" fmla="*/ 145619 w 543035"/>
                <a:gd name="connsiteY365" fmla="*/ 236058 h 560843"/>
                <a:gd name="connsiteX366" fmla="*/ 142878 w 543035"/>
                <a:gd name="connsiteY366" fmla="*/ 238799 h 560843"/>
                <a:gd name="connsiteX367" fmla="*/ 138767 w 543035"/>
                <a:gd name="connsiteY367" fmla="*/ 241540 h 560843"/>
                <a:gd name="connsiteX368" fmla="*/ 136026 w 543035"/>
                <a:gd name="connsiteY368" fmla="*/ 245651 h 560843"/>
                <a:gd name="connsiteX369" fmla="*/ 133285 w 543035"/>
                <a:gd name="connsiteY369" fmla="*/ 245651 h 560843"/>
                <a:gd name="connsiteX370" fmla="*/ 134656 w 543035"/>
                <a:gd name="connsiteY370" fmla="*/ 240170 h 560843"/>
                <a:gd name="connsiteX371" fmla="*/ 137397 w 543035"/>
                <a:gd name="connsiteY371" fmla="*/ 234688 h 560843"/>
                <a:gd name="connsiteX372" fmla="*/ 138767 w 543035"/>
                <a:gd name="connsiteY372" fmla="*/ 233318 h 560843"/>
                <a:gd name="connsiteX373" fmla="*/ 142878 w 543035"/>
                <a:gd name="connsiteY373" fmla="*/ 230577 h 560843"/>
                <a:gd name="connsiteX374" fmla="*/ 145619 w 543035"/>
                <a:gd name="connsiteY374" fmla="*/ 226466 h 560843"/>
                <a:gd name="connsiteX375" fmla="*/ 145619 w 543035"/>
                <a:gd name="connsiteY375" fmla="*/ 225095 h 560843"/>
                <a:gd name="connsiteX376" fmla="*/ 146989 w 543035"/>
                <a:gd name="connsiteY376" fmla="*/ 220984 h 560843"/>
                <a:gd name="connsiteX377" fmla="*/ 149730 w 543035"/>
                <a:gd name="connsiteY377" fmla="*/ 219614 h 560843"/>
                <a:gd name="connsiteX378" fmla="*/ 151101 w 543035"/>
                <a:gd name="connsiteY378" fmla="*/ 223725 h 560843"/>
                <a:gd name="connsiteX379" fmla="*/ 157953 w 543035"/>
                <a:gd name="connsiteY379" fmla="*/ 218243 h 560843"/>
                <a:gd name="connsiteX380" fmla="*/ 153841 w 543035"/>
                <a:gd name="connsiteY380" fmla="*/ 219614 h 560843"/>
                <a:gd name="connsiteX381" fmla="*/ 152471 w 543035"/>
                <a:gd name="connsiteY381" fmla="*/ 216873 h 560843"/>
                <a:gd name="connsiteX382" fmla="*/ 156582 w 543035"/>
                <a:gd name="connsiteY382" fmla="*/ 214132 h 560843"/>
                <a:gd name="connsiteX383" fmla="*/ 156582 w 543035"/>
                <a:gd name="connsiteY383" fmla="*/ 216873 h 560843"/>
                <a:gd name="connsiteX384" fmla="*/ 157953 w 543035"/>
                <a:gd name="connsiteY384" fmla="*/ 218243 h 560843"/>
                <a:gd name="connsiteX385" fmla="*/ 160693 w 543035"/>
                <a:gd name="connsiteY385" fmla="*/ 210021 h 560843"/>
                <a:gd name="connsiteX386" fmla="*/ 160693 w 543035"/>
                <a:gd name="connsiteY386" fmla="*/ 207280 h 560843"/>
                <a:gd name="connsiteX387" fmla="*/ 160693 w 543035"/>
                <a:gd name="connsiteY387" fmla="*/ 205910 h 560843"/>
                <a:gd name="connsiteX388" fmla="*/ 160693 w 543035"/>
                <a:gd name="connsiteY388" fmla="*/ 210021 h 560843"/>
                <a:gd name="connsiteX389" fmla="*/ 168916 w 543035"/>
                <a:gd name="connsiteY389" fmla="*/ 194946 h 560843"/>
                <a:gd name="connsiteX390" fmla="*/ 163434 w 543035"/>
                <a:gd name="connsiteY390" fmla="*/ 201798 h 560843"/>
                <a:gd name="connsiteX391" fmla="*/ 163434 w 543035"/>
                <a:gd name="connsiteY391" fmla="*/ 196317 h 560843"/>
                <a:gd name="connsiteX392" fmla="*/ 168916 w 543035"/>
                <a:gd name="connsiteY392" fmla="*/ 194946 h 560843"/>
                <a:gd name="connsiteX393" fmla="*/ 174397 w 543035"/>
                <a:gd name="connsiteY393" fmla="*/ 185353 h 560843"/>
                <a:gd name="connsiteX394" fmla="*/ 173027 w 543035"/>
                <a:gd name="connsiteY394" fmla="*/ 186724 h 560843"/>
                <a:gd name="connsiteX395" fmla="*/ 174397 w 543035"/>
                <a:gd name="connsiteY395" fmla="*/ 183983 h 560843"/>
                <a:gd name="connsiteX396" fmla="*/ 174397 w 543035"/>
                <a:gd name="connsiteY396" fmla="*/ 185353 h 560843"/>
                <a:gd name="connsiteX397" fmla="*/ 181249 w 543035"/>
                <a:gd name="connsiteY397" fmla="*/ 175761 h 560843"/>
                <a:gd name="connsiteX398" fmla="*/ 177138 w 543035"/>
                <a:gd name="connsiteY398" fmla="*/ 178501 h 560843"/>
                <a:gd name="connsiteX399" fmla="*/ 175768 w 543035"/>
                <a:gd name="connsiteY399" fmla="*/ 178501 h 560843"/>
                <a:gd name="connsiteX400" fmla="*/ 182620 w 543035"/>
                <a:gd name="connsiteY400" fmla="*/ 170279 h 560843"/>
                <a:gd name="connsiteX401" fmla="*/ 183990 w 543035"/>
                <a:gd name="connsiteY401" fmla="*/ 173020 h 560843"/>
                <a:gd name="connsiteX402" fmla="*/ 181249 w 543035"/>
                <a:gd name="connsiteY402" fmla="*/ 175761 h 560843"/>
                <a:gd name="connsiteX403" fmla="*/ 193583 w 543035"/>
                <a:gd name="connsiteY403" fmla="*/ 155205 h 560843"/>
                <a:gd name="connsiteX404" fmla="*/ 188101 w 543035"/>
                <a:gd name="connsiteY404" fmla="*/ 163427 h 560843"/>
                <a:gd name="connsiteX405" fmla="*/ 183990 w 543035"/>
                <a:gd name="connsiteY405" fmla="*/ 167538 h 560843"/>
                <a:gd name="connsiteX406" fmla="*/ 183990 w 543035"/>
                <a:gd name="connsiteY406" fmla="*/ 166168 h 560843"/>
                <a:gd name="connsiteX407" fmla="*/ 190842 w 543035"/>
                <a:gd name="connsiteY407" fmla="*/ 156575 h 560843"/>
                <a:gd name="connsiteX408" fmla="*/ 197694 w 543035"/>
                <a:gd name="connsiteY408" fmla="*/ 148353 h 560843"/>
                <a:gd name="connsiteX409" fmla="*/ 193583 w 543035"/>
                <a:gd name="connsiteY409" fmla="*/ 155205 h 560843"/>
                <a:gd name="connsiteX410" fmla="*/ 203176 w 543035"/>
                <a:gd name="connsiteY410" fmla="*/ 141501 h 560843"/>
                <a:gd name="connsiteX411" fmla="*/ 200435 w 543035"/>
                <a:gd name="connsiteY411" fmla="*/ 144241 h 560843"/>
                <a:gd name="connsiteX412" fmla="*/ 203176 w 543035"/>
                <a:gd name="connsiteY412" fmla="*/ 141501 h 560843"/>
                <a:gd name="connsiteX413" fmla="*/ 203176 w 543035"/>
                <a:gd name="connsiteY413" fmla="*/ 141501 h 560843"/>
                <a:gd name="connsiteX414" fmla="*/ 368995 w 543035"/>
                <a:gd name="connsiteY414" fmla="*/ 223725 h 560843"/>
                <a:gd name="connsiteX415" fmla="*/ 366254 w 543035"/>
                <a:gd name="connsiteY415" fmla="*/ 227836 h 560843"/>
                <a:gd name="connsiteX416" fmla="*/ 366254 w 543035"/>
                <a:gd name="connsiteY416" fmla="*/ 226466 h 560843"/>
                <a:gd name="connsiteX417" fmla="*/ 368995 w 543035"/>
                <a:gd name="connsiteY417" fmla="*/ 223725 h 560843"/>
                <a:gd name="connsiteX418" fmla="*/ 368995 w 543035"/>
                <a:gd name="connsiteY418" fmla="*/ 223725 h 560843"/>
                <a:gd name="connsiteX419" fmla="*/ 374476 w 543035"/>
                <a:gd name="connsiteY419" fmla="*/ 216873 h 560843"/>
                <a:gd name="connsiteX420" fmla="*/ 374476 w 543035"/>
                <a:gd name="connsiteY420" fmla="*/ 216873 h 560843"/>
                <a:gd name="connsiteX421" fmla="*/ 375847 w 543035"/>
                <a:gd name="connsiteY421" fmla="*/ 214132 h 560843"/>
                <a:gd name="connsiteX422" fmla="*/ 374476 w 543035"/>
                <a:gd name="connsiteY422" fmla="*/ 216873 h 560843"/>
                <a:gd name="connsiteX423" fmla="*/ 277178 w 543035"/>
                <a:gd name="connsiteY423" fmla="*/ 504657 h 560843"/>
                <a:gd name="connsiteX424" fmla="*/ 275807 w 543035"/>
                <a:gd name="connsiteY424" fmla="*/ 504657 h 560843"/>
                <a:gd name="connsiteX425" fmla="*/ 277178 w 543035"/>
                <a:gd name="connsiteY425" fmla="*/ 500546 h 560843"/>
                <a:gd name="connsiteX426" fmla="*/ 278548 w 543035"/>
                <a:gd name="connsiteY426" fmla="*/ 500546 h 560843"/>
                <a:gd name="connsiteX427" fmla="*/ 277178 w 543035"/>
                <a:gd name="connsiteY427" fmla="*/ 504657 h 560843"/>
                <a:gd name="connsiteX428" fmla="*/ 281289 w 543035"/>
                <a:gd name="connsiteY428" fmla="*/ 489583 h 560843"/>
                <a:gd name="connsiteX429" fmla="*/ 281289 w 543035"/>
                <a:gd name="connsiteY429" fmla="*/ 489583 h 560843"/>
                <a:gd name="connsiteX430" fmla="*/ 282659 w 543035"/>
                <a:gd name="connsiteY430" fmla="*/ 486842 h 560843"/>
                <a:gd name="connsiteX431" fmla="*/ 281289 w 543035"/>
                <a:gd name="connsiteY431" fmla="*/ 489583 h 560843"/>
                <a:gd name="connsiteX432" fmla="*/ 300475 w 543035"/>
                <a:gd name="connsiteY432" fmla="*/ 374469 h 560843"/>
                <a:gd name="connsiteX433" fmla="*/ 303215 w 543035"/>
                <a:gd name="connsiteY433" fmla="*/ 373098 h 560843"/>
                <a:gd name="connsiteX434" fmla="*/ 303215 w 543035"/>
                <a:gd name="connsiteY434" fmla="*/ 375839 h 560843"/>
                <a:gd name="connsiteX435" fmla="*/ 300475 w 543035"/>
                <a:gd name="connsiteY435" fmla="*/ 374469 h 560843"/>
                <a:gd name="connsiteX436" fmla="*/ 299104 w 543035"/>
                <a:gd name="connsiteY436" fmla="*/ 427915 h 560843"/>
                <a:gd name="connsiteX437" fmla="*/ 299104 w 543035"/>
                <a:gd name="connsiteY437" fmla="*/ 429285 h 560843"/>
                <a:gd name="connsiteX438" fmla="*/ 297734 w 543035"/>
                <a:gd name="connsiteY438" fmla="*/ 430655 h 560843"/>
                <a:gd name="connsiteX439" fmla="*/ 297734 w 543035"/>
                <a:gd name="connsiteY439" fmla="*/ 429285 h 560843"/>
                <a:gd name="connsiteX440" fmla="*/ 299104 w 543035"/>
                <a:gd name="connsiteY440" fmla="*/ 427915 h 560843"/>
                <a:gd name="connsiteX441" fmla="*/ 290882 w 543035"/>
                <a:gd name="connsiteY441" fmla="*/ 445730 h 560843"/>
                <a:gd name="connsiteX442" fmla="*/ 292252 w 543035"/>
                <a:gd name="connsiteY442" fmla="*/ 448471 h 560843"/>
                <a:gd name="connsiteX443" fmla="*/ 289511 w 543035"/>
                <a:gd name="connsiteY443" fmla="*/ 448471 h 560843"/>
                <a:gd name="connsiteX444" fmla="*/ 290882 w 543035"/>
                <a:gd name="connsiteY444" fmla="*/ 445730 h 560843"/>
                <a:gd name="connsiteX445" fmla="*/ 285400 w 543035"/>
                <a:gd name="connsiteY445" fmla="*/ 470397 h 560843"/>
                <a:gd name="connsiteX446" fmla="*/ 284030 w 543035"/>
                <a:gd name="connsiteY446" fmla="*/ 470397 h 560843"/>
                <a:gd name="connsiteX447" fmla="*/ 285400 w 543035"/>
                <a:gd name="connsiteY447" fmla="*/ 469027 h 560843"/>
                <a:gd name="connsiteX448" fmla="*/ 288141 w 543035"/>
                <a:gd name="connsiteY448" fmla="*/ 470397 h 560843"/>
                <a:gd name="connsiteX449" fmla="*/ 285400 w 543035"/>
                <a:gd name="connsiteY449" fmla="*/ 470397 h 560843"/>
                <a:gd name="connsiteX450" fmla="*/ 286771 w 543035"/>
                <a:gd name="connsiteY450" fmla="*/ 463545 h 560843"/>
                <a:gd name="connsiteX451" fmla="*/ 285400 w 543035"/>
                <a:gd name="connsiteY451" fmla="*/ 462175 h 560843"/>
                <a:gd name="connsiteX452" fmla="*/ 286771 w 543035"/>
                <a:gd name="connsiteY452" fmla="*/ 460804 h 560843"/>
                <a:gd name="connsiteX453" fmla="*/ 289511 w 543035"/>
                <a:gd name="connsiteY453" fmla="*/ 462175 h 560843"/>
                <a:gd name="connsiteX454" fmla="*/ 286771 w 543035"/>
                <a:gd name="connsiteY454" fmla="*/ 463545 h 560843"/>
                <a:gd name="connsiteX455" fmla="*/ 292252 w 543035"/>
                <a:gd name="connsiteY455" fmla="*/ 470397 h 560843"/>
                <a:gd name="connsiteX456" fmla="*/ 290882 w 543035"/>
                <a:gd name="connsiteY456" fmla="*/ 471767 h 560843"/>
                <a:gd name="connsiteX457" fmla="*/ 290882 w 543035"/>
                <a:gd name="connsiteY457" fmla="*/ 471767 h 560843"/>
                <a:gd name="connsiteX458" fmla="*/ 292252 w 543035"/>
                <a:gd name="connsiteY458" fmla="*/ 466286 h 560843"/>
                <a:gd name="connsiteX459" fmla="*/ 293623 w 543035"/>
                <a:gd name="connsiteY459" fmla="*/ 467656 h 560843"/>
                <a:gd name="connsiteX460" fmla="*/ 292252 w 543035"/>
                <a:gd name="connsiteY460" fmla="*/ 470397 h 560843"/>
                <a:gd name="connsiteX461" fmla="*/ 301845 w 543035"/>
                <a:gd name="connsiteY461" fmla="*/ 471767 h 560843"/>
                <a:gd name="connsiteX462" fmla="*/ 299104 w 543035"/>
                <a:gd name="connsiteY462" fmla="*/ 474508 h 560843"/>
                <a:gd name="connsiteX463" fmla="*/ 299104 w 543035"/>
                <a:gd name="connsiteY463" fmla="*/ 471767 h 560843"/>
                <a:gd name="connsiteX464" fmla="*/ 301845 w 543035"/>
                <a:gd name="connsiteY464" fmla="*/ 469027 h 560843"/>
                <a:gd name="connsiteX465" fmla="*/ 301845 w 543035"/>
                <a:gd name="connsiteY465" fmla="*/ 471767 h 560843"/>
                <a:gd name="connsiteX466" fmla="*/ 303215 w 543035"/>
                <a:gd name="connsiteY466" fmla="*/ 467656 h 560843"/>
                <a:gd name="connsiteX467" fmla="*/ 301845 w 543035"/>
                <a:gd name="connsiteY467" fmla="*/ 464915 h 560843"/>
                <a:gd name="connsiteX468" fmla="*/ 303215 w 543035"/>
                <a:gd name="connsiteY468" fmla="*/ 460804 h 560843"/>
                <a:gd name="connsiteX469" fmla="*/ 304586 w 543035"/>
                <a:gd name="connsiteY469" fmla="*/ 463545 h 560843"/>
                <a:gd name="connsiteX470" fmla="*/ 303215 w 543035"/>
                <a:gd name="connsiteY470" fmla="*/ 467656 h 560843"/>
                <a:gd name="connsiteX471" fmla="*/ 308697 w 543035"/>
                <a:gd name="connsiteY471" fmla="*/ 432026 h 560843"/>
                <a:gd name="connsiteX472" fmla="*/ 307327 w 543035"/>
                <a:gd name="connsiteY472" fmla="*/ 433396 h 560843"/>
                <a:gd name="connsiteX473" fmla="*/ 307327 w 543035"/>
                <a:gd name="connsiteY473" fmla="*/ 438878 h 560843"/>
                <a:gd name="connsiteX474" fmla="*/ 307327 w 543035"/>
                <a:gd name="connsiteY474" fmla="*/ 444359 h 560843"/>
                <a:gd name="connsiteX475" fmla="*/ 305956 w 543035"/>
                <a:gd name="connsiteY475" fmla="*/ 445730 h 560843"/>
                <a:gd name="connsiteX476" fmla="*/ 305956 w 543035"/>
                <a:gd name="connsiteY476" fmla="*/ 441619 h 560843"/>
                <a:gd name="connsiteX477" fmla="*/ 304586 w 543035"/>
                <a:gd name="connsiteY477" fmla="*/ 436137 h 560843"/>
                <a:gd name="connsiteX478" fmla="*/ 303215 w 543035"/>
                <a:gd name="connsiteY478" fmla="*/ 438878 h 560843"/>
                <a:gd name="connsiteX479" fmla="*/ 301845 w 543035"/>
                <a:gd name="connsiteY479" fmla="*/ 445730 h 560843"/>
                <a:gd name="connsiteX480" fmla="*/ 299104 w 543035"/>
                <a:gd name="connsiteY480" fmla="*/ 453952 h 560843"/>
                <a:gd name="connsiteX481" fmla="*/ 297734 w 543035"/>
                <a:gd name="connsiteY481" fmla="*/ 460804 h 560843"/>
                <a:gd name="connsiteX482" fmla="*/ 296363 w 543035"/>
                <a:gd name="connsiteY482" fmla="*/ 455323 h 560843"/>
                <a:gd name="connsiteX483" fmla="*/ 297734 w 543035"/>
                <a:gd name="connsiteY483" fmla="*/ 447100 h 560843"/>
                <a:gd name="connsiteX484" fmla="*/ 299104 w 543035"/>
                <a:gd name="connsiteY484" fmla="*/ 444359 h 560843"/>
                <a:gd name="connsiteX485" fmla="*/ 304586 w 543035"/>
                <a:gd name="connsiteY485" fmla="*/ 432026 h 560843"/>
                <a:gd name="connsiteX486" fmla="*/ 308697 w 543035"/>
                <a:gd name="connsiteY486" fmla="*/ 426544 h 560843"/>
                <a:gd name="connsiteX487" fmla="*/ 305956 w 543035"/>
                <a:gd name="connsiteY487" fmla="*/ 433396 h 560843"/>
                <a:gd name="connsiteX488" fmla="*/ 305956 w 543035"/>
                <a:gd name="connsiteY488" fmla="*/ 434767 h 560843"/>
                <a:gd name="connsiteX489" fmla="*/ 308697 w 543035"/>
                <a:gd name="connsiteY489" fmla="*/ 432026 h 560843"/>
                <a:gd name="connsiteX490" fmla="*/ 312808 w 543035"/>
                <a:gd name="connsiteY490" fmla="*/ 429285 h 560843"/>
                <a:gd name="connsiteX491" fmla="*/ 314179 w 543035"/>
                <a:gd name="connsiteY491" fmla="*/ 430655 h 560843"/>
                <a:gd name="connsiteX492" fmla="*/ 308697 w 543035"/>
                <a:gd name="connsiteY492" fmla="*/ 432026 h 560843"/>
                <a:gd name="connsiteX493" fmla="*/ 310067 w 543035"/>
                <a:gd name="connsiteY493" fmla="*/ 426544 h 560843"/>
                <a:gd name="connsiteX494" fmla="*/ 310067 w 543035"/>
                <a:gd name="connsiteY494" fmla="*/ 425174 h 560843"/>
                <a:gd name="connsiteX495" fmla="*/ 311438 w 543035"/>
                <a:gd name="connsiteY495" fmla="*/ 423803 h 560843"/>
                <a:gd name="connsiteX496" fmla="*/ 311438 w 543035"/>
                <a:gd name="connsiteY496" fmla="*/ 425174 h 560843"/>
                <a:gd name="connsiteX497" fmla="*/ 310067 w 543035"/>
                <a:gd name="connsiteY497" fmla="*/ 426544 h 560843"/>
                <a:gd name="connsiteX498" fmla="*/ 312808 w 543035"/>
                <a:gd name="connsiteY498" fmla="*/ 418322 h 560843"/>
                <a:gd name="connsiteX499" fmla="*/ 316919 w 543035"/>
                <a:gd name="connsiteY499" fmla="*/ 415581 h 560843"/>
                <a:gd name="connsiteX500" fmla="*/ 316919 w 543035"/>
                <a:gd name="connsiteY500" fmla="*/ 418322 h 560843"/>
                <a:gd name="connsiteX501" fmla="*/ 312808 w 543035"/>
                <a:gd name="connsiteY501" fmla="*/ 421063 h 560843"/>
                <a:gd name="connsiteX502" fmla="*/ 312808 w 543035"/>
                <a:gd name="connsiteY502" fmla="*/ 418322 h 560843"/>
                <a:gd name="connsiteX503" fmla="*/ 323771 w 543035"/>
                <a:gd name="connsiteY503" fmla="*/ 388173 h 560843"/>
                <a:gd name="connsiteX504" fmla="*/ 322401 w 543035"/>
                <a:gd name="connsiteY504" fmla="*/ 388173 h 560843"/>
                <a:gd name="connsiteX505" fmla="*/ 323771 w 543035"/>
                <a:gd name="connsiteY505" fmla="*/ 385432 h 560843"/>
                <a:gd name="connsiteX506" fmla="*/ 325142 w 543035"/>
                <a:gd name="connsiteY506" fmla="*/ 385432 h 560843"/>
                <a:gd name="connsiteX507" fmla="*/ 323771 w 543035"/>
                <a:gd name="connsiteY507" fmla="*/ 388173 h 560843"/>
                <a:gd name="connsiteX508" fmla="*/ 370365 w 543035"/>
                <a:gd name="connsiteY508" fmla="*/ 301838 h 560843"/>
                <a:gd name="connsiteX509" fmla="*/ 370365 w 543035"/>
                <a:gd name="connsiteY509" fmla="*/ 303208 h 560843"/>
                <a:gd name="connsiteX510" fmla="*/ 367624 w 543035"/>
                <a:gd name="connsiteY510" fmla="*/ 304578 h 560843"/>
                <a:gd name="connsiteX511" fmla="*/ 370365 w 543035"/>
                <a:gd name="connsiteY511" fmla="*/ 301838 h 560843"/>
                <a:gd name="connsiteX512" fmla="*/ 362143 w 543035"/>
                <a:gd name="connsiteY512" fmla="*/ 315542 h 560843"/>
                <a:gd name="connsiteX513" fmla="*/ 362143 w 543035"/>
                <a:gd name="connsiteY513" fmla="*/ 315542 h 560843"/>
                <a:gd name="connsiteX514" fmla="*/ 362143 w 543035"/>
                <a:gd name="connsiteY514" fmla="*/ 318282 h 560843"/>
                <a:gd name="connsiteX515" fmla="*/ 360772 w 543035"/>
                <a:gd name="connsiteY515" fmla="*/ 319653 h 560843"/>
                <a:gd name="connsiteX516" fmla="*/ 362143 w 543035"/>
                <a:gd name="connsiteY516" fmla="*/ 315542 h 560843"/>
                <a:gd name="connsiteX517" fmla="*/ 341587 w 543035"/>
                <a:gd name="connsiteY517" fmla="*/ 358024 h 560843"/>
                <a:gd name="connsiteX518" fmla="*/ 344327 w 543035"/>
                <a:gd name="connsiteY518" fmla="*/ 358024 h 560843"/>
                <a:gd name="connsiteX519" fmla="*/ 344327 w 543035"/>
                <a:gd name="connsiteY519" fmla="*/ 360765 h 560843"/>
                <a:gd name="connsiteX520" fmla="*/ 341587 w 543035"/>
                <a:gd name="connsiteY520" fmla="*/ 360765 h 560843"/>
                <a:gd name="connsiteX521" fmla="*/ 341587 w 543035"/>
                <a:gd name="connsiteY521" fmla="*/ 358024 h 560843"/>
                <a:gd name="connsiteX522" fmla="*/ 349809 w 543035"/>
                <a:gd name="connsiteY522" fmla="*/ 359394 h 560843"/>
                <a:gd name="connsiteX523" fmla="*/ 344327 w 543035"/>
                <a:gd name="connsiteY523" fmla="*/ 366246 h 560843"/>
                <a:gd name="connsiteX524" fmla="*/ 341587 w 543035"/>
                <a:gd name="connsiteY524" fmla="*/ 371728 h 560843"/>
                <a:gd name="connsiteX525" fmla="*/ 337475 w 543035"/>
                <a:gd name="connsiteY525" fmla="*/ 378580 h 560843"/>
                <a:gd name="connsiteX526" fmla="*/ 336105 w 543035"/>
                <a:gd name="connsiteY526" fmla="*/ 379951 h 560843"/>
                <a:gd name="connsiteX527" fmla="*/ 331994 w 543035"/>
                <a:gd name="connsiteY527" fmla="*/ 377210 h 560843"/>
                <a:gd name="connsiteX528" fmla="*/ 327883 w 543035"/>
                <a:gd name="connsiteY528" fmla="*/ 375839 h 560843"/>
                <a:gd name="connsiteX529" fmla="*/ 331994 w 543035"/>
                <a:gd name="connsiteY529" fmla="*/ 367617 h 560843"/>
                <a:gd name="connsiteX530" fmla="*/ 331994 w 543035"/>
                <a:gd name="connsiteY530" fmla="*/ 370358 h 560843"/>
                <a:gd name="connsiteX531" fmla="*/ 331994 w 543035"/>
                <a:gd name="connsiteY531" fmla="*/ 374469 h 560843"/>
                <a:gd name="connsiteX532" fmla="*/ 334735 w 543035"/>
                <a:gd name="connsiteY532" fmla="*/ 370358 h 560843"/>
                <a:gd name="connsiteX533" fmla="*/ 337475 w 543035"/>
                <a:gd name="connsiteY533" fmla="*/ 367617 h 560843"/>
                <a:gd name="connsiteX534" fmla="*/ 337475 w 543035"/>
                <a:gd name="connsiteY534" fmla="*/ 371728 h 560843"/>
                <a:gd name="connsiteX535" fmla="*/ 338846 w 543035"/>
                <a:gd name="connsiteY535" fmla="*/ 371728 h 560843"/>
                <a:gd name="connsiteX536" fmla="*/ 340216 w 543035"/>
                <a:gd name="connsiteY536" fmla="*/ 368987 h 560843"/>
                <a:gd name="connsiteX537" fmla="*/ 344327 w 543035"/>
                <a:gd name="connsiteY537" fmla="*/ 362135 h 560843"/>
                <a:gd name="connsiteX538" fmla="*/ 345698 w 543035"/>
                <a:gd name="connsiteY538" fmla="*/ 355283 h 560843"/>
                <a:gd name="connsiteX539" fmla="*/ 345698 w 543035"/>
                <a:gd name="connsiteY539" fmla="*/ 349802 h 560843"/>
                <a:gd name="connsiteX540" fmla="*/ 347068 w 543035"/>
                <a:gd name="connsiteY540" fmla="*/ 348431 h 560843"/>
                <a:gd name="connsiteX541" fmla="*/ 349809 w 543035"/>
                <a:gd name="connsiteY541" fmla="*/ 349802 h 560843"/>
                <a:gd name="connsiteX542" fmla="*/ 351179 w 543035"/>
                <a:gd name="connsiteY542" fmla="*/ 353913 h 560843"/>
                <a:gd name="connsiteX543" fmla="*/ 352550 w 543035"/>
                <a:gd name="connsiteY543" fmla="*/ 356654 h 560843"/>
                <a:gd name="connsiteX544" fmla="*/ 349809 w 543035"/>
                <a:gd name="connsiteY544" fmla="*/ 359394 h 560843"/>
                <a:gd name="connsiteX545" fmla="*/ 356661 w 543035"/>
                <a:gd name="connsiteY545" fmla="*/ 341579 h 560843"/>
                <a:gd name="connsiteX546" fmla="*/ 353920 w 543035"/>
                <a:gd name="connsiteY546" fmla="*/ 345690 h 560843"/>
                <a:gd name="connsiteX547" fmla="*/ 352550 w 543035"/>
                <a:gd name="connsiteY547" fmla="*/ 347061 h 560843"/>
                <a:gd name="connsiteX548" fmla="*/ 356661 w 543035"/>
                <a:gd name="connsiteY548" fmla="*/ 336098 h 560843"/>
                <a:gd name="connsiteX549" fmla="*/ 358031 w 543035"/>
                <a:gd name="connsiteY549" fmla="*/ 338838 h 560843"/>
                <a:gd name="connsiteX550" fmla="*/ 356661 w 543035"/>
                <a:gd name="connsiteY550" fmla="*/ 341579 h 560843"/>
                <a:gd name="connsiteX551" fmla="*/ 363513 w 543035"/>
                <a:gd name="connsiteY551" fmla="*/ 326505 h 560843"/>
                <a:gd name="connsiteX552" fmla="*/ 360772 w 543035"/>
                <a:gd name="connsiteY552" fmla="*/ 331986 h 560843"/>
                <a:gd name="connsiteX553" fmla="*/ 359402 w 543035"/>
                <a:gd name="connsiteY553" fmla="*/ 331986 h 560843"/>
                <a:gd name="connsiteX554" fmla="*/ 363513 w 543035"/>
                <a:gd name="connsiteY554" fmla="*/ 326505 h 560843"/>
                <a:gd name="connsiteX555" fmla="*/ 363513 w 543035"/>
                <a:gd name="connsiteY555" fmla="*/ 326505 h 560843"/>
                <a:gd name="connsiteX556" fmla="*/ 368995 w 543035"/>
                <a:gd name="connsiteY556" fmla="*/ 318282 h 560843"/>
                <a:gd name="connsiteX557" fmla="*/ 363513 w 543035"/>
                <a:gd name="connsiteY557" fmla="*/ 323764 h 560843"/>
                <a:gd name="connsiteX558" fmla="*/ 370365 w 543035"/>
                <a:gd name="connsiteY558" fmla="*/ 311430 h 560843"/>
                <a:gd name="connsiteX559" fmla="*/ 368995 w 543035"/>
                <a:gd name="connsiteY559" fmla="*/ 318282 h 560843"/>
                <a:gd name="connsiteX560" fmla="*/ 371735 w 543035"/>
                <a:gd name="connsiteY560" fmla="*/ 300467 h 560843"/>
                <a:gd name="connsiteX561" fmla="*/ 370365 w 543035"/>
                <a:gd name="connsiteY561" fmla="*/ 299097 h 560843"/>
                <a:gd name="connsiteX562" fmla="*/ 370365 w 543035"/>
                <a:gd name="connsiteY562" fmla="*/ 297726 h 560843"/>
                <a:gd name="connsiteX563" fmla="*/ 371735 w 543035"/>
                <a:gd name="connsiteY563" fmla="*/ 299097 h 560843"/>
                <a:gd name="connsiteX564" fmla="*/ 371735 w 543035"/>
                <a:gd name="connsiteY564" fmla="*/ 300467 h 560843"/>
                <a:gd name="connsiteX565" fmla="*/ 374476 w 543035"/>
                <a:gd name="connsiteY565" fmla="*/ 307319 h 560843"/>
                <a:gd name="connsiteX566" fmla="*/ 374476 w 543035"/>
                <a:gd name="connsiteY566" fmla="*/ 305949 h 560843"/>
                <a:gd name="connsiteX567" fmla="*/ 375847 w 543035"/>
                <a:gd name="connsiteY567" fmla="*/ 304578 h 560843"/>
                <a:gd name="connsiteX568" fmla="*/ 375847 w 543035"/>
                <a:gd name="connsiteY568" fmla="*/ 305949 h 560843"/>
                <a:gd name="connsiteX569" fmla="*/ 374476 w 543035"/>
                <a:gd name="connsiteY569" fmla="*/ 307319 h 560843"/>
                <a:gd name="connsiteX570" fmla="*/ 389551 w 543035"/>
                <a:gd name="connsiteY570" fmla="*/ 282652 h 560843"/>
                <a:gd name="connsiteX571" fmla="*/ 386810 w 543035"/>
                <a:gd name="connsiteY571" fmla="*/ 285393 h 560843"/>
                <a:gd name="connsiteX572" fmla="*/ 389551 w 543035"/>
                <a:gd name="connsiteY572" fmla="*/ 281282 h 560843"/>
                <a:gd name="connsiteX573" fmla="*/ 389551 w 543035"/>
                <a:gd name="connsiteY573" fmla="*/ 282652 h 560843"/>
                <a:gd name="connsiteX574" fmla="*/ 389551 w 543035"/>
                <a:gd name="connsiteY574" fmla="*/ 264837 h 560843"/>
                <a:gd name="connsiteX575" fmla="*/ 389551 w 543035"/>
                <a:gd name="connsiteY575" fmla="*/ 264837 h 560843"/>
                <a:gd name="connsiteX576" fmla="*/ 390921 w 543035"/>
                <a:gd name="connsiteY576" fmla="*/ 263466 h 560843"/>
                <a:gd name="connsiteX577" fmla="*/ 389551 w 543035"/>
                <a:gd name="connsiteY577" fmla="*/ 264837 h 560843"/>
                <a:gd name="connsiteX578" fmla="*/ 396403 w 543035"/>
                <a:gd name="connsiteY578" fmla="*/ 194946 h 560843"/>
                <a:gd name="connsiteX579" fmla="*/ 392291 w 543035"/>
                <a:gd name="connsiteY579" fmla="*/ 201798 h 560843"/>
                <a:gd name="connsiteX580" fmla="*/ 385439 w 543035"/>
                <a:gd name="connsiteY580" fmla="*/ 199057 h 560843"/>
                <a:gd name="connsiteX581" fmla="*/ 392291 w 543035"/>
                <a:gd name="connsiteY581" fmla="*/ 193576 h 560843"/>
                <a:gd name="connsiteX582" fmla="*/ 393662 w 543035"/>
                <a:gd name="connsiteY582" fmla="*/ 193576 h 560843"/>
                <a:gd name="connsiteX583" fmla="*/ 396403 w 543035"/>
                <a:gd name="connsiteY583" fmla="*/ 188094 h 560843"/>
                <a:gd name="connsiteX584" fmla="*/ 397773 w 543035"/>
                <a:gd name="connsiteY584" fmla="*/ 188094 h 560843"/>
                <a:gd name="connsiteX585" fmla="*/ 403255 w 543035"/>
                <a:gd name="connsiteY585" fmla="*/ 179872 h 560843"/>
                <a:gd name="connsiteX586" fmla="*/ 408736 w 543035"/>
                <a:gd name="connsiteY586" fmla="*/ 171649 h 560843"/>
                <a:gd name="connsiteX587" fmla="*/ 416959 w 543035"/>
                <a:gd name="connsiteY587" fmla="*/ 162057 h 560843"/>
                <a:gd name="connsiteX588" fmla="*/ 423811 w 543035"/>
                <a:gd name="connsiteY588" fmla="*/ 151093 h 560843"/>
                <a:gd name="connsiteX589" fmla="*/ 425181 w 543035"/>
                <a:gd name="connsiteY589" fmla="*/ 148353 h 560843"/>
                <a:gd name="connsiteX590" fmla="*/ 429292 w 543035"/>
                <a:gd name="connsiteY590" fmla="*/ 144241 h 560843"/>
                <a:gd name="connsiteX591" fmla="*/ 432033 w 543035"/>
                <a:gd name="connsiteY591" fmla="*/ 140130 h 560843"/>
                <a:gd name="connsiteX592" fmla="*/ 432033 w 543035"/>
                <a:gd name="connsiteY592" fmla="*/ 144241 h 560843"/>
                <a:gd name="connsiteX593" fmla="*/ 430663 w 543035"/>
                <a:gd name="connsiteY593" fmla="*/ 148353 h 560843"/>
                <a:gd name="connsiteX594" fmla="*/ 426551 w 543035"/>
                <a:gd name="connsiteY594" fmla="*/ 153834 h 560843"/>
                <a:gd name="connsiteX595" fmla="*/ 422440 w 543035"/>
                <a:gd name="connsiteY595" fmla="*/ 157945 h 560843"/>
                <a:gd name="connsiteX596" fmla="*/ 422440 w 543035"/>
                <a:gd name="connsiteY596" fmla="*/ 157945 h 560843"/>
                <a:gd name="connsiteX597" fmla="*/ 414218 w 543035"/>
                <a:gd name="connsiteY597" fmla="*/ 174390 h 560843"/>
                <a:gd name="connsiteX598" fmla="*/ 412847 w 543035"/>
                <a:gd name="connsiteY598" fmla="*/ 178501 h 560843"/>
                <a:gd name="connsiteX599" fmla="*/ 404625 w 543035"/>
                <a:gd name="connsiteY599" fmla="*/ 190835 h 560843"/>
                <a:gd name="connsiteX600" fmla="*/ 404625 w 543035"/>
                <a:gd name="connsiteY600" fmla="*/ 189465 h 560843"/>
                <a:gd name="connsiteX601" fmla="*/ 403255 w 543035"/>
                <a:gd name="connsiteY601" fmla="*/ 188094 h 560843"/>
                <a:gd name="connsiteX602" fmla="*/ 401884 w 543035"/>
                <a:gd name="connsiteY602" fmla="*/ 189465 h 560843"/>
                <a:gd name="connsiteX603" fmla="*/ 403255 w 543035"/>
                <a:gd name="connsiteY603" fmla="*/ 190835 h 560843"/>
                <a:gd name="connsiteX604" fmla="*/ 401884 w 543035"/>
                <a:gd name="connsiteY604" fmla="*/ 192205 h 560843"/>
                <a:gd name="connsiteX605" fmla="*/ 396403 w 543035"/>
                <a:gd name="connsiteY605" fmla="*/ 194946 h 56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43035" h="560843">
                  <a:moveTo>
                    <a:pt x="401884" y="278541"/>
                  </a:moveTo>
                  <a:cubicBezTo>
                    <a:pt x="405995" y="278541"/>
                    <a:pt x="407366" y="278541"/>
                    <a:pt x="405995" y="274430"/>
                  </a:cubicBezTo>
                  <a:cubicBezTo>
                    <a:pt x="405995" y="271689"/>
                    <a:pt x="405995" y="270318"/>
                    <a:pt x="405995" y="271689"/>
                  </a:cubicBezTo>
                  <a:cubicBezTo>
                    <a:pt x="407366" y="273059"/>
                    <a:pt x="411477" y="267578"/>
                    <a:pt x="411477" y="266207"/>
                  </a:cubicBezTo>
                  <a:cubicBezTo>
                    <a:pt x="411477" y="264837"/>
                    <a:pt x="410107" y="264837"/>
                    <a:pt x="408736" y="266207"/>
                  </a:cubicBezTo>
                  <a:cubicBezTo>
                    <a:pt x="407366" y="266207"/>
                    <a:pt x="407366" y="266207"/>
                    <a:pt x="408736" y="264837"/>
                  </a:cubicBezTo>
                  <a:cubicBezTo>
                    <a:pt x="410107" y="263466"/>
                    <a:pt x="412847" y="262096"/>
                    <a:pt x="414218" y="262096"/>
                  </a:cubicBezTo>
                  <a:cubicBezTo>
                    <a:pt x="415588" y="262096"/>
                    <a:pt x="416959" y="260726"/>
                    <a:pt x="415588" y="260726"/>
                  </a:cubicBezTo>
                  <a:cubicBezTo>
                    <a:pt x="415588" y="259355"/>
                    <a:pt x="414218" y="259355"/>
                    <a:pt x="412847" y="259355"/>
                  </a:cubicBezTo>
                  <a:cubicBezTo>
                    <a:pt x="411477" y="259355"/>
                    <a:pt x="411477" y="259355"/>
                    <a:pt x="411477" y="259355"/>
                  </a:cubicBezTo>
                  <a:cubicBezTo>
                    <a:pt x="411477" y="259355"/>
                    <a:pt x="411477" y="256614"/>
                    <a:pt x="412847" y="256614"/>
                  </a:cubicBezTo>
                  <a:cubicBezTo>
                    <a:pt x="414218" y="256614"/>
                    <a:pt x="414218" y="256614"/>
                    <a:pt x="414218" y="256614"/>
                  </a:cubicBezTo>
                  <a:cubicBezTo>
                    <a:pt x="414218" y="260726"/>
                    <a:pt x="416959" y="257985"/>
                    <a:pt x="421070" y="251133"/>
                  </a:cubicBezTo>
                  <a:cubicBezTo>
                    <a:pt x="423811" y="247022"/>
                    <a:pt x="426551" y="244281"/>
                    <a:pt x="426551" y="242910"/>
                  </a:cubicBezTo>
                  <a:cubicBezTo>
                    <a:pt x="429292" y="238799"/>
                    <a:pt x="434774" y="230577"/>
                    <a:pt x="434774" y="229206"/>
                  </a:cubicBezTo>
                  <a:cubicBezTo>
                    <a:pt x="434774" y="227836"/>
                    <a:pt x="442996" y="212762"/>
                    <a:pt x="445737" y="210021"/>
                  </a:cubicBezTo>
                  <a:cubicBezTo>
                    <a:pt x="449848" y="204539"/>
                    <a:pt x="452589" y="199057"/>
                    <a:pt x="452589" y="197687"/>
                  </a:cubicBezTo>
                  <a:cubicBezTo>
                    <a:pt x="452589" y="196317"/>
                    <a:pt x="455330" y="193576"/>
                    <a:pt x="458071" y="189465"/>
                  </a:cubicBezTo>
                  <a:cubicBezTo>
                    <a:pt x="460811" y="186724"/>
                    <a:pt x="463552" y="182613"/>
                    <a:pt x="463552" y="182613"/>
                  </a:cubicBezTo>
                  <a:cubicBezTo>
                    <a:pt x="463552" y="182613"/>
                    <a:pt x="467663" y="175761"/>
                    <a:pt x="471775" y="168909"/>
                  </a:cubicBezTo>
                  <a:cubicBezTo>
                    <a:pt x="475886" y="162057"/>
                    <a:pt x="481368" y="155205"/>
                    <a:pt x="482738" y="152464"/>
                  </a:cubicBezTo>
                  <a:cubicBezTo>
                    <a:pt x="489590" y="140130"/>
                    <a:pt x="496442" y="131908"/>
                    <a:pt x="497812" y="130537"/>
                  </a:cubicBezTo>
                  <a:cubicBezTo>
                    <a:pt x="499183" y="129167"/>
                    <a:pt x="501924" y="123685"/>
                    <a:pt x="506035" y="118204"/>
                  </a:cubicBezTo>
                  <a:cubicBezTo>
                    <a:pt x="510146" y="112722"/>
                    <a:pt x="512887" y="107241"/>
                    <a:pt x="512887" y="107241"/>
                  </a:cubicBezTo>
                  <a:cubicBezTo>
                    <a:pt x="512887" y="107241"/>
                    <a:pt x="514257" y="105870"/>
                    <a:pt x="514257" y="104500"/>
                  </a:cubicBezTo>
                  <a:cubicBezTo>
                    <a:pt x="514257" y="103129"/>
                    <a:pt x="515628" y="101759"/>
                    <a:pt x="516998" y="100388"/>
                  </a:cubicBezTo>
                  <a:cubicBezTo>
                    <a:pt x="518368" y="99018"/>
                    <a:pt x="521109" y="94907"/>
                    <a:pt x="523850" y="92166"/>
                  </a:cubicBezTo>
                  <a:cubicBezTo>
                    <a:pt x="526591" y="89425"/>
                    <a:pt x="527961" y="86684"/>
                    <a:pt x="527961" y="88055"/>
                  </a:cubicBezTo>
                  <a:cubicBezTo>
                    <a:pt x="527961" y="90796"/>
                    <a:pt x="534813" y="78462"/>
                    <a:pt x="537554" y="71610"/>
                  </a:cubicBezTo>
                  <a:cubicBezTo>
                    <a:pt x="538924" y="67499"/>
                    <a:pt x="540295" y="62017"/>
                    <a:pt x="541665" y="57906"/>
                  </a:cubicBezTo>
                  <a:cubicBezTo>
                    <a:pt x="543036" y="52424"/>
                    <a:pt x="543036" y="51054"/>
                    <a:pt x="543036" y="44202"/>
                  </a:cubicBezTo>
                  <a:cubicBezTo>
                    <a:pt x="541665" y="40091"/>
                    <a:pt x="540295" y="37350"/>
                    <a:pt x="540295" y="35980"/>
                  </a:cubicBezTo>
                  <a:cubicBezTo>
                    <a:pt x="538924" y="33239"/>
                    <a:pt x="529332" y="26387"/>
                    <a:pt x="526591" y="27757"/>
                  </a:cubicBezTo>
                  <a:cubicBezTo>
                    <a:pt x="525220" y="27757"/>
                    <a:pt x="522480" y="26387"/>
                    <a:pt x="521109" y="23646"/>
                  </a:cubicBezTo>
                  <a:cubicBezTo>
                    <a:pt x="518368" y="20905"/>
                    <a:pt x="512887" y="18164"/>
                    <a:pt x="508776" y="18164"/>
                  </a:cubicBezTo>
                  <a:cubicBezTo>
                    <a:pt x="507405" y="18164"/>
                    <a:pt x="506035" y="18164"/>
                    <a:pt x="506035" y="19535"/>
                  </a:cubicBezTo>
                  <a:cubicBezTo>
                    <a:pt x="506035" y="20905"/>
                    <a:pt x="506035" y="20905"/>
                    <a:pt x="504664" y="20905"/>
                  </a:cubicBezTo>
                  <a:cubicBezTo>
                    <a:pt x="504664" y="20905"/>
                    <a:pt x="503294" y="22276"/>
                    <a:pt x="501924" y="23646"/>
                  </a:cubicBezTo>
                  <a:cubicBezTo>
                    <a:pt x="500553" y="25016"/>
                    <a:pt x="499183" y="27757"/>
                    <a:pt x="497812" y="27757"/>
                  </a:cubicBezTo>
                  <a:cubicBezTo>
                    <a:pt x="496442" y="27757"/>
                    <a:pt x="496442" y="27757"/>
                    <a:pt x="496442" y="29128"/>
                  </a:cubicBezTo>
                  <a:cubicBezTo>
                    <a:pt x="496442" y="30498"/>
                    <a:pt x="474516" y="59276"/>
                    <a:pt x="452589" y="83944"/>
                  </a:cubicBezTo>
                  <a:cubicBezTo>
                    <a:pt x="449848" y="88055"/>
                    <a:pt x="441626" y="97648"/>
                    <a:pt x="434774" y="105870"/>
                  </a:cubicBezTo>
                  <a:cubicBezTo>
                    <a:pt x="419699" y="125056"/>
                    <a:pt x="416959" y="129167"/>
                    <a:pt x="415588" y="129167"/>
                  </a:cubicBezTo>
                  <a:cubicBezTo>
                    <a:pt x="415588" y="129167"/>
                    <a:pt x="415588" y="129167"/>
                    <a:pt x="414218" y="127797"/>
                  </a:cubicBezTo>
                  <a:cubicBezTo>
                    <a:pt x="412847" y="126426"/>
                    <a:pt x="412847" y="126426"/>
                    <a:pt x="414218" y="129167"/>
                  </a:cubicBezTo>
                  <a:cubicBezTo>
                    <a:pt x="414218" y="131908"/>
                    <a:pt x="412847" y="134649"/>
                    <a:pt x="408736" y="140130"/>
                  </a:cubicBezTo>
                  <a:cubicBezTo>
                    <a:pt x="384069" y="167538"/>
                    <a:pt x="360772" y="196317"/>
                    <a:pt x="338846" y="225095"/>
                  </a:cubicBezTo>
                  <a:cubicBezTo>
                    <a:pt x="321031" y="248392"/>
                    <a:pt x="294993" y="279911"/>
                    <a:pt x="285400" y="292245"/>
                  </a:cubicBezTo>
                  <a:cubicBezTo>
                    <a:pt x="278548" y="299097"/>
                    <a:pt x="256622" y="319653"/>
                    <a:pt x="247029" y="319653"/>
                  </a:cubicBezTo>
                  <a:cubicBezTo>
                    <a:pt x="242917" y="319653"/>
                    <a:pt x="242917" y="314171"/>
                    <a:pt x="242917" y="296356"/>
                  </a:cubicBezTo>
                  <a:cubicBezTo>
                    <a:pt x="242917" y="263466"/>
                    <a:pt x="252510" y="223725"/>
                    <a:pt x="262103" y="190835"/>
                  </a:cubicBezTo>
                  <a:cubicBezTo>
                    <a:pt x="263474" y="183983"/>
                    <a:pt x="266214" y="177131"/>
                    <a:pt x="266214" y="175761"/>
                  </a:cubicBezTo>
                  <a:cubicBezTo>
                    <a:pt x="266214" y="174390"/>
                    <a:pt x="266214" y="173020"/>
                    <a:pt x="267585" y="173020"/>
                  </a:cubicBezTo>
                  <a:cubicBezTo>
                    <a:pt x="268955" y="173020"/>
                    <a:pt x="271696" y="166168"/>
                    <a:pt x="274437" y="155205"/>
                  </a:cubicBezTo>
                  <a:cubicBezTo>
                    <a:pt x="275807" y="151093"/>
                    <a:pt x="277178" y="148353"/>
                    <a:pt x="278548" y="145612"/>
                  </a:cubicBezTo>
                  <a:cubicBezTo>
                    <a:pt x="279919" y="144241"/>
                    <a:pt x="282659" y="138760"/>
                    <a:pt x="284030" y="134649"/>
                  </a:cubicBezTo>
                  <a:cubicBezTo>
                    <a:pt x="285400" y="130537"/>
                    <a:pt x="288141" y="123685"/>
                    <a:pt x="289511" y="120945"/>
                  </a:cubicBezTo>
                  <a:cubicBezTo>
                    <a:pt x="290882" y="118204"/>
                    <a:pt x="293623" y="114093"/>
                    <a:pt x="293623" y="112722"/>
                  </a:cubicBezTo>
                  <a:cubicBezTo>
                    <a:pt x="293623" y="111352"/>
                    <a:pt x="294993" y="109981"/>
                    <a:pt x="296363" y="109981"/>
                  </a:cubicBezTo>
                  <a:cubicBezTo>
                    <a:pt x="297734" y="109981"/>
                    <a:pt x="297734" y="108611"/>
                    <a:pt x="297734" y="107241"/>
                  </a:cubicBezTo>
                  <a:cubicBezTo>
                    <a:pt x="297734" y="104500"/>
                    <a:pt x="326512" y="56536"/>
                    <a:pt x="331994" y="49684"/>
                  </a:cubicBezTo>
                  <a:cubicBezTo>
                    <a:pt x="338846" y="40091"/>
                    <a:pt x="342957" y="33239"/>
                    <a:pt x="341587" y="27757"/>
                  </a:cubicBezTo>
                  <a:cubicBezTo>
                    <a:pt x="338846" y="15424"/>
                    <a:pt x="326512" y="5831"/>
                    <a:pt x="315549" y="5831"/>
                  </a:cubicBezTo>
                  <a:cubicBezTo>
                    <a:pt x="310067" y="5831"/>
                    <a:pt x="303215" y="4460"/>
                    <a:pt x="296363" y="349"/>
                  </a:cubicBezTo>
                  <a:cubicBezTo>
                    <a:pt x="293623" y="-1021"/>
                    <a:pt x="281289" y="1720"/>
                    <a:pt x="275807" y="7201"/>
                  </a:cubicBezTo>
                  <a:cubicBezTo>
                    <a:pt x="273067" y="9942"/>
                    <a:pt x="270326" y="12683"/>
                    <a:pt x="268955" y="15424"/>
                  </a:cubicBezTo>
                  <a:cubicBezTo>
                    <a:pt x="267585" y="18164"/>
                    <a:pt x="263474" y="23646"/>
                    <a:pt x="260733" y="26387"/>
                  </a:cubicBezTo>
                  <a:cubicBezTo>
                    <a:pt x="257992" y="30498"/>
                    <a:pt x="253881" y="35980"/>
                    <a:pt x="252510" y="38720"/>
                  </a:cubicBezTo>
                  <a:cubicBezTo>
                    <a:pt x="251140" y="41461"/>
                    <a:pt x="247029" y="46943"/>
                    <a:pt x="245658" y="48313"/>
                  </a:cubicBezTo>
                  <a:cubicBezTo>
                    <a:pt x="244288" y="51054"/>
                    <a:pt x="240177" y="55165"/>
                    <a:pt x="237436" y="60647"/>
                  </a:cubicBezTo>
                  <a:cubicBezTo>
                    <a:pt x="234695" y="64758"/>
                    <a:pt x="231954" y="68869"/>
                    <a:pt x="231954" y="70240"/>
                  </a:cubicBezTo>
                  <a:lnTo>
                    <a:pt x="225102" y="81203"/>
                  </a:lnTo>
                  <a:cubicBezTo>
                    <a:pt x="222361" y="85314"/>
                    <a:pt x="219621" y="89425"/>
                    <a:pt x="218250" y="89425"/>
                  </a:cubicBezTo>
                  <a:cubicBezTo>
                    <a:pt x="216880" y="89425"/>
                    <a:pt x="216880" y="90796"/>
                    <a:pt x="216880" y="92166"/>
                  </a:cubicBezTo>
                  <a:cubicBezTo>
                    <a:pt x="216880" y="93536"/>
                    <a:pt x="216880" y="94907"/>
                    <a:pt x="215509" y="94907"/>
                  </a:cubicBezTo>
                  <a:cubicBezTo>
                    <a:pt x="214139" y="94907"/>
                    <a:pt x="208657" y="104500"/>
                    <a:pt x="199065" y="119574"/>
                  </a:cubicBezTo>
                  <a:cubicBezTo>
                    <a:pt x="197694" y="122315"/>
                    <a:pt x="194953" y="126426"/>
                    <a:pt x="192213" y="129167"/>
                  </a:cubicBezTo>
                  <a:cubicBezTo>
                    <a:pt x="190842" y="131908"/>
                    <a:pt x="186731" y="137389"/>
                    <a:pt x="183990" y="142871"/>
                  </a:cubicBezTo>
                  <a:cubicBezTo>
                    <a:pt x="181249" y="148353"/>
                    <a:pt x="177138" y="155205"/>
                    <a:pt x="173027" y="159316"/>
                  </a:cubicBezTo>
                  <a:cubicBezTo>
                    <a:pt x="167545" y="167538"/>
                    <a:pt x="153841" y="189465"/>
                    <a:pt x="146989" y="200428"/>
                  </a:cubicBezTo>
                  <a:cubicBezTo>
                    <a:pt x="144249" y="204539"/>
                    <a:pt x="142878" y="208650"/>
                    <a:pt x="141508" y="210021"/>
                  </a:cubicBezTo>
                  <a:cubicBezTo>
                    <a:pt x="140137" y="211391"/>
                    <a:pt x="137397" y="215502"/>
                    <a:pt x="136026" y="216873"/>
                  </a:cubicBezTo>
                  <a:cubicBezTo>
                    <a:pt x="134656" y="219614"/>
                    <a:pt x="129174" y="226466"/>
                    <a:pt x="125063" y="233318"/>
                  </a:cubicBezTo>
                  <a:cubicBezTo>
                    <a:pt x="120952" y="240170"/>
                    <a:pt x="116841" y="248392"/>
                    <a:pt x="115470" y="251133"/>
                  </a:cubicBezTo>
                  <a:cubicBezTo>
                    <a:pt x="114100" y="255244"/>
                    <a:pt x="112729" y="257985"/>
                    <a:pt x="111359" y="257985"/>
                  </a:cubicBezTo>
                  <a:cubicBezTo>
                    <a:pt x="111359" y="257985"/>
                    <a:pt x="108618" y="259355"/>
                    <a:pt x="108618" y="262096"/>
                  </a:cubicBezTo>
                  <a:cubicBezTo>
                    <a:pt x="108618" y="264837"/>
                    <a:pt x="103137" y="273059"/>
                    <a:pt x="97655" y="281282"/>
                  </a:cubicBezTo>
                  <a:cubicBezTo>
                    <a:pt x="92173" y="289504"/>
                    <a:pt x="85321" y="301838"/>
                    <a:pt x="81210" y="307319"/>
                  </a:cubicBezTo>
                  <a:cubicBezTo>
                    <a:pt x="77099" y="314171"/>
                    <a:pt x="71617" y="322394"/>
                    <a:pt x="68877" y="327875"/>
                  </a:cubicBezTo>
                  <a:cubicBezTo>
                    <a:pt x="66136" y="333357"/>
                    <a:pt x="59284" y="342950"/>
                    <a:pt x="55172" y="351172"/>
                  </a:cubicBezTo>
                  <a:cubicBezTo>
                    <a:pt x="51061" y="359394"/>
                    <a:pt x="44209" y="368987"/>
                    <a:pt x="41468" y="373098"/>
                  </a:cubicBezTo>
                  <a:cubicBezTo>
                    <a:pt x="33246" y="384062"/>
                    <a:pt x="31876" y="389543"/>
                    <a:pt x="30505" y="393655"/>
                  </a:cubicBezTo>
                  <a:cubicBezTo>
                    <a:pt x="30505" y="395025"/>
                    <a:pt x="29135" y="399136"/>
                    <a:pt x="26394" y="399136"/>
                  </a:cubicBezTo>
                  <a:cubicBezTo>
                    <a:pt x="25024" y="400507"/>
                    <a:pt x="23653" y="401877"/>
                    <a:pt x="23653" y="403247"/>
                  </a:cubicBezTo>
                  <a:cubicBezTo>
                    <a:pt x="23653" y="404618"/>
                    <a:pt x="22283" y="407359"/>
                    <a:pt x="20912" y="410099"/>
                  </a:cubicBezTo>
                  <a:cubicBezTo>
                    <a:pt x="16801" y="416951"/>
                    <a:pt x="1727" y="452582"/>
                    <a:pt x="1727" y="456693"/>
                  </a:cubicBezTo>
                  <a:cubicBezTo>
                    <a:pt x="1727" y="458063"/>
                    <a:pt x="1727" y="459434"/>
                    <a:pt x="356" y="460804"/>
                  </a:cubicBezTo>
                  <a:cubicBezTo>
                    <a:pt x="-1014" y="462175"/>
                    <a:pt x="1727" y="478620"/>
                    <a:pt x="5838" y="485472"/>
                  </a:cubicBezTo>
                  <a:cubicBezTo>
                    <a:pt x="8579" y="489583"/>
                    <a:pt x="11320" y="492324"/>
                    <a:pt x="12690" y="492324"/>
                  </a:cubicBezTo>
                  <a:cubicBezTo>
                    <a:pt x="14060" y="492324"/>
                    <a:pt x="15431" y="493694"/>
                    <a:pt x="15431" y="495064"/>
                  </a:cubicBezTo>
                  <a:cubicBezTo>
                    <a:pt x="15431" y="501916"/>
                    <a:pt x="30505" y="508768"/>
                    <a:pt x="37357" y="506028"/>
                  </a:cubicBezTo>
                  <a:cubicBezTo>
                    <a:pt x="40098" y="504657"/>
                    <a:pt x="41468" y="503287"/>
                    <a:pt x="40098" y="499176"/>
                  </a:cubicBezTo>
                  <a:cubicBezTo>
                    <a:pt x="40098" y="496435"/>
                    <a:pt x="40098" y="493694"/>
                    <a:pt x="40098" y="492324"/>
                  </a:cubicBezTo>
                  <a:cubicBezTo>
                    <a:pt x="41468" y="492324"/>
                    <a:pt x="41468" y="490953"/>
                    <a:pt x="40098" y="489583"/>
                  </a:cubicBezTo>
                  <a:cubicBezTo>
                    <a:pt x="40098" y="489583"/>
                    <a:pt x="41468" y="486842"/>
                    <a:pt x="44209" y="484101"/>
                  </a:cubicBezTo>
                  <a:cubicBezTo>
                    <a:pt x="48320" y="479990"/>
                    <a:pt x="51061" y="474508"/>
                    <a:pt x="62025" y="449841"/>
                  </a:cubicBezTo>
                  <a:cubicBezTo>
                    <a:pt x="63395" y="447100"/>
                    <a:pt x="63395" y="447100"/>
                    <a:pt x="62025" y="448471"/>
                  </a:cubicBezTo>
                  <a:cubicBezTo>
                    <a:pt x="56543" y="451211"/>
                    <a:pt x="46950" y="460804"/>
                    <a:pt x="45580" y="462175"/>
                  </a:cubicBezTo>
                  <a:cubicBezTo>
                    <a:pt x="45580" y="463545"/>
                    <a:pt x="44209" y="463545"/>
                    <a:pt x="44209" y="462175"/>
                  </a:cubicBezTo>
                  <a:cubicBezTo>
                    <a:pt x="44209" y="460804"/>
                    <a:pt x="45580" y="458063"/>
                    <a:pt x="46950" y="456693"/>
                  </a:cubicBezTo>
                  <a:cubicBezTo>
                    <a:pt x="48320" y="453952"/>
                    <a:pt x="49691" y="451211"/>
                    <a:pt x="49691" y="449841"/>
                  </a:cubicBezTo>
                  <a:cubicBezTo>
                    <a:pt x="49691" y="448471"/>
                    <a:pt x="53802" y="440248"/>
                    <a:pt x="59284" y="430655"/>
                  </a:cubicBezTo>
                  <a:cubicBezTo>
                    <a:pt x="64765" y="421063"/>
                    <a:pt x="71617" y="410099"/>
                    <a:pt x="72988" y="405988"/>
                  </a:cubicBezTo>
                  <a:cubicBezTo>
                    <a:pt x="74358" y="401877"/>
                    <a:pt x="79840" y="396395"/>
                    <a:pt x="81210" y="392284"/>
                  </a:cubicBezTo>
                  <a:cubicBezTo>
                    <a:pt x="83951" y="388173"/>
                    <a:pt x="85321" y="385432"/>
                    <a:pt x="85321" y="384062"/>
                  </a:cubicBezTo>
                  <a:cubicBezTo>
                    <a:pt x="85321" y="384062"/>
                    <a:pt x="88062" y="377210"/>
                    <a:pt x="92173" y="371728"/>
                  </a:cubicBezTo>
                  <a:cubicBezTo>
                    <a:pt x="104507" y="352542"/>
                    <a:pt x="116841" y="329246"/>
                    <a:pt x="116841" y="329246"/>
                  </a:cubicBezTo>
                  <a:cubicBezTo>
                    <a:pt x="116841" y="329246"/>
                    <a:pt x="118211" y="326505"/>
                    <a:pt x="122322" y="322394"/>
                  </a:cubicBezTo>
                  <a:cubicBezTo>
                    <a:pt x="125063" y="318282"/>
                    <a:pt x="127804" y="315542"/>
                    <a:pt x="127804" y="314171"/>
                  </a:cubicBezTo>
                  <a:cubicBezTo>
                    <a:pt x="127804" y="311430"/>
                    <a:pt x="141508" y="289504"/>
                    <a:pt x="144249" y="288134"/>
                  </a:cubicBezTo>
                  <a:cubicBezTo>
                    <a:pt x="145619" y="288134"/>
                    <a:pt x="145619" y="286763"/>
                    <a:pt x="145619" y="285393"/>
                  </a:cubicBezTo>
                  <a:cubicBezTo>
                    <a:pt x="145619" y="285393"/>
                    <a:pt x="146989" y="281282"/>
                    <a:pt x="149730" y="278541"/>
                  </a:cubicBezTo>
                  <a:cubicBezTo>
                    <a:pt x="152471" y="275800"/>
                    <a:pt x="153841" y="271689"/>
                    <a:pt x="153841" y="271689"/>
                  </a:cubicBezTo>
                  <a:cubicBezTo>
                    <a:pt x="153841" y="271689"/>
                    <a:pt x="155212" y="268948"/>
                    <a:pt x="157953" y="266207"/>
                  </a:cubicBezTo>
                  <a:cubicBezTo>
                    <a:pt x="159323" y="263466"/>
                    <a:pt x="162064" y="260726"/>
                    <a:pt x="162064" y="259355"/>
                  </a:cubicBezTo>
                  <a:cubicBezTo>
                    <a:pt x="162064" y="257985"/>
                    <a:pt x="163434" y="255244"/>
                    <a:pt x="166175" y="252503"/>
                  </a:cubicBezTo>
                  <a:cubicBezTo>
                    <a:pt x="171657" y="247022"/>
                    <a:pt x="177138" y="238799"/>
                    <a:pt x="177138" y="234688"/>
                  </a:cubicBezTo>
                  <a:cubicBezTo>
                    <a:pt x="177138" y="233318"/>
                    <a:pt x="178509" y="231947"/>
                    <a:pt x="179879" y="231947"/>
                  </a:cubicBezTo>
                  <a:cubicBezTo>
                    <a:pt x="179879" y="231947"/>
                    <a:pt x="182620" y="230577"/>
                    <a:pt x="182620" y="227836"/>
                  </a:cubicBezTo>
                  <a:cubicBezTo>
                    <a:pt x="182620" y="225095"/>
                    <a:pt x="183990" y="223725"/>
                    <a:pt x="185361" y="222354"/>
                  </a:cubicBezTo>
                  <a:cubicBezTo>
                    <a:pt x="185361" y="222354"/>
                    <a:pt x="186731" y="220984"/>
                    <a:pt x="185361" y="219614"/>
                  </a:cubicBezTo>
                  <a:cubicBezTo>
                    <a:pt x="185361" y="219614"/>
                    <a:pt x="185361" y="218243"/>
                    <a:pt x="188101" y="215502"/>
                  </a:cubicBezTo>
                  <a:cubicBezTo>
                    <a:pt x="189472" y="214132"/>
                    <a:pt x="190842" y="211391"/>
                    <a:pt x="190842" y="210021"/>
                  </a:cubicBezTo>
                  <a:cubicBezTo>
                    <a:pt x="190842" y="208650"/>
                    <a:pt x="192213" y="207280"/>
                    <a:pt x="192213" y="207280"/>
                  </a:cubicBezTo>
                  <a:cubicBezTo>
                    <a:pt x="193583" y="207280"/>
                    <a:pt x="194953" y="205910"/>
                    <a:pt x="194953" y="204539"/>
                  </a:cubicBezTo>
                  <a:cubicBezTo>
                    <a:pt x="194953" y="203169"/>
                    <a:pt x="194953" y="201798"/>
                    <a:pt x="196324" y="201798"/>
                  </a:cubicBezTo>
                  <a:cubicBezTo>
                    <a:pt x="197694" y="201798"/>
                    <a:pt x="197694" y="201798"/>
                    <a:pt x="197694" y="200428"/>
                  </a:cubicBezTo>
                  <a:cubicBezTo>
                    <a:pt x="197694" y="199057"/>
                    <a:pt x="204546" y="188094"/>
                    <a:pt x="208657" y="183983"/>
                  </a:cubicBezTo>
                  <a:cubicBezTo>
                    <a:pt x="210028" y="182613"/>
                    <a:pt x="211398" y="179872"/>
                    <a:pt x="211398" y="179872"/>
                  </a:cubicBezTo>
                  <a:cubicBezTo>
                    <a:pt x="211398" y="178501"/>
                    <a:pt x="212769" y="177131"/>
                    <a:pt x="214139" y="175761"/>
                  </a:cubicBezTo>
                  <a:cubicBezTo>
                    <a:pt x="219621" y="170279"/>
                    <a:pt x="226473" y="159316"/>
                    <a:pt x="226473" y="156575"/>
                  </a:cubicBezTo>
                  <a:cubicBezTo>
                    <a:pt x="226473" y="155205"/>
                    <a:pt x="227843" y="153834"/>
                    <a:pt x="229213" y="152464"/>
                  </a:cubicBezTo>
                  <a:cubicBezTo>
                    <a:pt x="230584" y="151093"/>
                    <a:pt x="231954" y="149723"/>
                    <a:pt x="231954" y="148353"/>
                  </a:cubicBezTo>
                  <a:cubicBezTo>
                    <a:pt x="231954" y="146982"/>
                    <a:pt x="231954" y="146982"/>
                    <a:pt x="233325" y="146982"/>
                  </a:cubicBezTo>
                  <a:cubicBezTo>
                    <a:pt x="234695" y="148353"/>
                    <a:pt x="234695" y="146982"/>
                    <a:pt x="234695" y="144241"/>
                  </a:cubicBezTo>
                  <a:cubicBezTo>
                    <a:pt x="234695" y="142871"/>
                    <a:pt x="236065" y="140130"/>
                    <a:pt x="236065" y="140130"/>
                  </a:cubicBezTo>
                  <a:cubicBezTo>
                    <a:pt x="237436" y="140130"/>
                    <a:pt x="237436" y="141501"/>
                    <a:pt x="237436" y="144241"/>
                  </a:cubicBezTo>
                  <a:cubicBezTo>
                    <a:pt x="237436" y="146982"/>
                    <a:pt x="236065" y="148353"/>
                    <a:pt x="234695" y="148353"/>
                  </a:cubicBezTo>
                  <a:cubicBezTo>
                    <a:pt x="233325" y="148353"/>
                    <a:pt x="233325" y="148353"/>
                    <a:pt x="233325" y="151093"/>
                  </a:cubicBezTo>
                  <a:cubicBezTo>
                    <a:pt x="233325" y="152464"/>
                    <a:pt x="230584" y="166168"/>
                    <a:pt x="227843" y="175761"/>
                  </a:cubicBezTo>
                  <a:cubicBezTo>
                    <a:pt x="227843" y="177131"/>
                    <a:pt x="226473" y="178501"/>
                    <a:pt x="226473" y="179872"/>
                  </a:cubicBezTo>
                  <a:cubicBezTo>
                    <a:pt x="225102" y="185353"/>
                    <a:pt x="222361" y="200428"/>
                    <a:pt x="219621" y="205910"/>
                  </a:cubicBezTo>
                  <a:cubicBezTo>
                    <a:pt x="219621" y="208650"/>
                    <a:pt x="218250" y="211391"/>
                    <a:pt x="219621" y="212762"/>
                  </a:cubicBezTo>
                  <a:cubicBezTo>
                    <a:pt x="219621" y="212762"/>
                    <a:pt x="219621" y="219614"/>
                    <a:pt x="216880" y="225095"/>
                  </a:cubicBezTo>
                  <a:cubicBezTo>
                    <a:pt x="214139" y="233318"/>
                    <a:pt x="214139" y="242910"/>
                    <a:pt x="212769" y="260726"/>
                  </a:cubicBezTo>
                  <a:cubicBezTo>
                    <a:pt x="212769" y="285393"/>
                    <a:pt x="214139" y="299097"/>
                    <a:pt x="219621" y="311430"/>
                  </a:cubicBezTo>
                  <a:cubicBezTo>
                    <a:pt x="222361" y="318282"/>
                    <a:pt x="231954" y="331986"/>
                    <a:pt x="234695" y="331986"/>
                  </a:cubicBezTo>
                  <a:cubicBezTo>
                    <a:pt x="236065" y="331986"/>
                    <a:pt x="237436" y="333357"/>
                    <a:pt x="240177" y="336098"/>
                  </a:cubicBezTo>
                  <a:cubicBezTo>
                    <a:pt x="247029" y="341579"/>
                    <a:pt x="255251" y="344320"/>
                    <a:pt x="260733" y="341579"/>
                  </a:cubicBezTo>
                  <a:cubicBezTo>
                    <a:pt x="263474" y="340209"/>
                    <a:pt x="266214" y="338838"/>
                    <a:pt x="267585" y="338838"/>
                  </a:cubicBezTo>
                  <a:cubicBezTo>
                    <a:pt x="275807" y="338838"/>
                    <a:pt x="314179" y="308690"/>
                    <a:pt x="314179" y="301838"/>
                  </a:cubicBezTo>
                  <a:cubicBezTo>
                    <a:pt x="314179" y="299097"/>
                    <a:pt x="323771" y="288134"/>
                    <a:pt x="325142" y="289504"/>
                  </a:cubicBezTo>
                  <a:cubicBezTo>
                    <a:pt x="325142" y="289504"/>
                    <a:pt x="326512" y="289504"/>
                    <a:pt x="327883" y="286763"/>
                  </a:cubicBezTo>
                  <a:cubicBezTo>
                    <a:pt x="329253" y="282652"/>
                    <a:pt x="329253" y="282652"/>
                    <a:pt x="326512" y="285393"/>
                  </a:cubicBezTo>
                  <a:cubicBezTo>
                    <a:pt x="323771" y="288134"/>
                    <a:pt x="323771" y="286763"/>
                    <a:pt x="326512" y="284022"/>
                  </a:cubicBezTo>
                  <a:cubicBezTo>
                    <a:pt x="330623" y="278541"/>
                    <a:pt x="333364" y="275800"/>
                    <a:pt x="334735" y="277170"/>
                  </a:cubicBezTo>
                  <a:cubicBezTo>
                    <a:pt x="334735" y="277170"/>
                    <a:pt x="336105" y="277170"/>
                    <a:pt x="334735" y="277170"/>
                  </a:cubicBezTo>
                  <a:cubicBezTo>
                    <a:pt x="334735" y="274430"/>
                    <a:pt x="338846" y="267578"/>
                    <a:pt x="348439" y="256614"/>
                  </a:cubicBezTo>
                  <a:cubicBezTo>
                    <a:pt x="352550" y="251133"/>
                    <a:pt x="359402" y="241540"/>
                    <a:pt x="364883" y="234688"/>
                  </a:cubicBezTo>
                  <a:cubicBezTo>
                    <a:pt x="378587" y="215502"/>
                    <a:pt x="384069" y="208650"/>
                    <a:pt x="388180" y="208650"/>
                  </a:cubicBezTo>
                  <a:cubicBezTo>
                    <a:pt x="390921" y="208650"/>
                    <a:pt x="390921" y="208650"/>
                    <a:pt x="390921" y="205910"/>
                  </a:cubicBezTo>
                  <a:cubicBezTo>
                    <a:pt x="390921" y="204539"/>
                    <a:pt x="390921" y="201798"/>
                    <a:pt x="389551" y="201798"/>
                  </a:cubicBezTo>
                  <a:cubicBezTo>
                    <a:pt x="388180" y="201798"/>
                    <a:pt x="388180" y="200428"/>
                    <a:pt x="389551" y="200428"/>
                  </a:cubicBezTo>
                  <a:cubicBezTo>
                    <a:pt x="390921" y="200428"/>
                    <a:pt x="392291" y="201798"/>
                    <a:pt x="392291" y="201798"/>
                  </a:cubicBezTo>
                  <a:cubicBezTo>
                    <a:pt x="393662" y="203169"/>
                    <a:pt x="392291" y="204539"/>
                    <a:pt x="390921" y="208650"/>
                  </a:cubicBezTo>
                  <a:cubicBezTo>
                    <a:pt x="389551" y="211391"/>
                    <a:pt x="386810" y="216873"/>
                    <a:pt x="384069" y="220984"/>
                  </a:cubicBezTo>
                  <a:cubicBezTo>
                    <a:pt x="382699" y="225095"/>
                    <a:pt x="379958" y="227836"/>
                    <a:pt x="378587" y="227836"/>
                  </a:cubicBezTo>
                  <a:cubicBezTo>
                    <a:pt x="377217" y="227836"/>
                    <a:pt x="377217" y="229206"/>
                    <a:pt x="377217" y="230577"/>
                  </a:cubicBezTo>
                  <a:cubicBezTo>
                    <a:pt x="377217" y="231947"/>
                    <a:pt x="377217" y="233318"/>
                    <a:pt x="377217" y="233318"/>
                  </a:cubicBezTo>
                  <a:cubicBezTo>
                    <a:pt x="377217" y="233318"/>
                    <a:pt x="374476" y="236058"/>
                    <a:pt x="374476" y="238799"/>
                  </a:cubicBezTo>
                  <a:cubicBezTo>
                    <a:pt x="374476" y="241540"/>
                    <a:pt x="371735" y="244281"/>
                    <a:pt x="371735" y="244281"/>
                  </a:cubicBezTo>
                  <a:cubicBezTo>
                    <a:pt x="370365" y="244281"/>
                    <a:pt x="370365" y="242910"/>
                    <a:pt x="371735" y="241540"/>
                  </a:cubicBezTo>
                  <a:cubicBezTo>
                    <a:pt x="371735" y="240170"/>
                    <a:pt x="371735" y="238799"/>
                    <a:pt x="371735" y="240170"/>
                  </a:cubicBezTo>
                  <a:cubicBezTo>
                    <a:pt x="371735" y="240170"/>
                    <a:pt x="370365" y="242910"/>
                    <a:pt x="371735" y="244281"/>
                  </a:cubicBezTo>
                  <a:cubicBezTo>
                    <a:pt x="373106" y="248392"/>
                    <a:pt x="368995" y="255244"/>
                    <a:pt x="364883" y="253874"/>
                  </a:cubicBezTo>
                  <a:cubicBezTo>
                    <a:pt x="363513" y="253874"/>
                    <a:pt x="363513" y="253874"/>
                    <a:pt x="364883" y="253874"/>
                  </a:cubicBezTo>
                  <a:cubicBezTo>
                    <a:pt x="366254" y="255244"/>
                    <a:pt x="366254" y="256614"/>
                    <a:pt x="366254" y="259355"/>
                  </a:cubicBezTo>
                  <a:cubicBezTo>
                    <a:pt x="364883" y="263466"/>
                    <a:pt x="359402" y="270318"/>
                    <a:pt x="358031" y="270318"/>
                  </a:cubicBezTo>
                  <a:cubicBezTo>
                    <a:pt x="356661" y="270318"/>
                    <a:pt x="356661" y="271689"/>
                    <a:pt x="356661" y="274430"/>
                  </a:cubicBezTo>
                  <a:cubicBezTo>
                    <a:pt x="355291" y="279911"/>
                    <a:pt x="345698" y="297726"/>
                    <a:pt x="342957" y="297726"/>
                  </a:cubicBezTo>
                  <a:cubicBezTo>
                    <a:pt x="340216" y="297726"/>
                    <a:pt x="336105" y="303208"/>
                    <a:pt x="336105" y="305949"/>
                  </a:cubicBezTo>
                  <a:cubicBezTo>
                    <a:pt x="336105" y="307319"/>
                    <a:pt x="336105" y="308690"/>
                    <a:pt x="337475" y="307319"/>
                  </a:cubicBezTo>
                  <a:cubicBezTo>
                    <a:pt x="337475" y="307319"/>
                    <a:pt x="338846" y="305949"/>
                    <a:pt x="337475" y="304578"/>
                  </a:cubicBezTo>
                  <a:cubicBezTo>
                    <a:pt x="337475" y="303208"/>
                    <a:pt x="337475" y="303208"/>
                    <a:pt x="337475" y="303208"/>
                  </a:cubicBezTo>
                  <a:cubicBezTo>
                    <a:pt x="337475" y="303208"/>
                    <a:pt x="338846" y="303208"/>
                    <a:pt x="340216" y="301838"/>
                  </a:cubicBezTo>
                  <a:cubicBezTo>
                    <a:pt x="341587" y="301838"/>
                    <a:pt x="340216" y="304578"/>
                    <a:pt x="337475" y="311430"/>
                  </a:cubicBezTo>
                  <a:cubicBezTo>
                    <a:pt x="330623" y="325134"/>
                    <a:pt x="329253" y="326505"/>
                    <a:pt x="327883" y="325134"/>
                  </a:cubicBezTo>
                  <a:cubicBezTo>
                    <a:pt x="327883" y="323764"/>
                    <a:pt x="325142" y="325134"/>
                    <a:pt x="323771" y="327875"/>
                  </a:cubicBezTo>
                  <a:cubicBezTo>
                    <a:pt x="321031" y="331986"/>
                    <a:pt x="321031" y="333357"/>
                    <a:pt x="322401" y="333357"/>
                  </a:cubicBezTo>
                  <a:cubicBezTo>
                    <a:pt x="326512" y="333357"/>
                    <a:pt x="325142" y="336098"/>
                    <a:pt x="319660" y="338838"/>
                  </a:cubicBezTo>
                  <a:cubicBezTo>
                    <a:pt x="315549" y="341579"/>
                    <a:pt x="311438" y="348431"/>
                    <a:pt x="315549" y="348431"/>
                  </a:cubicBezTo>
                  <a:cubicBezTo>
                    <a:pt x="316919" y="348431"/>
                    <a:pt x="316919" y="348431"/>
                    <a:pt x="315549" y="349802"/>
                  </a:cubicBezTo>
                  <a:cubicBezTo>
                    <a:pt x="315549" y="351172"/>
                    <a:pt x="314179" y="351172"/>
                    <a:pt x="312808" y="351172"/>
                  </a:cubicBezTo>
                  <a:cubicBezTo>
                    <a:pt x="311438" y="351172"/>
                    <a:pt x="310067" y="351172"/>
                    <a:pt x="310067" y="352542"/>
                  </a:cubicBezTo>
                  <a:cubicBezTo>
                    <a:pt x="308697" y="356654"/>
                    <a:pt x="304586" y="362135"/>
                    <a:pt x="303215" y="368987"/>
                  </a:cubicBezTo>
                  <a:cubicBezTo>
                    <a:pt x="301845" y="371728"/>
                    <a:pt x="300475" y="375839"/>
                    <a:pt x="299104" y="377210"/>
                  </a:cubicBezTo>
                  <a:cubicBezTo>
                    <a:pt x="293623" y="389543"/>
                    <a:pt x="289511" y="401877"/>
                    <a:pt x="289511" y="404618"/>
                  </a:cubicBezTo>
                  <a:cubicBezTo>
                    <a:pt x="289511" y="405988"/>
                    <a:pt x="289511" y="407359"/>
                    <a:pt x="289511" y="405988"/>
                  </a:cubicBezTo>
                  <a:cubicBezTo>
                    <a:pt x="288141" y="404618"/>
                    <a:pt x="286771" y="405988"/>
                    <a:pt x="286771" y="410099"/>
                  </a:cubicBezTo>
                  <a:cubicBezTo>
                    <a:pt x="286771" y="412840"/>
                    <a:pt x="286771" y="416951"/>
                    <a:pt x="286771" y="416951"/>
                  </a:cubicBezTo>
                  <a:cubicBezTo>
                    <a:pt x="286771" y="416951"/>
                    <a:pt x="286771" y="418322"/>
                    <a:pt x="285400" y="418322"/>
                  </a:cubicBezTo>
                  <a:cubicBezTo>
                    <a:pt x="285400" y="418322"/>
                    <a:pt x="282659" y="422433"/>
                    <a:pt x="281289" y="427915"/>
                  </a:cubicBezTo>
                  <a:cubicBezTo>
                    <a:pt x="279919" y="433396"/>
                    <a:pt x="277178" y="440248"/>
                    <a:pt x="275807" y="442989"/>
                  </a:cubicBezTo>
                  <a:cubicBezTo>
                    <a:pt x="274437" y="447100"/>
                    <a:pt x="270326" y="460804"/>
                    <a:pt x="270326" y="463545"/>
                  </a:cubicBezTo>
                  <a:cubicBezTo>
                    <a:pt x="270326" y="463545"/>
                    <a:pt x="270326" y="467656"/>
                    <a:pt x="267585" y="471767"/>
                  </a:cubicBezTo>
                  <a:cubicBezTo>
                    <a:pt x="263474" y="482731"/>
                    <a:pt x="264844" y="512880"/>
                    <a:pt x="267585" y="523843"/>
                  </a:cubicBezTo>
                  <a:cubicBezTo>
                    <a:pt x="270326" y="534806"/>
                    <a:pt x="281289" y="548510"/>
                    <a:pt x="290882" y="555362"/>
                  </a:cubicBezTo>
                  <a:cubicBezTo>
                    <a:pt x="294993" y="558103"/>
                    <a:pt x="297734" y="560844"/>
                    <a:pt x="299104" y="560844"/>
                  </a:cubicBezTo>
                  <a:cubicBezTo>
                    <a:pt x="300475" y="560844"/>
                    <a:pt x="301845" y="559473"/>
                    <a:pt x="303215" y="558103"/>
                  </a:cubicBezTo>
                  <a:cubicBezTo>
                    <a:pt x="307327" y="553992"/>
                    <a:pt x="307327" y="551251"/>
                    <a:pt x="303215" y="549880"/>
                  </a:cubicBezTo>
                  <a:cubicBezTo>
                    <a:pt x="301845" y="549880"/>
                    <a:pt x="299104" y="545769"/>
                    <a:pt x="299104" y="543028"/>
                  </a:cubicBezTo>
                  <a:cubicBezTo>
                    <a:pt x="297734" y="536176"/>
                    <a:pt x="297734" y="508768"/>
                    <a:pt x="299104" y="506028"/>
                  </a:cubicBezTo>
                  <a:cubicBezTo>
                    <a:pt x="299104" y="504657"/>
                    <a:pt x="300475" y="500546"/>
                    <a:pt x="301845" y="496435"/>
                  </a:cubicBezTo>
                  <a:cubicBezTo>
                    <a:pt x="303215" y="486842"/>
                    <a:pt x="310067" y="464915"/>
                    <a:pt x="314179" y="453952"/>
                  </a:cubicBezTo>
                  <a:cubicBezTo>
                    <a:pt x="315549" y="449841"/>
                    <a:pt x="316919" y="444359"/>
                    <a:pt x="315549" y="441619"/>
                  </a:cubicBezTo>
                  <a:cubicBezTo>
                    <a:pt x="315549" y="438878"/>
                    <a:pt x="314179" y="438878"/>
                    <a:pt x="315549" y="441619"/>
                  </a:cubicBezTo>
                  <a:cubicBezTo>
                    <a:pt x="316919" y="444359"/>
                    <a:pt x="316919" y="444359"/>
                    <a:pt x="319660" y="441619"/>
                  </a:cubicBezTo>
                  <a:cubicBezTo>
                    <a:pt x="322401" y="437507"/>
                    <a:pt x="321031" y="436137"/>
                    <a:pt x="316919" y="434767"/>
                  </a:cubicBezTo>
                  <a:cubicBezTo>
                    <a:pt x="314179" y="434767"/>
                    <a:pt x="310067" y="442989"/>
                    <a:pt x="312808" y="444359"/>
                  </a:cubicBezTo>
                  <a:cubicBezTo>
                    <a:pt x="312808" y="444359"/>
                    <a:pt x="314179" y="445730"/>
                    <a:pt x="314179" y="447100"/>
                  </a:cubicBezTo>
                  <a:cubicBezTo>
                    <a:pt x="314179" y="448471"/>
                    <a:pt x="314179" y="448471"/>
                    <a:pt x="312808" y="447100"/>
                  </a:cubicBezTo>
                  <a:cubicBezTo>
                    <a:pt x="312808" y="447100"/>
                    <a:pt x="311438" y="447100"/>
                    <a:pt x="310067" y="448471"/>
                  </a:cubicBezTo>
                  <a:cubicBezTo>
                    <a:pt x="308697" y="449841"/>
                    <a:pt x="308697" y="449841"/>
                    <a:pt x="308697" y="448471"/>
                  </a:cubicBezTo>
                  <a:cubicBezTo>
                    <a:pt x="308697" y="447100"/>
                    <a:pt x="310067" y="445730"/>
                    <a:pt x="310067" y="444359"/>
                  </a:cubicBezTo>
                  <a:cubicBezTo>
                    <a:pt x="310067" y="441619"/>
                    <a:pt x="314179" y="430655"/>
                    <a:pt x="315549" y="425174"/>
                  </a:cubicBezTo>
                  <a:cubicBezTo>
                    <a:pt x="316919" y="422433"/>
                    <a:pt x="316919" y="419692"/>
                    <a:pt x="318290" y="418322"/>
                  </a:cubicBezTo>
                  <a:cubicBezTo>
                    <a:pt x="318290" y="416951"/>
                    <a:pt x="318290" y="415581"/>
                    <a:pt x="319660" y="414211"/>
                  </a:cubicBezTo>
                  <a:cubicBezTo>
                    <a:pt x="322401" y="411470"/>
                    <a:pt x="321031" y="405988"/>
                    <a:pt x="319660" y="407359"/>
                  </a:cubicBezTo>
                  <a:cubicBezTo>
                    <a:pt x="318290" y="408729"/>
                    <a:pt x="318290" y="407359"/>
                    <a:pt x="318290" y="405988"/>
                  </a:cubicBezTo>
                  <a:cubicBezTo>
                    <a:pt x="318290" y="404618"/>
                    <a:pt x="318290" y="403247"/>
                    <a:pt x="316919" y="404618"/>
                  </a:cubicBezTo>
                  <a:cubicBezTo>
                    <a:pt x="315549" y="404618"/>
                    <a:pt x="314179" y="404618"/>
                    <a:pt x="314179" y="404618"/>
                  </a:cubicBezTo>
                  <a:cubicBezTo>
                    <a:pt x="314179" y="401877"/>
                    <a:pt x="318290" y="397766"/>
                    <a:pt x="321031" y="397766"/>
                  </a:cubicBezTo>
                  <a:cubicBezTo>
                    <a:pt x="322401" y="397766"/>
                    <a:pt x="323771" y="396395"/>
                    <a:pt x="323771" y="395025"/>
                  </a:cubicBezTo>
                  <a:cubicBezTo>
                    <a:pt x="325142" y="392284"/>
                    <a:pt x="325142" y="392284"/>
                    <a:pt x="326512" y="393655"/>
                  </a:cubicBezTo>
                  <a:cubicBezTo>
                    <a:pt x="329253" y="395025"/>
                    <a:pt x="330623" y="393655"/>
                    <a:pt x="329253" y="390914"/>
                  </a:cubicBezTo>
                  <a:cubicBezTo>
                    <a:pt x="329253" y="389543"/>
                    <a:pt x="329253" y="389543"/>
                    <a:pt x="330623" y="388173"/>
                  </a:cubicBezTo>
                  <a:cubicBezTo>
                    <a:pt x="331994" y="388173"/>
                    <a:pt x="331994" y="386803"/>
                    <a:pt x="330623" y="386803"/>
                  </a:cubicBezTo>
                  <a:cubicBezTo>
                    <a:pt x="327883" y="386803"/>
                    <a:pt x="327883" y="386803"/>
                    <a:pt x="330623" y="379951"/>
                  </a:cubicBezTo>
                  <a:cubicBezTo>
                    <a:pt x="331994" y="377210"/>
                    <a:pt x="333364" y="375839"/>
                    <a:pt x="331994" y="378580"/>
                  </a:cubicBezTo>
                  <a:cubicBezTo>
                    <a:pt x="331994" y="381321"/>
                    <a:pt x="331994" y="381321"/>
                    <a:pt x="333364" y="381321"/>
                  </a:cubicBezTo>
                  <a:cubicBezTo>
                    <a:pt x="334735" y="381321"/>
                    <a:pt x="336105" y="381321"/>
                    <a:pt x="336105" y="382691"/>
                  </a:cubicBezTo>
                  <a:cubicBezTo>
                    <a:pt x="336105" y="384062"/>
                    <a:pt x="337475" y="384062"/>
                    <a:pt x="338846" y="382691"/>
                  </a:cubicBezTo>
                  <a:cubicBezTo>
                    <a:pt x="341587" y="381321"/>
                    <a:pt x="341587" y="381321"/>
                    <a:pt x="341587" y="382691"/>
                  </a:cubicBezTo>
                  <a:cubicBezTo>
                    <a:pt x="341587" y="384062"/>
                    <a:pt x="340216" y="385432"/>
                    <a:pt x="337475" y="385432"/>
                  </a:cubicBezTo>
                  <a:cubicBezTo>
                    <a:pt x="336105" y="385432"/>
                    <a:pt x="334735" y="386803"/>
                    <a:pt x="334735" y="388173"/>
                  </a:cubicBezTo>
                  <a:cubicBezTo>
                    <a:pt x="334735" y="389543"/>
                    <a:pt x="333364" y="390914"/>
                    <a:pt x="331994" y="392284"/>
                  </a:cubicBezTo>
                  <a:cubicBezTo>
                    <a:pt x="330623" y="392284"/>
                    <a:pt x="330623" y="395025"/>
                    <a:pt x="330623" y="397766"/>
                  </a:cubicBezTo>
                  <a:cubicBezTo>
                    <a:pt x="330623" y="400507"/>
                    <a:pt x="330623" y="401877"/>
                    <a:pt x="329253" y="401877"/>
                  </a:cubicBezTo>
                  <a:cubicBezTo>
                    <a:pt x="327883" y="401877"/>
                    <a:pt x="326512" y="403247"/>
                    <a:pt x="326512" y="403247"/>
                  </a:cubicBezTo>
                  <a:cubicBezTo>
                    <a:pt x="326512" y="403247"/>
                    <a:pt x="325142" y="407359"/>
                    <a:pt x="322401" y="411470"/>
                  </a:cubicBezTo>
                  <a:cubicBezTo>
                    <a:pt x="321031" y="415581"/>
                    <a:pt x="319660" y="418322"/>
                    <a:pt x="319660" y="419692"/>
                  </a:cubicBezTo>
                  <a:cubicBezTo>
                    <a:pt x="319660" y="419692"/>
                    <a:pt x="319660" y="421063"/>
                    <a:pt x="318290" y="422433"/>
                  </a:cubicBezTo>
                  <a:cubicBezTo>
                    <a:pt x="315549" y="423803"/>
                    <a:pt x="314179" y="430655"/>
                    <a:pt x="316919" y="433396"/>
                  </a:cubicBezTo>
                  <a:cubicBezTo>
                    <a:pt x="319660" y="436137"/>
                    <a:pt x="321031" y="433396"/>
                    <a:pt x="319660" y="429285"/>
                  </a:cubicBezTo>
                  <a:cubicBezTo>
                    <a:pt x="319660" y="426544"/>
                    <a:pt x="319660" y="425174"/>
                    <a:pt x="321031" y="426544"/>
                  </a:cubicBezTo>
                  <a:cubicBezTo>
                    <a:pt x="322401" y="426544"/>
                    <a:pt x="323771" y="426544"/>
                    <a:pt x="325142" y="422433"/>
                  </a:cubicBezTo>
                  <a:cubicBezTo>
                    <a:pt x="326512" y="419692"/>
                    <a:pt x="327883" y="418322"/>
                    <a:pt x="327883" y="418322"/>
                  </a:cubicBezTo>
                  <a:cubicBezTo>
                    <a:pt x="327883" y="418322"/>
                    <a:pt x="329253" y="418322"/>
                    <a:pt x="327883" y="416951"/>
                  </a:cubicBezTo>
                  <a:cubicBezTo>
                    <a:pt x="327883" y="416951"/>
                    <a:pt x="329253" y="414211"/>
                    <a:pt x="330623" y="411470"/>
                  </a:cubicBezTo>
                  <a:cubicBezTo>
                    <a:pt x="333364" y="408729"/>
                    <a:pt x="334735" y="403247"/>
                    <a:pt x="336105" y="399136"/>
                  </a:cubicBezTo>
                  <a:cubicBezTo>
                    <a:pt x="336105" y="395025"/>
                    <a:pt x="337475" y="392284"/>
                    <a:pt x="337475" y="392284"/>
                  </a:cubicBezTo>
                  <a:cubicBezTo>
                    <a:pt x="337475" y="392284"/>
                    <a:pt x="338846" y="390914"/>
                    <a:pt x="338846" y="388173"/>
                  </a:cubicBezTo>
                  <a:cubicBezTo>
                    <a:pt x="338846" y="384062"/>
                    <a:pt x="342957" y="377210"/>
                    <a:pt x="345698" y="377210"/>
                  </a:cubicBezTo>
                  <a:cubicBezTo>
                    <a:pt x="348439" y="377210"/>
                    <a:pt x="355291" y="360765"/>
                    <a:pt x="355291" y="355283"/>
                  </a:cubicBezTo>
                  <a:cubicBezTo>
                    <a:pt x="355291" y="352542"/>
                    <a:pt x="355291" y="349802"/>
                    <a:pt x="355291" y="349802"/>
                  </a:cubicBezTo>
                  <a:cubicBezTo>
                    <a:pt x="359402" y="349802"/>
                    <a:pt x="362143" y="348431"/>
                    <a:pt x="368995" y="336098"/>
                  </a:cubicBezTo>
                  <a:cubicBezTo>
                    <a:pt x="373106" y="329246"/>
                    <a:pt x="378587" y="321023"/>
                    <a:pt x="379958" y="318282"/>
                  </a:cubicBezTo>
                  <a:cubicBezTo>
                    <a:pt x="381328" y="315542"/>
                    <a:pt x="384069" y="311430"/>
                    <a:pt x="385439" y="307319"/>
                  </a:cubicBezTo>
                  <a:cubicBezTo>
                    <a:pt x="386810" y="303208"/>
                    <a:pt x="389551" y="299097"/>
                    <a:pt x="390921" y="296356"/>
                  </a:cubicBezTo>
                  <a:cubicBezTo>
                    <a:pt x="393662" y="293615"/>
                    <a:pt x="399143" y="279911"/>
                    <a:pt x="399143" y="275800"/>
                  </a:cubicBezTo>
                  <a:cubicBezTo>
                    <a:pt x="400514" y="278541"/>
                    <a:pt x="400514" y="278541"/>
                    <a:pt x="401884" y="278541"/>
                  </a:cubicBezTo>
                  <a:close/>
                  <a:moveTo>
                    <a:pt x="434774" y="140130"/>
                  </a:moveTo>
                  <a:cubicBezTo>
                    <a:pt x="434774" y="138760"/>
                    <a:pt x="436144" y="137389"/>
                    <a:pt x="436144" y="138760"/>
                  </a:cubicBezTo>
                  <a:cubicBezTo>
                    <a:pt x="436144" y="138760"/>
                    <a:pt x="436144" y="140130"/>
                    <a:pt x="434774" y="140130"/>
                  </a:cubicBezTo>
                  <a:cubicBezTo>
                    <a:pt x="433403" y="142871"/>
                    <a:pt x="433403" y="142871"/>
                    <a:pt x="434774" y="140130"/>
                  </a:cubicBezTo>
                  <a:close/>
                  <a:moveTo>
                    <a:pt x="19542" y="452582"/>
                  </a:moveTo>
                  <a:cubicBezTo>
                    <a:pt x="19542" y="453952"/>
                    <a:pt x="18172" y="455323"/>
                    <a:pt x="16801" y="455323"/>
                  </a:cubicBezTo>
                  <a:cubicBezTo>
                    <a:pt x="15431" y="453952"/>
                    <a:pt x="15431" y="453952"/>
                    <a:pt x="19542" y="452582"/>
                  </a:cubicBezTo>
                  <a:cubicBezTo>
                    <a:pt x="19542" y="449841"/>
                    <a:pt x="20912" y="449841"/>
                    <a:pt x="19542" y="452582"/>
                  </a:cubicBezTo>
                  <a:close/>
                  <a:moveTo>
                    <a:pt x="23653" y="442989"/>
                  </a:moveTo>
                  <a:cubicBezTo>
                    <a:pt x="23653" y="444359"/>
                    <a:pt x="22283" y="445730"/>
                    <a:pt x="20912" y="445730"/>
                  </a:cubicBezTo>
                  <a:cubicBezTo>
                    <a:pt x="20912" y="445730"/>
                    <a:pt x="20912" y="444359"/>
                    <a:pt x="20912" y="441619"/>
                  </a:cubicBezTo>
                  <a:cubicBezTo>
                    <a:pt x="23653" y="437507"/>
                    <a:pt x="25024" y="437507"/>
                    <a:pt x="23653" y="442989"/>
                  </a:cubicBezTo>
                  <a:close/>
                  <a:moveTo>
                    <a:pt x="31876" y="426544"/>
                  </a:moveTo>
                  <a:cubicBezTo>
                    <a:pt x="30505" y="426544"/>
                    <a:pt x="29135" y="429285"/>
                    <a:pt x="29135" y="432026"/>
                  </a:cubicBezTo>
                  <a:cubicBezTo>
                    <a:pt x="29135" y="434767"/>
                    <a:pt x="27764" y="436137"/>
                    <a:pt x="26394" y="436137"/>
                  </a:cubicBezTo>
                  <a:cubicBezTo>
                    <a:pt x="25024" y="436137"/>
                    <a:pt x="25024" y="436137"/>
                    <a:pt x="25024" y="434767"/>
                  </a:cubicBezTo>
                  <a:cubicBezTo>
                    <a:pt x="27764" y="426544"/>
                    <a:pt x="29135" y="423803"/>
                    <a:pt x="31876" y="423803"/>
                  </a:cubicBezTo>
                  <a:cubicBezTo>
                    <a:pt x="33246" y="422433"/>
                    <a:pt x="34616" y="425174"/>
                    <a:pt x="31876" y="426544"/>
                  </a:cubicBezTo>
                  <a:close/>
                  <a:moveTo>
                    <a:pt x="34616" y="418322"/>
                  </a:moveTo>
                  <a:cubicBezTo>
                    <a:pt x="33246" y="421063"/>
                    <a:pt x="33246" y="421063"/>
                    <a:pt x="34616" y="418322"/>
                  </a:cubicBezTo>
                  <a:cubicBezTo>
                    <a:pt x="35987" y="411470"/>
                    <a:pt x="37357" y="411470"/>
                    <a:pt x="37357" y="412840"/>
                  </a:cubicBezTo>
                  <a:cubicBezTo>
                    <a:pt x="37357" y="414211"/>
                    <a:pt x="35987" y="416951"/>
                    <a:pt x="34616" y="418322"/>
                  </a:cubicBezTo>
                  <a:close/>
                  <a:moveTo>
                    <a:pt x="60654" y="374469"/>
                  </a:moveTo>
                  <a:cubicBezTo>
                    <a:pt x="59284" y="375839"/>
                    <a:pt x="59284" y="377210"/>
                    <a:pt x="60654" y="378580"/>
                  </a:cubicBezTo>
                  <a:cubicBezTo>
                    <a:pt x="62025" y="379951"/>
                    <a:pt x="60654" y="379951"/>
                    <a:pt x="59284" y="379951"/>
                  </a:cubicBezTo>
                  <a:cubicBezTo>
                    <a:pt x="57913" y="379951"/>
                    <a:pt x="56543" y="381321"/>
                    <a:pt x="57913" y="384062"/>
                  </a:cubicBezTo>
                  <a:cubicBezTo>
                    <a:pt x="57913" y="386803"/>
                    <a:pt x="57913" y="386803"/>
                    <a:pt x="56543" y="386803"/>
                  </a:cubicBezTo>
                  <a:cubicBezTo>
                    <a:pt x="55172" y="386803"/>
                    <a:pt x="52432" y="389543"/>
                    <a:pt x="49691" y="395025"/>
                  </a:cubicBezTo>
                  <a:cubicBezTo>
                    <a:pt x="45580" y="404618"/>
                    <a:pt x="38728" y="414211"/>
                    <a:pt x="40098" y="408729"/>
                  </a:cubicBezTo>
                  <a:cubicBezTo>
                    <a:pt x="40098" y="407359"/>
                    <a:pt x="42839" y="403247"/>
                    <a:pt x="44209" y="401877"/>
                  </a:cubicBezTo>
                  <a:cubicBezTo>
                    <a:pt x="45580" y="399136"/>
                    <a:pt x="46950" y="396395"/>
                    <a:pt x="48320" y="393655"/>
                  </a:cubicBezTo>
                  <a:cubicBezTo>
                    <a:pt x="48320" y="390914"/>
                    <a:pt x="49691" y="389543"/>
                    <a:pt x="51061" y="390914"/>
                  </a:cubicBezTo>
                  <a:cubicBezTo>
                    <a:pt x="51061" y="390914"/>
                    <a:pt x="52432" y="390914"/>
                    <a:pt x="52432" y="389543"/>
                  </a:cubicBezTo>
                  <a:cubicBezTo>
                    <a:pt x="52432" y="388173"/>
                    <a:pt x="53802" y="385432"/>
                    <a:pt x="56543" y="382691"/>
                  </a:cubicBezTo>
                  <a:cubicBezTo>
                    <a:pt x="57913" y="381321"/>
                    <a:pt x="60654" y="377210"/>
                    <a:pt x="60654" y="377210"/>
                  </a:cubicBezTo>
                  <a:cubicBezTo>
                    <a:pt x="60654" y="377210"/>
                    <a:pt x="62025" y="374469"/>
                    <a:pt x="63395" y="374469"/>
                  </a:cubicBezTo>
                  <a:cubicBezTo>
                    <a:pt x="62025" y="371728"/>
                    <a:pt x="62025" y="373098"/>
                    <a:pt x="60654" y="374469"/>
                  </a:cubicBezTo>
                  <a:close/>
                  <a:moveTo>
                    <a:pt x="68877" y="364876"/>
                  </a:moveTo>
                  <a:cubicBezTo>
                    <a:pt x="67506" y="364876"/>
                    <a:pt x="67506" y="364876"/>
                    <a:pt x="67506" y="364876"/>
                  </a:cubicBezTo>
                  <a:cubicBezTo>
                    <a:pt x="67506" y="364876"/>
                    <a:pt x="66136" y="367617"/>
                    <a:pt x="64765" y="368987"/>
                  </a:cubicBezTo>
                  <a:cubicBezTo>
                    <a:pt x="62025" y="370358"/>
                    <a:pt x="62025" y="370358"/>
                    <a:pt x="63395" y="367617"/>
                  </a:cubicBezTo>
                  <a:cubicBezTo>
                    <a:pt x="64765" y="363506"/>
                    <a:pt x="70247" y="356654"/>
                    <a:pt x="70247" y="358024"/>
                  </a:cubicBezTo>
                  <a:cubicBezTo>
                    <a:pt x="70247" y="359394"/>
                    <a:pt x="70247" y="360765"/>
                    <a:pt x="71617" y="362135"/>
                  </a:cubicBezTo>
                  <a:cubicBezTo>
                    <a:pt x="71617" y="364876"/>
                    <a:pt x="70247" y="366246"/>
                    <a:pt x="68877" y="364876"/>
                  </a:cubicBezTo>
                  <a:close/>
                  <a:moveTo>
                    <a:pt x="89433" y="327875"/>
                  </a:moveTo>
                  <a:cubicBezTo>
                    <a:pt x="86692" y="327875"/>
                    <a:pt x="86692" y="330616"/>
                    <a:pt x="86692" y="336098"/>
                  </a:cubicBezTo>
                  <a:cubicBezTo>
                    <a:pt x="86692" y="337468"/>
                    <a:pt x="85321" y="338838"/>
                    <a:pt x="83951" y="340209"/>
                  </a:cubicBezTo>
                  <a:cubicBezTo>
                    <a:pt x="81210" y="341579"/>
                    <a:pt x="77099" y="348431"/>
                    <a:pt x="78469" y="351172"/>
                  </a:cubicBezTo>
                  <a:cubicBezTo>
                    <a:pt x="78469" y="351172"/>
                    <a:pt x="78469" y="352542"/>
                    <a:pt x="77099" y="351172"/>
                  </a:cubicBezTo>
                  <a:cubicBezTo>
                    <a:pt x="77099" y="351172"/>
                    <a:pt x="75729" y="351172"/>
                    <a:pt x="74358" y="351172"/>
                  </a:cubicBezTo>
                  <a:cubicBezTo>
                    <a:pt x="72988" y="353913"/>
                    <a:pt x="70247" y="353913"/>
                    <a:pt x="70247" y="351172"/>
                  </a:cubicBezTo>
                  <a:cubicBezTo>
                    <a:pt x="70247" y="349802"/>
                    <a:pt x="70247" y="349802"/>
                    <a:pt x="71617" y="349802"/>
                  </a:cubicBezTo>
                  <a:cubicBezTo>
                    <a:pt x="71617" y="349802"/>
                    <a:pt x="74358" y="347061"/>
                    <a:pt x="75729" y="344320"/>
                  </a:cubicBezTo>
                  <a:cubicBezTo>
                    <a:pt x="77099" y="341579"/>
                    <a:pt x="78469" y="338838"/>
                    <a:pt x="79840" y="338838"/>
                  </a:cubicBezTo>
                  <a:cubicBezTo>
                    <a:pt x="79840" y="338838"/>
                    <a:pt x="82581" y="336098"/>
                    <a:pt x="83951" y="331986"/>
                  </a:cubicBezTo>
                  <a:cubicBezTo>
                    <a:pt x="86692" y="326505"/>
                    <a:pt x="88062" y="325134"/>
                    <a:pt x="89433" y="325134"/>
                  </a:cubicBezTo>
                  <a:cubicBezTo>
                    <a:pt x="89433" y="325134"/>
                    <a:pt x="90803" y="325134"/>
                    <a:pt x="90803" y="326505"/>
                  </a:cubicBezTo>
                  <a:cubicBezTo>
                    <a:pt x="90803" y="327875"/>
                    <a:pt x="90803" y="327875"/>
                    <a:pt x="89433" y="327875"/>
                  </a:cubicBezTo>
                  <a:close/>
                  <a:moveTo>
                    <a:pt x="105877" y="299097"/>
                  </a:moveTo>
                  <a:cubicBezTo>
                    <a:pt x="103137" y="303208"/>
                    <a:pt x="101766" y="307319"/>
                    <a:pt x="101766" y="307319"/>
                  </a:cubicBezTo>
                  <a:cubicBezTo>
                    <a:pt x="101766" y="307319"/>
                    <a:pt x="101766" y="308690"/>
                    <a:pt x="100396" y="308690"/>
                  </a:cubicBezTo>
                  <a:cubicBezTo>
                    <a:pt x="100396" y="308690"/>
                    <a:pt x="99025" y="310060"/>
                    <a:pt x="100396" y="311430"/>
                  </a:cubicBezTo>
                  <a:cubicBezTo>
                    <a:pt x="100396" y="312801"/>
                    <a:pt x="100396" y="312801"/>
                    <a:pt x="100396" y="312801"/>
                  </a:cubicBezTo>
                  <a:cubicBezTo>
                    <a:pt x="100396" y="312801"/>
                    <a:pt x="97655" y="314171"/>
                    <a:pt x="96285" y="316912"/>
                  </a:cubicBezTo>
                  <a:cubicBezTo>
                    <a:pt x="94914" y="319653"/>
                    <a:pt x="93544" y="322394"/>
                    <a:pt x="92173" y="322394"/>
                  </a:cubicBezTo>
                  <a:cubicBezTo>
                    <a:pt x="90803" y="322394"/>
                    <a:pt x="92173" y="316912"/>
                    <a:pt x="96285" y="311430"/>
                  </a:cubicBezTo>
                  <a:cubicBezTo>
                    <a:pt x="99025" y="307319"/>
                    <a:pt x="101766" y="303208"/>
                    <a:pt x="103137" y="300467"/>
                  </a:cubicBezTo>
                  <a:cubicBezTo>
                    <a:pt x="103137" y="299097"/>
                    <a:pt x="109989" y="288134"/>
                    <a:pt x="112729" y="288134"/>
                  </a:cubicBezTo>
                  <a:cubicBezTo>
                    <a:pt x="111359" y="289504"/>
                    <a:pt x="109989" y="292245"/>
                    <a:pt x="105877" y="299097"/>
                  </a:cubicBezTo>
                  <a:close/>
                  <a:moveTo>
                    <a:pt x="126433" y="267578"/>
                  </a:moveTo>
                  <a:cubicBezTo>
                    <a:pt x="125063" y="268948"/>
                    <a:pt x="123693" y="270318"/>
                    <a:pt x="125063" y="270318"/>
                  </a:cubicBezTo>
                  <a:cubicBezTo>
                    <a:pt x="125063" y="270318"/>
                    <a:pt x="125063" y="271689"/>
                    <a:pt x="122322" y="274430"/>
                  </a:cubicBezTo>
                  <a:cubicBezTo>
                    <a:pt x="119581" y="275800"/>
                    <a:pt x="118211" y="279911"/>
                    <a:pt x="116841" y="281282"/>
                  </a:cubicBezTo>
                  <a:cubicBezTo>
                    <a:pt x="116841" y="284022"/>
                    <a:pt x="115470" y="285393"/>
                    <a:pt x="114100" y="285393"/>
                  </a:cubicBezTo>
                  <a:cubicBezTo>
                    <a:pt x="112729" y="285393"/>
                    <a:pt x="112729" y="282652"/>
                    <a:pt x="115470" y="279911"/>
                  </a:cubicBezTo>
                  <a:cubicBezTo>
                    <a:pt x="116841" y="278541"/>
                    <a:pt x="118211" y="274430"/>
                    <a:pt x="120952" y="271689"/>
                  </a:cubicBezTo>
                  <a:cubicBezTo>
                    <a:pt x="122322" y="267578"/>
                    <a:pt x="125063" y="264837"/>
                    <a:pt x="127804" y="264837"/>
                  </a:cubicBezTo>
                  <a:cubicBezTo>
                    <a:pt x="129174" y="264837"/>
                    <a:pt x="129174" y="264837"/>
                    <a:pt x="126433" y="267578"/>
                  </a:cubicBezTo>
                  <a:close/>
                  <a:moveTo>
                    <a:pt x="133285" y="257985"/>
                  </a:moveTo>
                  <a:cubicBezTo>
                    <a:pt x="127804" y="263466"/>
                    <a:pt x="125063" y="262096"/>
                    <a:pt x="129174" y="256614"/>
                  </a:cubicBezTo>
                  <a:cubicBezTo>
                    <a:pt x="131915" y="251133"/>
                    <a:pt x="136026" y="249762"/>
                    <a:pt x="133285" y="255244"/>
                  </a:cubicBezTo>
                  <a:cubicBezTo>
                    <a:pt x="133285" y="256614"/>
                    <a:pt x="133285" y="257985"/>
                    <a:pt x="134656" y="256614"/>
                  </a:cubicBezTo>
                  <a:cubicBezTo>
                    <a:pt x="136026" y="255244"/>
                    <a:pt x="134656" y="256614"/>
                    <a:pt x="133285" y="257985"/>
                  </a:cubicBezTo>
                  <a:close/>
                  <a:moveTo>
                    <a:pt x="151101" y="223725"/>
                  </a:moveTo>
                  <a:cubicBezTo>
                    <a:pt x="148360" y="225095"/>
                    <a:pt x="144249" y="234688"/>
                    <a:pt x="145619" y="236058"/>
                  </a:cubicBezTo>
                  <a:cubicBezTo>
                    <a:pt x="145619" y="236058"/>
                    <a:pt x="144249" y="238799"/>
                    <a:pt x="142878" y="238799"/>
                  </a:cubicBezTo>
                  <a:cubicBezTo>
                    <a:pt x="141508" y="238799"/>
                    <a:pt x="138767" y="241540"/>
                    <a:pt x="138767" y="241540"/>
                  </a:cubicBezTo>
                  <a:cubicBezTo>
                    <a:pt x="138767" y="242910"/>
                    <a:pt x="137397" y="244281"/>
                    <a:pt x="136026" y="245651"/>
                  </a:cubicBezTo>
                  <a:cubicBezTo>
                    <a:pt x="133285" y="248392"/>
                    <a:pt x="133285" y="247022"/>
                    <a:pt x="133285" y="245651"/>
                  </a:cubicBezTo>
                  <a:cubicBezTo>
                    <a:pt x="133285" y="244281"/>
                    <a:pt x="133285" y="241540"/>
                    <a:pt x="134656" y="240170"/>
                  </a:cubicBezTo>
                  <a:cubicBezTo>
                    <a:pt x="136026" y="238799"/>
                    <a:pt x="137397" y="236058"/>
                    <a:pt x="137397" y="234688"/>
                  </a:cubicBezTo>
                  <a:cubicBezTo>
                    <a:pt x="137397" y="233318"/>
                    <a:pt x="137397" y="231947"/>
                    <a:pt x="138767" y="233318"/>
                  </a:cubicBezTo>
                  <a:cubicBezTo>
                    <a:pt x="140137" y="233318"/>
                    <a:pt x="141508" y="233318"/>
                    <a:pt x="142878" y="230577"/>
                  </a:cubicBezTo>
                  <a:cubicBezTo>
                    <a:pt x="144249" y="227836"/>
                    <a:pt x="145619" y="226466"/>
                    <a:pt x="145619" y="226466"/>
                  </a:cubicBezTo>
                  <a:cubicBezTo>
                    <a:pt x="146989" y="226466"/>
                    <a:pt x="146989" y="226466"/>
                    <a:pt x="145619" y="225095"/>
                  </a:cubicBezTo>
                  <a:cubicBezTo>
                    <a:pt x="145619" y="225095"/>
                    <a:pt x="145619" y="222354"/>
                    <a:pt x="146989" y="220984"/>
                  </a:cubicBezTo>
                  <a:cubicBezTo>
                    <a:pt x="148360" y="219614"/>
                    <a:pt x="149730" y="218243"/>
                    <a:pt x="149730" y="219614"/>
                  </a:cubicBezTo>
                  <a:cubicBezTo>
                    <a:pt x="152471" y="222354"/>
                    <a:pt x="152471" y="223725"/>
                    <a:pt x="151101" y="223725"/>
                  </a:cubicBezTo>
                  <a:close/>
                  <a:moveTo>
                    <a:pt x="157953" y="218243"/>
                  </a:moveTo>
                  <a:cubicBezTo>
                    <a:pt x="157953" y="219614"/>
                    <a:pt x="155212" y="219614"/>
                    <a:pt x="153841" y="219614"/>
                  </a:cubicBezTo>
                  <a:cubicBezTo>
                    <a:pt x="151101" y="219614"/>
                    <a:pt x="151101" y="219614"/>
                    <a:pt x="152471" y="216873"/>
                  </a:cubicBezTo>
                  <a:cubicBezTo>
                    <a:pt x="153841" y="212762"/>
                    <a:pt x="157953" y="211391"/>
                    <a:pt x="156582" y="214132"/>
                  </a:cubicBezTo>
                  <a:cubicBezTo>
                    <a:pt x="156582" y="215502"/>
                    <a:pt x="156582" y="216873"/>
                    <a:pt x="156582" y="216873"/>
                  </a:cubicBezTo>
                  <a:cubicBezTo>
                    <a:pt x="156582" y="216873"/>
                    <a:pt x="159323" y="216873"/>
                    <a:pt x="157953" y="218243"/>
                  </a:cubicBezTo>
                  <a:close/>
                  <a:moveTo>
                    <a:pt x="160693" y="210021"/>
                  </a:moveTo>
                  <a:cubicBezTo>
                    <a:pt x="160693" y="210021"/>
                    <a:pt x="159323" y="210021"/>
                    <a:pt x="160693" y="207280"/>
                  </a:cubicBezTo>
                  <a:cubicBezTo>
                    <a:pt x="160693" y="205910"/>
                    <a:pt x="160693" y="204539"/>
                    <a:pt x="160693" y="205910"/>
                  </a:cubicBezTo>
                  <a:cubicBezTo>
                    <a:pt x="162064" y="208650"/>
                    <a:pt x="162064" y="210021"/>
                    <a:pt x="160693" y="210021"/>
                  </a:cubicBezTo>
                  <a:close/>
                  <a:moveTo>
                    <a:pt x="168916" y="194946"/>
                  </a:moveTo>
                  <a:cubicBezTo>
                    <a:pt x="167545" y="197687"/>
                    <a:pt x="166175" y="201798"/>
                    <a:pt x="163434" y="201798"/>
                  </a:cubicBezTo>
                  <a:cubicBezTo>
                    <a:pt x="160693" y="203169"/>
                    <a:pt x="160693" y="203169"/>
                    <a:pt x="163434" y="196317"/>
                  </a:cubicBezTo>
                  <a:cubicBezTo>
                    <a:pt x="168916" y="189465"/>
                    <a:pt x="173027" y="188094"/>
                    <a:pt x="168916" y="194946"/>
                  </a:cubicBezTo>
                  <a:close/>
                  <a:moveTo>
                    <a:pt x="174397" y="185353"/>
                  </a:moveTo>
                  <a:cubicBezTo>
                    <a:pt x="173027" y="188094"/>
                    <a:pt x="173027" y="188094"/>
                    <a:pt x="173027" y="186724"/>
                  </a:cubicBezTo>
                  <a:cubicBezTo>
                    <a:pt x="173027" y="185353"/>
                    <a:pt x="173027" y="185353"/>
                    <a:pt x="174397" y="183983"/>
                  </a:cubicBezTo>
                  <a:cubicBezTo>
                    <a:pt x="174397" y="182613"/>
                    <a:pt x="174397" y="183983"/>
                    <a:pt x="174397" y="185353"/>
                  </a:cubicBezTo>
                  <a:close/>
                  <a:moveTo>
                    <a:pt x="181249" y="175761"/>
                  </a:moveTo>
                  <a:cubicBezTo>
                    <a:pt x="179879" y="175761"/>
                    <a:pt x="178509" y="177131"/>
                    <a:pt x="177138" y="178501"/>
                  </a:cubicBezTo>
                  <a:cubicBezTo>
                    <a:pt x="175768" y="181242"/>
                    <a:pt x="175768" y="181242"/>
                    <a:pt x="175768" y="178501"/>
                  </a:cubicBezTo>
                  <a:cubicBezTo>
                    <a:pt x="175768" y="175761"/>
                    <a:pt x="179879" y="170279"/>
                    <a:pt x="182620" y="170279"/>
                  </a:cubicBezTo>
                  <a:cubicBezTo>
                    <a:pt x="182620" y="170279"/>
                    <a:pt x="183990" y="171649"/>
                    <a:pt x="183990" y="173020"/>
                  </a:cubicBezTo>
                  <a:cubicBezTo>
                    <a:pt x="183990" y="174390"/>
                    <a:pt x="182620" y="175761"/>
                    <a:pt x="181249" y="175761"/>
                  </a:cubicBezTo>
                  <a:close/>
                  <a:moveTo>
                    <a:pt x="193583" y="155205"/>
                  </a:moveTo>
                  <a:cubicBezTo>
                    <a:pt x="192213" y="157945"/>
                    <a:pt x="189472" y="162057"/>
                    <a:pt x="188101" y="163427"/>
                  </a:cubicBezTo>
                  <a:cubicBezTo>
                    <a:pt x="186731" y="166168"/>
                    <a:pt x="185361" y="167538"/>
                    <a:pt x="183990" y="167538"/>
                  </a:cubicBezTo>
                  <a:cubicBezTo>
                    <a:pt x="182620" y="167538"/>
                    <a:pt x="182620" y="167538"/>
                    <a:pt x="183990" y="166168"/>
                  </a:cubicBezTo>
                  <a:cubicBezTo>
                    <a:pt x="185361" y="166168"/>
                    <a:pt x="188101" y="160686"/>
                    <a:pt x="190842" y="156575"/>
                  </a:cubicBezTo>
                  <a:cubicBezTo>
                    <a:pt x="193583" y="152464"/>
                    <a:pt x="196324" y="148353"/>
                    <a:pt x="197694" y="148353"/>
                  </a:cubicBezTo>
                  <a:cubicBezTo>
                    <a:pt x="197694" y="148353"/>
                    <a:pt x="196324" y="151093"/>
                    <a:pt x="193583" y="155205"/>
                  </a:cubicBezTo>
                  <a:close/>
                  <a:moveTo>
                    <a:pt x="203176" y="141501"/>
                  </a:moveTo>
                  <a:cubicBezTo>
                    <a:pt x="201805" y="142871"/>
                    <a:pt x="200435" y="144241"/>
                    <a:pt x="200435" y="144241"/>
                  </a:cubicBezTo>
                  <a:cubicBezTo>
                    <a:pt x="199065" y="144241"/>
                    <a:pt x="199065" y="142871"/>
                    <a:pt x="203176" y="141501"/>
                  </a:cubicBezTo>
                  <a:cubicBezTo>
                    <a:pt x="204546" y="138760"/>
                    <a:pt x="204546" y="138760"/>
                    <a:pt x="203176" y="141501"/>
                  </a:cubicBezTo>
                  <a:close/>
                  <a:moveTo>
                    <a:pt x="368995" y="223725"/>
                  </a:moveTo>
                  <a:cubicBezTo>
                    <a:pt x="367624" y="225095"/>
                    <a:pt x="366254" y="227836"/>
                    <a:pt x="366254" y="227836"/>
                  </a:cubicBezTo>
                  <a:cubicBezTo>
                    <a:pt x="366254" y="227836"/>
                    <a:pt x="366254" y="227836"/>
                    <a:pt x="366254" y="226466"/>
                  </a:cubicBezTo>
                  <a:cubicBezTo>
                    <a:pt x="366254" y="225095"/>
                    <a:pt x="366254" y="223725"/>
                    <a:pt x="368995" y="223725"/>
                  </a:cubicBezTo>
                  <a:cubicBezTo>
                    <a:pt x="370365" y="220984"/>
                    <a:pt x="370365" y="220984"/>
                    <a:pt x="368995" y="223725"/>
                  </a:cubicBezTo>
                  <a:close/>
                  <a:moveTo>
                    <a:pt x="374476" y="216873"/>
                  </a:moveTo>
                  <a:cubicBezTo>
                    <a:pt x="373106" y="218243"/>
                    <a:pt x="373106" y="218243"/>
                    <a:pt x="374476" y="216873"/>
                  </a:cubicBezTo>
                  <a:cubicBezTo>
                    <a:pt x="374476" y="214132"/>
                    <a:pt x="374476" y="212762"/>
                    <a:pt x="375847" y="214132"/>
                  </a:cubicBezTo>
                  <a:cubicBezTo>
                    <a:pt x="375847" y="214132"/>
                    <a:pt x="375847" y="215502"/>
                    <a:pt x="374476" y="216873"/>
                  </a:cubicBezTo>
                  <a:close/>
                  <a:moveTo>
                    <a:pt x="277178" y="504657"/>
                  </a:moveTo>
                  <a:cubicBezTo>
                    <a:pt x="275807" y="507398"/>
                    <a:pt x="275807" y="507398"/>
                    <a:pt x="275807" y="504657"/>
                  </a:cubicBezTo>
                  <a:cubicBezTo>
                    <a:pt x="275807" y="503287"/>
                    <a:pt x="275807" y="501916"/>
                    <a:pt x="277178" y="500546"/>
                  </a:cubicBezTo>
                  <a:cubicBezTo>
                    <a:pt x="277178" y="500546"/>
                    <a:pt x="278548" y="500546"/>
                    <a:pt x="278548" y="500546"/>
                  </a:cubicBezTo>
                  <a:cubicBezTo>
                    <a:pt x="278548" y="500546"/>
                    <a:pt x="278548" y="503287"/>
                    <a:pt x="277178" y="504657"/>
                  </a:cubicBezTo>
                  <a:close/>
                  <a:moveTo>
                    <a:pt x="281289" y="489583"/>
                  </a:moveTo>
                  <a:cubicBezTo>
                    <a:pt x="278548" y="489583"/>
                    <a:pt x="278548" y="489583"/>
                    <a:pt x="281289" y="489583"/>
                  </a:cubicBezTo>
                  <a:cubicBezTo>
                    <a:pt x="281289" y="486842"/>
                    <a:pt x="282659" y="486842"/>
                    <a:pt x="282659" y="486842"/>
                  </a:cubicBezTo>
                  <a:cubicBezTo>
                    <a:pt x="282659" y="486842"/>
                    <a:pt x="282659" y="488212"/>
                    <a:pt x="281289" y="489583"/>
                  </a:cubicBezTo>
                  <a:close/>
                  <a:moveTo>
                    <a:pt x="300475" y="374469"/>
                  </a:moveTo>
                  <a:cubicBezTo>
                    <a:pt x="300475" y="373098"/>
                    <a:pt x="301845" y="371728"/>
                    <a:pt x="303215" y="373098"/>
                  </a:cubicBezTo>
                  <a:cubicBezTo>
                    <a:pt x="303215" y="373098"/>
                    <a:pt x="304586" y="374469"/>
                    <a:pt x="303215" y="375839"/>
                  </a:cubicBezTo>
                  <a:cubicBezTo>
                    <a:pt x="300475" y="378580"/>
                    <a:pt x="299104" y="377210"/>
                    <a:pt x="300475" y="374469"/>
                  </a:cubicBezTo>
                  <a:close/>
                  <a:moveTo>
                    <a:pt x="299104" y="427915"/>
                  </a:moveTo>
                  <a:cubicBezTo>
                    <a:pt x="299104" y="427915"/>
                    <a:pt x="300475" y="427915"/>
                    <a:pt x="299104" y="429285"/>
                  </a:cubicBezTo>
                  <a:cubicBezTo>
                    <a:pt x="299104" y="430655"/>
                    <a:pt x="297734" y="430655"/>
                    <a:pt x="297734" y="430655"/>
                  </a:cubicBezTo>
                  <a:cubicBezTo>
                    <a:pt x="297734" y="430655"/>
                    <a:pt x="297734" y="430655"/>
                    <a:pt x="297734" y="429285"/>
                  </a:cubicBezTo>
                  <a:cubicBezTo>
                    <a:pt x="297734" y="427915"/>
                    <a:pt x="297734" y="427915"/>
                    <a:pt x="299104" y="427915"/>
                  </a:cubicBezTo>
                  <a:close/>
                  <a:moveTo>
                    <a:pt x="290882" y="445730"/>
                  </a:moveTo>
                  <a:cubicBezTo>
                    <a:pt x="292252" y="445730"/>
                    <a:pt x="292252" y="447100"/>
                    <a:pt x="292252" y="448471"/>
                  </a:cubicBezTo>
                  <a:cubicBezTo>
                    <a:pt x="292252" y="452582"/>
                    <a:pt x="289511" y="453952"/>
                    <a:pt x="289511" y="448471"/>
                  </a:cubicBezTo>
                  <a:cubicBezTo>
                    <a:pt x="289511" y="447100"/>
                    <a:pt x="290882" y="445730"/>
                    <a:pt x="290882" y="445730"/>
                  </a:cubicBezTo>
                  <a:close/>
                  <a:moveTo>
                    <a:pt x="285400" y="470397"/>
                  </a:moveTo>
                  <a:cubicBezTo>
                    <a:pt x="284030" y="470397"/>
                    <a:pt x="284030" y="470397"/>
                    <a:pt x="284030" y="470397"/>
                  </a:cubicBezTo>
                  <a:cubicBezTo>
                    <a:pt x="284030" y="470397"/>
                    <a:pt x="285400" y="469027"/>
                    <a:pt x="285400" y="469027"/>
                  </a:cubicBezTo>
                  <a:cubicBezTo>
                    <a:pt x="286771" y="469027"/>
                    <a:pt x="288141" y="469027"/>
                    <a:pt x="288141" y="470397"/>
                  </a:cubicBezTo>
                  <a:cubicBezTo>
                    <a:pt x="288141" y="469027"/>
                    <a:pt x="286771" y="469027"/>
                    <a:pt x="285400" y="470397"/>
                  </a:cubicBezTo>
                  <a:close/>
                  <a:moveTo>
                    <a:pt x="286771" y="463545"/>
                  </a:moveTo>
                  <a:cubicBezTo>
                    <a:pt x="285400" y="463545"/>
                    <a:pt x="285400" y="463545"/>
                    <a:pt x="285400" y="462175"/>
                  </a:cubicBezTo>
                  <a:cubicBezTo>
                    <a:pt x="285400" y="462175"/>
                    <a:pt x="285400" y="460804"/>
                    <a:pt x="286771" y="460804"/>
                  </a:cubicBezTo>
                  <a:cubicBezTo>
                    <a:pt x="286771" y="460804"/>
                    <a:pt x="288141" y="460804"/>
                    <a:pt x="289511" y="462175"/>
                  </a:cubicBezTo>
                  <a:cubicBezTo>
                    <a:pt x="288141" y="463545"/>
                    <a:pt x="288141" y="463545"/>
                    <a:pt x="286771" y="463545"/>
                  </a:cubicBezTo>
                  <a:close/>
                  <a:moveTo>
                    <a:pt x="292252" y="470397"/>
                  </a:moveTo>
                  <a:cubicBezTo>
                    <a:pt x="292252" y="470397"/>
                    <a:pt x="290882" y="470397"/>
                    <a:pt x="290882" y="471767"/>
                  </a:cubicBezTo>
                  <a:cubicBezTo>
                    <a:pt x="290882" y="473138"/>
                    <a:pt x="290882" y="473138"/>
                    <a:pt x="290882" y="471767"/>
                  </a:cubicBezTo>
                  <a:cubicBezTo>
                    <a:pt x="290882" y="470397"/>
                    <a:pt x="290882" y="467656"/>
                    <a:pt x="292252" y="466286"/>
                  </a:cubicBezTo>
                  <a:cubicBezTo>
                    <a:pt x="293623" y="464915"/>
                    <a:pt x="293623" y="464915"/>
                    <a:pt x="293623" y="467656"/>
                  </a:cubicBezTo>
                  <a:cubicBezTo>
                    <a:pt x="292252" y="470397"/>
                    <a:pt x="292252" y="470397"/>
                    <a:pt x="292252" y="470397"/>
                  </a:cubicBezTo>
                  <a:close/>
                  <a:moveTo>
                    <a:pt x="301845" y="471767"/>
                  </a:moveTo>
                  <a:cubicBezTo>
                    <a:pt x="300475" y="473138"/>
                    <a:pt x="300475" y="474508"/>
                    <a:pt x="299104" y="474508"/>
                  </a:cubicBezTo>
                  <a:cubicBezTo>
                    <a:pt x="297734" y="474508"/>
                    <a:pt x="299104" y="473138"/>
                    <a:pt x="299104" y="471767"/>
                  </a:cubicBezTo>
                  <a:cubicBezTo>
                    <a:pt x="299104" y="470397"/>
                    <a:pt x="300475" y="469027"/>
                    <a:pt x="301845" y="469027"/>
                  </a:cubicBezTo>
                  <a:cubicBezTo>
                    <a:pt x="303215" y="470397"/>
                    <a:pt x="303215" y="470397"/>
                    <a:pt x="301845" y="471767"/>
                  </a:cubicBezTo>
                  <a:close/>
                  <a:moveTo>
                    <a:pt x="303215" y="467656"/>
                  </a:moveTo>
                  <a:cubicBezTo>
                    <a:pt x="301845" y="467656"/>
                    <a:pt x="301845" y="466286"/>
                    <a:pt x="301845" y="464915"/>
                  </a:cubicBezTo>
                  <a:cubicBezTo>
                    <a:pt x="301845" y="463545"/>
                    <a:pt x="301845" y="462175"/>
                    <a:pt x="303215" y="460804"/>
                  </a:cubicBezTo>
                  <a:cubicBezTo>
                    <a:pt x="303215" y="460804"/>
                    <a:pt x="304586" y="460804"/>
                    <a:pt x="304586" y="463545"/>
                  </a:cubicBezTo>
                  <a:cubicBezTo>
                    <a:pt x="304586" y="466286"/>
                    <a:pt x="304586" y="467656"/>
                    <a:pt x="303215" y="467656"/>
                  </a:cubicBezTo>
                  <a:close/>
                  <a:moveTo>
                    <a:pt x="308697" y="432026"/>
                  </a:moveTo>
                  <a:cubicBezTo>
                    <a:pt x="308697" y="432026"/>
                    <a:pt x="307327" y="432026"/>
                    <a:pt x="307327" y="433396"/>
                  </a:cubicBezTo>
                  <a:cubicBezTo>
                    <a:pt x="307327" y="434767"/>
                    <a:pt x="307327" y="436137"/>
                    <a:pt x="307327" y="438878"/>
                  </a:cubicBezTo>
                  <a:cubicBezTo>
                    <a:pt x="307327" y="440248"/>
                    <a:pt x="307327" y="442989"/>
                    <a:pt x="307327" y="444359"/>
                  </a:cubicBezTo>
                  <a:cubicBezTo>
                    <a:pt x="307327" y="445730"/>
                    <a:pt x="305956" y="447100"/>
                    <a:pt x="305956" y="445730"/>
                  </a:cubicBezTo>
                  <a:cubicBezTo>
                    <a:pt x="304586" y="444359"/>
                    <a:pt x="304586" y="444359"/>
                    <a:pt x="305956" y="441619"/>
                  </a:cubicBezTo>
                  <a:cubicBezTo>
                    <a:pt x="307327" y="438878"/>
                    <a:pt x="307327" y="436137"/>
                    <a:pt x="304586" y="436137"/>
                  </a:cubicBezTo>
                  <a:cubicBezTo>
                    <a:pt x="304586" y="436137"/>
                    <a:pt x="303215" y="437507"/>
                    <a:pt x="303215" y="438878"/>
                  </a:cubicBezTo>
                  <a:cubicBezTo>
                    <a:pt x="303215" y="440248"/>
                    <a:pt x="301845" y="442989"/>
                    <a:pt x="301845" y="445730"/>
                  </a:cubicBezTo>
                  <a:cubicBezTo>
                    <a:pt x="300475" y="447100"/>
                    <a:pt x="299104" y="451211"/>
                    <a:pt x="299104" y="453952"/>
                  </a:cubicBezTo>
                  <a:cubicBezTo>
                    <a:pt x="299104" y="456693"/>
                    <a:pt x="297734" y="459434"/>
                    <a:pt x="297734" y="460804"/>
                  </a:cubicBezTo>
                  <a:cubicBezTo>
                    <a:pt x="294993" y="463545"/>
                    <a:pt x="294993" y="462175"/>
                    <a:pt x="296363" y="455323"/>
                  </a:cubicBezTo>
                  <a:cubicBezTo>
                    <a:pt x="297734" y="451211"/>
                    <a:pt x="297734" y="448471"/>
                    <a:pt x="297734" y="447100"/>
                  </a:cubicBezTo>
                  <a:cubicBezTo>
                    <a:pt x="297734" y="445730"/>
                    <a:pt x="297734" y="444359"/>
                    <a:pt x="299104" y="444359"/>
                  </a:cubicBezTo>
                  <a:cubicBezTo>
                    <a:pt x="299104" y="444359"/>
                    <a:pt x="301845" y="437507"/>
                    <a:pt x="304586" y="432026"/>
                  </a:cubicBezTo>
                  <a:cubicBezTo>
                    <a:pt x="308697" y="423803"/>
                    <a:pt x="308697" y="422433"/>
                    <a:pt x="308697" y="426544"/>
                  </a:cubicBezTo>
                  <a:cubicBezTo>
                    <a:pt x="308697" y="429285"/>
                    <a:pt x="307327" y="432026"/>
                    <a:pt x="305956" y="433396"/>
                  </a:cubicBezTo>
                  <a:cubicBezTo>
                    <a:pt x="304586" y="434767"/>
                    <a:pt x="304586" y="434767"/>
                    <a:pt x="305956" y="434767"/>
                  </a:cubicBezTo>
                  <a:cubicBezTo>
                    <a:pt x="307327" y="434767"/>
                    <a:pt x="308697" y="433396"/>
                    <a:pt x="308697" y="432026"/>
                  </a:cubicBezTo>
                  <a:cubicBezTo>
                    <a:pt x="308697" y="430655"/>
                    <a:pt x="310067" y="429285"/>
                    <a:pt x="312808" y="429285"/>
                  </a:cubicBezTo>
                  <a:cubicBezTo>
                    <a:pt x="315549" y="429285"/>
                    <a:pt x="315549" y="429285"/>
                    <a:pt x="314179" y="430655"/>
                  </a:cubicBezTo>
                  <a:cubicBezTo>
                    <a:pt x="311438" y="432026"/>
                    <a:pt x="310067" y="432026"/>
                    <a:pt x="308697" y="432026"/>
                  </a:cubicBezTo>
                  <a:close/>
                  <a:moveTo>
                    <a:pt x="310067" y="426544"/>
                  </a:moveTo>
                  <a:cubicBezTo>
                    <a:pt x="308697" y="426544"/>
                    <a:pt x="308697" y="425174"/>
                    <a:pt x="310067" y="425174"/>
                  </a:cubicBezTo>
                  <a:cubicBezTo>
                    <a:pt x="310067" y="425174"/>
                    <a:pt x="311438" y="423803"/>
                    <a:pt x="311438" y="423803"/>
                  </a:cubicBezTo>
                  <a:cubicBezTo>
                    <a:pt x="311438" y="423803"/>
                    <a:pt x="311438" y="425174"/>
                    <a:pt x="311438" y="425174"/>
                  </a:cubicBezTo>
                  <a:cubicBezTo>
                    <a:pt x="311438" y="425174"/>
                    <a:pt x="311438" y="426544"/>
                    <a:pt x="310067" y="426544"/>
                  </a:cubicBezTo>
                  <a:close/>
                  <a:moveTo>
                    <a:pt x="312808" y="418322"/>
                  </a:moveTo>
                  <a:cubicBezTo>
                    <a:pt x="314179" y="416951"/>
                    <a:pt x="315549" y="415581"/>
                    <a:pt x="316919" y="415581"/>
                  </a:cubicBezTo>
                  <a:cubicBezTo>
                    <a:pt x="316919" y="415581"/>
                    <a:pt x="316919" y="416951"/>
                    <a:pt x="316919" y="418322"/>
                  </a:cubicBezTo>
                  <a:cubicBezTo>
                    <a:pt x="316919" y="419692"/>
                    <a:pt x="314179" y="421063"/>
                    <a:pt x="312808" y="421063"/>
                  </a:cubicBezTo>
                  <a:cubicBezTo>
                    <a:pt x="311438" y="421063"/>
                    <a:pt x="311438" y="421063"/>
                    <a:pt x="312808" y="418322"/>
                  </a:cubicBezTo>
                  <a:close/>
                  <a:moveTo>
                    <a:pt x="323771" y="388173"/>
                  </a:moveTo>
                  <a:cubicBezTo>
                    <a:pt x="322401" y="388173"/>
                    <a:pt x="322401" y="388173"/>
                    <a:pt x="322401" y="388173"/>
                  </a:cubicBezTo>
                  <a:cubicBezTo>
                    <a:pt x="322401" y="388173"/>
                    <a:pt x="322401" y="386803"/>
                    <a:pt x="323771" y="385432"/>
                  </a:cubicBezTo>
                  <a:cubicBezTo>
                    <a:pt x="323771" y="385432"/>
                    <a:pt x="325142" y="385432"/>
                    <a:pt x="325142" y="385432"/>
                  </a:cubicBezTo>
                  <a:cubicBezTo>
                    <a:pt x="325142" y="385432"/>
                    <a:pt x="323771" y="388173"/>
                    <a:pt x="323771" y="388173"/>
                  </a:cubicBezTo>
                  <a:close/>
                  <a:moveTo>
                    <a:pt x="370365" y="301838"/>
                  </a:moveTo>
                  <a:cubicBezTo>
                    <a:pt x="370365" y="301838"/>
                    <a:pt x="371735" y="301838"/>
                    <a:pt x="370365" y="303208"/>
                  </a:cubicBezTo>
                  <a:cubicBezTo>
                    <a:pt x="370365" y="305949"/>
                    <a:pt x="367624" y="307319"/>
                    <a:pt x="367624" y="304578"/>
                  </a:cubicBezTo>
                  <a:cubicBezTo>
                    <a:pt x="368995" y="304578"/>
                    <a:pt x="368995" y="303208"/>
                    <a:pt x="370365" y="301838"/>
                  </a:cubicBezTo>
                  <a:close/>
                  <a:moveTo>
                    <a:pt x="362143" y="315542"/>
                  </a:moveTo>
                  <a:cubicBezTo>
                    <a:pt x="363513" y="314171"/>
                    <a:pt x="363513" y="314171"/>
                    <a:pt x="362143" y="315542"/>
                  </a:cubicBezTo>
                  <a:cubicBezTo>
                    <a:pt x="363513" y="315542"/>
                    <a:pt x="362143" y="316912"/>
                    <a:pt x="362143" y="318282"/>
                  </a:cubicBezTo>
                  <a:cubicBezTo>
                    <a:pt x="360772" y="319653"/>
                    <a:pt x="360772" y="319653"/>
                    <a:pt x="360772" y="319653"/>
                  </a:cubicBezTo>
                  <a:cubicBezTo>
                    <a:pt x="360772" y="319653"/>
                    <a:pt x="362143" y="316912"/>
                    <a:pt x="362143" y="315542"/>
                  </a:cubicBezTo>
                  <a:close/>
                  <a:moveTo>
                    <a:pt x="341587" y="358024"/>
                  </a:moveTo>
                  <a:cubicBezTo>
                    <a:pt x="341587" y="358024"/>
                    <a:pt x="342957" y="358024"/>
                    <a:pt x="344327" y="358024"/>
                  </a:cubicBezTo>
                  <a:cubicBezTo>
                    <a:pt x="344327" y="358024"/>
                    <a:pt x="344327" y="360765"/>
                    <a:pt x="344327" y="360765"/>
                  </a:cubicBezTo>
                  <a:cubicBezTo>
                    <a:pt x="344327" y="360765"/>
                    <a:pt x="342957" y="360765"/>
                    <a:pt x="341587" y="360765"/>
                  </a:cubicBezTo>
                  <a:cubicBezTo>
                    <a:pt x="338846" y="359394"/>
                    <a:pt x="340216" y="359394"/>
                    <a:pt x="341587" y="358024"/>
                  </a:cubicBezTo>
                  <a:close/>
                  <a:moveTo>
                    <a:pt x="349809" y="359394"/>
                  </a:moveTo>
                  <a:cubicBezTo>
                    <a:pt x="348439" y="359394"/>
                    <a:pt x="345698" y="363506"/>
                    <a:pt x="344327" y="366246"/>
                  </a:cubicBezTo>
                  <a:cubicBezTo>
                    <a:pt x="342957" y="368987"/>
                    <a:pt x="341587" y="371728"/>
                    <a:pt x="341587" y="371728"/>
                  </a:cubicBezTo>
                  <a:cubicBezTo>
                    <a:pt x="341587" y="371728"/>
                    <a:pt x="338846" y="375839"/>
                    <a:pt x="337475" y="378580"/>
                  </a:cubicBezTo>
                  <a:cubicBezTo>
                    <a:pt x="336105" y="382691"/>
                    <a:pt x="334735" y="382691"/>
                    <a:pt x="336105" y="379951"/>
                  </a:cubicBezTo>
                  <a:cubicBezTo>
                    <a:pt x="336105" y="377210"/>
                    <a:pt x="336105" y="375839"/>
                    <a:pt x="331994" y="377210"/>
                  </a:cubicBezTo>
                  <a:cubicBezTo>
                    <a:pt x="329253" y="377210"/>
                    <a:pt x="327883" y="377210"/>
                    <a:pt x="327883" y="375839"/>
                  </a:cubicBezTo>
                  <a:cubicBezTo>
                    <a:pt x="327883" y="373098"/>
                    <a:pt x="330623" y="367617"/>
                    <a:pt x="331994" y="367617"/>
                  </a:cubicBezTo>
                  <a:cubicBezTo>
                    <a:pt x="333364" y="367617"/>
                    <a:pt x="333364" y="368987"/>
                    <a:pt x="331994" y="370358"/>
                  </a:cubicBezTo>
                  <a:cubicBezTo>
                    <a:pt x="330623" y="371728"/>
                    <a:pt x="330623" y="374469"/>
                    <a:pt x="331994" y="374469"/>
                  </a:cubicBezTo>
                  <a:cubicBezTo>
                    <a:pt x="331994" y="374469"/>
                    <a:pt x="333364" y="371728"/>
                    <a:pt x="334735" y="370358"/>
                  </a:cubicBezTo>
                  <a:cubicBezTo>
                    <a:pt x="336105" y="366246"/>
                    <a:pt x="336105" y="366246"/>
                    <a:pt x="337475" y="367617"/>
                  </a:cubicBezTo>
                  <a:cubicBezTo>
                    <a:pt x="337475" y="368987"/>
                    <a:pt x="337475" y="370358"/>
                    <a:pt x="337475" y="371728"/>
                  </a:cubicBezTo>
                  <a:cubicBezTo>
                    <a:pt x="337475" y="373098"/>
                    <a:pt x="337475" y="373098"/>
                    <a:pt x="338846" y="371728"/>
                  </a:cubicBezTo>
                  <a:cubicBezTo>
                    <a:pt x="340216" y="371728"/>
                    <a:pt x="340216" y="370358"/>
                    <a:pt x="340216" y="368987"/>
                  </a:cubicBezTo>
                  <a:cubicBezTo>
                    <a:pt x="340216" y="367617"/>
                    <a:pt x="341587" y="364876"/>
                    <a:pt x="344327" y="362135"/>
                  </a:cubicBezTo>
                  <a:cubicBezTo>
                    <a:pt x="348439" y="358024"/>
                    <a:pt x="348439" y="356654"/>
                    <a:pt x="345698" y="355283"/>
                  </a:cubicBezTo>
                  <a:cubicBezTo>
                    <a:pt x="344327" y="353913"/>
                    <a:pt x="344327" y="352542"/>
                    <a:pt x="345698" y="349802"/>
                  </a:cubicBezTo>
                  <a:cubicBezTo>
                    <a:pt x="345698" y="348431"/>
                    <a:pt x="347068" y="347061"/>
                    <a:pt x="347068" y="348431"/>
                  </a:cubicBezTo>
                  <a:cubicBezTo>
                    <a:pt x="347068" y="349802"/>
                    <a:pt x="348439" y="349802"/>
                    <a:pt x="349809" y="349802"/>
                  </a:cubicBezTo>
                  <a:cubicBezTo>
                    <a:pt x="351179" y="349802"/>
                    <a:pt x="352550" y="351172"/>
                    <a:pt x="351179" y="353913"/>
                  </a:cubicBezTo>
                  <a:cubicBezTo>
                    <a:pt x="351179" y="355283"/>
                    <a:pt x="351179" y="356654"/>
                    <a:pt x="352550" y="356654"/>
                  </a:cubicBezTo>
                  <a:cubicBezTo>
                    <a:pt x="353920" y="356654"/>
                    <a:pt x="352550" y="358024"/>
                    <a:pt x="349809" y="359394"/>
                  </a:cubicBezTo>
                  <a:close/>
                  <a:moveTo>
                    <a:pt x="356661" y="341579"/>
                  </a:moveTo>
                  <a:cubicBezTo>
                    <a:pt x="356661" y="341579"/>
                    <a:pt x="355291" y="342950"/>
                    <a:pt x="353920" y="345690"/>
                  </a:cubicBezTo>
                  <a:cubicBezTo>
                    <a:pt x="352550" y="348431"/>
                    <a:pt x="352550" y="348431"/>
                    <a:pt x="352550" y="347061"/>
                  </a:cubicBezTo>
                  <a:cubicBezTo>
                    <a:pt x="352550" y="344320"/>
                    <a:pt x="355291" y="336098"/>
                    <a:pt x="356661" y="336098"/>
                  </a:cubicBezTo>
                  <a:cubicBezTo>
                    <a:pt x="356661" y="336098"/>
                    <a:pt x="358031" y="337468"/>
                    <a:pt x="358031" y="338838"/>
                  </a:cubicBezTo>
                  <a:cubicBezTo>
                    <a:pt x="358031" y="341579"/>
                    <a:pt x="358031" y="341579"/>
                    <a:pt x="356661" y="341579"/>
                  </a:cubicBezTo>
                  <a:close/>
                  <a:moveTo>
                    <a:pt x="363513" y="326505"/>
                  </a:moveTo>
                  <a:cubicBezTo>
                    <a:pt x="363513" y="327875"/>
                    <a:pt x="362143" y="330616"/>
                    <a:pt x="360772" y="331986"/>
                  </a:cubicBezTo>
                  <a:cubicBezTo>
                    <a:pt x="360772" y="333357"/>
                    <a:pt x="359402" y="333357"/>
                    <a:pt x="359402" y="331986"/>
                  </a:cubicBezTo>
                  <a:cubicBezTo>
                    <a:pt x="359402" y="330616"/>
                    <a:pt x="360772" y="327875"/>
                    <a:pt x="363513" y="326505"/>
                  </a:cubicBezTo>
                  <a:cubicBezTo>
                    <a:pt x="364883" y="325134"/>
                    <a:pt x="364883" y="323764"/>
                    <a:pt x="363513" y="326505"/>
                  </a:cubicBezTo>
                  <a:close/>
                  <a:moveTo>
                    <a:pt x="368995" y="318282"/>
                  </a:moveTo>
                  <a:cubicBezTo>
                    <a:pt x="366254" y="323764"/>
                    <a:pt x="363513" y="325134"/>
                    <a:pt x="363513" y="323764"/>
                  </a:cubicBezTo>
                  <a:cubicBezTo>
                    <a:pt x="363513" y="322394"/>
                    <a:pt x="370365" y="311430"/>
                    <a:pt x="370365" y="311430"/>
                  </a:cubicBezTo>
                  <a:cubicBezTo>
                    <a:pt x="373106" y="310060"/>
                    <a:pt x="373106" y="311430"/>
                    <a:pt x="368995" y="318282"/>
                  </a:cubicBezTo>
                  <a:close/>
                  <a:moveTo>
                    <a:pt x="371735" y="300467"/>
                  </a:moveTo>
                  <a:cubicBezTo>
                    <a:pt x="371735" y="300467"/>
                    <a:pt x="370365" y="299097"/>
                    <a:pt x="370365" y="299097"/>
                  </a:cubicBezTo>
                  <a:cubicBezTo>
                    <a:pt x="370365" y="299097"/>
                    <a:pt x="370365" y="297726"/>
                    <a:pt x="370365" y="297726"/>
                  </a:cubicBezTo>
                  <a:cubicBezTo>
                    <a:pt x="371735" y="297726"/>
                    <a:pt x="371735" y="299097"/>
                    <a:pt x="371735" y="299097"/>
                  </a:cubicBezTo>
                  <a:cubicBezTo>
                    <a:pt x="373106" y="299097"/>
                    <a:pt x="373106" y="300467"/>
                    <a:pt x="371735" y="300467"/>
                  </a:cubicBezTo>
                  <a:close/>
                  <a:moveTo>
                    <a:pt x="374476" y="307319"/>
                  </a:moveTo>
                  <a:cubicBezTo>
                    <a:pt x="373106" y="307319"/>
                    <a:pt x="373106" y="307319"/>
                    <a:pt x="374476" y="305949"/>
                  </a:cubicBezTo>
                  <a:cubicBezTo>
                    <a:pt x="375847" y="304578"/>
                    <a:pt x="375847" y="304578"/>
                    <a:pt x="375847" y="304578"/>
                  </a:cubicBezTo>
                  <a:cubicBezTo>
                    <a:pt x="375847" y="304578"/>
                    <a:pt x="375847" y="304578"/>
                    <a:pt x="375847" y="305949"/>
                  </a:cubicBezTo>
                  <a:cubicBezTo>
                    <a:pt x="375847" y="307319"/>
                    <a:pt x="375847" y="307319"/>
                    <a:pt x="374476" y="307319"/>
                  </a:cubicBezTo>
                  <a:close/>
                  <a:moveTo>
                    <a:pt x="389551" y="282652"/>
                  </a:moveTo>
                  <a:cubicBezTo>
                    <a:pt x="388180" y="286763"/>
                    <a:pt x="386810" y="288134"/>
                    <a:pt x="386810" y="285393"/>
                  </a:cubicBezTo>
                  <a:cubicBezTo>
                    <a:pt x="386810" y="284022"/>
                    <a:pt x="388180" y="282652"/>
                    <a:pt x="389551" y="281282"/>
                  </a:cubicBezTo>
                  <a:cubicBezTo>
                    <a:pt x="390921" y="278541"/>
                    <a:pt x="390921" y="279911"/>
                    <a:pt x="389551" y="282652"/>
                  </a:cubicBezTo>
                  <a:close/>
                  <a:moveTo>
                    <a:pt x="389551" y="264837"/>
                  </a:moveTo>
                  <a:cubicBezTo>
                    <a:pt x="386810" y="266207"/>
                    <a:pt x="386810" y="266207"/>
                    <a:pt x="389551" y="264837"/>
                  </a:cubicBezTo>
                  <a:cubicBezTo>
                    <a:pt x="389551" y="263466"/>
                    <a:pt x="390921" y="262096"/>
                    <a:pt x="390921" y="263466"/>
                  </a:cubicBezTo>
                  <a:cubicBezTo>
                    <a:pt x="390921" y="263466"/>
                    <a:pt x="390921" y="264837"/>
                    <a:pt x="389551" y="264837"/>
                  </a:cubicBezTo>
                  <a:close/>
                  <a:moveTo>
                    <a:pt x="396403" y="194946"/>
                  </a:moveTo>
                  <a:cubicBezTo>
                    <a:pt x="395032" y="197687"/>
                    <a:pt x="393662" y="200428"/>
                    <a:pt x="392291" y="201798"/>
                  </a:cubicBezTo>
                  <a:cubicBezTo>
                    <a:pt x="389551" y="203169"/>
                    <a:pt x="385439" y="201798"/>
                    <a:pt x="385439" y="199057"/>
                  </a:cubicBezTo>
                  <a:cubicBezTo>
                    <a:pt x="385439" y="196317"/>
                    <a:pt x="390921" y="192205"/>
                    <a:pt x="392291" y="193576"/>
                  </a:cubicBezTo>
                  <a:cubicBezTo>
                    <a:pt x="392291" y="193576"/>
                    <a:pt x="393662" y="193576"/>
                    <a:pt x="393662" y="193576"/>
                  </a:cubicBezTo>
                  <a:cubicBezTo>
                    <a:pt x="393662" y="189465"/>
                    <a:pt x="393662" y="186724"/>
                    <a:pt x="396403" y="188094"/>
                  </a:cubicBezTo>
                  <a:cubicBezTo>
                    <a:pt x="397773" y="188094"/>
                    <a:pt x="397773" y="188094"/>
                    <a:pt x="397773" y="188094"/>
                  </a:cubicBezTo>
                  <a:cubicBezTo>
                    <a:pt x="397773" y="188094"/>
                    <a:pt x="400514" y="183983"/>
                    <a:pt x="403255" y="179872"/>
                  </a:cubicBezTo>
                  <a:cubicBezTo>
                    <a:pt x="405995" y="175761"/>
                    <a:pt x="408736" y="171649"/>
                    <a:pt x="408736" y="171649"/>
                  </a:cubicBezTo>
                  <a:cubicBezTo>
                    <a:pt x="408736" y="171649"/>
                    <a:pt x="411477" y="166168"/>
                    <a:pt x="416959" y="162057"/>
                  </a:cubicBezTo>
                  <a:cubicBezTo>
                    <a:pt x="421070" y="157945"/>
                    <a:pt x="423811" y="152464"/>
                    <a:pt x="423811" y="151093"/>
                  </a:cubicBezTo>
                  <a:cubicBezTo>
                    <a:pt x="423811" y="149723"/>
                    <a:pt x="423811" y="148353"/>
                    <a:pt x="425181" y="148353"/>
                  </a:cubicBezTo>
                  <a:cubicBezTo>
                    <a:pt x="426551" y="148353"/>
                    <a:pt x="427922" y="146982"/>
                    <a:pt x="429292" y="144241"/>
                  </a:cubicBezTo>
                  <a:lnTo>
                    <a:pt x="432033" y="140130"/>
                  </a:lnTo>
                  <a:lnTo>
                    <a:pt x="432033" y="144241"/>
                  </a:lnTo>
                  <a:cubicBezTo>
                    <a:pt x="432033" y="145612"/>
                    <a:pt x="432033" y="148353"/>
                    <a:pt x="430663" y="148353"/>
                  </a:cubicBezTo>
                  <a:cubicBezTo>
                    <a:pt x="430663" y="148353"/>
                    <a:pt x="427922" y="151093"/>
                    <a:pt x="426551" y="153834"/>
                  </a:cubicBezTo>
                  <a:cubicBezTo>
                    <a:pt x="425181" y="156575"/>
                    <a:pt x="423811" y="157945"/>
                    <a:pt x="422440" y="157945"/>
                  </a:cubicBezTo>
                  <a:cubicBezTo>
                    <a:pt x="421070" y="157945"/>
                    <a:pt x="421070" y="157945"/>
                    <a:pt x="422440" y="157945"/>
                  </a:cubicBezTo>
                  <a:cubicBezTo>
                    <a:pt x="422440" y="159316"/>
                    <a:pt x="416959" y="171649"/>
                    <a:pt x="414218" y="174390"/>
                  </a:cubicBezTo>
                  <a:cubicBezTo>
                    <a:pt x="412847" y="174390"/>
                    <a:pt x="412847" y="177131"/>
                    <a:pt x="412847" y="178501"/>
                  </a:cubicBezTo>
                  <a:cubicBezTo>
                    <a:pt x="412847" y="181242"/>
                    <a:pt x="408736" y="188094"/>
                    <a:pt x="404625" y="190835"/>
                  </a:cubicBezTo>
                  <a:cubicBezTo>
                    <a:pt x="404625" y="190835"/>
                    <a:pt x="404625" y="190835"/>
                    <a:pt x="404625" y="189465"/>
                  </a:cubicBezTo>
                  <a:cubicBezTo>
                    <a:pt x="404625" y="188094"/>
                    <a:pt x="404625" y="188094"/>
                    <a:pt x="403255" y="188094"/>
                  </a:cubicBezTo>
                  <a:cubicBezTo>
                    <a:pt x="403255" y="188094"/>
                    <a:pt x="401884" y="188094"/>
                    <a:pt x="401884" y="189465"/>
                  </a:cubicBezTo>
                  <a:cubicBezTo>
                    <a:pt x="401884" y="190835"/>
                    <a:pt x="401884" y="190835"/>
                    <a:pt x="403255" y="190835"/>
                  </a:cubicBezTo>
                  <a:cubicBezTo>
                    <a:pt x="403255" y="190835"/>
                    <a:pt x="401884" y="192205"/>
                    <a:pt x="401884" y="192205"/>
                  </a:cubicBezTo>
                  <a:cubicBezTo>
                    <a:pt x="399143" y="190835"/>
                    <a:pt x="397773" y="192205"/>
                    <a:pt x="396403" y="194946"/>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3" name="Freeform 52">
              <a:extLst>
                <a:ext uri="{FF2B5EF4-FFF2-40B4-BE49-F238E27FC236}">
                  <a16:creationId xmlns:a16="http://schemas.microsoft.com/office/drawing/2014/main" id="{3DA3F50A-4C7D-92DC-4A55-B0BB09B3CECF}"/>
                </a:ext>
              </a:extLst>
            </p:cNvPr>
            <p:cNvSpPr/>
            <p:nvPr/>
          </p:nvSpPr>
          <p:spPr>
            <a:xfrm>
              <a:off x="3413838" y="-1066468"/>
              <a:ext cx="874316" cy="518069"/>
            </a:xfrm>
            <a:custGeom>
              <a:avLst/>
              <a:gdLst>
                <a:gd name="connsiteX0" fmla="*/ 698905 w 874316"/>
                <a:gd name="connsiteY0" fmla="*/ 220693 h 518069"/>
                <a:gd name="connsiteX1" fmla="*/ 708498 w 874316"/>
                <a:gd name="connsiteY1" fmla="*/ 208359 h 518069"/>
                <a:gd name="connsiteX2" fmla="*/ 709868 w 874316"/>
                <a:gd name="connsiteY2" fmla="*/ 205618 h 518069"/>
                <a:gd name="connsiteX3" fmla="*/ 727683 w 874316"/>
                <a:gd name="connsiteY3" fmla="*/ 183692 h 518069"/>
                <a:gd name="connsiteX4" fmla="*/ 741387 w 874316"/>
                <a:gd name="connsiteY4" fmla="*/ 167247 h 518069"/>
                <a:gd name="connsiteX5" fmla="*/ 746869 w 874316"/>
                <a:gd name="connsiteY5" fmla="*/ 159025 h 518069"/>
                <a:gd name="connsiteX6" fmla="*/ 750980 w 874316"/>
                <a:gd name="connsiteY6" fmla="*/ 154913 h 518069"/>
                <a:gd name="connsiteX7" fmla="*/ 753721 w 874316"/>
                <a:gd name="connsiteY7" fmla="*/ 152173 h 518069"/>
                <a:gd name="connsiteX8" fmla="*/ 768795 w 874316"/>
                <a:gd name="connsiteY8" fmla="*/ 149432 h 518069"/>
                <a:gd name="connsiteX9" fmla="*/ 772907 w 874316"/>
                <a:gd name="connsiteY9" fmla="*/ 148061 h 518069"/>
                <a:gd name="connsiteX10" fmla="*/ 778388 w 874316"/>
                <a:gd name="connsiteY10" fmla="*/ 148061 h 518069"/>
                <a:gd name="connsiteX11" fmla="*/ 782499 w 874316"/>
                <a:gd name="connsiteY11" fmla="*/ 148061 h 518069"/>
                <a:gd name="connsiteX12" fmla="*/ 801685 w 874316"/>
                <a:gd name="connsiteY12" fmla="*/ 143950 h 518069"/>
                <a:gd name="connsiteX13" fmla="*/ 857871 w 874316"/>
                <a:gd name="connsiteY13" fmla="*/ 145321 h 518069"/>
                <a:gd name="connsiteX14" fmla="*/ 874316 w 874316"/>
                <a:gd name="connsiteY14" fmla="*/ 145321 h 518069"/>
                <a:gd name="connsiteX15" fmla="*/ 861983 w 874316"/>
                <a:gd name="connsiteY15" fmla="*/ 135728 h 518069"/>
                <a:gd name="connsiteX16" fmla="*/ 792092 w 874316"/>
                <a:gd name="connsiteY16" fmla="*/ 128876 h 518069"/>
                <a:gd name="connsiteX17" fmla="*/ 774277 w 874316"/>
                <a:gd name="connsiteY17" fmla="*/ 126135 h 518069"/>
                <a:gd name="connsiteX18" fmla="*/ 775647 w 874316"/>
                <a:gd name="connsiteY18" fmla="*/ 124765 h 518069"/>
                <a:gd name="connsiteX19" fmla="*/ 781129 w 874316"/>
                <a:gd name="connsiteY19" fmla="*/ 117913 h 518069"/>
                <a:gd name="connsiteX20" fmla="*/ 786611 w 874316"/>
                <a:gd name="connsiteY20" fmla="*/ 111061 h 518069"/>
                <a:gd name="connsiteX21" fmla="*/ 805796 w 874316"/>
                <a:gd name="connsiteY21" fmla="*/ 89134 h 518069"/>
                <a:gd name="connsiteX22" fmla="*/ 824982 w 874316"/>
                <a:gd name="connsiteY22" fmla="*/ 68578 h 518069"/>
                <a:gd name="connsiteX23" fmla="*/ 845538 w 874316"/>
                <a:gd name="connsiteY23" fmla="*/ 48022 h 518069"/>
                <a:gd name="connsiteX24" fmla="*/ 852390 w 874316"/>
                <a:gd name="connsiteY24" fmla="*/ 38429 h 518069"/>
                <a:gd name="connsiteX25" fmla="*/ 855131 w 874316"/>
                <a:gd name="connsiteY25" fmla="*/ 31577 h 518069"/>
                <a:gd name="connsiteX26" fmla="*/ 855131 w 874316"/>
                <a:gd name="connsiteY26" fmla="*/ 23355 h 518069"/>
                <a:gd name="connsiteX27" fmla="*/ 842797 w 874316"/>
                <a:gd name="connsiteY27" fmla="*/ 4169 h 518069"/>
                <a:gd name="connsiteX28" fmla="*/ 833204 w 874316"/>
                <a:gd name="connsiteY28" fmla="*/ 58 h 518069"/>
                <a:gd name="connsiteX29" fmla="*/ 796203 w 874316"/>
                <a:gd name="connsiteY29" fmla="*/ 28836 h 518069"/>
                <a:gd name="connsiteX30" fmla="*/ 770166 w 874316"/>
                <a:gd name="connsiteY30" fmla="*/ 57615 h 518069"/>
                <a:gd name="connsiteX31" fmla="*/ 764684 w 874316"/>
                <a:gd name="connsiteY31" fmla="*/ 63096 h 518069"/>
                <a:gd name="connsiteX32" fmla="*/ 757832 w 874316"/>
                <a:gd name="connsiteY32" fmla="*/ 71319 h 518069"/>
                <a:gd name="connsiteX33" fmla="*/ 727683 w 874316"/>
                <a:gd name="connsiteY33" fmla="*/ 109690 h 518069"/>
                <a:gd name="connsiteX34" fmla="*/ 730424 w 874316"/>
                <a:gd name="connsiteY34" fmla="*/ 109690 h 518069"/>
                <a:gd name="connsiteX35" fmla="*/ 733165 w 874316"/>
                <a:gd name="connsiteY35" fmla="*/ 111061 h 518069"/>
                <a:gd name="connsiteX36" fmla="*/ 724943 w 874316"/>
                <a:gd name="connsiteY36" fmla="*/ 112431 h 518069"/>
                <a:gd name="connsiteX37" fmla="*/ 723572 w 874316"/>
                <a:gd name="connsiteY37" fmla="*/ 113801 h 518069"/>
                <a:gd name="connsiteX38" fmla="*/ 719461 w 874316"/>
                <a:gd name="connsiteY38" fmla="*/ 119283 h 518069"/>
                <a:gd name="connsiteX39" fmla="*/ 712609 w 874316"/>
                <a:gd name="connsiteY39" fmla="*/ 126135 h 518069"/>
                <a:gd name="connsiteX40" fmla="*/ 705757 w 874316"/>
                <a:gd name="connsiteY40" fmla="*/ 130246 h 518069"/>
                <a:gd name="connsiteX41" fmla="*/ 596125 w 874316"/>
                <a:gd name="connsiteY41" fmla="*/ 137098 h 518069"/>
                <a:gd name="connsiteX42" fmla="*/ 596125 w 874316"/>
                <a:gd name="connsiteY42" fmla="*/ 137098 h 518069"/>
                <a:gd name="connsiteX43" fmla="*/ 597495 w 874316"/>
                <a:gd name="connsiteY43" fmla="*/ 135728 h 518069"/>
                <a:gd name="connsiteX44" fmla="*/ 602977 w 874316"/>
                <a:gd name="connsiteY44" fmla="*/ 128876 h 518069"/>
                <a:gd name="connsiteX45" fmla="*/ 608458 w 874316"/>
                <a:gd name="connsiteY45" fmla="*/ 122024 h 518069"/>
                <a:gd name="connsiteX46" fmla="*/ 626274 w 874316"/>
                <a:gd name="connsiteY46" fmla="*/ 100097 h 518069"/>
                <a:gd name="connsiteX47" fmla="*/ 645459 w 874316"/>
                <a:gd name="connsiteY47" fmla="*/ 79541 h 518069"/>
                <a:gd name="connsiteX48" fmla="*/ 664645 w 874316"/>
                <a:gd name="connsiteY48" fmla="*/ 58985 h 518069"/>
                <a:gd name="connsiteX49" fmla="*/ 670126 w 874316"/>
                <a:gd name="connsiteY49" fmla="*/ 49392 h 518069"/>
                <a:gd name="connsiteX50" fmla="*/ 672867 w 874316"/>
                <a:gd name="connsiteY50" fmla="*/ 42540 h 518069"/>
                <a:gd name="connsiteX51" fmla="*/ 671497 w 874316"/>
                <a:gd name="connsiteY51" fmla="*/ 35688 h 518069"/>
                <a:gd name="connsiteX52" fmla="*/ 656422 w 874316"/>
                <a:gd name="connsiteY52" fmla="*/ 19244 h 518069"/>
                <a:gd name="connsiteX53" fmla="*/ 646830 w 874316"/>
                <a:gd name="connsiteY53" fmla="*/ 16503 h 518069"/>
                <a:gd name="connsiteX54" fmla="*/ 609829 w 874316"/>
                <a:gd name="connsiteY54" fmla="*/ 46652 h 518069"/>
                <a:gd name="connsiteX55" fmla="*/ 585162 w 874316"/>
                <a:gd name="connsiteY55" fmla="*/ 75430 h 518069"/>
                <a:gd name="connsiteX56" fmla="*/ 581050 w 874316"/>
                <a:gd name="connsiteY56" fmla="*/ 80912 h 518069"/>
                <a:gd name="connsiteX57" fmla="*/ 574198 w 874316"/>
                <a:gd name="connsiteY57" fmla="*/ 89134 h 518069"/>
                <a:gd name="connsiteX58" fmla="*/ 546790 w 874316"/>
                <a:gd name="connsiteY58" fmla="*/ 127505 h 518069"/>
                <a:gd name="connsiteX59" fmla="*/ 549531 w 874316"/>
                <a:gd name="connsiteY59" fmla="*/ 127505 h 518069"/>
                <a:gd name="connsiteX60" fmla="*/ 552272 w 874316"/>
                <a:gd name="connsiteY60" fmla="*/ 127505 h 518069"/>
                <a:gd name="connsiteX61" fmla="*/ 544050 w 874316"/>
                <a:gd name="connsiteY61" fmla="*/ 128876 h 518069"/>
                <a:gd name="connsiteX62" fmla="*/ 542679 w 874316"/>
                <a:gd name="connsiteY62" fmla="*/ 130246 h 518069"/>
                <a:gd name="connsiteX63" fmla="*/ 538568 w 874316"/>
                <a:gd name="connsiteY63" fmla="*/ 135728 h 518069"/>
                <a:gd name="connsiteX64" fmla="*/ 533086 w 874316"/>
                <a:gd name="connsiteY64" fmla="*/ 142580 h 518069"/>
                <a:gd name="connsiteX65" fmla="*/ 526234 w 874316"/>
                <a:gd name="connsiteY65" fmla="*/ 146691 h 518069"/>
                <a:gd name="connsiteX66" fmla="*/ 439899 w 874316"/>
                <a:gd name="connsiteY66" fmla="*/ 165877 h 518069"/>
                <a:gd name="connsiteX67" fmla="*/ 416602 w 874316"/>
                <a:gd name="connsiteY67" fmla="*/ 169988 h 518069"/>
                <a:gd name="connsiteX68" fmla="*/ 412491 w 874316"/>
                <a:gd name="connsiteY68" fmla="*/ 172729 h 518069"/>
                <a:gd name="connsiteX69" fmla="*/ 435788 w 874316"/>
                <a:gd name="connsiteY69" fmla="*/ 194655 h 518069"/>
                <a:gd name="connsiteX70" fmla="*/ 459085 w 874316"/>
                <a:gd name="connsiteY70" fmla="*/ 191914 h 518069"/>
                <a:gd name="connsiteX71" fmla="*/ 481011 w 874316"/>
                <a:gd name="connsiteY71" fmla="*/ 186433 h 518069"/>
                <a:gd name="connsiteX72" fmla="*/ 491974 w 874316"/>
                <a:gd name="connsiteY72" fmla="*/ 183692 h 518069"/>
                <a:gd name="connsiteX73" fmla="*/ 498826 w 874316"/>
                <a:gd name="connsiteY73" fmla="*/ 182321 h 518069"/>
                <a:gd name="connsiteX74" fmla="*/ 501567 w 874316"/>
                <a:gd name="connsiteY74" fmla="*/ 182321 h 518069"/>
                <a:gd name="connsiteX75" fmla="*/ 493345 w 874316"/>
                <a:gd name="connsiteY75" fmla="*/ 198766 h 518069"/>
                <a:gd name="connsiteX76" fmla="*/ 478270 w 874316"/>
                <a:gd name="connsiteY76" fmla="*/ 217952 h 518069"/>
                <a:gd name="connsiteX77" fmla="*/ 464566 w 874316"/>
                <a:gd name="connsiteY77" fmla="*/ 239878 h 518069"/>
                <a:gd name="connsiteX78" fmla="*/ 457714 w 874316"/>
                <a:gd name="connsiteY78" fmla="*/ 250841 h 518069"/>
                <a:gd name="connsiteX79" fmla="*/ 453603 w 874316"/>
                <a:gd name="connsiteY79" fmla="*/ 257694 h 518069"/>
                <a:gd name="connsiteX80" fmla="*/ 450862 w 874316"/>
                <a:gd name="connsiteY80" fmla="*/ 263175 h 518069"/>
                <a:gd name="connsiteX81" fmla="*/ 449492 w 874316"/>
                <a:gd name="connsiteY81" fmla="*/ 267286 h 518069"/>
                <a:gd name="connsiteX82" fmla="*/ 435788 w 874316"/>
                <a:gd name="connsiteY82" fmla="*/ 286472 h 518069"/>
                <a:gd name="connsiteX83" fmla="*/ 423454 w 874316"/>
                <a:gd name="connsiteY83" fmla="*/ 307028 h 518069"/>
                <a:gd name="connsiteX84" fmla="*/ 400157 w 874316"/>
                <a:gd name="connsiteY84" fmla="*/ 350881 h 518069"/>
                <a:gd name="connsiteX85" fmla="*/ 396046 w 874316"/>
                <a:gd name="connsiteY85" fmla="*/ 353622 h 518069"/>
                <a:gd name="connsiteX86" fmla="*/ 391935 w 874316"/>
                <a:gd name="connsiteY86" fmla="*/ 356363 h 518069"/>
                <a:gd name="connsiteX87" fmla="*/ 290525 w 874316"/>
                <a:gd name="connsiteY87" fmla="*/ 405697 h 518069"/>
                <a:gd name="connsiteX88" fmla="*/ 259006 w 874316"/>
                <a:gd name="connsiteY88" fmla="*/ 413919 h 518069"/>
                <a:gd name="connsiteX89" fmla="*/ 242561 w 874316"/>
                <a:gd name="connsiteY89" fmla="*/ 415290 h 518069"/>
                <a:gd name="connsiteX90" fmla="*/ 215153 w 874316"/>
                <a:gd name="connsiteY90" fmla="*/ 412549 h 518069"/>
                <a:gd name="connsiteX91" fmla="*/ 209671 w 874316"/>
                <a:gd name="connsiteY91" fmla="*/ 393363 h 518069"/>
                <a:gd name="connsiteX92" fmla="*/ 226116 w 874316"/>
                <a:gd name="connsiteY92" fmla="*/ 359103 h 518069"/>
                <a:gd name="connsiteX93" fmla="*/ 227487 w 874316"/>
                <a:gd name="connsiteY93" fmla="*/ 360474 h 518069"/>
                <a:gd name="connsiteX94" fmla="*/ 261747 w 874316"/>
                <a:gd name="connsiteY94" fmla="*/ 341288 h 518069"/>
                <a:gd name="connsiteX95" fmla="*/ 269969 w 874316"/>
                <a:gd name="connsiteY95" fmla="*/ 338547 h 518069"/>
                <a:gd name="connsiteX96" fmla="*/ 305599 w 874316"/>
                <a:gd name="connsiteY96" fmla="*/ 322102 h 518069"/>
                <a:gd name="connsiteX97" fmla="*/ 309711 w 874316"/>
                <a:gd name="connsiteY97" fmla="*/ 320732 h 518069"/>
                <a:gd name="connsiteX98" fmla="*/ 330267 w 874316"/>
                <a:gd name="connsiteY98" fmla="*/ 301546 h 518069"/>
                <a:gd name="connsiteX99" fmla="*/ 334378 w 874316"/>
                <a:gd name="connsiteY99" fmla="*/ 297435 h 518069"/>
                <a:gd name="connsiteX100" fmla="*/ 341230 w 874316"/>
                <a:gd name="connsiteY100" fmla="*/ 283731 h 518069"/>
                <a:gd name="connsiteX101" fmla="*/ 341230 w 874316"/>
                <a:gd name="connsiteY101" fmla="*/ 283731 h 518069"/>
                <a:gd name="connsiteX102" fmla="*/ 333008 w 874316"/>
                <a:gd name="connsiteY102" fmla="*/ 253582 h 518069"/>
                <a:gd name="connsiteX103" fmla="*/ 333008 w 874316"/>
                <a:gd name="connsiteY103" fmla="*/ 249471 h 518069"/>
                <a:gd name="connsiteX104" fmla="*/ 333008 w 874316"/>
                <a:gd name="connsiteY104" fmla="*/ 249471 h 518069"/>
                <a:gd name="connsiteX105" fmla="*/ 323415 w 874316"/>
                <a:gd name="connsiteY105" fmla="*/ 246730 h 518069"/>
                <a:gd name="connsiteX106" fmla="*/ 304229 w 874316"/>
                <a:gd name="connsiteY106" fmla="*/ 242619 h 518069"/>
                <a:gd name="connsiteX107" fmla="*/ 293266 w 874316"/>
                <a:gd name="connsiteY107" fmla="*/ 242619 h 518069"/>
                <a:gd name="connsiteX108" fmla="*/ 282303 w 874316"/>
                <a:gd name="connsiteY108" fmla="*/ 249471 h 518069"/>
                <a:gd name="connsiteX109" fmla="*/ 232968 w 874316"/>
                <a:gd name="connsiteY109" fmla="*/ 294694 h 518069"/>
                <a:gd name="connsiteX110" fmla="*/ 226116 w 874316"/>
                <a:gd name="connsiteY110" fmla="*/ 301546 h 518069"/>
                <a:gd name="connsiteX111" fmla="*/ 208301 w 874316"/>
                <a:gd name="connsiteY111" fmla="*/ 324843 h 518069"/>
                <a:gd name="connsiteX112" fmla="*/ 194597 w 874316"/>
                <a:gd name="connsiteY112" fmla="*/ 350881 h 518069"/>
                <a:gd name="connsiteX113" fmla="*/ 174041 w 874316"/>
                <a:gd name="connsiteY113" fmla="*/ 357733 h 518069"/>
                <a:gd name="connsiteX114" fmla="*/ 148003 w 874316"/>
                <a:gd name="connsiteY114" fmla="*/ 367326 h 518069"/>
                <a:gd name="connsiteX115" fmla="*/ 84965 w 874316"/>
                <a:gd name="connsiteY115" fmla="*/ 390623 h 518069"/>
                <a:gd name="connsiteX116" fmla="*/ 83594 w 874316"/>
                <a:gd name="connsiteY116" fmla="*/ 393363 h 518069"/>
                <a:gd name="connsiteX117" fmla="*/ 83594 w 874316"/>
                <a:gd name="connsiteY117" fmla="*/ 393363 h 518069"/>
                <a:gd name="connsiteX118" fmla="*/ 80854 w 874316"/>
                <a:gd name="connsiteY118" fmla="*/ 393363 h 518069"/>
                <a:gd name="connsiteX119" fmla="*/ 71261 w 874316"/>
                <a:gd name="connsiteY119" fmla="*/ 396104 h 518069"/>
                <a:gd name="connsiteX120" fmla="*/ 60298 w 874316"/>
                <a:gd name="connsiteY120" fmla="*/ 398845 h 518069"/>
                <a:gd name="connsiteX121" fmla="*/ 58927 w 874316"/>
                <a:gd name="connsiteY121" fmla="*/ 398845 h 518069"/>
                <a:gd name="connsiteX122" fmla="*/ 47964 w 874316"/>
                <a:gd name="connsiteY122" fmla="*/ 400215 h 518069"/>
                <a:gd name="connsiteX123" fmla="*/ 35630 w 874316"/>
                <a:gd name="connsiteY123" fmla="*/ 401586 h 518069"/>
                <a:gd name="connsiteX124" fmla="*/ 49334 w 874316"/>
                <a:gd name="connsiteY124" fmla="*/ 386511 h 518069"/>
                <a:gd name="connsiteX125" fmla="*/ 75372 w 874316"/>
                <a:gd name="connsiteY125" fmla="*/ 363215 h 518069"/>
                <a:gd name="connsiteX126" fmla="*/ 79483 w 874316"/>
                <a:gd name="connsiteY126" fmla="*/ 360474 h 518069"/>
                <a:gd name="connsiteX127" fmla="*/ 89076 w 874316"/>
                <a:gd name="connsiteY127" fmla="*/ 352251 h 518069"/>
                <a:gd name="connsiteX128" fmla="*/ 93187 w 874316"/>
                <a:gd name="connsiteY128" fmla="*/ 348140 h 518069"/>
                <a:gd name="connsiteX129" fmla="*/ 94558 w 874316"/>
                <a:gd name="connsiteY129" fmla="*/ 346770 h 518069"/>
                <a:gd name="connsiteX130" fmla="*/ 134299 w 874316"/>
                <a:gd name="connsiteY130" fmla="*/ 311139 h 518069"/>
                <a:gd name="connsiteX131" fmla="*/ 139781 w 874316"/>
                <a:gd name="connsiteY131" fmla="*/ 302917 h 518069"/>
                <a:gd name="connsiteX132" fmla="*/ 145263 w 874316"/>
                <a:gd name="connsiteY132" fmla="*/ 264546 h 518069"/>
                <a:gd name="connsiteX133" fmla="*/ 109632 w 874316"/>
                <a:gd name="connsiteY133" fmla="*/ 245360 h 518069"/>
                <a:gd name="connsiteX134" fmla="*/ 94558 w 874316"/>
                <a:gd name="connsiteY134" fmla="*/ 245360 h 518069"/>
                <a:gd name="connsiteX135" fmla="*/ 35630 w 874316"/>
                <a:gd name="connsiteY135" fmla="*/ 268657 h 518069"/>
                <a:gd name="connsiteX136" fmla="*/ 24667 w 874316"/>
                <a:gd name="connsiteY136" fmla="*/ 304287 h 518069"/>
                <a:gd name="connsiteX137" fmla="*/ 90446 w 874316"/>
                <a:gd name="connsiteY137" fmla="*/ 271398 h 518069"/>
                <a:gd name="connsiteX138" fmla="*/ 97298 w 874316"/>
                <a:gd name="connsiteY138" fmla="*/ 268657 h 518069"/>
                <a:gd name="connsiteX139" fmla="*/ 106891 w 874316"/>
                <a:gd name="connsiteY139" fmla="*/ 265916 h 518069"/>
                <a:gd name="connsiteX140" fmla="*/ 111002 w 874316"/>
                <a:gd name="connsiteY140" fmla="*/ 270027 h 518069"/>
                <a:gd name="connsiteX141" fmla="*/ 68520 w 874316"/>
                <a:gd name="connsiteY141" fmla="*/ 315250 h 518069"/>
                <a:gd name="connsiteX142" fmla="*/ 5482 w 874316"/>
                <a:gd name="connsiteY142" fmla="*/ 378289 h 518069"/>
                <a:gd name="connsiteX143" fmla="*/ 1370 w 874316"/>
                <a:gd name="connsiteY143" fmla="*/ 398845 h 518069"/>
                <a:gd name="connsiteX144" fmla="*/ 4111 w 874316"/>
                <a:gd name="connsiteY144" fmla="*/ 408438 h 518069"/>
                <a:gd name="connsiteX145" fmla="*/ 17815 w 874316"/>
                <a:gd name="connsiteY145" fmla="*/ 430364 h 518069"/>
                <a:gd name="connsiteX146" fmla="*/ 42482 w 874316"/>
                <a:gd name="connsiteY146" fmla="*/ 431735 h 518069"/>
                <a:gd name="connsiteX147" fmla="*/ 50705 w 874316"/>
                <a:gd name="connsiteY147" fmla="*/ 428994 h 518069"/>
                <a:gd name="connsiteX148" fmla="*/ 61668 w 874316"/>
                <a:gd name="connsiteY148" fmla="*/ 426253 h 518069"/>
                <a:gd name="connsiteX149" fmla="*/ 75372 w 874316"/>
                <a:gd name="connsiteY149" fmla="*/ 423512 h 518069"/>
                <a:gd name="connsiteX150" fmla="*/ 89076 w 874316"/>
                <a:gd name="connsiteY150" fmla="*/ 418031 h 518069"/>
                <a:gd name="connsiteX151" fmla="*/ 146633 w 874316"/>
                <a:gd name="connsiteY151" fmla="*/ 391993 h 518069"/>
                <a:gd name="connsiteX152" fmla="*/ 149374 w 874316"/>
                <a:gd name="connsiteY152" fmla="*/ 389252 h 518069"/>
                <a:gd name="connsiteX153" fmla="*/ 152115 w 874316"/>
                <a:gd name="connsiteY153" fmla="*/ 389252 h 518069"/>
                <a:gd name="connsiteX154" fmla="*/ 153485 w 874316"/>
                <a:gd name="connsiteY154" fmla="*/ 390623 h 518069"/>
                <a:gd name="connsiteX155" fmla="*/ 154855 w 874316"/>
                <a:gd name="connsiteY155" fmla="*/ 389252 h 518069"/>
                <a:gd name="connsiteX156" fmla="*/ 156226 w 874316"/>
                <a:gd name="connsiteY156" fmla="*/ 386511 h 518069"/>
                <a:gd name="connsiteX157" fmla="*/ 158967 w 874316"/>
                <a:gd name="connsiteY157" fmla="*/ 386511 h 518069"/>
                <a:gd name="connsiteX158" fmla="*/ 164448 w 874316"/>
                <a:gd name="connsiteY158" fmla="*/ 386511 h 518069"/>
                <a:gd name="connsiteX159" fmla="*/ 167189 w 874316"/>
                <a:gd name="connsiteY159" fmla="*/ 383771 h 518069"/>
                <a:gd name="connsiteX160" fmla="*/ 163078 w 874316"/>
                <a:gd name="connsiteY160" fmla="*/ 383771 h 518069"/>
                <a:gd name="connsiteX161" fmla="*/ 167189 w 874316"/>
                <a:gd name="connsiteY161" fmla="*/ 381030 h 518069"/>
                <a:gd name="connsiteX162" fmla="*/ 174041 w 874316"/>
                <a:gd name="connsiteY162" fmla="*/ 376919 h 518069"/>
                <a:gd name="connsiteX163" fmla="*/ 179523 w 874316"/>
                <a:gd name="connsiteY163" fmla="*/ 372807 h 518069"/>
                <a:gd name="connsiteX164" fmla="*/ 185004 w 874316"/>
                <a:gd name="connsiteY164" fmla="*/ 368696 h 518069"/>
                <a:gd name="connsiteX165" fmla="*/ 190486 w 874316"/>
                <a:gd name="connsiteY165" fmla="*/ 365955 h 518069"/>
                <a:gd name="connsiteX166" fmla="*/ 187745 w 874316"/>
                <a:gd name="connsiteY166" fmla="*/ 387882 h 518069"/>
                <a:gd name="connsiteX167" fmla="*/ 197338 w 874316"/>
                <a:gd name="connsiteY167" fmla="*/ 412549 h 518069"/>
                <a:gd name="connsiteX168" fmla="*/ 224746 w 874316"/>
                <a:gd name="connsiteY168" fmla="*/ 437216 h 518069"/>
                <a:gd name="connsiteX169" fmla="*/ 264487 w 874316"/>
                <a:gd name="connsiteY169" fmla="*/ 441327 h 518069"/>
                <a:gd name="connsiteX170" fmla="*/ 280932 w 874316"/>
                <a:gd name="connsiteY170" fmla="*/ 439957 h 518069"/>
                <a:gd name="connsiteX171" fmla="*/ 280932 w 874316"/>
                <a:gd name="connsiteY171" fmla="*/ 438587 h 518069"/>
                <a:gd name="connsiteX172" fmla="*/ 278191 w 874316"/>
                <a:gd name="connsiteY172" fmla="*/ 437216 h 518069"/>
                <a:gd name="connsiteX173" fmla="*/ 293266 w 874316"/>
                <a:gd name="connsiteY173" fmla="*/ 434475 h 518069"/>
                <a:gd name="connsiteX174" fmla="*/ 342601 w 874316"/>
                <a:gd name="connsiteY174" fmla="*/ 415290 h 518069"/>
                <a:gd name="connsiteX175" fmla="*/ 343971 w 874316"/>
                <a:gd name="connsiteY175" fmla="*/ 415290 h 518069"/>
                <a:gd name="connsiteX176" fmla="*/ 343971 w 874316"/>
                <a:gd name="connsiteY176" fmla="*/ 415290 h 518069"/>
                <a:gd name="connsiteX177" fmla="*/ 353564 w 874316"/>
                <a:gd name="connsiteY177" fmla="*/ 409808 h 518069"/>
                <a:gd name="connsiteX178" fmla="*/ 374120 w 874316"/>
                <a:gd name="connsiteY178" fmla="*/ 397475 h 518069"/>
                <a:gd name="connsiteX179" fmla="*/ 385083 w 874316"/>
                <a:gd name="connsiteY179" fmla="*/ 390623 h 518069"/>
                <a:gd name="connsiteX180" fmla="*/ 389194 w 874316"/>
                <a:gd name="connsiteY180" fmla="*/ 502995 h 518069"/>
                <a:gd name="connsiteX181" fmla="*/ 420713 w 874316"/>
                <a:gd name="connsiteY181" fmla="*/ 518070 h 518069"/>
                <a:gd name="connsiteX182" fmla="*/ 422084 w 874316"/>
                <a:gd name="connsiteY182" fmla="*/ 512588 h 518069"/>
                <a:gd name="connsiteX183" fmla="*/ 404269 w 874316"/>
                <a:gd name="connsiteY183" fmla="*/ 493403 h 518069"/>
                <a:gd name="connsiteX184" fmla="*/ 402898 w 874316"/>
                <a:gd name="connsiteY184" fmla="*/ 472847 h 518069"/>
                <a:gd name="connsiteX185" fmla="*/ 402898 w 874316"/>
                <a:gd name="connsiteY185" fmla="*/ 471476 h 518069"/>
                <a:gd name="connsiteX186" fmla="*/ 401528 w 874316"/>
                <a:gd name="connsiteY186" fmla="*/ 465995 h 518069"/>
                <a:gd name="connsiteX187" fmla="*/ 402898 w 874316"/>
                <a:gd name="connsiteY187" fmla="*/ 460513 h 518069"/>
                <a:gd name="connsiteX188" fmla="*/ 407009 w 874316"/>
                <a:gd name="connsiteY188" fmla="*/ 450920 h 518069"/>
                <a:gd name="connsiteX189" fmla="*/ 416602 w 874316"/>
                <a:gd name="connsiteY189" fmla="*/ 420771 h 518069"/>
                <a:gd name="connsiteX190" fmla="*/ 417973 w 874316"/>
                <a:gd name="connsiteY190" fmla="*/ 413919 h 518069"/>
                <a:gd name="connsiteX191" fmla="*/ 419343 w 874316"/>
                <a:gd name="connsiteY191" fmla="*/ 407067 h 518069"/>
                <a:gd name="connsiteX192" fmla="*/ 422084 w 874316"/>
                <a:gd name="connsiteY192" fmla="*/ 402956 h 518069"/>
                <a:gd name="connsiteX193" fmla="*/ 423454 w 874316"/>
                <a:gd name="connsiteY193" fmla="*/ 398845 h 518069"/>
                <a:gd name="connsiteX194" fmla="*/ 422084 w 874316"/>
                <a:gd name="connsiteY194" fmla="*/ 396104 h 518069"/>
                <a:gd name="connsiteX195" fmla="*/ 420713 w 874316"/>
                <a:gd name="connsiteY195" fmla="*/ 398845 h 518069"/>
                <a:gd name="connsiteX196" fmla="*/ 419343 w 874316"/>
                <a:gd name="connsiteY196" fmla="*/ 400215 h 518069"/>
                <a:gd name="connsiteX197" fmla="*/ 416602 w 874316"/>
                <a:gd name="connsiteY197" fmla="*/ 402956 h 518069"/>
                <a:gd name="connsiteX198" fmla="*/ 415232 w 874316"/>
                <a:gd name="connsiteY198" fmla="*/ 405697 h 518069"/>
                <a:gd name="connsiteX199" fmla="*/ 417973 w 874316"/>
                <a:gd name="connsiteY199" fmla="*/ 397475 h 518069"/>
                <a:gd name="connsiteX200" fmla="*/ 423454 w 874316"/>
                <a:gd name="connsiteY200" fmla="*/ 391993 h 518069"/>
                <a:gd name="connsiteX201" fmla="*/ 424825 w 874316"/>
                <a:gd name="connsiteY201" fmla="*/ 394734 h 518069"/>
                <a:gd name="connsiteX202" fmla="*/ 426195 w 874316"/>
                <a:gd name="connsiteY202" fmla="*/ 396104 h 518069"/>
                <a:gd name="connsiteX203" fmla="*/ 427565 w 874316"/>
                <a:gd name="connsiteY203" fmla="*/ 394734 h 518069"/>
                <a:gd name="connsiteX204" fmla="*/ 428936 w 874316"/>
                <a:gd name="connsiteY204" fmla="*/ 393363 h 518069"/>
                <a:gd name="connsiteX205" fmla="*/ 437158 w 874316"/>
                <a:gd name="connsiteY205" fmla="*/ 382400 h 518069"/>
                <a:gd name="connsiteX206" fmla="*/ 437158 w 874316"/>
                <a:gd name="connsiteY206" fmla="*/ 375548 h 518069"/>
                <a:gd name="connsiteX207" fmla="*/ 437158 w 874316"/>
                <a:gd name="connsiteY207" fmla="*/ 372807 h 518069"/>
                <a:gd name="connsiteX208" fmla="*/ 449492 w 874316"/>
                <a:gd name="connsiteY208" fmla="*/ 356363 h 518069"/>
                <a:gd name="connsiteX209" fmla="*/ 450862 w 874316"/>
                <a:gd name="connsiteY209" fmla="*/ 346770 h 518069"/>
                <a:gd name="connsiteX210" fmla="*/ 450862 w 874316"/>
                <a:gd name="connsiteY210" fmla="*/ 345399 h 518069"/>
                <a:gd name="connsiteX211" fmla="*/ 482381 w 874316"/>
                <a:gd name="connsiteY211" fmla="*/ 298806 h 518069"/>
                <a:gd name="connsiteX212" fmla="*/ 491974 w 874316"/>
                <a:gd name="connsiteY212" fmla="*/ 282361 h 518069"/>
                <a:gd name="connsiteX213" fmla="*/ 504308 w 874316"/>
                <a:gd name="connsiteY213" fmla="*/ 261805 h 518069"/>
                <a:gd name="connsiteX214" fmla="*/ 518012 w 874316"/>
                <a:gd name="connsiteY214" fmla="*/ 242619 h 518069"/>
                <a:gd name="connsiteX215" fmla="*/ 527605 w 874316"/>
                <a:gd name="connsiteY215" fmla="*/ 228915 h 518069"/>
                <a:gd name="connsiteX216" fmla="*/ 537198 w 874316"/>
                <a:gd name="connsiteY216" fmla="*/ 216581 h 518069"/>
                <a:gd name="connsiteX217" fmla="*/ 538568 w 874316"/>
                <a:gd name="connsiteY217" fmla="*/ 213841 h 518069"/>
                <a:gd name="connsiteX218" fmla="*/ 555013 w 874316"/>
                <a:gd name="connsiteY218" fmla="*/ 191914 h 518069"/>
                <a:gd name="connsiteX219" fmla="*/ 567346 w 874316"/>
                <a:gd name="connsiteY219" fmla="*/ 175469 h 518069"/>
                <a:gd name="connsiteX220" fmla="*/ 571458 w 874316"/>
                <a:gd name="connsiteY220" fmla="*/ 169988 h 518069"/>
                <a:gd name="connsiteX221" fmla="*/ 630385 w 874316"/>
                <a:gd name="connsiteY221" fmla="*/ 169988 h 518069"/>
                <a:gd name="connsiteX222" fmla="*/ 660534 w 874316"/>
                <a:gd name="connsiteY222" fmla="*/ 168617 h 518069"/>
                <a:gd name="connsiteX223" fmla="*/ 672867 w 874316"/>
                <a:gd name="connsiteY223" fmla="*/ 167247 h 518069"/>
                <a:gd name="connsiteX224" fmla="*/ 679719 w 874316"/>
                <a:gd name="connsiteY224" fmla="*/ 165877 h 518069"/>
                <a:gd name="connsiteX225" fmla="*/ 679719 w 874316"/>
                <a:gd name="connsiteY225" fmla="*/ 165877 h 518069"/>
                <a:gd name="connsiteX226" fmla="*/ 670126 w 874316"/>
                <a:gd name="connsiteY226" fmla="*/ 182321 h 518069"/>
                <a:gd name="connsiteX227" fmla="*/ 653682 w 874316"/>
                <a:gd name="connsiteY227" fmla="*/ 201507 h 518069"/>
                <a:gd name="connsiteX228" fmla="*/ 638607 w 874316"/>
                <a:gd name="connsiteY228" fmla="*/ 223433 h 518069"/>
                <a:gd name="connsiteX229" fmla="*/ 631755 w 874316"/>
                <a:gd name="connsiteY229" fmla="*/ 234397 h 518069"/>
                <a:gd name="connsiteX230" fmla="*/ 627644 w 874316"/>
                <a:gd name="connsiteY230" fmla="*/ 241249 h 518069"/>
                <a:gd name="connsiteX231" fmla="*/ 623533 w 874316"/>
                <a:gd name="connsiteY231" fmla="*/ 246730 h 518069"/>
                <a:gd name="connsiteX232" fmla="*/ 620792 w 874316"/>
                <a:gd name="connsiteY232" fmla="*/ 250841 h 518069"/>
                <a:gd name="connsiteX233" fmla="*/ 605718 w 874316"/>
                <a:gd name="connsiteY233" fmla="*/ 270027 h 518069"/>
                <a:gd name="connsiteX234" fmla="*/ 592014 w 874316"/>
                <a:gd name="connsiteY234" fmla="*/ 290583 h 518069"/>
                <a:gd name="connsiteX235" fmla="*/ 556383 w 874316"/>
                <a:gd name="connsiteY235" fmla="*/ 353622 h 518069"/>
                <a:gd name="connsiteX236" fmla="*/ 541309 w 874316"/>
                <a:gd name="connsiteY236" fmla="*/ 497514 h 518069"/>
                <a:gd name="connsiteX237" fmla="*/ 570087 w 874316"/>
                <a:gd name="connsiteY237" fmla="*/ 516699 h 518069"/>
                <a:gd name="connsiteX238" fmla="*/ 571458 w 874316"/>
                <a:gd name="connsiteY238" fmla="*/ 511218 h 518069"/>
                <a:gd name="connsiteX239" fmla="*/ 556383 w 874316"/>
                <a:gd name="connsiteY239" fmla="*/ 487921 h 518069"/>
                <a:gd name="connsiteX240" fmla="*/ 556383 w 874316"/>
                <a:gd name="connsiteY240" fmla="*/ 465995 h 518069"/>
                <a:gd name="connsiteX241" fmla="*/ 556383 w 874316"/>
                <a:gd name="connsiteY241" fmla="*/ 463254 h 518069"/>
                <a:gd name="connsiteX242" fmla="*/ 555013 w 874316"/>
                <a:gd name="connsiteY242" fmla="*/ 457772 h 518069"/>
                <a:gd name="connsiteX243" fmla="*/ 556383 w 874316"/>
                <a:gd name="connsiteY243" fmla="*/ 452291 h 518069"/>
                <a:gd name="connsiteX244" fmla="*/ 560494 w 874316"/>
                <a:gd name="connsiteY244" fmla="*/ 442698 h 518069"/>
                <a:gd name="connsiteX245" fmla="*/ 572828 w 874316"/>
                <a:gd name="connsiteY245" fmla="*/ 411179 h 518069"/>
                <a:gd name="connsiteX246" fmla="*/ 574198 w 874316"/>
                <a:gd name="connsiteY246" fmla="*/ 404327 h 518069"/>
                <a:gd name="connsiteX247" fmla="*/ 575569 w 874316"/>
                <a:gd name="connsiteY247" fmla="*/ 397475 h 518069"/>
                <a:gd name="connsiteX248" fmla="*/ 578310 w 874316"/>
                <a:gd name="connsiteY248" fmla="*/ 393363 h 518069"/>
                <a:gd name="connsiteX249" fmla="*/ 579680 w 874316"/>
                <a:gd name="connsiteY249" fmla="*/ 389252 h 518069"/>
                <a:gd name="connsiteX250" fmla="*/ 578310 w 874316"/>
                <a:gd name="connsiteY250" fmla="*/ 386511 h 518069"/>
                <a:gd name="connsiteX251" fmla="*/ 576939 w 874316"/>
                <a:gd name="connsiteY251" fmla="*/ 389252 h 518069"/>
                <a:gd name="connsiteX252" fmla="*/ 575569 w 874316"/>
                <a:gd name="connsiteY252" fmla="*/ 390623 h 518069"/>
                <a:gd name="connsiteX253" fmla="*/ 572828 w 874316"/>
                <a:gd name="connsiteY253" fmla="*/ 393363 h 518069"/>
                <a:gd name="connsiteX254" fmla="*/ 571458 w 874316"/>
                <a:gd name="connsiteY254" fmla="*/ 396104 h 518069"/>
                <a:gd name="connsiteX255" fmla="*/ 574198 w 874316"/>
                <a:gd name="connsiteY255" fmla="*/ 387882 h 518069"/>
                <a:gd name="connsiteX256" fmla="*/ 579680 w 874316"/>
                <a:gd name="connsiteY256" fmla="*/ 382400 h 518069"/>
                <a:gd name="connsiteX257" fmla="*/ 581050 w 874316"/>
                <a:gd name="connsiteY257" fmla="*/ 385141 h 518069"/>
                <a:gd name="connsiteX258" fmla="*/ 582421 w 874316"/>
                <a:gd name="connsiteY258" fmla="*/ 386511 h 518069"/>
                <a:gd name="connsiteX259" fmla="*/ 583791 w 874316"/>
                <a:gd name="connsiteY259" fmla="*/ 385141 h 518069"/>
                <a:gd name="connsiteX260" fmla="*/ 585162 w 874316"/>
                <a:gd name="connsiteY260" fmla="*/ 383771 h 518069"/>
                <a:gd name="connsiteX261" fmla="*/ 594754 w 874316"/>
                <a:gd name="connsiteY261" fmla="*/ 372807 h 518069"/>
                <a:gd name="connsiteX262" fmla="*/ 596125 w 874316"/>
                <a:gd name="connsiteY262" fmla="*/ 365955 h 518069"/>
                <a:gd name="connsiteX263" fmla="*/ 596125 w 874316"/>
                <a:gd name="connsiteY263" fmla="*/ 363215 h 518069"/>
                <a:gd name="connsiteX264" fmla="*/ 608458 w 874316"/>
                <a:gd name="connsiteY264" fmla="*/ 346770 h 518069"/>
                <a:gd name="connsiteX265" fmla="*/ 611199 w 874316"/>
                <a:gd name="connsiteY265" fmla="*/ 335806 h 518069"/>
                <a:gd name="connsiteX266" fmla="*/ 611199 w 874316"/>
                <a:gd name="connsiteY266" fmla="*/ 334436 h 518069"/>
                <a:gd name="connsiteX267" fmla="*/ 645459 w 874316"/>
                <a:gd name="connsiteY267" fmla="*/ 287842 h 518069"/>
                <a:gd name="connsiteX268" fmla="*/ 656422 w 874316"/>
                <a:gd name="connsiteY268" fmla="*/ 271398 h 518069"/>
                <a:gd name="connsiteX269" fmla="*/ 670126 w 874316"/>
                <a:gd name="connsiteY269" fmla="*/ 250841 h 518069"/>
                <a:gd name="connsiteX270" fmla="*/ 685201 w 874316"/>
                <a:gd name="connsiteY270" fmla="*/ 230285 h 518069"/>
                <a:gd name="connsiteX271" fmla="*/ 698905 w 874316"/>
                <a:gd name="connsiteY271" fmla="*/ 220693 h 518069"/>
                <a:gd name="connsiteX272" fmla="*/ 744128 w 874316"/>
                <a:gd name="connsiteY272" fmla="*/ 102838 h 518069"/>
                <a:gd name="connsiteX273" fmla="*/ 746869 w 874316"/>
                <a:gd name="connsiteY273" fmla="*/ 98727 h 518069"/>
                <a:gd name="connsiteX274" fmla="*/ 748239 w 874316"/>
                <a:gd name="connsiteY274" fmla="*/ 97357 h 518069"/>
                <a:gd name="connsiteX275" fmla="*/ 748239 w 874316"/>
                <a:gd name="connsiteY275" fmla="*/ 101468 h 518069"/>
                <a:gd name="connsiteX276" fmla="*/ 746869 w 874316"/>
                <a:gd name="connsiteY276" fmla="*/ 102838 h 518069"/>
                <a:gd name="connsiteX277" fmla="*/ 745499 w 874316"/>
                <a:gd name="connsiteY277" fmla="*/ 105579 h 518069"/>
                <a:gd name="connsiteX278" fmla="*/ 744128 w 874316"/>
                <a:gd name="connsiteY278" fmla="*/ 102838 h 518069"/>
                <a:gd name="connsiteX279" fmla="*/ 738647 w 874316"/>
                <a:gd name="connsiteY279" fmla="*/ 111061 h 518069"/>
                <a:gd name="connsiteX280" fmla="*/ 741387 w 874316"/>
                <a:gd name="connsiteY280" fmla="*/ 111061 h 518069"/>
                <a:gd name="connsiteX281" fmla="*/ 741387 w 874316"/>
                <a:gd name="connsiteY281" fmla="*/ 112431 h 518069"/>
                <a:gd name="connsiteX282" fmla="*/ 738647 w 874316"/>
                <a:gd name="connsiteY282" fmla="*/ 111061 h 518069"/>
                <a:gd name="connsiteX283" fmla="*/ 726313 w 874316"/>
                <a:gd name="connsiteY283" fmla="*/ 122024 h 518069"/>
                <a:gd name="connsiteX284" fmla="*/ 727683 w 874316"/>
                <a:gd name="connsiteY284" fmla="*/ 119283 h 518069"/>
                <a:gd name="connsiteX285" fmla="*/ 729054 w 874316"/>
                <a:gd name="connsiteY285" fmla="*/ 120653 h 518069"/>
                <a:gd name="connsiteX286" fmla="*/ 727683 w 874316"/>
                <a:gd name="connsiteY286" fmla="*/ 123394 h 518069"/>
                <a:gd name="connsiteX287" fmla="*/ 726313 w 874316"/>
                <a:gd name="connsiteY287" fmla="*/ 122024 h 518069"/>
                <a:gd name="connsiteX288" fmla="*/ 720831 w 874316"/>
                <a:gd name="connsiteY288" fmla="*/ 175469 h 518069"/>
                <a:gd name="connsiteX289" fmla="*/ 723572 w 874316"/>
                <a:gd name="connsiteY289" fmla="*/ 172729 h 518069"/>
                <a:gd name="connsiteX290" fmla="*/ 720831 w 874316"/>
                <a:gd name="connsiteY290" fmla="*/ 175469 h 518069"/>
                <a:gd name="connsiteX291" fmla="*/ 720831 w 874316"/>
                <a:gd name="connsiteY291" fmla="*/ 175469 h 518069"/>
                <a:gd name="connsiteX292" fmla="*/ 715350 w 874316"/>
                <a:gd name="connsiteY292" fmla="*/ 180951 h 518069"/>
                <a:gd name="connsiteX293" fmla="*/ 718090 w 874316"/>
                <a:gd name="connsiteY293" fmla="*/ 180951 h 518069"/>
                <a:gd name="connsiteX294" fmla="*/ 715350 w 874316"/>
                <a:gd name="connsiteY294" fmla="*/ 180951 h 518069"/>
                <a:gd name="connsiteX295" fmla="*/ 715350 w 874316"/>
                <a:gd name="connsiteY295" fmla="*/ 180951 h 518069"/>
                <a:gd name="connsiteX296" fmla="*/ 711238 w 874316"/>
                <a:gd name="connsiteY296" fmla="*/ 185062 h 518069"/>
                <a:gd name="connsiteX297" fmla="*/ 711238 w 874316"/>
                <a:gd name="connsiteY297" fmla="*/ 185062 h 518069"/>
                <a:gd name="connsiteX298" fmla="*/ 709868 w 874316"/>
                <a:gd name="connsiteY298" fmla="*/ 187803 h 518069"/>
                <a:gd name="connsiteX299" fmla="*/ 708498 w 874316"/>
                <a:gd name="connsiteY299" fmla="*/ 186433 h 518069"/>
                <a:gd name="connsiteX300" fmla="*/ 711238 w 874316"/>
                <a:gd name="connsiteY300" fmla="*/ 185062 h 518069"/>
                <a:gd name="connsiteX301" fmla="*/ 261747 w 874316"/>
                <a:gd name="connsiteY301" fmla="*/ 322102 h 518069"/>
                <a:gd name="connsiteX302" fmla="*/ 260376 w 874316"/>
                <a:gd name="connsiteY302" fmla="*/ 320732 h 518069"/>
                <a:gd name="connsiteX303" fmla="*/ 261747 w 874316"/>
                <a:gd name="connsiteY303" fmla="*/ 317991 h 518069"/>
                <a:gd name="connsiteX304" fmla="*/ 263117 w 874316"/>
                <a:gd name="connsiteY304" fmla="*/ 317991 h 518069"/>
                <a:gd name="connsiteX305" fmla="*/ 261747 w 874316"/>
                <a:gd name="connsiteY305" fmla="*/ 322102 h 518069"/>
                <a:gd name="connsiteX306" fmla="*/ 296007 w 874316"/>
                <a:gd name="connsiteY306" fmla="*/ 285102 h 518069"/>
                <a:gd name="connsiteX307" fmla="*/ 319304 w 874316"/>
                <a:gd name="connsiteY307" fmla="*/ 278250 h 518069"/>
                <a:gd name="connsiteX308" fmla="*/ 322044 w 874316"/>
                <a:gd name="connsiteY308" fmla="*/ 278250 h 518069"/>
                <a:gd name="connsiteX309" fmla="*/ 319304 w 874316"/>
                <a:gd name="connsiteY309" fmla="*/ 285102 h 518069"/>
                <a:gd name="connsiteX310" fmla="*/ 317933 w 874316"/>
                <a:gd name="connsiteY310" fmla="*/ 286472 h 518069"/>
                <a:gd name="connsiteX311" fmla="*/ 309711 w 874316"/>
                <a:gd name="connsiteY311" fmla="*/ 294694 h 518069"/>
                <a:gd name="connsiteX312" fmla="*/ 289155 w 874316"/>
                <a:gd name="connsiteY312" fmla="*/ 308398 h 518069"/>
                <a:gd name="connsiteX313" fmla="*/ 275451 w 874316"/>
                <a:gd name="connsiteY313" fmla="*/ 316621 h 518069"/>
                <a:gd name="connsiteX314" fmla="*/ 271339 w 874316"/>
                <a:gd name="connsiteY314" fmla="*/ 317991 h 518069"/>
                <a:gd name="connsiteX315" fmla="*/ 268599 w 874316"/>
                <a:gd name="connsiteY315" fmla="*/ 319362 h 518069"/>
                <a:gd name="connsiteX316" fmla="*/ 267228 w 874316"/>
                <a:gd name="connsiteY316" fmla="*/ 317991 h 518069"/>
                <a:gd name="connsiteX317" fmla="*/ 276821 w 874316"/>
                <a:gd name="connsiteY317" fmla="*/ 308398 h 518069"/>
                <a:gd name="connsiteX318" fmla="*/ 259006 w 874316"/>
                <a:gd name="connsiteY318" fmla="*/ 319362 h 518069"/>
                <a:gd name="connsiteX319" fmla="*/ 296007 w 874316"/>
                <a:gd name="connsiteY319" fmla="*/ 285102 h 518069"/>
                <a:gd name="connsiteX320" fmla="*/ 143892 w 874316"/>
                <a:gd name="connsiteY320" fmla="*/ 389252 h 518069"/>
                <a:gd name="connsiteX321" fmla="*/ 141151 w 874316"/>
                <a:gd name="connsiteY321" fmla="*/ 390623 h 518069"/>
                <a:gd name="connsiteX322" fmla="*/ 141151 w 874316"/>
                <a:gd name="connsiteY322" fmla="*/ 389252 h 518069"/>
                <a:gd name="connsiteX323" fmla="*/ 143892 w 874316"/>
                <a:gd name="connsiteY323" fmla="*/ 387882 h 518069"/>
                <a:gd name="connsiteX324" fmla="*/ 143892 w 874316"/>
                <a:gd name="connsiteY324" fmla="*/ 389252 h 518069"/>
                <a:gd name="connsiteX325" fmla="*/ 172671 w 874316"/>
                <a:gd name="connsiteY325" fmla="*/ 376919 h 518069"/>
                <a:gd name="connsiteX326" fmla="*/ 168559 w 874316"/>
                <a:gd name="connsiteY326" fmla="*/ 378289 h 518069"/>
                <a:gd name="connsiteX327" fmla="*/ 168559 w 874316"/>
                <a:gd name="connsiteY327" fmla="*/ 376919 h 518069"/>
                <a:gd name="connsiteX328" fmla="*/ 172671 w 874316"/>
                <a:gd name="connsiteY328" fmla="*/ 376919 h 518069"/>
                <a:gd name="connsiteX329" fmla="*/ 331637 w 874316"/>
                <a:gd name="connsiteY329" fmla="*/ 411179 h 518069"/>
                <a:gd name="connsiteX330" fmla="*/ 331637 w 874316"/>
                <a:gd name="connsiteY330" fmla="*/ 411179 h 518069"/>
                <a:gd name="connsiteX331" fmla="*/ 333008 w 874316"/>
                <a:gd name="connsiteY331" fmla="*/ 409808 h 518069"/>
                <a:gd name="connsiteX332" fmla="*/ 331637 w 874316"/>
                <a:gd name="connsiteY332" fmla="*/ 411179 h 518069"/>
                <a:gd name="connsiteX333" fmla="*/ 337119 w 874316"/>
                <a:gd name="connsiteY333" fmla="*/ 409808 h 518069"/>
                <a:gd name="connsiteX334" fmla="*/ 339860 w 874316"/>
                <a:gd name="connsiteY334" fmla="*/ 405697 h 518069"/>
                <a:gd name="connsiteX335" fmla="*/ 341230 w 874316"/>
                <a:gd name="connsiteY335" fmla="*/ 407067 h 518069"/>
                <a:gd name="connsiteX336" fmla="*/ 337119 w 874316"/>
                <a:gd name="connsiteY336" fmla="*/ 409808 h 518069"/>
                <a:gd name="connsiteX337" fmla="*/ 512530 w 874316"/>
                <a:gd name="connsiteY337" fmla="*/ 183692 h 518069"/>
                <a:gd name="connsiteX338" fmla="*/ 512530 w 874316"/>
                <a:gd name="connsiteY338" fmla="*/ 186433 h 518069"/>
                <a:gd name="connsiteX339" fmla="*/ 511160 w 874316"/>
                <a:gd name="connsiteY339" fmla="*/ 186433 h 518069"/>
                <a:gd name="connsiteX340" fmla="*/ 512530 w 874316"/>
                <a:gd name="connsiteY340" fmla="*/ 183692 h 518069"/>
                <a:gd name="connsiteX341" fmla="*/ 497456 w 874316"/>
                <a:gd name="connsiteY341" fmla="*/ 204248 h 518069"/>
                <a:gd name="connsiteX342" fmla="*/ 500197 w 874316"/>
                <a:gd name="connsiteY342" fmla="*/ 202877 h 518069"/>
                <a:gd name="connsiteX343" fmla="*/ 496085 w 874316"/>
                <a:gd name="connsiteY343" fmla="*/ 206989 h 518069"/>
                <a:gd name="connsiteX344" fmla="*/ 497456 w 874316"/>
                <a:gd name="connsiteY344" fmla="*/ 204248 h 518069"/>
                <a:gd name="connsiteX345" fmla="*/ 478270 w 874316"/>
                <a:gd name="connsiteY345" fmla="*/ 231656 h 518069"/>
                <a:gd name="connsiteX346" fmla="*/ 482381 w 874316"/>
                <a:gd name="connsiteY346" fmla="*/ 227545 h 518069"/>
                <a:gd name="connsiteX347" fmla="*/ 482381 w 874316"/>
                <a:gd name="connsiteY347" fmla="*/ 226174 h 518069"/>
                <a:gd name="connsiteX348" fmla="*/ 482381 w 874316"/>
                <a:gd name="connsiteY348" fmla="*/ 224804 h 518069"/>
                <a:gd name="connsiteX349" fmla="*/ 486493 w 874316"/>
                <a:gd name="connsiteY349" fmla="*/ 226174 h 518069"/>
                <a:gd name="connsiteX350" fmla="*/ 486493 w 874316"/>
                <a:gd name="connsiteY350" fmla="*/ 231656 h 518069"/>
                <a:gd name="connsiteX351" fmla="*/ 483752 w 874316"/>
                <a:gd name="connsiteY351" fmla="*/ 231656 h 518069"/>
                <a:gd name="connsiteX352" fmla="*/ 478270 w 874316"/>
                <a:gd name="connsiteY352" fmla="*/ 231656 h 518069"/>
                <a:gd name="connsiteX353" fmla="*/ 478270 w 874316"/>
                <a:gd name="connsiteY353" fmla="*/ 231656 h 518069"/>
                <a:gd name="connsiteX354" fmla="*/ 450862 w 874316"/>
                <a:gd name="connsiteY354" fmla="*/ 278250 h 518069"/>
                <a:gd name="connsiteX355" fmla="*/ 453603 w 874316"/>
                <a:gd name="connsiteY355" fmla="*/ 274138 h 518069"/>
                <a:gd name="connsiteX356" fmla="*/ 457714 w 874316"/>
                <a:gd name="connsiteY356" fmla="*/ 270027 h 518069"/>
                <a:gd name="connsiteX357" fmla="*/ 459085 w 874316"/>
                <a:gd name="connsiteY357" fmla="*/ 268657 h 518069"/>
                <a:gd name="connsiteX358" fmla="*/ 465937 w 874316"/>
                <a:gd name="connsiteY358" fmla="*/ 254953 h 518069"/>
                <a:gd name="connsiteX359" fmla="*/ 465937 w 874316"/>
                <a:gd name="connsiteY359" fmla="*/ 256323 h 518069"/>
                <a:gd name="connsiteX360" fmla="*/ 467307 w 874316"/>
                <a:gd name="connsiteY360" fmla="*/ 256323 h 518069"/>
                <a:gd name="connsiteX361" fmla="*/ 468677 w 874316"/>
                <a:gd name="connsiteY361" fmla="*/ 252212 h 518069"/>
                <a:gd name="connsiteX362" fmla="*/ 468677 w 874316"/>
                <a:gd name="connsiteY362" fmla="*/ 246730 h 518069"/>
                <a:gd name="connsiteX363" fmla="*/ 471418 w 874316"/>
                <a:gd name="connsiteY363" fmla="*/ 246730 h 518069"/>
                <a:gd name="connsiteX364" fmla="*/ 470048 w 874316"/>
                <a:gd name="connsiteY364" fmla="*/ 249471 h 518069"/>
                <a:gd name="connsiteX365" fmla="*/ 470048 w 874316"/>
                <a:gd name="connsiteY365" fmla="*/ 249471 h 518069"/>
                <a:gd name="connsiteX366" fmla="*/ 472789 w 874316"/>
                <a:gd name="connsiteY366" fmla="*/ 243989 h 518069"/>
                <a:gd name="connsiteX367" fmla="*/ 476900 w 874316"/>
                <a:gd name="connsiteY367" fmla="*/ 235767 h 518069"/>
                <a:gd name="connsiteX368" fmla="*/ 483752 w 874316"/>
                <a:gd name="connsiteY368" fmla="*/ 231656 h 518069"/>
                <a:gd name="connsiteX369" fmla="*/ 483752 w 874316"/>
                <a:gd name="connsiteY369" fmla="*/ 237137 h 518069"/>
                <a:gd name="connsiteX370" fmla="*/ 481011 w 874316"/>
                <a:gd name="connsiteY370" fmla="*/ 241249 h 518069"/>
                <a:gd name="connsiteX371" fmla="*/ 478270 w 874316"/>
                <a:gd name="connsiteY371" fmla="*/ 245360 h 518069"/>
                <a:gd name="connsiteX372" fmla="*/ 476900 w 874316"/>
                <a:gd name="connsiteY372" fmla="*/ 246730 h 518069"/>
                <a:gd name="connsiteX373" fmla="*/ 475529 w 874316"/>
                <a:gd name="connsiteY373" fmla="*/ 250841 h 518069"/>
                <a:gd name="connsiteX374" fmla="*/ 472789 w 874316"/>
                <a:gd name="connsiteY374" fmla="*/ 256323 h 518069"/>
                <a:gd name="connsiteX375" fmla="*/ 468677 w 874316"/>
                <a:gd name="connsiteY375" fmla="*/ 259064 h 518069"/>
                <a:gd name="connsiteX376" fmla="*/ 464566 w 874316"/>
                <a:gd name="connsiteY376" fmla="*/ 260434 h 518069"/>
                <a:gd name="connsiteX377" fmla="*/ 465937 w 874316"/>
                <a:gd name="connsiteY377" fmla="*/ 261805 h 518069"/>
                <a:gd name="connsiteX378" fmla="*/ 468677 w 874316"/>
                <a:gd name="connsiteY378" fmla="*/ 263175 h 518069"/>
                <a:gd name="connsiteX379" fmla="*/ 465937 w 874316"/>
                <a:gd name="connsiteY379" fmla="*/ 264546 h 518069"/>
                <a:gd name="connsiteX380" fmla="*/ 464566 w 874316"/>
                <a:gd name="connsiteY380" fmla="*/ 264546 h 518069"/>
                <a:gd name="connsiteX381" fmla="*/ 464566 w 874316"/>
                <a:gd name="connsiteY381" fmla="*/ 271398 h 518069"/>
                <a:gd name="connsiteX382" fmla="*/ 460455 w 874316"/>
                <a:gd name="connsiteY382" fmla="*/ 271398 h 518069"/>
                <a:gd name="connsiteX383" fmla="*/ 460455 w 874316"/>
                <a:gd name="connsiteY383" fmla="*/ 272768 h 518069"/>
                <a:gd name="connsiteX384" fmla="*/ 460455 w 874316"/>
                <a:gd name="connsiteY384" fmla="*/ 279620 h 518069"/>
                <a:gd name="connsiteX385" fmla="*/ 460455 w 874316"/>
                <a:gd name="connsiteY385" fmla="*/ 282361 h 518069"/>
                <a:gd name="connsiteX386" fmla="*/ 457714 w 874316"/>
                <a:gd name="connsiteY386" fmla="*/ 285102 h 518069"/>
                <a:gd name="connsiteX387" fmla="*/ 452233 w 874316"/>
                <a:gd name="connsiteY387" fmla="*/ 285102 h 518069"/>
                <a:gd name="connsiteX388" fmla="*/ 450862 w 874316"/>
                <a:gd name="connsiteY388" fmla="*/ 286472 h 518069"/>
                <a:gd name="connsiteX389" fmla="*/ 452233 w 874316"/>
                <a:gd name="connsiteY389" fmla="*/ 289213 h 518069"/>
                <a:gd name="connsiteX390" fmla="*/ 452233 w 874316"/>
                <a:gd name="connsiteY390" fmla="*/ 290583 h 518069"/>
                <a:gd name="connsiteX391" fmla="*/ 450862 w 874316"/>
                <a:gd name="connsiteY391" fmla="*/ 291954 h 518069"/>
                <a:gd name="connsiteX392" fmla="*/ 448121 w 874316"/>
                <a:gd name="connsiteY392" fmla="*/ 291954 h 518069"/>
                <a:gd name="connsiteX393" fmla="*/ 445381 w 874316"/>
                <a:gd name="connsiteY393" fmla="*/ 291954 h 518069"/>
                <a:gd name="connsiteX394" fmla="*/ 450862 w 874316"/>
                <a:gd name="connsiteY394" fmla="*/ 278250 h 518069"/>
                <a:gd name="connsiteX395" fmla="*/ 459085 w 874316"/>
                <a:gd name="connsiteY395" fmla="*/ 307028 h 518069"/>
                <a:gd name="connsiteX396" fmla="*/ 460455 w 874316"/>
                <a:gd name="connsiteY396" fmla="*/ 302917 h 518069"/>
                <a:gd name="connsiteX397" fmla="*/ 468677 w 874316"/>
                <a:gd name="connsiteY397" fmla="*/ 297435 h 518069"/>
                <a:gd name="connsiteX398" fmla="*/ 467307 w 874316"/>
                <a:gd name="connsiteY398" fmla="*/ 300176 h 518069"/>
                <a:gd name="connsiteX399" fmla="*/ 464566 w 874316"/>
                <a:gd name="connsiteY399" fmla="*/ 302917 h 518069"/>
                <a:gd name="connsiteX400" fmla="*/ 464566 w 874316"/>
                <a:gd name="connsiteY400" fmla="*/ 304287 h 518069"/>
                <a:gd name="connsiteX401" fmla="*/ 459085 w 874316"/>
                <a:gd name="connsiteY401" fmla="*/ 307028 h 518069"/>
                <a:gd name="connsiteX402" fmla="*/ 453603 w 874316"/>
                <a:gd name="connsiteY402" fmla="*/ 327584 h 518069"/>
                <a:gd name="connsiteX403" fmla="*/ 452233 w 874316"/>
                <a:gd name="connsiteY403" fmla="*/ 328954 h 518069"/>
                <a:gd name="connsiteX404" fmla="*/ 452233 w 874316"/>
                <a:gd name="connsiteY404" fmla="*/ 327584 h 518069"/>
                <a:gd name="connsiteX405" fmla="*/ 453603 w 874316"/>
                <a:gd name="connsiteY405" fmla="*/ 326214 h 518069"/>
                <a:gd name="connsiteX406" fmla="*/ 453603 w 874316"/>
                <a:gd name="connsiteY406" fmla="*/ 327584 h 518069"/>
                <a:gd name="connsiteX407" fmla="*/ 411121 w 874316"/>
                <a:gd name="connsiteY407" fmla="*/ 383771 h 518069"/>
                <a:gd name="connsiteX408" fmla="*/ 411121 w 874316"/>
                <a:gd name="connsiteY408" fmla="*/ 379659 h 518069"/>
                <a:gd name="connsiteX409" fmla="*/ 412491 w 874316"/>
                <a:gd name="connsiteY409" fmla="*/ 378289 h 518069"/>
                <a:gd name="connsiteX410" fmla="*/ 411121 w 874316"/>
                <a:gd name="connsiteY410" fmla="*/ 383771 h 518069"/>
                <a:gd name="connsiteX411" fmla="*/ 404269 w 874316"/>
                <a:gd name="connsiteY411" fmla="*/ 364585 h 518069"/>
                <a:gd name="connsiteX412" fmla="*/ 404269 w 874316"/>
                <a:gd name="connsiteY412" fmla="*/ 364585 h 518069"/>
                <a:gd name="connsiteX413" fmla="*/ 407009 w 874316"/>
                <a:gd name="connsiteY413" fmla="*/ 365955 h 518069"/>
                <a:gd name="connsiteX414" fmla="*/ 402898 w 874316"/>
                <a:gd name="connsiteY414" fmla="*/ 367326 h 518069"/>
                <a:gd name="connsiteX415" fmla="*/ 402898 w 874316"/>
                <a:gd name="connsiteY415" fmla="*/ 365955 h 518069"/>
                <a:gd name="connsiteX416" fmla="*/ 404269 w 874316"/>
                <a:gd name="connsiteY416" fmla="*/ 364585 h 518069"/>
                <a:gd name="connsiteX417" fmla="*/ 444010 w 874316"/>
                <a:gd name="connsiteY417" fmla="*/ 317991 h 518069"/>
                <a:gd name="connsiteX418" fmla="*/ 446751 w 874316"/>
                <a:gd name="connsiteY418" fmla="*/ 315250 h 518069"/>
                <a:gd name="connsiteX419" fmla="*/ 448121 w 874316"/>
                <a:gd name="connsiteY419" fmla="*/ 315250 h 518069"/>
                <a:gd name="connsiteX420" fmla="*/ 444010 w 874316"/>
                <a:gd name="connsiteY420" fmla="*/ 317991 h 518069"/>
                <a:gd name="connsiteX421" fmla="*/ 446751 w 874316"/>
                <a:gd name="connsiteY421" fmla="*/ 312510 h 518069"/>
                <a:gd name="connsiteX422" fmla="*/ 449492 w 874316"/>
                <a:gd name="connsiteY422" fmla="*/ 311139 h 518069"/>
                <a:gd name="connsiteX423" fmla="*/ 452233 w 874316"/>
                <a:gd name="connsiteY423" fmla="*/ 311139 h 518069"/>
                <a:gd name="connsiteX424" fmla="*/ 449492 w 874316"/>
                <a:gd name="connsiteY424" fmla="*/ 312510 h 518069"/>
                <a:gd name="connsiteX425" fmla="*/ 446751 w 874316"/>
                <a:gd name="connsiteY425" fmla="*/ 312510 h 518069"/>
                <a:gd name="connsiteX426" fmla="*/ 450862 w 874316"/>
                <a:gd name="connsiteY426" fmla="*/ 307028 h 518069"/>
                <a:gd name="connsiteX427" fmla="*/ 452233 w 874316"/>
                <a:gd name="connsiteY427" fmla="*/ 305658 h 518069"/>
                <a:gd name="connsiteX428" fmla="*/ 453603 w 874316"/>
                <a:gd name="connsiteY428" fmla="*/ 305658 h 518069"/>
                <a:gd name="connsiteX429" fmla="*/ 450862 w 874316"/>
                <a:gd name="connsiteY429" fmla="*/ 307028 h 518069"/>
                <a:gd name="connsiteX430" fmla="*/ 450862 w 874316"/>
                <a:gd name="connsiteY430" fmla="*/ 307028 h 518069"/>
                <a:gd name="connsiteX431" fmla="*/ 470048 w 874316"/>
                <a:gd name="connsiteY431" fmla="*/ 287842 h 518069"/>
                <a:gd name="connsiteX432" fmla="*/ 472789 w 874316"/>
                <a:gd name="connsiteY432" fmla="*/ 289213 h 518069"/>
                <a:gd name="connsiteX433" fmla="*/ 470048 w 874316"/>
                <a:gd name="connsiteY433" fmla="*/ 291954 h 518069"/>
                <a:gd name="connsiteX434" fmla="*/ 467307 w 874316"/>
                <a:gd name="connsiteY434" fmla="*/ 290583 h 518069"/>
                <a:gd name="connsiteX435" fmla="*/ 470048 w 874316"/>
                <a:gd name="connsiteY435" fmla="*/ 287842 h 518069"/>
                <a:gd name="connsiteX436" fmla="*/ 470048 w 874316"/>
                <a:gd name="connsiteY436" fmla="*/ 278250 h 518069"/>
                <a:gd name="connsiteX437" fmla="*/ 472789 w 874316"/>
                <a:gd name="connsiteY437" fmla="*/ 274138 h 518069"/>
                <a:gd name="connsiteX438" fmla="*/ 475529 w 874316"/>
                <a:gd name="connsiteY438" fmla="*/ 271398 h 518069"/>
                <a:gd name="connsiteX439" fmla="*/ 472789 w 874316"/>
                <a:gd name="connsiteY439" fmla="*/ 275509 h 518069"/>
                <a:gd name="connsiteX440" fmla="*/ 470048 w 874316"/>
                <a:gd name="connsiteY440" fmla="*/ 278250 h 518069"/>
                <a:gd name="connsiteX441" fmla="*/ 476900 w 874316"/>
                <a:gd name="connsiteY441" fmla="*/ 279620 h 518069"/>
                <a:gd name="connsiteX442" fmla="*/ 478270 w 874316"/>
                <a:gd name="connsiteY442" fmla="*/ 275509 h 518069"/>
                <a:gd name="connsiteX443" fmla="*/ 481011 w 874316"/>
                <a:gd name="connsiteY443" fmla="*/ 274138 h 518069"/>
                <a:gd name="connsiteX444" fmla="*/ 476900 w 874316"/>
                <a:gd name="connsiteY444" fmla="*/ 279620 h 518069"/>
                <a:gd name="connsiteX445" fmla="*/ 439899 w 874316"/>
                <a:gd name="connsiteY445" fmla="*/ 297435 h 518069"/>
                <a:gd name="connsiteX446" fmla="*/ 444010 w 874316"/>
                <a:gd name="connsiteY446" fmla="*/ 296065 h 518069"/>
                <a:gd name="connsiteX447" fmla="*/ 446751 w 874316"/>
                <a:gd name="connsiteY447" fmla="*/ 296065 h 518069"/>
                <a:gd name="connsiteX448" fmla="*/ 446751 w 874316"/>
                <a:gd name="connsiteY448" fmla="*/ 297435 h 518069"/>
                <a:gd name="connsiteX449" fmla="*/ 444010 w 874316"/>
                <a:gd name="connsiteY449" fmla="*/ 298806 h 518069"/>
                <a:gd name="connsiteX450" fmla="*/ 439899 w 874316"/>
                <a:gd name="connsiteY450" fmla="*/ 300176 h 518069"/>
                <a:gd name="connsiteX451" fmla="*/ 439899 w 874316"/>
                <a:gd name="connsiteY451" fmla="*/ 297435 h 518069"/>
                <a:gd name="connsiteX452" fmla="*/ 438529 w 874316"/>
                <a:gd name="connsiteY452" fmla="*/ 300176 h 518069"/>
                <a:gd name="connsiteX453" fmla="*/ 439899 w 874316"/>
                <a:gd name="connsiteY453" fmla="*/ 300176 h 518069"/>
                <a:gd name="connsiteX454" fmla="*/ 438529 w 874316"/>
                <a:gd name="connsiteY454" fmla="*/ 301546 h 518069"/>
                <a:gd name="connsiteX455" fmla="*/ 437158 w 874316"/>
                <a:gd name="connsiteY455" fmla="*/ 301546 h 518069"/>
                <a:gd name="connsiteX456" fmla="*/ 438529 w 874316"/>
                <a:gd name="connsiteY456" fmla="*/ 300176 h 518069"/>
                <a:gd name="connsiteX457" fmla="*/ 433047 w 874316"/>
                <a:gd name="connsiteY457" fmla="*/ 309769 h 518069"/>
                <a:gd name="connsiteX458" fmla="*/ 437158 w 874316"/>
                <a:gd name="connsiteY458" fmla="*/ 307028 h 518069"/>
                <a:gd name="connsiteX459" fmla="*/ 438529 w 874316"/>
                <a:gd name="connsiteY459" fmla="*/ 305658 h 518069"/>
                <a:gd name="connsiteX460" fmla="*/ 441269 w 874316"/>
                <a:gd name="connsiteY460" fmla="*/ 304287 h 518069"/>
                <a:gd name="connsiteX461" fmla="*/ 433047 w 874316"/>
                <a:gd name="connsiteY461" fmla="*/ 312510 h 518069"/>
                <a:gd name="connsiteX462" fmla="*/ 433047 w 874316"/>
                <a:gd name="connsiteY462" fmla="*/ 309769 h 518069"/>
                <a:gd name="connsiteX463" fmla="*/ 430306 w 874316"/>
                <a:gd name="connsiteY463" fmla="*/ 319362 h 518069"/>
                <a:gd name="connsiteX464" fmla="*/ 433047 w 874316"/>
                <a:gd name="connsiteY464" fmla="*/ 319362 h 518069"/>
                <a:gd name="connsiteX465" fmla="*/ 430306 w 874316"/>
                <a:gd name="connsiteY465" fmla="*/ 323473 h 518069"/>
                <a:gd name="connsiteX466" fmla="*/ 427565 w 874316"/>
                <a:gd name="connsiteY466" fmla="*/ 324843 h 518069"/>
                <a:gd name="connsiteX467" fmla="*/ 430306 w 874316"/>
                <a:gd name="connsiteY467" fmla="*/ 319362 h 518069"/>
                <a:gd name="connsiteX468" fmla="*/ 424825 w 874316"/>
                <a:gd name="connsiteY468" fmla="*/ 327584 h 518069"/>
                <a:gd name="connsiteX469" fmla="*/ 426195 w 874316"/>
                <a:gd name="connsiteY469" fmla="*/ 327584 h 518069"/>
                <a:gd name="connsiteX470" fmla="*/ 424825 w 874316"/>
                <a:gd name="connsiteY470" fmla="*/ 330325 h 518069"/>
                <a:gd name="connsiteX471" fmla="*/ 422084 w 874316"/>
                <a:gd name="connsiteY471" fmla="*/ 330325 h 518069"/>
                <a:gd name="connsiteX472" fmla="*/ 424825 w 874316"/>
                <a:gd name="connsiteY472" fmla="*/ 327584 h 518069"/>
                <a:gd name="connsiteX473" fmla="*/ 379601 w 874316"/>
                <a:gd name="connsiteY473" fmla="*/ 382400 h 518069"/>
                <a:gd name="connsiteX474" fmla="*/ 391935 w 874316"/>
                <a:gd name="connsiteY474" fmla="*/ 372807 h 518069"/>
                <a:gd name="connsiteX475" fmla="*/ 390565 w 874316"/>
                <a:gd name="connsiteY475" fmla="*/ 378289 h 518069"/>
                <a:gd name="connsiteX476" fmla="*/ 385083 w 874316"/>
                <a:gd name="connsiteY476" fmla="*/ 381030 h 518069"/>
                <a:gd name="connsiteX477" fmla="*/ 379601 w 874316"/>
                <a:gd name="connsiteY477" fmla="*/ 382400 h 518069"/>
                <a:gd name="connsiteX478" fmla="*/ 387824 w 874316"/>
                <a:gd name="connsiteY478" fmla="*/ 383771 h 518069"/>
                <a:gd name="connsiteX479" fmla="*/ 387824 w 874316"/>
                <a:gd name="connsiteY479" fmla="*/ 383771 h 518069"/>
                <a:gd name="connsiteX480" fmla="*/ 387824 w 874316"/>
                <a:gd name="connsiteY480" fmla="*/ 383771 h 518069"/>
                <a:gd name="connsiteX481" fmla="*/ 393305 w 874316"/>
                <a:gd name="connsiteY481" fmla="*/ 396104 h 518069"/>
                <a:gd name="connsiteX482" fmla="*/ 393305 w 874316"/>
                <a:gd name="connsiteY482" fmla="*/ 390623 h 518069"/>
                <a:gd name="connsiteX483" fmla="*/ 394676 w 874316"/>
                <a:gd name="connsiteY483" fmla="*/ 391993 h 518069"/>
                <a:gd name="connsiteX484" fmla="*/ 393305 w 874316"/>
                <a:gd name="connsiteY484" fmla="*/ 396104 h 518069"/>
                <a:gd name="connsiteX485" fmla="*/ 407009 w 874316"/>
                <a:gd name="connsiteY485" fmla="*/ 439957 h 518069"/>
                <a:gd name="connsiteX486" fmla="*/ 405639 w 874316"/>
                <a:gd name="connsiteY486" fmla="*/ 452291 h 518069"/>
                <a:gd name="connsiteX487" fmla="*/ 402898 w 874316"/>
                <a:gd name="connsiteY487" fmla="*/ 459143 h 518069"/>
                <a:gd name="connsiteX488" fmla="*/ 402898 w 874316"/>
                <a:gd name="connsiteY488" fmla="*/ 456402 h 518069"/>
                <a:gd name="connsiteX489" fmla="*/ 404269 w 874316"/>
                <a:gd name="connsiteY489" fmla="*/ 446809 h 518069"/>
                <a:gd name="connsiteX490" fmla="*/ 408380 w 874316"/>
                <a:gd name="connsiteY490" fmla="*/ 428994 h 518069"/>
                <a:gd name="connsiteX491" fmla="*/ 407009 w 874316"/>
                <a:gd name="connsiteY491" fmla="*/ 439957 h 518069"/>
                <a:gd name="connsiteX492" fmla="*/ 411121 w 874316"/>
                <a:gd name="connsiteY492" fmla="*/ 416660 h 518069"/>
                <a:gd name="connsiteX493" fmla="*/ 409750 w 874316"/>
                <a:gd name="connsiteY493" fmla="*/ 415290 h 518069"/>
                <a:gd name="connsiteX494" fmla="*/ 413861 w 874316"/>
                <a:gd name="connsiteY494" fmla="*/ 411179 h 518069"/>
                <a:gd name="connsiteX495" fmla="*/ 411121 w 874316"/>
                <a:gd name="connsiteY495" fmla="*/ 416660 h 518069"/>
                <a:gd name="connsiteX496" fmla="*/ 417973 w 874316"/>
                <a:gd name="connsiteY496" fmla="*/ 415290 h 518069"/>
                <a:gd name="connsiteX497" fmla="*/ 419343 w 874316"/>
                <a:gd name="connsiteY497" fmla="*/ 416660 h 518069"/>
                <a:gd name="connsiteX498" fmla="*/ 416602 w 874316"/>
                <a:gd name="connsiteY498" fmla="*/ 418031 h 518069"/>
                <a:gd name="connsiteX499" fmla="*/ 415232 w 874316"/>
                <a:gd name="connsiteY499" fmla="*/ 416660 h 518069"/>
                <a:gd name="connsiteX500" fmla="*/ 417973 w 874316"/>
                <a:gd name="connsiteY500" fmla="*/ 415290 h 518069"/>
                <a:gd name="connsiteX501" fmla="*/ 419343 w 874316"/>
                <a:gd name="connsiteY501" fmla="*/ 368696 h 518069"/>
                <a:gd name="connsiteX502" fmla="*/ 415232 w 874316"/>
                <a:gd name="connsiteY502" fmla="*/ 371437 h 518069"/>
                <a:gd name="connsiteX503" fmla="*/ 416602 w 874316"/>
                <a:gd name="connsiteY503" fmla="*/ 368696 h 518069"/>
                <a:gd name="connsiteX504" fmla="*/ 417973 w 874316"/>
                <a:gd name="connsiteY504" fmla="*/ 367326 h 518069"/>
                <a:gd name="connsiteX505" fmla="*/ 422084 w 874316"/>
                <a:gd name="connsiteY505" fmla="*/ 360474 h 518069"/>
                <a:gd name="connsiteX506" fmla="*/ 419343 w 874316"/>
                <a:gd name="connsiteY506" fmla="*/ 368696 h 518069"/>
                <a:gd name="connsiteX507" fmla="*/ 431677 w 874316"/>
                <a:gd name="connsiteY507" fmla="*/ 374178 h 518069"/>
                <a:gd name="connsiteX508" fmla="*/ 430306 w 874316"/>
                <a:gd name="connsiteY508" fmla="*/ 375548 h 518069"/>
                <a:gd name="connsiteX509" fmla="*/ 423454 w 874316"/>
                <a:gd name="connsiteY509" fmla="*/ 386511 h 518069"/>
                <a:gd name="connsiteX510" fmla="*/ 423454 w 874316"/>
                <a:gd name="connsiteY510" fmla="*/ 385141 h 518069"/>
                <a:gd name="connsiteX511" fmla="*/ 424825 w 874316"/>
                <a:gd name="connsiteY511" fmla="*/ 381030 h 518069"/>
                <a:gd name="connsiteX512" fmla="*/ 426195 w 874316"/>
                <a:gd name="connsiteY512" fmla="*/ 378289 h 518069"/>
                <a:gd name="connsiteX513" fmla="*/ 426195 w 874316"/>
                <a:gd name="connsiteY513" fmla="*/ 375548 h 518069"/>
                <a:gd name="connsiteX514" fmla="*/ 428936 w 874316"/>
                <a:gd name="connsiteY514" fmla="*/ 372807 h 518069"/>
                <a:gd name="connsiteX515" fmla="*/ 431677 w 874316"/>
                <a:gd name="connsiteY515" fmla="*/ 374178 h 518069"/>
                <a:gd name="connsiteX516" fmla="*/ 431677 w 874316"/>
                <a:gd name="connsiteY516" fmla="*/ 374178 h 518069"/>
                <a:gd name="connsiteX517" fmla="*/ 434417 w 874316"/>
                <a:gd name="connsiteY517" fmla="*/ 364585 h 518069"/>
                <a:gd name="connsiteX518" fmla="*/ 433047 w 874316"/>
                <a:gd name="connsiteY518" fmla="*/ 363215 h 518069"/>
                <a:gd name="connsiteX519" fmla="*/ 434417 w 874316"/>
                <a:gd name="connsiteY519" fmla="*/ 363215 h 518069"/>
                <a:gd name="connsiteX520" fmla="*/ 435788 w 874316"/>
                <a:gd name="connsiteY520" fmla="*/ 364585 h 518069"/>
                <a:gd name="connsiteX521" fmla="*/ 437158 w 874316"/>
                <a:gd name="connsiteY521" fmla="*/ 364585 h 518069"/>
                <a:gd name="connsiteX522" fmla="*/ 434417 w 874316"/>
                <a:gd name="connsiteY522" fmla="*/ 364585 h 518069"/>
                <a:gd name="connsiteX523" fmla="*/ 439899 w 874316"/>
                <a:gd name="connsiteY523" fmla="*/ 354992 h 518069"/>
                <a:gd name="connsiteX524" fmla="*/ 437158 w 874316"/>
                <a:gd name="connsiteY524" fmla="*/ 354992 h 518069"/>
                <a:gd name="connsiteX525" fmla="*/ 435788 w 874316"/>
                <a:gd name="connsiteY525" fmla="*/ 353622 h 518069"/>
                <a:gd name="connsiteX526" fmla="*/ 434417 w 874316"/>
                <a:gd name="connsiteY526" fmla="*/ 350881 h 518069"/>
                <a:gd name="connsiteX527" fmla="*/ 434417 w 874316"/>
                <a:gd name="connsiteY527" fmla="*/ 349510 h 518069"/>
                <a:gd name="connsiteX528" fmla="*/ 439899 w 874316"/>
                <a:gd name="connsiteY528" fmla="*/ 352251 h 518069"/>
                <a:gd name="connsiteX529" fmla="*/ 442640 w 874316"/>
                <a:gd name="connsiteY529" fmla="*/ 356363 h 518069"/>
                <a:gd name="connsiteX530" fmla="*/ 439899 w 874316"/>
                <a:gd name="connsiteY530" fmla="*/ 354992 h 518069"/>
                <a:gd name="connsiteX531" fmla="*/ 446751 w 874316"/>
                <a:gd name="connsiteY531" fmla="*/ 348140 h 518069"/>
                <a:gd name="connsiteX532" fmla="*/ 445381 w 874316"/>
                <a:gd name="connsiteY532" fmla="*/ 346770 h 518069"/>
                <a:gd name="connsiteX533" fmla="*/ 439899 w 874316"/>
                <a:gd name="connsiteY533" fmla="*/ 345399 h 518069"/>
                <a:gd name="connsiteX534" fmla="*/ 437158 w 874316"/>
                <a:gd name="connsiteY534" fmla="*/ 345399 h 518069"/>
                <a:gd name="connsiteX535" fmla="*/ 442640 w 874316"/>
                <a:gd name="connsiteY535" fmla="*/ 339918 h 518069"/>
                <a:gd name="connsiteX536" fmla="*/ 444010 w 874316"/>
                <a:gd name="connsiteY536" fmla="*/ 341288 h 518069"/>
                <a:gd name="connsiteX537" fmla="*/ 448121 w 874316"/>
                <a:gd name="connsiteY537" fmla="*/ 342658 h 518069"/>
                <a:gd name="connsiteX538" fmla="*/ 449492 w 874316"/>
                <a:gd name="connsiteY538" fmla="*/ 344029 h 518069"/>
                <a:gd name="connsiteX539" fmla="*/ 446751 w 874316"/>
                <a:gd name="connsiteY539" fmla="*/ 348140 h 518069"/>
                <a:gd name="connsiteX540" fmla="*/ 450862 w 874316"/>
                <a:gd name="connsiteY540" fmla="*/ 341288 h 518069"/>
                <a:gd name="connsiteX541" fmla="*/ 449492 w 874316"/>
                <a:gd name="connsiteY541" fmla="*/ 338547 h 518069"/>
                <a:gd name="connsiteX542" fmla="*/ 448121 w 874316"/>
                <a:gd name="connsiteY542" fmla="*/ 335806 h 518069"/>
                <a:gd name="connsiteX543" fmla="*/ 448121 w 874316"/>
                <a:gd name="connsiteY543" fmla="*/ 334436 h 518069"/>
                <a:gd name="connsiteX544" fmla="*/ 452233 w 874316"/>
                <a:gd name="connsiteY544" fmla="*/ 335806 h 518069"/>
                <a:gd name="connsiteX545" fmla="*/ 450862 w 874316"/>
                <a:gd name="connsiteY545" fmla="*/ 341288 h 518069"/>
                <a:gd name="connsiteX546" fmla="*/ 490604 w 874316"/>
                <a:gd name="connsiteY546" fmla="*/ 276879 h 518069"/>
                <a:gd name="connsiteX547" fmla="*/ 489233 w 874316"/>
                <a:gd name="connsiteY547" fmla="*/ 276879 h 518069"/>
                <a:gd name="connsiteX548" fmla="*/ 490604 w 874316"/>
                <a:gd name="connsiteY548" fmla="*/ 274138 h 518069"/>
                <a:gd name="connsiteX549" fmla="*/ 490604 w 874316"/>
                <a:gd name="connsiteY549" fmla="*/ 276879 h 518069"/>
                <a:gd name="connsiteX550" fmla="*/ 490604 w 874316"/>
                <a:gd name="connsiteY550" fmla="*/ 260434 h 518069"/>
                <a:gd name="connsiteX551" fmla="*/ 479641 w 874316"/>
                <a:gd name="connsiteY551" fmla="*/ 270027 h 518069"/>
                <a:gd name="connsiteX552" fmla="*/ 481011 w 874316"/>
                <a:gd name="connsiteY552" fmla="*/ 265916 h 518069"/>
                <a:gd name="connsiteX553" fmla="*/ 485122 w 874316"/>
                <a:gd name="connsiteY553" fmla="*/ 260434 h 518069"/>
                <a:gd name="connsiteX554" fmla="*/ 487863 w 874316"/>
                <a:gd name="connsiteY554" fmla="*/ 256323 h 518069"/>
                <a:gd name="connsiteX555" fmla="*/ 489233 w 874316"/>
                <a:gd name="connsiteY555" fmla="*/ 256323 h 518069"/>
                <a:gd name="connsiteX556" fmla="*/ 490604 w 874316"/>
                <a:gd name="connsiteY556" fmla="*/ 260434 h 518069"/>
                <a:gd name="connsiteX557" fmla="*/ 487863 w 874316"/>
                <a:gd name="connsiteY557" fmla="*/ 227545 h 518069"/>
                <a:gd name="connsiteX558" fmla="*/ 489233 w 874316"/>
                <a:gd name="connsiteY558" fmla="*/ 224804 h 518069"/>
                <a:gd name="connsiteX559" fmla="*/ 490604 w 874316"/>
                <a:gd name="connsiteY559" fmla="*/ 226174 h 518069"/>
                <a:gd name="connsiteX560" fmla="*/ 489233 w 874316"/>
                <a:gd name="connsiteY560" fmla="*/ 228915 h 518069"/>
                <a:gd name="connsiteX561" fmla="*/ 487863 w 874316"/>
                <a:gd name="connsiteY561" fmla="*/ 227545 h 518069"/>
                <a:gd name="connsiteX562" fmla="*/ 490604 w 874316"/>
                <a:gd name="connsiteY562" fmla="*/ 222063 h 518069"/>
                <a:gd name="connsiteX563" fmla="*/ 486493 w 874316"/>
                <a:gd name="connsiteY563" fmla="*/ 222063 h 518069"/>
                <a:gd name="connsiteX564" fmla="*/ 490604 w 874316"/>
                <a:gd name="connsiteY564" fmla="*/ 220693 h 518069"/>
                <a:gd name="connsiteX565" fmla="*/ 490604 w 874316"/>
                <a:gd name="connsiteY565" fmla="*/ 222063 h 518069"/>
                <a:gd name="connsiteX566" fmla="*/ 496085 w 874316"/>
                <a:gd name="connsiteY566" fmla="*/ 252212 h 518069"/>
                <a:gd name="connsiteX567" fmla="*/ 494715 w 874316"/>
                <a:gd name="connsiteY567" fmla="*/ 249471 h 518069"/>
                <a:gd name="connsiteX568" fmla="*/ 496085 w 874316"/>
                <a:gd name="connsiteY568" fmla="*/ 248101 h 518069"/>
                <a:gd name="connsiteX569" fmla="*/ 496085 w 874316"/>
                <a:gd name="connsiteY569" fmla="*/ 252212 h 518069"/>
                <a:gd name="connsiteX570" fmla="*/ 497456 w 874316"/>
                <a:gd name="connsiteY570" fmla="*/ 216581 h 518069"/>
                <a:gd name="connsiteX571" fmla="*/ 497456 w 874316"/>
                <a:gd name="connsiteY571" fmla="*/ 216581 h 518069"/>
                <a:gd name="connsiteX572" fmla="*/ 497456 w 874316"/>
                <a:gd name="connsiteY572" fmla="*/ 215211 h 518069"/>
                <a:gd name="connsiteX573" fmla="*/ 498826 w 874316"/>
                <a:gd name="connsiteY573" fmla="*/ 215211 h 518069"/>
                <a:gd name="connsiteX574" fmla="*/ 497456 w 874316"/>
                <a:gd name="connsiteY574" fmla="*/ 216581 h 518069"/>
                <a:gd name="connsiteX575" fmla="*/ 559124 w 874316"/>
                <a:gd name="connsiteY575" fmla="*/ 150802 h 518069"/>
                <a:gd name="connsiteX576" fmla="*/ 553642 w 874316"/>
                <a:gd name="connsiteY576" fmla="*/ 152173 h 518069"/>
                <a:gd name="connsiteX577" fmla="*/ 553642 w 874316"/>
                <a:gd name="connsiteY577" fmla="*/ 150802 h 518069"/>
                <a:gd name="connsiteX578" fmla="*/ 559124 w 874316"/>
                <a:gd name="connsiteY578" fmla="*/ 148061 h 518069"/>
                <a:gd name="connsiteX579" fmla="*/ 559124 w 874316"/>
                <a:gd name="connsiteY579" fmla="*/ 150802 h 518069"/>
                <a:gd name="connsiteX580" fmla="*/ 501567 w 874316"/>
                <a:gd name="connsiteY580" fmla="*/ 246730 h 518069"/>
                <a:gd name="connsiteX581" fmla="*/ 500197 w 874316"/>
                <a:gd name="connsiteY581" fmla="*/ 245360 h 518069"/>
                <a:gd name="connsiteX582" fmla="*/ 502937 w 874316"/>
                <a:gd name="connsiteY582" fmla="*/ 243989 h 518069"/>
                <a:gd name="connsiteX583" fmla="*/ 504308 w 874316"/>
                <a:gd name="connsiteY583" fmla="*/ 245360 h 518069"/>
                <a:gd name="connsiteX584" fmla="*/ 501567 w 874316"/>
                <a:gd name="connsiteY584" fmla="*/ 246730 h 518069"/>
                <a:gd name="connsiteX585" fmla="*/ 505678 w 874316"/>
                <a:gd name="connsiteY585" fmla="*/ 235767 h 518069"/>
                <a:gd name="connsiteX586" fmla="*/ 505678 w 874316"/>
                <a:gd name="connsiteY586" fmla="*/ 235767 h 518069"/>
                <a:gd name="connsiteX587" fmla="*/ 505678 w 874316"/>
                <a:gd name="connsiteY587" fmla="*/ 233026 h 518069"/>
                <a:gd name="connsiteX588" fmla="*/ 507049 w 874316"/>
                <a:gd name="connsiteY588" fmla="*/ 233026 h 518069"/>
                <a:gd name="connsiteX589" fmla="*/ 505678 w 874316"/>
                <a:gd name="connsiteY589" fmla="*/ 235767 h 518069"/>
                <a:gd name="connsiteX590" fmla="*/ 513901 w 874316"/>
                <a:gd name="connsiteY590" fmla="*/ 226174 h 518069"/>
                <a:gd name="connsiteX591" fmla="*/ 513901 w 874316"/>
                <a:gd name="connsiteY591" fmla="*/ 224804 h 518069"/>
                <a:gd name="connsiteX592" fmla="*/ 516641 w 874316"/>
                <a:gd name="connsiteY592" fmla="*/ 223433 h 518069"/>
                <a:gd name="connsiteX593" fmla="*/ 513901 w 874316"/>
                <a:gd name="connsiteY593" fmla="*/ 226174 h 518069"/>
                <a:gd name="connsiteX594" fmla="*/ 508419 w 874316"/>
                <a:gd name="connsiteY594" fmla="*/ 197396 h 518069"/>
                <a:gd name="connsiteX595" fmla="*/ 508419 w 874316"/>
                <a:gd name="connsiteY595" fmla="*/ 194655 h 518069"/>
                <a:gd name="connsiteX596" fmla="*/ 508419 w 874316"/>
                <a:gd name="connsiteY596" fmla="*/ 193285 h 518069"/>
                <a:gd name="connsiteX597" fmla="*/ 507049 w 874316"/>
                <a:gd name="connsiteY597" fmla="*/ 197396 h 518069"/>
                <a:gd name="connsiteX598" fmla="*/ 502937 w 874316"/>
                <a:gd name="connsiteY598" fmla="*/ 201507 h 518069"/>
                <a:gd name="connsiteX599" fmla="*/ 502937 w 874316"/>
                <a:gd name="connsiteY599" fmla="*/ 200137 h 518069"/>
                <a:gd name="connsiteX600" fmla="*/ 504308 w 874316"/>
                <a:gd name="connsiteY600" fmla="*/ 198766 h 518069"/>
                <a:gd name="connsiteX601" fmla="*/ 507049 w 874316"/>
                <a:gd name="connsiteY601" fmla="*/ 193285 h 518069"/>
                <a:gd name="connsiteX602" fmla="*/ 511160 w 874316"/>
                <a:gd name="connsiteY602" fmla="*/ 191914 h 518069"/>
                <a:gd name="connsiteX603" fmla="*/ 516641 w 874316"/>
                <a:gd name="connsiteY603" fmla="*/ 190544 h 518069"/>
                <a:gd name="connsiteX604" fmla="*/ 519382 w 874316"/>
                <a:gd name="connsiteY604" fmla="*/ 189173 h 518069"/>
                <a:gd name="connsiteX605" fmla="*/ 508419 w 874316"/>
                <a:gd name="connsiteY605" fmla="*/ 197396 h 518069"/>
                <a:gd name="connsiteX606" fmla="*/ 537198 w 874316"/>
                <a:gd name="connsiteY606" fmla="*/ 198766 h 518069"/>
                <a:gd name="connsiteX607" fmla="*/ 535827 w 874316"/>
                <a:gd name="connsiteY607" fmla="*/ 197396 h 518069"/>
                <a:gd name="connsiteX608" fmla="*/ 538568 w 874316"/>
                <a:gd name="connsiteY608" fmla="*/ 196025 h 518069"/>
                <a:gd name="connsiteX609" fmla="*/ 539938 w 874316"/>
                <a:gd name="connsiteY609" fmla="*/ 197396 h 518069"/>
                <a:gd name="connsiteX610" fmla="*/ 537198 w 874316"/>
                <a:gd name="connsiteY610" fmla="*/ 198766 h 518069"/>
                <a:gd name="connsiteX611" fmla="*/ 542679 w 874316"/>
                <a:gd name="connsiteY611" fmla="*/ 193285 h 518069"/>
                <a:gd name="connsiteX612" fmla="*/ 542679 w 874316"/>
                <a:gd name="connsiteY612" fmla="*/ 193285 h 518069"/>
                <a:gd name="connsiteX613" fmla="*/ 544050 w 874316"/>
                <a:gd name="connsiteY613" fmla="*/ 193285 h 518069"/>
                <a:gd name="connsiteX614" fmla="*/ 542679 w 874316"/>
                <a:gd name="connsiteY614" fmla="*/ 193285 h 518069"/>
                <a:gd name="connsiteX615" fmla="*/ 546790 w 874316"/>
                <a:gd name="connsiteY615" fmla="*/ 187803 h 518069"/>
                <a:gd name="connsiteX616" fmla="*/ 546790 w 874316"/>
                <a:gd name="connsiteY616" fmla="*/ 187803 h 518069"/>
                <a:gd name="connsiteX617" fmla="*/ 548161 w 874316"/>
                <a:gd name="connsiteY617" fmla="*/ 185062 h 518069"/>
                <a:gd name="connsiteX618" fmla="*/ 546790 w 874316"/>
                <a:gd name="connsiteY618" fmla="*/ 187803 h 518069"/>
                <a:gd name="connsiteX619" fmla="*/ 550902 w 874316"/>
                <a:gd name="connsiteY619" fmla="*/ 138469 h 518069"/>
                <a:gd name="connsiteX620" fmla="*/ 549531 w 874316"/>
                <a:gd name="connsiteY620" fmla="*/ 137098 h 518069"/>
                <a:gd name="connsiteX621" fmla="*/ 549531 w 874316"/>
                <a:gd name="connsiteY621" fmla="*/ 134357 h 518069"/>
                <a:gd name="connsiteX622" fmla="*/ 550902 w 874316"/>
                <a:gd name="connsiteY622" fmla="*/ 135728 h 518069"/>
                <a:gd name="connsiteX623" fmla="*/ 550902 w 874316"/>
                <a:gd name="connsiteY623" fmla="*/ 138469 h 518069"/>
                <a:gd name="connsiteX624" fmla="*/ 666015 w 874316"/>
                <a:gd name="connsiteY624" fmla="*/ 198766 h 518069"/>
                <a:gd name="connsiteX625" fmla="*/ 671497 w 874316"/>
                <a:gd name="connsiteY625" fmla="*/ 196025 h 518069"/>
                <a:gd name="connsiteX626" fmla="*/ 671497 w 874316"/>
                <a:gd name="connsiteY626" fmla="*/ 198766 h 518069"/>
                <a:gd name="connsiteX627" fmla="*/ 666015 w 874316"/>
                <a:gd name="connsiteY627" fmla="*/ 198766 h 518069"/>
                <a:gd name="connsiteX628" fmla="*/ 666015 w 874316"/>
                <a:gd name="connsiteY628" fmla="*/ 198766 h 518069"/>
                <a:gd name="connsiteX629" fmla="*/ 652311 w 874316"/>
                <a:gd name="connsiteY629" fmla="*/ 217952 h 518069"/>
                <a:gd name="connsiteX630" fmla="*/ 656422 w 874316"/>
                <a:gd name="connsiteY630" fmla="*/ 213841 h 518069"/>
                <a:gd name="connsiteX631" fmla="*/ 656422 w 874316"/>
                <a:gd name="connsiteY631" fmla="*/ 212470 h 518069"/>
                <a:gd name="connsiteX632" fmla="*/ 656422 w 874316"/>
                <a:gd name="connsiteY632" fmla="*/ 211100 h 518069"/>
                <a:gd name="connsiteX633" fmla="*/ 659163 w 874316"/>
                <a:gd name="connsiteY633" fmla="*/ 213841 h 518069"/>
                <a:gd name="connsiteX634" fmla="*/ 657793 w 874316"/>
                <a:gd name="connsiteY634" fmla="*/ 219322 h 518069"/>
                <a:gd name="connsiteX635" fmla="*/ 655052 w 874316"/>
                <a:gd name="connsiteY635" fmla="*/ 219322 h 518069"/>
                <a:gd name="connsiteX636" fmla="*/ 652311 w 874316"/>
                <a:gd name="connsiteY636" fmla="*/ 219322 h 518069"/>
                <a:gd name="connsiteX637" fmla="*/ 652311 w 874316"/>
                <a:gd name="connsiteY637" fmla="*/ 217952 h 518069"/>
                <a:gd name="connsiteX638" fmla="*/ 620792 w 874316"/>
                <a:gd name="connsiteY638" fmla="*/ 264546 h 518069"/>
                <a:gd name="connsiteX639" fmla="*/ 623533 w 874316"/>
                <a:gd name="connsiteY639" fmla="*/ 260434 h 518069"/>
                <a:gd name="connsiteX640" fmla="*/ 627644 w 874316"/>
                <a:gd name="connsiteY640" fmla="*/ 256323 h 518069"/>
                <a:gd name="connsiteX641" fmla="*/ 629014 w 874316"/>
                <a:gd name="connsiteY641" fmla="*/ 254953 h 518069"/>
                <a:gd name="connsiteX642" fmla="*/ 635866 w 874316"/>
                <a:gd name="connsiteY642" fmla="*/ 241249 h 518069"/>
                <a:gd name="connsiteX643" fmla="*/ 635866 w 874316"/>
                <a:gd name="connsiteY643" fmla="*/ 242619 h 518069"/>
                <a:gd name="connsiteX644" fmla="*/ 637237 w 874316"/>
                <a:gd name="connsiteY644" fmla="*/ 243989 h 518069"/>
                <a:gd name="connsiteX645" fmla="*/ 638607 w 874316"/>
                <a:gd name="connsiteY645" fmla="*/ 239878 h 518069"/>
                <a:gd name="connsiteX646" fmla="*/ 639978 w 874316"/>
                <a:gd name="connsiteY646" fmla="*/ 234397 h 518069"/>
                <a:gd name="connsiteX647" fmla="*/ 642718 w 874316"/>
                <a:gd name="connsiteY647" fmla="*/ 234397 h 518069"/>
                <a:gd name="connsiteX648" fmla="*/ 641348 w 874316"/>
                <a:gd name="connsiteY648" fmla="*/ 237137 h 518069"/>
                <a:gd name="connsiteX649" fmla="*/ 641348 w 874316"/>
                <a:gd name="connsiteY649" fmla="*/ 238508 h 518069"/>
                <a:gd name="connsiteX650" fmla="*/ 644089 w 874316"/>
                <a:gd name="connsiteY650" fmla="*/ 233026 h 518069"/>
                <a:gd name="connsiteX651" fmla="*/ 648200 w 874316"/>
                <a:gd name="connsiteY651" fmla="*/ 224804 h 518069"/>
                <a:gd name="connsiteX652" fmla="*/ 655052 w 874316"/>
                <a:gd name="connsiteY652" fmla="*/ 220693 h 518069"/>
                <a:gd name="connsiteX653" fmla="*/ 653682 w 874316"/>
                <a:gd name="connsiteY653" fmla="*/ 226174 h 518069"/>
                <a:gd name="connsiteX654" fmla="*/ 650941 w 874316"/>
                <a:gd name="connsiteY654" fmla="*/ 230285 h 518069"/>
                <a:gd name="connsiteX655" fmla="*/ 648200 w 874316"/>
                <a:gd name="connsiteY655" fmla="*/ 234397 h 518069"/>
                <a:gd name="connsiteX656" fmla="*/ 646830 w 874316"/>
                <a:gd name="connsiteY656" fmla="*/ 235767 h 518069"/>
                <a:gd name="connsiteX657" fmla="*/ 644089 w 874316"/>
                <a:gd name="connsiteY657" fmla="*/ 239878 h 518069"/>
                <a:gd name="connsiteX658" fmla="*/ 641348 w 874316"/>
                <a:gd name="connsiteY658" fmla="*/ 245360 h 518069"/>
                <a:gd name="connsiteX659" fmla="*/ 637237 w 874316"/>
                <a:gd name="connsiteY659" fmla="*/ 248101 h 518069"/>
                <a:gd name="connsiteX660" fmla="*/ 633126 w 874316"/>
                <a:gd name="connsiteY660" fmla="*/ 249471 h 518069"/>
                <a:gd name="connsiteX661" fmla="*/ 634496 w 874316"/>
                <a:gd name="connsiteY661" fmla="*/ 250841 h 518069"/>
                <a:gd name="connsiteX662" fmla="*/ 635866 w 874316"/>
                <a:gd name="connsiteY662" fmla="*/ 252212 h 518069"/>
                <a:gd name="connsiteX663" fmla="*/ 633126 w 874316"/>
                <a:gd name="connsiteY663" fmla="*/ 253582 h 518069"/>
                <a:gd name="connsiteX664" fmla="*/ 631755 w 874316"/>
                <a:gd name="connsiteY664" fmla="*/ 253582 h 518069"/>
                <a:gd name="connsiteX665" fmla="*/ 631755 w 874316"/>
                <a:gd name="connsiteY665" fmla="*/ 260434 h 518069"/>
                <a:gd name="connsiteX666" fmla="*/ 627644 w 874316"/>
                <a:gd name="connsiteY666" fmla="*/ 259064 h 518069"/>
                <a:gd name="connsiteX667" fmla="*/ 627644 w 874316"/>
                <a:gd name="connsiteY667" fmla="*/ 260434 h 518069"/>
                <a:gd name="connsiteX668" fmla="*/ 627644 w 874316"/>
                <a:gd name="connsiteY668" fmla="*/ 267286 h 518069"/>
                <a:gd name="connsiteX669" fmla="*/ 626274 w 874316"/>
                <a:gd name="connsiteY669" fmla="*/ 270027 h 518069"/>
                <a:gd name="connsiteX670" fmla="*/ 623533 w 874316"/>
                <a:gd name="connsiteY670" fmla="*/ 272768 h 518069"/>
                <a:gd name="connsiteX671" fmla="*/ 618051 w 874316"/>
                <a:gd name="connsiteY671" fmla="*/ 272768 h 518069"/>
                <a:gd name="connsiteX672" fmla="*/ 616681 w 874316"/>
                <a:gd name="connsiteY672" fmla="*/ 274138 h 518069"/>
                <a:gd name="connsiteX673" fmla="*/ 618051 w 874316"/>
                <a:gd name="connsiteY673" fmla="*/ 278250 h 518069"/>
                <a:gd name="connsiteX674" fmla="*/ 618051 w 874316"/>
                <a:gd name="connsiteY674" fmla="*/ 279620 h 518069"/>
                <a:gd name="connsiteX675" fmla="*/ 616681 w 874316"/>
                <a:gd name="connsiteY675" fmla="*/ 280990 h 518069"/>
                <a:gd name="connsiteX676" fmla="*/ 613940 w 874316"/>
                <a:gd name="connsiteY676" fmla="*/ 280990 h 518069"/>
                <a:gd name="connsiteX677" fmla="*/ 611199 w 874316"/>
                <a:gd name="connsiteY677" fmla="*/ 280990 h 518069"/>
                <a:gd name="connsiteX678" fmla="*/ 620792 w 874316"/>
                <a:gd name="connsiteY678" fmla="*/ 264546 h 518069"/>
                <a:gd name="connsiteX679" fmla="*/ 613940 w 874316"/>
                <a:gd name="connsiteY679" fmla="*/ 300176 h 518069"/>
                <a:gd name="connsiteX680" fmla="*/ 616681 w 874316"/>
                <a:gd name="connsiteY680" fmla="*/ 298806 h 518069"/>
                <a:gd name="connsiteX681" fmla="*/ 619422 w 874316"/>
                <a:gd name="connsiteY681" fmla="*/ 300176 h 518069"/>
                <a:gd name="connsiteX682" fmla="*/ 616681 w 874316"/>
                <a:gd name="connsiteY682" fmla="*/ 301546 h 518069"/>
                <a:gd name="connsiteX683" fmla="*/ 613940 w 874316"/>
                <a:gd name="connsiteY683" fmla="*/ 300176 h 518069"/>
                <a:gd name="connsiteX684" fmla="*/ 615310 w 874316"/>
                <a:gd name="connsiteY684" fmla="*/ 304287 h 518069"/>
                <a:gd name="connsiteX685" fmla="*/ 611199 w 874316"/>
                <a:gd name="connsiteY685" fmla="*/ 308398 h 518069"/>
                <a:gd name="connsiteX686" fmla="*/ 612570 w 874316"/>
                <a:gd name="connsiteY686" fmla="*/ 304287 h 518069"/>
                <a:gd name="connsiteX687" fmla="*/ 615310 w 874316"/>
                <a:gd name="connsiteY687" fmla="*/ 304287 h 518069"/>
                <a:gd name="connsiteX688" fmla="*/ 618051 w 874316"/>
                <a:gd name="connsiteY688" fmla="*/ 316621 h 518069"/>
                <a:gd name="connsiteX689" fmla="*/ 619422 w 874316"/>
                <a:gd name="connsiteY689" fmla="*/ 315250 h 518069"/>
                <a:gd name="connsiteX690" fmla="*/ 619422 w 874316"/>
                <a:gd name="connsiteY690" fmla="*/ 316621 h 518069"/>
                <a:gd name="connsiteX691" fmla="*/ 618051 w 874316"/>
                <a:gd name="connsiteY691" fmla="*/ 317991 h 518069"/>
                <a:gd name="connsiteX692" fmla="*/ 618051 w 874316"/>
                <a:gd name="connsiteY692" fmla="*/ 316621 h 518069"/>
                <a:gd name="connsiteX693" fmla="*/ 619422 w 874316"/>
                <a:gd name="connsiteY693" fmla="*/ 294694 h 518069"/>
                <a:gd name="connsiteX694" fmla="*/ 620792 w 874316"/>
                <a:gd name="connsiteY694" fmla="*/ 293324 h 518069"/>
                <a:gd name="connsiteX695" fmla="*/ 622162 w 874316"/>
                <a:gd name="connsiteY695" fmla="*/ 294694 h 518069"/>
                <a:gd name="connsiteX696" fmla="*/ 619422 w 874316"/>
                <a:gd name="connsiteY696" fmla="*/ 294694 h 518069"/>
                <a:gd name="connsiteX697" fmla="*/ 619422 w 874316"/>
                <a:gd name="connsiteY697" fmla="*/ 294694 h 518069"/>
                <a:gd name="connsiteX698" fmla="*/ 609829 w 874316"/>
                <a:gd name="connsiteY698" fmla="*/ 283731 h 518069"/>
                <a:gd name="connsiteX699" fmla="*/ 613940 w 874316"/>
                <a:gd name="connsiteY699" fmla="*/ 283731 h 518069"/>
                <a:gd name="connsiteX700" fmla="*/ 616681 w 874316"/>
                <a:gd name="connsiteY700" fmla="*/ 283731 h 518069"/>
                <a:gd name="connsiteX701" fmla="*/ 615310 w 874316"/>
                <a:gd name="connsiteY701" fmla="*/ 285102 h 518069"/>
                <a:gd name="connsiteX702" fmla="*/ 612570 w 874316"/>
                <a:gd name="connsiteY702" fmla="*/ 286472 h 518069"/>
                <a:gd name="connsiteX703" fmla="*/ 608458 w 874316"/>
                <a:gd name="connsiteY703" fmla="*/ 287842 h 518069"/>
                <a:gd name="connsiteX704" fmla="*/ 609829 w 874316"/>
                <a:gd name="connsiteY704" fmla="*/ 283731 h 518069"/>
                <a:gd name="connsiteX705" fmla="*/ 607088 w 874316"/>
                <a:gd name="connsiteY705" fmla="*/ 287842 h 518069"/>
                <a:gd name="connsiteX706" fmla="*/ 608458 w 874316"/>
                <a:gd name="connsiteY706" fmla="*/ 289213 h 518069"/>
                <a:gd name="connsiteX707" fmla="*/ 607088 w 874316"/>
                <a:gd name="connsiteY707" fmla="*/ 290583 h 518069"/>
                <a:gd name="connsiteX708" fmla="*/ 605718 w 874316"/>
                <a:gd name="connsiteY708" fmla="*/ 289213 h 518069"/>
                <a:gd name="connsiteX709" fmla="*/ 607088 w 874316"/>
                <a:gd name="connsiteY709" fmla="*/ 287842 h 518069"/>
                <a:gd name="connsiteX710" fmla="*/ 601606 w 874316"/>
                <a:gd name="connsiteY710" fmla="*/ 296065 h 518069"/>
                <a:gd name="connsiteX711" fmla="*/ 605718 w 874316"/>
                <a:gd name="connsiteY711" fmla="*/ 293324 h 518069"/>
                <a:gd name="connsiteX712" fmla="*/ 607088 w 874316"/>
                <a:gd name="connsiteY712" fmla="*/ 291954 h 518069"/>
                <a:gd name="connsiteX713" fmla="*/ 609829 w 874316"/>
                <a:gd name="connsiteY713" fmla="*/ 290583 h 518069"/>
                <a:gd name="connsiteX714" fmla="*/ 601606 w 874316"/>
                <a:gd name="connsiteY714" fmla="*/ 298806 h 518069"/>
                <a:gd name="connsiteX715" fmla="*/ 601606 w 874316"/>
                <a:gd name="connsiteY715" fmla="*/ 296065 h 518069"/>
                <a:gd name="connsiteX716" fmla="*/ 608458 w 874316"/>
                <a:gd name="connsiteY716" fmla="*/ 313880 h 518069"/>
                <a:gd name="connsiteX717" fmla="*/ 607088 w 874316"/>
                <a:gd name="connsiteY717" fmla="*/ 316621 h 518069"/>
                <a:gd name="connsiteX718" fmla="*/ 605718 w 874316"/>
                <a:gd name="connsiteY718" fmla="*/ 315250 h 518069"/>
                <a:gd name="connsiteX719" fmla="*/ 607088 w 874316"/>
                <a:gd name="connsiteY719" fmla="*/ 312510 h 518069"/>
                <a:gd name="connsiteX720" fmla="*/ 608458 w 874316"/>
                <a:gd name="connsiteY720" fmla="*/ 313880 h 518069"/>
                <a:gd name="connsiteX721" fmla="*/ 602977 w 874316"/>
                <a:gd name="connsiteY721" fmla="*/ 324843 h 518069"/>
                <a:gd name="connsiteX722" fmla="*/ 600236 w 874316"/>
                <a:gd name="connsiteY722" fmla="*/ 326214 h 518069"/>
                <a:gd name="connsiteX723" fmla="*/ 600236 w 874316"/>
                <a:gd name="connsiteY723" fmla="*/ 323473 h 518069"/>
                <a:gd name="connsiteX724" fmla="*/ 601606 w 874316"/>
                <a:gd name="connsiteY724" fmla="*/ 322102 h 518069"/>
                <a:gd name="connsiteX725" fmla="*/ 602977 w 874316"/>
                <a:gd name="connsiteY725" fmla="*/ 324843 h 518069"/>
                <a:gd name="connsiteX726" fmla="*/ 597495 w 874316"/>
                <a:gd name="connsiteY726" fmla="*/ 305658 h 518069"/>
                <a:gd name="connsiteX727" fmla="*/ 600236 w 874316"/>
                <a:gd name="connsiteY727" fmla="*/ 305658 h 518069"/>
                <a:gd name="connsiteX728" fmla="*/ 597495 w 874316"/>
                <a:gd name="connsiteY728" fmla="*/ 309769 h 518069"/>
                <a:gd name="connsiteX729" fmla="*/ 594754 w 874316"/>
                <a:gd name="connsiteY729" fmla="*/ 311139 h 518069"/>
                <a:gd name="connsiteX730" fmla="*/ 597495 w 874316"/>
                <a:gd name="connsiteY730" fmla="*/ 305658 h 518069"/>
                <a:gd name="connsiteX731" fmla="*/ 596125 w 874316"/>
                <a:gd name="connsiteY731" fmla="*/ 333066 h 518069"/>
                <a:gd name="connsiteX732" fmla="*/ 593384 w 874316"/>
                <a:gd name="connsiteY732" fmla="*/ 333066 h 518069"/>
                <a:gd name="connsiteX733" fmla="*/ 594754 w 874316"/>
                <a:gd name="connsiteY733" fmla="*/ 331695 h 518069"/>
                <a:gd name="connsiteX734" fmla="*/ 596125 w 874316"/>
                <a:gd name="connsiteY734" fmla="*/ 333066 h 518069"/>
                <a:gd name="connsiteX735" fmla="*/ 592014 w 874316"/>
                <a:gd name="connsiteY735" fmla="*/ 315250 h 518069"/>
                <a:gd name="connsiteX736" fmla="*/ 593384 w 874316"/>
                <a:gd name="connsiteY736" fmla="*/ 315250 h 518069"/>
                <a:gd name="connsiteX737" fmla="*/ 590643 w 874316"/>
                <a:gd name="connsiteY737" fmla="*/ 317991 h 518069"/>
                <a:gd name="connsiteX738" fmla="*/ 587902 w 874316"/>
                <a:gd name="connsiteY738" fmla="*/ 317991 h 518069"/>
                <a:gd name="connsiteX739" fmla="*/ 592014 w 874316"/>
                <a:gd name="connsiteY739" fmla="*/ 315250 h 518069"/>
                <a:gd name="connsiteX740" fmla="*/ 557754 w 874316"/>
                <a:gd name="connsiteY740" fmla="*/ 381030 h 518069"/>
                <a:gd name="connsiteX741" fmla="*/ 556383 w 874316"/>
                <a:gd name="connsiteY741" fmla="*/ 385141 h 518069"/>
                <a:gd name="connsiteX742" fmla="*/ 557754 w 874316"/>
                <a:gd name="connsiteY742" fmla="*/ 379659 h 518069"/>
                <a:gd name="connsiteX743" fmla="*/ 557754 w 874316"/>
                <a:gd name="connsiteY743" fmla="*/ 381030 h 518069"/>
                <a:gd name="connsiteX744" fmla="*/ 564606 w 874316"/>
                <a:gd name="connsiteY744" fmla="*/ 434475 h 518069"/>
                <a:gd name="connsiteX745" fmla="*/ 561865 w 874316"/>
                <a:gd name="connsiteY745" fmla="*/ 446809 h 518069"/>
                <a:gd name="connsiteX746" fmla="*/ 559124 w 874316"/>
                <a:gd name="connsiteY746" fmla="*/ 453661 h 518069"/>
                <a:gd name="connsiteX747" fmla="*/ 559124 w 874316"/>
                <a:gd name="connsiteY747" fmla="*/ 449550 h 518069"/>
                <a:gd name="connsiteX748" fmla="*/ 560494 w 874316"/>
                <a:gd name="connsiteY748" fmla="*/ 439957 h 518069"/>
                <a:gd name="connsiteX749" fmla="*/ 565976 w 874316"/>
                <a:gd name="connsiteY749" fmla="*/ 420771 h 518069"/>
                <a:gd name="connsiteX750" fmla="*/ 564606 w 874316"/>
                <a:gd name="connsiteY750" fmla="*/ 434475 h 518069"/>
                <a:gd name="connsiteX751" fmla="*/ 568717 w 874316"/>
                <a:gd name="connsiteY751" fmla="*/ 354992 h 518069"/>
                <a:gd name="connsiteX752" fmla="*/ 570087 w 874316"/>
                <a:gd name="connsiteY752" fmla="*/ 353622 h 518069"/>
                <a:gd name="connsiteX753" fmla="*/ 570087 w 874316"/>
                <a:gd name="connsiteY753" fmla="*/ 353622 h 518069"/>
                <a:gd name="connsiteX754" fmla="*/ 571458 w 874316"/>
                <a:gd name="connsiteY754" fmla="*/ 354992 h 518069"/>
                <a:gd name="connsiteX755" fmla="*/ 568717 w 874316"/>
                <a:gd name="connsiteY755" fmla="*/ 354992 h 518069"/>
                <a:gd name="connsiteX756" fmla="*/ 568717 w 874316"/>
                <a:gd name="connsiteY756" fmla="*/ 354992 h 518069"/>
                <a:gd name="connsiteX757" fmla="*/ 570087 w 874316"/>
                <a:gd name="connsiteY757" fmla="*/ 407067 h 518069"/>
                <a:gd name="connsiteX758" fmla="*/ 574198 w 874316"/>
                <a:gd name="connsiteY758" fmla="*/ 402956 h 518069"/>
                <a:gd name="connsiteX759" fmla="*/ 571458 w 874316"/>
                <a:gd name="connsiteY759" fmla="*/ 409808 h 518069"/>
                <a:gd name="connsiteX760" fmla="*/ 570087 w 874316"/>
                <a:gd name="connsiteY760" fmla="*/ 407067 h 518069"/>
                <a:gd name="connsiteX761" fmla="*/ 576939 w 874316"/>
                <a:gd name="connsiteY761" fmla="*/ 408438 h 518069"/>
                <a:gd name="connsiteX762" fmla="*/ 578310 w 874316"/>
                <a:gd name="connsiteY762" fmla="*/ 409808 h 518069"/>
                <a:gd name="connsiteX763" fmla="*/ 575569 w 874316"/>
                <a:gd name="connsiteY763" fmla="*/ 411179 h 518069"/>
                <a:gd name="connsiteX764" fmla="*/ 574198 w 874316"/>
                <a:gd name="connsiteY764" fmla="*/ 409808 h 518069"/>
                <a:gd name="connsiteX765" fmla="*/ 576939 w 874316"/>
                <a:gd name="connsiteY765" fmla="*/ 408438 h 518069"/>
                <a:gd name="connsiteX766" fmla="*/ 574198 w 874316"/>
                <a:gd name="connsiteY766" fmla="*/ 374178 h 518069"/>
                <a:gd name="connsiteX767" fmla="*/ 574198 w 874316"/>
                <a:gd name="connsiteY767" fmla="*/ 370067 h 518069"/>
                <a:gd name="connsiteX768" fmla="*/ 575569 w 874316"/>
                <a:gd name="connsiteY768" fmla="*/ 368696 h 518069"/>
                <a:gd name="connsiteX769" fmla="*/ 574198 w 874316"/>
                <a:gd name="connsiteY769" fmla="*/ 374178 h 518069"/>
                <a:gd name="connsiteX770" fmla="*/ 576939 w 874316"/>
                <a:gd name="connsiteY770" fmla="*/ 342658 h 518069"/>
                <a:gd name="connsiteX771" fmla="*/ 578310 w 874316"/>
                <a:gd name="connsiteY771" fmla="*/ 339918 h 518069"/>
                <a:gd name="connsiteX772" fmla="*/ 576939 w 874316"/>
                <a:gd name="connsiteY772" fmla="*/ 342658 h 518069"/>
                <a:gd name="connsiteX773" fmla="*/ 576939 w 874316"/>
                <a:gd name="connsiteY773" fmla="*/ 342658 h 518069"/>
                <a:gd name="connsiteX774" fmla="*/ 582421 w 874316"/>
                <a:gd name="connsiteY774" fmla="*/ 359103 h 518069"/>
                <a:gd name="connsiteX775" fmla="*/ 578310 w 874316"/>
                <a:gd name="connsiteY775" fmla="*/ 361844 h 518069"/>
                <a:gd name="connsiteX776" fmla="*/ 579680 w 874316"/>
                <a:gd name="connsiteY776" fmla="*/ 359103 h 518069"/>
                <a:gd name="connsiteX777" fmla="*/ 581050 w 874316"/>
                <a:gd name="connsiteY777" fmla="*/ 357733 h 518069"/>
                <a:gd name="connsiteX778" fmla="*/ 585162 w 874316"/>
                <a:gd name="connsiteY778" fmla="*/ 350881 h 518069"/>
                <a:gd name="connsiteX779" fmla="*/ 582421 w 874316"/>
                <a:gd name="connsiteY779" fmla="*/ 359103 h 518069"/>
                <a:gd name="connsiteX780" fmla="*/ 594754 w 874316"/>
                <a:gd name="connsiteY780" fmla="*/ 365955 h 518069"/>
                <a:gd name="connsiteX781" fmla="*/ 593384 w 874316"/>
                <a:gd name="connsiteY781" fmla="*/ 367326 h 518069"/>
                <a:gd name="connsiteX782" fmla="*/ 586532 w 874316"/>
                <a:gd name="connsiteY782" fmla="*/ 378289 h 518069"/>
                <a:gd name="connsiteX783" fmla="*/ 586532 w 874316"/>
                <a:gd name="connsiteY783" fmla="*/ 376919 h 518069"/>
                <a:gd name="connsiteX784" fmla="*/ 589273 w 874316"/>
                <a:gd name="connsiteY784" fmla="*/ 372807 h 518069"/>
                <a:gd name="connsiteX785" fmla="*/ 592014 w 874316"/>
                <a:gd name="connsiteY785" fmla="*/ 370067 h 518069"/>
                <a:gd name="connsiteX786" fmla="*/ 592014 w 874316"/>
                <a:gd name="connsiteY786" fmla="*/ 367326 h 518069"/>
                <a:gd name="connsiteX787" fmla="*/ 594754 w 874316"/>
                <a:gd name="connsiteY787" fmla="*/ 364585 h 518069"/>
                <a:gd name="connsiteX788" fmla="*/ 594754 w 874316"/>
                <a:gd name="connsiteY788" fmla="*/ 365955 h 518069"/>
                <a:gd name="connsiteX789" fmla="*/ 594754 w 874316"/>
                <a:gd name="connsiteY789" fmla="*/ 365955 h 518069"/>
                <a:gd name="connsiteX790" fmla="*/ 597495 w 874316"/>
                <a:gd name="connsiteY790" fmla="*/ 354992 h 518069"/>
                <a:gd name="connsiteX791" fmla="*/ 596125 w 874316"/>
                <a:gd name="connsiteY791" fmla="*/ 353622 h 518069"/>
                <a:gd name="connsiteX792" fmla="*/ 597495 w 874316"/>
                <a:gd name="connsiteY792" fmla="*/ 353622 h 518069"/>
                <a:gd name="connsiteX793" fmla="*/ 598866 w 874316"/>
                <a:gd name="connsiteY793" fmla="*/ 354992 h 518069"/>
                <a:gd name="connsiteX794" fmla="*/ 600236 w 874316"/>
                <a:gd name="connsiteY794" fmla="*/ 354992 h 518069"/>
                <a:gd name="connsiteX795" fmla="*/ 597495 w 874316"/>
                <a:gd name="connsiteY795" fmla="*/ 354992 h 518069"/>
                <a:gd name="connsiteX796" fmla="*/ 605718 w 874316"/>
                <a:gd name="connsiteY796" fmla="*/ 348140 h 518069"/>
                <a:gd name="connsiteX797" fmla="*/ 602977 w 874316"/>
                <a:gd name="connsiteY797" fmla="*/ 346770 h 518069"/>
                <a:gd name="connsiteX798" fmla="*/ 600236 w 874316"/>
                <a:gd name="connsiteY798" fmla="*/ 346770 h 518069"/>
                <a:gd name="connsiteX799" fmla="*/ 598866 w 874316"/>
                <a:gd name="connsiteY799" fmla="*/ 345399 h 518069"/>
                <a:gd name="connsiteX800" fmla="*/ 597495 w 874316"/>
                <a:gd name="connsiteY800" fmla="*/ 341288 h 518069"/>
                <a:gd name="connsiteX801" fmla="*/ 597495 w 874316"/>
                <a:gd name="connsiteY801" fmla="*/ 339918 h 518069"/>
                <a:gd name="connsiteX802" fmla="*/ 601606 w 874316"/>
                <a:gd name="connsiteY802" fmla="*/ 344029 h 518069"/>
                <a:gd name="connsiteX803" fmla="*/ 605718 w 874316"/>
                <a:gd name="connsiteY803" fmla="*/ 348140 h 518069"/>
                <a:gd name="connsiteX804" fmla="*/ 611199 w 874316"/>
                <a:gd name="connsiteY804" fmla="*/ 338547 h 518069"/>
                <a:gd name="connsiteX805" fmla="*/ 609829 w 874316"/>
                <a:gd name="connsiteY805" fmla="*/ 337177 h 518069"/>
                <a:gd name="connsiteX806" fmla="*/ 604347 w 874316"/>
                <a:gd name="connsiteY806" fmla="*/ 335806 h 518069"/>
                <a:gd name="connsiteX807" fmla="*/ 601606 w 874316"/>
                <a:gd name="connsiteY807" fmla="*/ 335806 h 518069"/>
                <a:gd name="connsiteX808" fmla="*/ 607088 w 874316"/>
                <a:gd name="connsiteY808" fmla="*/ 330325 h 518069"/>
                <a:gd name="connsiteX809" fmla="*/ 608458 w 874316"/>
                <a:gd name="connsiteY809" fmla="*/ 331695 h 518069"/>
                <a:gd name="connsiteX810" fmla="*/ 612570 w 874316"/>
                <a:gd name="connsiteY810" fmla="*/ 334436 h 518069"/>
                <a:gd name="connsiteX811" fmla="*/ 613940 w 874316"/>
                <a:gd name="connsiteY811" fmla="*/ 337177 h 518069"/>
                <a:gd name="connsiteX812" fmla="*/ 611199 w 874316"/>
                <a:gd name="connsiteY812" fmla="*/ 338547 h 518069"/>
                <a:gd name="connsiteX813" fmla="*/ 612570 w 874316"/>
                <a:gd name="connsiteY813" fmla="*/ 315250 h 518069"/>
                <a:gd name="connsiteX814" fmla="*/ 613940 w 874316"/>
                <a:gd name="connsiteY814" fmla="*/ 313880 h 518069"/>
                <a:gd name="connsiteX815" fmla="*/ 615310 w 874316"/>
                <a:gd name="connsiteY815" fmla="*/ 315250 h 518069"/>
                <a:gd name="connsiteX816" fmla="*/ 613940 w 874316"/>
                <a:gd name="connsiteY816" fmla="*/ 316621 h 518069"/>
                <a:gd name="connsiteX817" fmla="*/ 612570 w 874316"/>
                <a:gd name="connsiteY817" fmla="*/ 315250 h 518069"/>
                <a:gd name="connsiteX818" fmla="*/ 615310 w 874316"/>
                <a:gd name="connsiteY818" fmla="*/ 333066 h 518069"/>
                <a:gd name="connsiteX819" fmla="*/ 615310 w 874316"/>
                <a:gd name="connsiteY819" fmla="*/ 330325 h 518069"/>
                <a:gd name="connsiteX820" fmla="*/ 615310 w 874316"/>
                <a:gd name="connsiteY820" fmla="*/ 326214 h 518069"/>
                <a:gd name="connsiteX821" fmla="*/ 615310 w 874316"/>
                <a:gd name="connsiteY821" fmla="*/ 324843 h 518069"/>
                <a:gd name="connsiteX822" fmla="*/ 619422 w 874316"/>
                <a:gd name="connsiteY822" fmla="*/ 327584 h 518069"/>
                <a:gd name="connsiteX823" fmla="*/ 615310 w 874316"/>
                <a:gd name="connsiteY823" fmla="*/ 333066 h 518069"/>
                <a:gd name="connsiteX824" fmla="*/ 623533 w 874316"/>
                <a:gd name="connsiteY824" fmla="*/ 301546 h 518069"/>
                <a:gd name="connsiteX825" fmla="*/ 620792 w 874316"/>
                <a:gd name="connsiteY825" fmla="*/ 307028 h 518069"/>
                <a:gd name="connsiteX826" fmla="*/ 619422 w 874316"/>
                <a:gd name="connsiteY826" fmla="*/ 304287 h 518069"/>
                <a:gd name="connsiteX827" fmla="*/ 620792 w 874316"/>
                <a:gd name="connsiteY827" fmla="*/ 304287 h 518069"/>
                <a:gd name="connsiteX828" fmla="*/ 623533 w 874316"/>
                <a:gd name="connsiteY828" fmla="*/ 301546 h 518069"/>
                <a:gd name="connsiteX829" fmla="*/ 623533 w 874316"/>
                <a:gd name="connsiteY829" fmla="*/ 301546 h 518069"/>
                <a:gd name="connsiteX830" fmla="*/ 633126 w 874316"/>
                <a:gd name="connsiteY830" fmla="*/ 290583 h 518069"/>
                <a:gd name="connsiteX831" fmla="*/ 630385 w 874316"/>
                <a:gd name="connsiteY831" fmla="*/ 293324 h 518069"/>
                <a:gd name="connsiteX832" fmla="*/ 631755 w 874316"/>
                <a:gd name="connsiteY832" fmla="*/ 296065 h 518069"/>
                <a:gd name="connsiteX833" fmla="*/ 633126 w 874316"/>
                <a:gd name="connsiteY833" fmla="*/ 298806 h 518069"/>
                <a:gd name="connsiteX834" fmla="*/ 629014 w 874316"/>
                <a:gd name="connsiteY834" fmla="*/ 298806 h 518069"/>
                <a:gd name="connsiteX835" fmla="*/ 629014 w 874316"/>
                <a:gd name="connsiteY835" fmla="*/ 293324 h 518069"/>
                <a:gd name="connsiteX836" fmla="*/ 637237 w 874316"/>
                <a:gd name="connsiteY836" fmla="*/ 289213 h 518069"/>
                <a:gd name="connsiteX837" fmla="*/ 633126 w 874316"/>
                <a:gd name="connsiteY837" fmla="*/ 290583 h 518069"/>
                <a:gd name="connsiteX838" fmla="*/ 641348 w 874316"/>
                <a:gd name="connsiteY838" fmla="*/ 276879 h 518069"/>
                <a:gd name="connsiteX839" fmla="*/ 638607 w 874316"/>
                <a:gd name="connsiteY839" fmla="*/ 279620 h 518069"/>
                <a:gd name="connsiteX840" fmla="*/ 635866 w 874316"/>
                <a:gd name="connsiteY840" fmla="*/ 278250 h 518069"/>
                <a:gd name="connsiteX841" fmla="*/ 638607 w 874316"/>
                <a:gd name="connsiteY841" fmla="*/ 275509 h 518069"/>
                <a:gd name="connsiteX842" fmla="*/ 641348 w 874316"/>
                <a:gd name="connsiteY842" fmla="*/ 276879 h 518069"/>
                <a:gd name="connsiteX843" fmla="*/ 642718 w 874316"/>
                <a:gd name="connsiteY843" fmla="*/ 263175 h 518069"/>
                <a:gd name="connsiteX844" fmla="*/ 639978 w 874316"/>
                <a:gd name="connsiteY844" fmla="*/ 265916 h 518069"/>
                <a:gd name="connsiteX845" fmla="*/ 642718 w 874316"/>
                <a:gd name="connsiteY845" fmla="*/ 263175 h 518069"/>
                <a:gd name="connsiteX846" fmla="*/ 645459 w 874316"/>
                <a:gd name="connsiteY846" fmla="*/ 259064 h 518069"/>
                <a:gd name="connsiteX847" fmla="*/ 642718 w 874316"/>
                <a:gd name="connsiteY847" fmla="*/ 263175 h 518069"/>
                <a:gd name="connsiteX848" fmla="*/ 645459 w 874316"/>
                <a:gd name="connsiteY848" fmla="*/ 267286 h 518069"/>
                <a:gd name="connsiteX849" fmla="*/ 646830 w 874316"/>
                <a:gd name="connsiteY849" fmla="*/ 263175 h 518069"/>
                <a:gd name="connsiteX850" fmla="*/ 649570 w 874316"/>
                <a:gd name="connsiteY850" fmla="*/ 261805 h 518069"/>
                <a:gd name="connsiteX851" fmla="*/ 645459 w 874316"/>
                <a:gd name="connsiteY851" fmla="*/ 267286 h 518069"/>
                <a:gd name="connsiteX852" fmla="*/ 659163 w 874316"/>
                <a:gd name="connsiteY852" fmla="*/ 267286 h 518069"/>
                <a:gd name="connsiteX853" fmla="*/ 657793 w 874316"/>
                <a:gd name="connsiteY853" fmla="*/ 267286 h 518069"/>
                <a:gd name="connsiteX854" fmla="*/ 659163 w 874316"/>
                <a:gd name="connsiteY854" fmla="*/ 264546 h 518069"/>
                <a:gd name="connsiteX855" fmla="*/ 659163 w 874316"/>
                <a:gd name="connsiteY855" fmla="*/ 267286 h 518069"/>
                <a:gd name="connsiteX856" fmla="*/ 660534 w 874316"/>
                <a:gd name="connsiteY856" fmla="*/ 249471 h 518069"/>
                <a:gd name="connsiteX857" fmla="*/ 649570 w 874316"/>
                <a:gd name="connsiteY857" fmla="*/ 259064 h 518069"/>
                <a:gd name="connsiteX858" fmla="*/ 652311 w 874316"/>
                <a:gd name="connsiteY858" fmla="*/ 254953 h 518069"/>
                <a:gd name="connsiteX859" fmla="*/ 656422 w 874316"/>
                <a:gd name="connsiteY859" fmla="*/ 249471 h 518069"/>
                <a:gd name="connsiteX860" fmla="*/ 660534 w 874316"/>
                <a:gd name="connsiteY860" fmla="*/ 245360 h 518069"/>
                <a:gd name="connsiteX861" fmla="*/ 661904 w 874316"/>
                <a:gd name="connsiteY861" fmla="*/ 245360 h 518069"/>
                <a:gd name="connsiteX862" fmla="*/ 660534 w 874316"/>
                <a:gd name="connsiteY862" fmla="*/ 249471 h 518069"/>
                <a:gd name="connsiteX863" fmla="*/ 661904 w 874316"/>
                <a:gd name="connsiteY863" fmla="*/ 215211 h 518069"/>
                <a:gd name="connsiteX864" fmla="*/ 660534 w 874316"/>
                <a:gd name="connsiteY864" fmla="*/ 213841 h 518069"/>
                <a:gd name="connsiteX865" fmla="*/ 661904 w 874316"/>
                <a:gd name="connsiteY865" fmla="*/ 211100 h 518069"/>
                <a:gd name="connsiteX866" fmla="*/ 663274 w 874316"/>
                <a:gd name="connsiteY866" fmla="*/ 212470 h 518069"/>
                <a:gd name="connsiteX867" fmla="*/ 661904 w 874316"/>
                <a:gd name="connsiteY867" fmla="*/ 215211 h 518069"/>
                <a:gd name="connsiteX868" fmla="*/ 659163 w 874316"/>
                <a:gd name="connsiteY868" fmla="*/ 206989 h 518069"/>
                <a:gd name="connsiteX869" fmla="*/ 663274 w 874316"/>
                <a:gd name="connsiteY869" fmla="*/ 205618 h 518069"/>
                <a:gd name="connsiteX870" fmla="*/ 663274 w 874316"/>
                <a:gd name="connsiteY870" fmla="*/ 206989 h 518069"/>
                <a:gd name="connsiteX871" fmla="*/ 659163 w 874316"/>
                <a:gd name="connsiteY871" fmla="*/ 206989 h 518069"/>
                <a:gd name="connsiteX872" fmla="*/ 666015 w 874316"/>
                <a:gd name="connsiteY872" fmla="*/ 239878 h 518069"/>
                <a:gd name="connsiteX873" fmla="*/ 664645 w 874316"/>
                <a:gd name="connsiteY873" fmla="*/ 237137 h 518069"/>
                <a:gd name="connsiteX874" fmla="*/ 666015 w 874316"/>
                <a:gd name="connsiteY874" fmla="*/ 235767 h 518069"/>
                <a:gd name="connsiteX875" fmla="*/ 666015 w 874316"/>
                <a:gd name="connsiteY875" fmla="*/ 239878 h 518069"/>
                <a:gd name="connsiteX876" fmla="*/ 668756 w 874316"/>
                <a:gd name="connsiteY876" fmla="*/ 201507 h 518069"/>
                <a:gd name="connsiteX877" fmla="*/ 668756 w 874316"/>
                <a:gd name="connsiteY877" fmla="*/ 201507 h 518069"/>
                <a:gd name="connsiteX878" fmla="*/ 671497 w 874316"/>
                <a:gd name="connsiteY878" fmla="*/ 201507 h 518069"/>
                <a:gd name="connsiteX879" fmla="*/ 668756 w 874316"/>
                <a:gd name="connsiteY879" fmla="*/ 201507 h 518069"/>
                <a:gd name="connsiteX880" fmla="*/ 668756 w 874316"/>
                <a:gd name="connsiteY880" fmla="*/ 201507 h 518069"/>
                <a:gd name="connsiteX881" fmla="*/ 672867 w 874316"/>
                <a:gd name="connsiteY881" fmla="*/ 235767 h 518069"/>
                <a:gd name="connsiteX882" fmla="*/ 671497 w 874316"/>
                <a:gd name="connsiteY882" fmla="*/ 234397 h 518069"/>
                <a:gd name="connsiteX883" fmla="*/ 674238 w 874316"/>
                <a:gd name="connsiteY883" fmla="*/ 233026 h 518069"/>
                <a:gd name="connsiteX884" fmla="*/ 675608 w 874316"/>
                <a:gd name="connsiteY884" fmla="*/ 234397 h 518069"/>
                <a:gd name="connsiteX885" fmla="*/ 672867 w 874316"/>
                <a:gd name="connsiteY885" fmla="*/ 235767 h 518069"/>
                <a:gd name="connsiteX886" fmla="*/ 670126 w 874316"/>
                <a:gd name="connsiteY886" fmla="*/ 193285 h 518069"/>
                <a:gd name="connsiteX887" fmla="*/ 671497 w 874316"/>
                <a:gd name="connsiteY887" fmla="*/ 190544 h 518069"/>
                <a:gd name="connsiteX888" fmla="*/ 674238 w 874316"/>
                <a:gd name="connsiteY888" fmla="*/ 189173 h 518069"/>
                <a:gd name="connsiteX889" fmla="*/ 670126 w 874316"/>
                <a:gd name="connsiteY889" fmla="*/ 193285 h 518069"/>
                <a:gd name="connsiteX890" fmla="*/ 689312 w 874316"/>
                <a:gd name="connsiteY890" fmla="*/ 168617 h 518069"/>
                <a:gd name="connsiteX891" fmla="*/ 689312 w 874316"/>
                <a:gd name="connsiteY891" fmla="*/ 171358 h 518069"/>
                <a:gd name="connsiteX892" fmla="*/ 687942 w 874316"/>
                <a:gd name="connsiteY892" fmla="*/ 171358 h 518069"/>
                <a:gd name="connsiteX893" fmla="*/ 689312 w 874316"/>
                <a:gd name="connsiteY893" fmla="*/ 168617 h 518069"/>
                <a:gd name="connsiteX894" fmla="*/ 564606 w 874316"/>
                <a:gd name="connsiteY894" fmla="*/ 117913 h 518069"/>
                <a:gd name="connsiteX895" fmla="*/ 567346 w 874316"/>
                <a:gd name="connsiteY895" fmla="*/ 113801 h 518069"/>
                <a:gd name="connsiteX896" fmla="*/ 568717 w 874316"/>
                <a:gd name="connsiteY896" fmla="*/ 112431 h 518069"/>
                <a:gd name="connsiteX897" fmla="*/ 568717 w 874316"/>
                <a:gd name="connsiteY897" fmla="*/ 116542 h 518069"/>
                <a:gd name="connsiteX898" fmla="*/ 567346 w 874316"/>
                <a:gd name="connsiteY898" fmla="*/ 117913 h 518069"/>
                <a:gd name="connsiteX899" fmla="*/ 565976 w 874316"/>
                <a:gd name="connsiteY899" fmla="*/ 120653 h 518069"/>
                <a:gd name="connsiteX900" fmla="*/ 564606 w 874316"/>
                <a:gd name="connsiteY900" fmla="*/ 117913 h 518069"/>
                <a:gd name="connsiteX901" fmla="*/ 563235 w 874316"/>
                <a:gd name="connsiteY901" fmla="*/ 126135 h 518069"/>
                <a:gd name="connsiteX902" fmla="*/ 560494 w 874316"/>
                <a:gd name="connsiteY902" fmla="*/ 124765 h 518069"/>
                <a:gd name="connsiteX903" fmla="*/ 563235 w 874316"/>
                <a:gd name="connsiteY903" fmla="*/ 124765 h 518069"/>
                <a:gd name="connsiteX904" fmla="*/ 563235 w 874316"/>
                <a:gd name="connsiteY904" fmla="*/ 126135 h 518069"/>
                <a:gd name="connsiteX905" fmla="*/ 676978 w 874316"/>
                <a:gd name="connsiteY905" fmla="*/ 223433 h 518069"/>
                <a:gd name="connsiteX906" fmla="*/ 676978 w 874316"/>
                <a:gd name="connsiteY906" fmla="*/ 223433 h 518069"/>
                <a:gd name="connsiteX907" fmla="*/ 676978 w 874316"/>
                <a:gd name="connsiteY907" fmla="*/ 220693 h 518069"/>
                <a:gd name="connsiteX908" fmla="*/ 678349 w 874316"/>
                <a:gd name="connsiteY908" fmla="*/ 222063 h 518069"/>
                <a:gd name="connsiteX909" fmla="*/ 676978 w 874316"/>
                <a:gd name="connsiteY909" fmla="*/ 223433 h 518069"/>
                <a:gd name="connsiteX910" fmla="*/ 682460 w 874316"/>
                <a:gd name="connsiteY910" fmla="*/ 180951 h 518069"/>
                <a:gd name="connsiteX911" fmla="*/ 682460 w 874316"/>
                <a:gd name="connsiteY911" fmla="*/ 179581 h 518069"/>
                <a:gd name="connsiteX912" fmla="*/ 681090 w 874316"/>
                <a:gd name="connsiteY912" fmla="*/ 183692 h 518069"/>
                <a:gd name="connsiteX913" fmla="*/ 676978 w 874316"/>
                <a:gd name="connsiteY913" fmla="*/ 187803 h 518069"/>
                <a:gd name="connsiteX914" fmla="*/ 678349 w 874316"/>
                <a:gd name="connsiteY914" fmla="*/ 186433 h 518069"/>
                <a:gd name="connsiteX915" fmla="*/ 679719 w 874316"/>
                <a:gd name="connsiteY915" fmla="*/ 185062 h 518069"/>
                <a:gd name="connsiteX916" fmla="*/ 682460 w 874316"/>
                <a:gd name="connsiteY916" fmla="*/ 179581 h 518069"/>
                <a:gd name="connsiteX917" fmla="*/ 686571 w 874316"/>
                <a:gd name="connsiteY917" fmla="*/ 178210 h 518069"/>
                <a:gd name="connsiteX918" fmla="*/ 690682 w 874316"/>
                <a:gd name="connsiteY918" fmla="*/ 178210 h 518069"/>
                <a:gd name="connsiteX919" fmla="*/ 693423 w 874316"/>
                <a:gd name="connsiteY919" fmla="*/ 176840 h 518069"/>
                <a:gd name="connsiteX920" fmla="*/ 683830 w 874316"/>
                <a:gd name="connsiteY920" fmla="*/ 186433 h 518069"/>
                <a:gd name="connsiteX921" fmla="*/ 682460 w 874316"/>
                <a:gd name="connsiteY921" fmla="*/ 180951 h 518069"/>
                <a:gd name="connsiteX922" fmla="*/ 685201 w 874316"/>
                <a:gd name="connsiteY922" fmla="*/ 213841 h 518069"/>
                <a:gd name="connsiteX923" fmla="*/ 685201 w 874316"/>
                <a:gd name="connsiteY923" fmla="*/ 211100 h 518069"/>
                <a:gd name="connsiteX924" fmla="*/ 687942 w 874316"/>
                <a:gd name="connsiteY924" fmla="*/ 209729 h 518069"/>
                <a:gd name="connsiteX925" fmla="*/ 685201 w 874316"/>
                <a:gd name="connsiteY925" fmla="*/ 213841 h 51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874316" h="518069">
                  <a:moveTo>
                    <a:pt x="698905" y="220693"/>
                  </a:moveTo>
                  <a:cubicBezTo>
                    <a:pt x="704386" y="215211"/>
                    <a:pt x="708498" y="208359"/>
                    <a:pt x="708498" y="208359"/>
                  </a:cubicBezTo>
                  <a:cubicBezTo>
                    <a:pt x="708498" y="206989"/>
                    <a:pt x="709868" y="206989"/>
                    <a:pt x="709868" y="205618"/>
                  </a:cubicBezTo>
                  <a:cubicBezTo>
                    <a:pt x="718090" y="197396"/>
                    <a:pt x="720831" y="193285"/>
                    <a:pt x="727683" y="183692"/>
                  </a:cubicBezTo>
                  <a:cubicBezTo>
                    <a:pt x="733165" y="176840"/>
                    <a:pt x="738647" y="168617"/>
                    <a:pt x="741387" y="167247"/>
                  </a:cubicBezTo>
                  <a:cubicBezTo>
                    <a:pt x="744128" y="164506"/>
                    <a:pt x="746869" y="161765"/>
                    <a:pt x="746869" y="159025"/>
                  </a:cubicBezTo>
                  <a:cubicBezTo>
                    <a:pt x="748239" y="157654"/>
                    <a:pt x="749610" y="156284"/>
                    <a:pt x="750980" y="154913"/>
                  </a:cubicBezTo>
                  <a:cubicBezTo>
                    <a:pt x="752351" y="154913"/>
                    <a:pt x="753721" y="153543"/>
                    <a:pt x="753721" y="152173"/>
                  </a:cubicBezTo>
                  <a:cubicBezTo>
                    <a:pt x="753721" y="149432"/>
                    <a:pt x="761943" y="148061"/>
                    <a:pt x="768795" y="149432"/>
                  </a:cubicBezTo>
                  <a:cubicBezTo>
                    <a:pt x="770166" y="149432"/>
                    <a:pt x="771536" y="149432"/>
                    <a:pt x="772907" y="148061"/>
                  </a:cubicBezTo>
                  <a:cubicBezTo>
                    <a:pt x="774277" y="146691"/>
                    <a:pt x="777018" y="148061"/>
                    <a:pt x="778388" y="148061"/>
                  </a:cubicBezTo>
                  <a:cubicBezTo>
                    <a:pt x="781129" y="148061"/>
                    <a:pt x="782499" y="148061"/>
                    <a:pt x="782499" y="148061"/>
                  </a:cubicBezTo>
                  <a:cubicBezTo>
                    <a:pt x="782499" y="146691"/>
                    <a:pt x="793463" y="145321"/>
                    <a:pt x="801685" y="143950"/>
                  </a:cubicBezTo>
                  <a:cubicBezTo>
                    <a:pt x="822241" y="142580"/>
                    <a:pt x="844167" y="143950"/>
                    <a:pt x="857871" y="145321"/>
                  </a:cubicBezTo>
                  <a:cubicBezTo>
                    <a:pt x="866094" y="146691"/>
                    <a:pt x="874316" y="146691"/>
                    <a:pt x="874316" y="145321"/>
                  </a:cubicBezTo>
                  <a:cubicBezTo>
                    <a:pt x="874316" y="142580"/>
                    <a:pt x="868835" y="138469"/>
                    <a:pt x="861983" y="135728"/>
                  </a:cubicBezTo>
                  <a:cubicBezTo>
                    <a:pt x="852390" y="132987"/>
                    <a:pt x="820871" y="128876"/>
                    <a:pt x="792092" y="128876"/>
                  </a:cubicBezTo>
                  <a:cubicBezTo>
                    <a:pt x="778388" y="128876"/>
                    <a:pt x="772907" y="127505"/>
                    <a:pt x="774277" y="126135"/>
                  </a:cubicBezTo>
                  <a:cubicBezTo>
                    <a:pt x="774277" y="124765"/>
                    <a:pt x="774277" y="124765"/>
                    <a:pt x="775647" y="124765"/>
                  </a:cubicBezTo>
                  <a:cubicBezTo>
                    <a:pt x="775647" y="124765"/>
                    <a:pt x="778388" y="122024"/>
                    <a:pt x="781129" y="117913"/>
                  </a:cubicBezTo>
                  <a:cubicBezTo>
                    <a:pt x="783870" y="113801"/>
                    <a:pt x="786611" y="111061"/>
                    <a:pt x="786611" y="111061"/>
                  </a:cubicBezTo>
                  <a:cubicBezTo>
                    <a:pt x="787981" y="111061"/>
                    <a:pt x="803055" y="94616"/>
                    <a:pt x="805796" y="89134"/>
                  </a:cubicBezTo>
                  <a:cubicBezTo>
                    <a:pt x="807167" y="86393"/>
                    <a:pt x="815389" y="78171"/>
                    <a:pt x="824982" y="68578"/>
                  </a:cubicBezTo>
                  <a:cubicBezTo>
                    <a:pt x="834575" y="58985"/>
                    <a:pt x="844167" y="50763"/>
                    <a:pt x="845538" y="48022"/>
                  </a:cubicBezTo>
                  <a:cubicBezTo>
                    <a:pt x="846908" y="45281"/>
                    <a:pt x="849649" y="41170"/>
                    <a:pt x="852390" y="38429"/>
                  </a:cubicBezTo>
                  <a:cubicBezTo>
                    <a:pt x="855131" y="35688"/>
                    <a:pt x="856501" y="32948"/>
                    <a:pt x="855131" y="31577"/>
                  </a:cubicBezTo>
                  <a:cubicBezTo>
                    <a:pt x="853760" y="30207"/>
                    <a:pt x="855131" y="27466"/>
                    <a:pt x="855131" y="23355"/>
                  </a:cubicBezTo>
                  <a:cubicBezTo>
                    <a:pt x="856501" y="15132"/>
                    <a:pt x="852390" y="8280"/>
                    <a:pt x="842797" y="4169"/>
                  </a:cubicBezTo>
                  <a:cubicBezTo>
                    <a:pt x="838686" y="1428"/>
                    <a:pt x="835945" y="58"/>
                    <a:pt x="833204" y="58"/>
                  </a:cubicBezTo>
                  <a:cubicBezTo>
                    <a:pt x="822241" y="-1312"/>
                    <a:pt x="803055" y="21984"/>
                    <a:pt x="796203" y="28836"/>
                  </a:cubicBezTo>
                  <a:cubicBezTo>
                    <a:pt x="792092" y="32948"/>
                    <a:pt x="774277" y="52133"/>
                    <a:pt x="770166" y="57615"/>
                  </a:cubicBezTo>
                  <a:cubicBezTo>
                    <a:pt x="768795" y="58985"/>
                    <a:pt x="767425" y="60356"/>
                    <a:pt x="764684" y="63096"/>
                  </a:cubicBezTo>
                  <a:cubicBezTo>
                    <a:pt x="763314" y="64467"/>
                    <a:pt x="759203" y="68578"/>
                    <a:pt x="757832" y="71319"/>
                  </a:cubicBezTo>
                  <a:cubicBezTo>
                    <a:pt x="753721" y="76800"/>
                    <a:pt x="727683" y="109690"/>
                    <a:pt x="727683" y="109690"/>
                  </a:cubicBezTo>
                  <a:cubicBezTo>
                    <a:pt x="727683" y="111061"/>
                    <a:pt x="729054" y="109690"/>
                    <a:pt x="730424" y="109690"/>
                  </a:cubicBezTo>
                  <a:cubicBezTo>
                    <a:pt x="731795" y="109690"/>
                    <a:pt x="733165" y="109690"/>
                    <a:pt x="733165" y="111061"/>
                  </a:cubicBezTo>
                  <a:cubicBezTo>
                    <a:pt x="733165" y="112431"/>
                    <a:pt x="729054" y="113801"/>
                    <a:pt x="724943" y="112431"/>
                  </a:cubicBezTo>
                  <a:cubicBezTo>
                    <a:pt x="724943" y="112431"/>
                    <a:pt x="723572" y="112431"/>
                    <a:pt x="723572" y="113801"/>
                  </a:cubicBezTo>
                  <a:cubicBezTo>
                    <a:pt x="723572" y="115172"/>
                    <a:pt x="722202" y="116542"/>
                    <a:pt x="719461" y="119283"/>
                  </a:cubicBezTo>
                  <a:cubicBezTo>
                    <a:pt x="716720" y="122024"/>
                    <a:pt x="713979" y="124765"/>
                    <a:pt x="712609" y="126135"/>
                  </a:cubicBezTo>
                  <a:cubicBezTo>
                    <a:pt x="711238" y="127505"/>
                    <a:pt x="708498" y="128876"/>
                    <a:pt x="705757" y="130246"/>
                  </a:cubicBezTo>
                  <a:cubicBezTo>
                    <a:pt x="664645" y="135728"/>
                    <a:pt x="624903" y="132987"/>
                    <a:pt x="596125" y="137098"/>
                  </a:cubicBezTo>
                  <a:cubicBezTo>
                    <a:pt x="596125" y="137098"/>
                    <a:pt x="596125" y="137098"/>
                    <a:pt x="596125" y="137098"/>
                  </a:cubicBezTo>
                  <a:cubicBezTo>
                    <a:pt x="596125" y="135728"/>
                    <a:pt x="596125" y="135728"/>
                    <a:pt x="597495" y="135728"/>
                  </a:cubicBezTo>
                  <a:cubicBezTo>
                    <a:pt x="597495" y="135728"/>
                    <a:pt x="600236" y="132987"/>
                    <a:pt x="602977" y="128876"/>
                  </a:cubicBezTo>
                  <a:cubicBezTo>
                    <a:pt x="605718" y="124765"/>
                    <a:pt x="608458" y="122024"/>
                    <a:pt x="608458" y="122024"/>
                  </a:cubicBezTo>
                  <a:cubicBezTo>
                    <a:pt x="609829" y="122024"/>
                    <a:pt x="624903" y="105579"/>
                    <a:pt x="626274" y="100097"/>
                  </a:cubicBezTo>
                  <a:cubicBezTo>
                    <a:pt x="627644" y="97357"/>
                    <a:pt x="635866" y="89134"/>
                    <a:pt x="645459" y="79541"/>
                  </a:cubicBezTo>
                  <a:cubicBezTo>
                    <a:pt x="655052" y="69948"/>
                    <a:pt x="663274" y="60356"/>
                    <a:pt x="664645" y="58985"/>
                  </a:cubicBezTo>
                  <a:cubicBezTo>
                    <a:pt x="666015" y="56244"/>
                    <a:pt x="668756" y="52133"/>
                    <a:pt x="670126" y="49392"/>
                  </a:cubicBezTo>
                  <a:cubicBezTo>
                    <a:pt x="671497" y="46652"/>
                    <a:pt x="672867" y="43911"/>
                    <a:pt x="672867" y="42540"/>
                  </a:cubicBezTo>
                  <a:cubicBezTo>
                    <a:pt x="671497" y="41170"/>
                    <a:pt x="671497" y="38429"/>
                    <a:pt x="671497" y="35688"/>
                  </a:cubicBezTo>
                  <a:cubicBezTo>
                    <a:pt x="671497" y="27466"/>
                    <a:pt x="667386" y="21984"/>
                    <a:pt x="656422" y="19244"/>
                  </a:cubicBezTo>
                  <a:cubicBezTo>
                    <a:pt x="650941" y="17873"/>
                    <a:pt x="649570" y="16503"/>
                    <a:pt x="646830" y="16503"/>
                  </a:cubicBezTo>
                  <a:cubicBezTo>
                    <a:pt x="634496" y="16503"/>
                    <a:pt x="616681" y="38429"/>
                    <a:pt x="609829" y="46652"/>
                  </a:cubicBezTo>
                  <a:cubicBezTo>
                    <a:pt x="605718" y="50763"/>
                    <a:pt x="589273" y="69948"/>
                    <a:pt x="585162" y="75430"/>
                  </a:cubicBezTo>
                  <a:cubicBezTo>
                    <a:pt x="585162" y="76800"/>
                    <a:pt x="582421" y="78171"/>
                    <a:pt x="581050" y="80912"/>
                  </a:cubicBezTo>
                  <a:cubicBezTo>
                    <a:pt x="579680" y="82282"/>
                    <a:pt x="576939" y="86393"/>
                    <a:pt x="574198" y="89134"/>
                  </a:cubicBezTo>
                  <a:cubicBezTo>
                    <a:pt x="570087" y="94616"/>
                    <a:pt x="546790" y="127505"/>
                    <a:pt x="546790" y="127505"/>
                  </a:cubicBezTo>
                  <a:cubicBezTo>
                    <a:pt x="546790" y="127505"/>
                    <a:pt x="548161" y="127505"/>
                    <a:pt x="549531" y="127505"/>
                  </a:cubicBezTo>
                  <a:cubicBezTo>
                    <a:pt x="550902" y="127505"/>
                    <a:pt x="552272" y="127505"/>
                    <a:pt x="552272" y="127505"/>
                  </a:cubicBezTo>
                  <a:cubicBezTo>
                    <a:pt x="552272" y="128876"/>
                    <a:pt x="548161" y="130246"/>
                    <a:pt x="544050" y="128876"/>
                  </a:cubicBezTo>
                  <a:cubicBezTo>
                    <a:pt x="544050" y="128876"/>
                    <a:pt x="542679" y="128876"/>
                    <a:pt x="542679" y="130246"/>
                  </a:cubicBezTo>
                  <a:cubicBezTo>
                    <a:pt x="542679" y="130246"/>
                    <a:pt x="541309" y="132987"/>
                    <a:pt x="538568" y="135728"/>
                  </a:cubicBezTo>
                  <a:cubicBezTo>
                    <a:pt x="535827" y="138469"/>
                    <a:pt x="533086" y="141209"/>
                    <a:pt x="533086" y="142580"/>
                  </a:cubicBezTo>
                  <a:cubicBezTo>
                    <a:pt x="531716" y="143950"/>
                    <a:pt x="528975" y="145321"/>
                    <a:pt x="526234" y="146691"/>
                  </a:cubicBezTo>
                  <a:cubicBezTo>
                    <a:pt x="476900" y="156284"/>
                    <a:pt x="470048" y="157654"/>
                    <a:pt x="439899" y="165877"/>
                  </a:cubicBezTo>
                  <a:cubicBezTo>
                    <a:pt x="428936" y="168617"/>
                    <a:pt x="417973" y="171358"/>
                    <a:pt x="416602" y="169988"/>
                  </a:cubicBezTo>
                  <a:cubicBezTo>
                    <a:pt x="413861" y="169988"/>
                    <a:pt x="412491" y="169988"/>
                    <a:pt x="412491" y="172729"/>
                  </a:cubicBezTo>
                  <a:cubicBezTo>
                    <a:pt x="409750" y="182321"/>
                    <a:pt x="420713" y="193285"/>
                    <a:pt x="435788" y="194655"/>
                  </a:cubicBezTo>
                  <a:cubicBezTo>
                    <a:pt x="444010" y="194655"/>
                    <a:pt x="457714" y="194655"/>
                    <a:pt x="459085" y="191914"/>
                  </a:cubicBezTo>
                  <a:cubicBezTo>
                    <a:pt x="459085" y="191914"/>
                    <a:pt x="479641" y="186433"/>
                    <a:pt x="481011" y="186433"/>
                  </a:cubicBezTo>
                  <a:cubicBezTo>
                    <a:pt x="485122" y="185062"/>
                    <a:pt x="490604" y="183692"/>
                    <a:pt x="491974" y="183692"/>
                  </a:cubicBezTo>
                  <a:cubicBezTo>
                    <a:pt x="493345" y="183692"/>
                    <a:pt x="496085" y="182321"/>
                    <a:pt x="498826" y="182321"/>
                  </a:cubicBezTo>
                  <a:cubicBezTo>
                    <a:pt x="500197" y="182321"/>
                    <a:pt x="501567" y="182321"/>
                    <a:pt x="501567" y="182321"/>
                  </a:cubicBezTo>
                  <a:cubicBezTo>
                    <a:pt x="501567" y="183692"/>
                    <a:pt x="494715" y="198766"/>
                    <a:pt x="493345" y="198766"/>
                  </a:cubicBezTo>
                  <a:cubicBezTo>
                    <a:pt x="491974" y="198766"/>
                    <a:pt x="478270" y="216581"/>
                    <a:pt x="478270" y="217952"/>
                  </a:cubicBezTo>
                  <a:cubicBezTo>
                    <a:pt x="478270" y="217952"/>
                    <a:pt x="465937" y="237137"/>
                    <a:pt x="464566" y="239878"/>
                  </a:cubicBezTo>
                  <a:cubicBezTo>
                    <a:pt x="463196" y="242619"/>
                    <a:pt x="457714" y="249471"/>
                    <a:pt x="457714" y="250841"/>
                  </a:cubicBezTo>
                  <a:cubicBezTo>
                    <a:pt x="457714" y="250841"/>
                    <a:pt x="456344" y="254953"/>
                    <a:pt x="453603" y="257694"/>
                  </a:cubicBezTo>
                  <a:cubicBezTo>
                    <a:pt x="449492" y="261805"/>
                    <a:pt x="449492" y="263175"/>
                    <a:pt x="450862" y="263175"/>
                  </a:cubicBezTo>
                  <a:cubicBezTo>
                    <a:pt x="452233" y="263175"/>
                    <a:pt x="450862" y="264546"/>
                    <a:pt x="449492" y="267286"/>
                  </a:cubicBezTo>
                  <a:cubicBezTo>
                    <a:pt x="448121" y="270027"/>
                    <a:pt x="441269" y="278250"/>
                    <a:pt x="435788" y="286472"/>
                  </a:cubicBezTo>
                  <a:cubicBezTo>
                    <a:pt x="430306" y="296065"/>
                    <a:pt x="424825" y="304287"/>
                    <a:pt x="423454" y="307028"/>
                  </a:cubicBezTo>
                  <a:cubicBezTo>
                    <a:pt x="419343" y="312510"/>
                    <a:pt x="408380" y="333066"/>
                    <a:pt x="400157" y="350881"/>
                  </a:cubicBezTo>
                  <a:cubicBezTo>
                    <a:pt x="398787" y="352251"/>
                    <a:pt x="396046" y="353622"/>
                    <a:pt x="396046" y="353622"/>
                  </a:cubicBezTo>
                  <a:cubicBezTo>
                    <a:pt x="394676" y="353622"/>
                    <a:pt x="393305" y="354992"/>
                    <a:pt x="391935" y="356363"/>
                  </a:cubicBezTo>
                  <a:cubicBezTo>
                    <a:pt x="383713" y="367326"/>
                    <a:pt x="309711" y="400215"/>
                    <a:pt x="290525" y="405697"/>
                  </a:cubicBezTo>
                  <a:cubicBezTo>
                    <a:pt x="285043" y="407067"/>
                    <a:pt x="267228" y="412549"/>
                    <a:pt x="259006" y="413919"/>
                  </a:cubicBezTo>
                  <a:cubicBezTo>
                    <a:pt x="254895" y="415290"/>
                    <a:pt x="248043" y="415290"/>
                    <a:pt x="242561" y="415290"/>
                  </a:cubicBezTo>
                  <a:cubicBezTo>
                    <a:pt x="231598" y="415290"/>
                    <a:pt x="219264" y="413919"/>
                    <a:pt x="215153" y="412549"/>
                  </a:cubicBezTo>
                  <a:cubicBezTo>
                    <a:pt x="209671" y="409808"/>
                    <a:pt x="206931" y="402956"/>
                    <a:pt x="209671" y="393363"/>
                  </a:cubicBezTo>
                  <a:cubicBezTo>
                    <a:pt x="211042" y="386511"/>
                    <a:pt x="220635" y="365955"/>
                    <a:pt x="226116" y="359103"/>
                  </a:cubicBezTo>
                  <a:lnTo>
                    <a:pt x="227487" y="360474"/>
                  </a:lnTo>
                  <a:cubicBezTo>
                    <a:pt x="237079" y="346770"/>
                    <a:pt x="248043" y="342658"/>
                    <a:pt x="261747" y="341288"/>
                  </a:cubicBezTo>
                  <a:cubicBezTo>
                    <a:pt x="263117" y="341288"/>
                    <a:pt x="267228" y="339918"/>
                    <a:pt x="269969" y="338547"/>
                  </a:cubicBezTo>
                  <a:cubicBezTo>
                    <a:pt x="276821" y="334436"/>
                    <a:pt x="304229" y="322102"/>
                    <a:pt x="305599" y="322102"/>
                  </a:cubicBezTo>
                  <a:cubicBezTo>
                    <a:pt x="305599" y="322102"/>
                    <a:pt x="308340" y="322102"/>
                    <a:pt x="309711" y="320732"/>
                  </a:cubicBezTo>
                  <a:cubicBezTo>
                    <a:pt x="320674" y="311139"/>
                    <a:pt x="328896" y="304287"/>
                    <a:pt x="330267" y="301546"/>
                  </a:cubicBezTo>
                  <a:cubicBezTo>
                    <a:pt x="331637" y="300176"/>
                    <a:pt x="333008" y="297435"/>
                    <a:pt x="334378" y="297435"/>
                  </a:cubicBezTo>
                  <a:cubicBezTo>
                    <a:pt x="337119" y="296065"/>
                    <a:pt x="339860" y="286472"/>
                    <a:pt x="341230" y="283731"/>
                  </a:cubicBezTo>
                  <a:lnTo>
                    <a:pt x="341230" y="283731"/>
                  </a:lnTo>
                  <a:cubicBezTo>
                    <a:pt x="345341" y="279620"/>
                    <a:pt x="338489" y="256323"/>
                    <a:pt x="333008" y="253582"/>
                  </a:cubicBezTo>
                  <a:cubicBezTo>
                    <a:pt x="330267" y="252212"/>
                    <a:pt x="330267" y="252212"/>
                    <a:pt x="333008" y="249471"/>
                  </a:cubicBezTo>
                  <a:cubicBezTo>
                    <a:pt x="335749" y="246730"/>
                    <a:pt x="335749" y="248101"/>
                    <a:pt x="333008" y="249471"/>
                  </a:cubicBezTo>
                  <a:cubicBezTo>
                    <a:pt x="330267" y="250841"/>
                    <a:pt x="328896" y="249471"/>
                    <a:pt x="323415" y="246730"/>
                  </a:cubicBezTo>
                  <a:cubicBezTo>
                    <a:pt x="317933" y="243989"/>
                    <a:pt x="313822" y="243989"/>
                    <a:pt x="304229" y="242619"/>
                  </a:cubicBezTo>
                  <a:lnTo>
                    <a:pt x="293266" y="242619"/>
                  </a:lnTo>
                  <a:lnTo>
                    <a:pt x="282303" y="249471"/>
                  </a:lnTo>
                  <a:cubicBezTo>
                    <a:pt x="274080" y="254953"/>
                    <a:pt x="232968" y="290583"/>
                    <a:pt x="232968" y="294694"/>
                  </a:cubicBezTo>
                  <a:cubicBezTo>
                    <a:pt x="232968" y="294694"/>
                    <a:pt x="230227" y="298806"/>
                    <a:pt x="226116" y="301546"/>
                  </a:cubicBezTo>
                  <a:cubicBezTo>
                    <a:pt x="220635" y="305658"/>
                    <a:pt x="211042" y="317991"/>
                    <a:pt x="208301" y="324843"/>
                  </a:cubicBezTo>
                  <a:cubicBezTo>
                    <a:pt x="204190" y="333066"/>
                    <a:pt x="198708" y="342658"/>
                    <a:pt x="194597" y="350881"/>
                  </a:cubicBezTo>
                  <a:cubicBezTo>
                    <a:pt x="187745" y="353622"/>
                    <a:pt x="179523" y="356363"/>
                    <a:pt x="174041" y="357733"/>
                  </a:cubicBezTo>
                  <a:cubicBezTo>
                    <a:pt x="172671" y="357733"/>
                    <a:pt x="160337" y="361844"/>
                    <a:pt x="148003" y="367326"/>
                  </a:cubicBezTo>
                  <a:cubicBezTo>
                    <a:pt x="120595" y="376919"/>
                    <a:pt x="89076" y="387882"/>
                    <a:pt x="84965" y="390623"/>
                  </a:cubicBezTo>
                  <a:cubicBezTo>
                    <a:pt x="83594" y="391993"/>
                    <a:pt x="82224" y="391993"/>
                    <a:pt x="83594" y="393363"/>
                  </a:cubicBezTo>
                  <a:cubicBezTo>
                    <a:pt x="83594" y="394734"/>
                    <a:pt x="83594" y="393363"/>
                    <a:pt x="83594" y="393363"/>
                  </a:cubicBezTo>
                  <a:cubicBezTo>
                    <a:pt x="82224" y="393363"/>
                    <a:pt x="80854" y="393363"/>
                    <a:pt x="80854" y="393363"/>
                  </a:cubicBezTo>
                  <a:cubicBezTo>
                    <a:pt x="80854" y="394734"/>
                    <a:pt x="75372" y="396104"/>
                    <a:pt x="71261" y="396104"/>
                  </a:cubicBezTo>
                  <a:cubicBezTo>
                    <a:pt x="65779" y="397475"/>
                    <a:pt x="61668" y="398845"/>
                    <a:pt x="60298" y="398845"/>
                  </a:cubicBezTo>
                  <a:cubicBezTo>
                    <a:pt x="58927" y="400215"/>
                    <a:pt x="58927" y="400215"/>
                    <a:pt x="58927" y="398845"/>
                  </a:cubicBezTo>
                  <a:cubicBezTo>
                    <a:pt x="58927" y="398845"/>
                    <a:pt x="53446" y="398845"/>
                    <a:pt x="47964" y="400215"/>
                  </a:cubicBezTo>
                  <a:cubicBezTo>
                    <a:pt x="42482" y="401586"/>
                    <a:pt x="37001" y="402956"/>
                    <a:pt x="35630" y="401586"/>
                  </a:cubicBezTo>
                  <a:cubicBezTo>
                    <a:pt x="35630" y="400215"/>
                    <a:pt x="47964" y="386511"/>
                    <a:pt x="49334" y="386511"/>
                  </a:cubicBezTo>
                  <a:cubicBezTo>
                    <a:pt x="57557" y="378289"/>
                    <a:pt x="75372" y="361844"/>
                    <a:pt x="75372" y="363215"/>
                  </a:cubicBezTo>
                  <a:cubicBezTo>
                    <a:pt x="75372" y="363215"/>
                    <a:pt x="78113" y="361844"/>
                    <a:pt x="79483" y="360474"/>
                  </a:cubicBezTo>
                  <a:cubicBezTo>
                    <a:pt x="80854" y="357733"/>
                    <a:pt x="84965" y="353622"/>
                    <a:pt x="89076" y="352251"/>
                  </a:cubicBezTo>
                  <a:cubicBezTo>
                    <a:pt x="91817" y="349510"/>
                    <a:pt x="94558" y="348140"/>
                    <a:pt x="93187" y="348140"/>
                  </a:cubicBezTo>
                  <a:cubicBezTo>
                    <a:pt x="93187" y="348140"/>
                    <a:pt x="93187" y="346770"/>
                    <a:pt x="94558" y="346770"/>
                  </a:cubicBezTo>
                  <a:cubicBezTo>
                    <a:pt x="100039" y="342658"/>
                    <a:pt x="134299" y="311139"/>
                    <a:pt x="134299" y="311139"/>
                  </a:cubicBezTo>
                  <a:cubicBezTo>
                    <a:pt x="134299" y="311139"/>
                    <a:pt x="137040" y="307028"/>
                    <a:pt x="139781" y="302917"/>
                  </a:cubicBezTo>
                  <a:cubicBezTo>
                    <a:pt x="149374" y="290583"/>
                    <a:pt x="152115" y="275509"/>
                    <a:pt x="145263" y="264546"/>
                  </a:cubicBezTo>
                  <a:cubicBezTo>
                    <a:pt x="139781" y="254953"/>
                    <a:pt x="123336" y="246730"/>
                    <a:pt x="109632" y="245360"/>
                  </a:cubicBezTo>
                  <a:cubicBezTo>
                    <a:pt x="105521" y="245360"/>
                    <a:pt x="100039" y="245360"/>
                    <a:pt x="94558" y="245360"/>
                  </a:cubicBezTo>
                  <a:cubicBezTo>
                    <a:pt x="75372" y="248101"/>
                    <a:pt x="53446" y="256323"/>
                    <a:pt x="35630" y="268657"/>
                  </a:cubicBezTo>
                  <a:cubicBezTo>
                    <a:pt x="26038" y="275509"/>
                    <a:pt x="9593" y="294694"/>
                    <a:pt x="24667" y="304287"/>
                  </a:cubicBezTo>
                  <a:cubicBezTo>
                    <a:pt x="32890" y="301546"/>
                    <a:pt x="79483" y="267286"/>
                    <a:pt x="90446" y="271398"/>
                  </a:cubicBezTo>
                  <a:cubicBezTo>
                    <a:pt x="91817" y="271398"/>
                    <a:pt x="94558" y="270027"/>
                    <a:pt x="97298" y="268657"/>
                  </a:cubicBezTo>
                  <a:cubicBezTo>
                    <a:pt x="100039" y="267286"/>
                    <a:pt x="104150" y="265916"/>
                    <a:pt x="106891" y="265916"/>
                  </a:cubicBezTo>
                  <a:cubicBezTo>
                    <a:pt x="109632" y="265916"/>
                    <a:pt x="111002" y="267286"/>
                    <a:pt x="111002" y="270027"/>
                  </a:cubicBezTo>
                  <a:cubicBezTo>
                    <a:pt x="111002" y="275509"/>
                    <a:pt x="100039" y="287842"/>
                    <a:pt x="68520" y="315250"/>
                  </a:cubicBezTo>
                  <a:cubicBezTo>
                    <a:pt x="38371" y="342658"/>
                    <a:pt x="10963" y="370067"/>
                    <a:pt x="5482" y="378289"/>
                  </a:cubicBezTo>
                  <a:cubicBezTo>
                    <a:pt x="0" y="386511"/>
                    <a:pt x="-1370" y="394734"/>
                    <a:pt x="1370" y="398845"/>
                  </a:cubicBezTo>
                  <a:cubicBezTo>
                    <a:pt x="2741" y="400215"/>
                    <a:pt x="4111" y="404327"/>
                    <a:pt x="4111" y="408438"/>
                  </a:cubicBezTo>
                  <a:cubicBezTo>
                    <a:pt x="5482" y="416660"/>
                    <a:pt x="13704" y="427623"/>
                    <a:pt x="17815" y="430364"/>
                  </a:cubicBezTo>
                  <a:cubicBezTo>
                    <a:pt x="21926" y="431735"/>
                    <a:pt x="27408" y="431735"/>
                    <a:pt x="42482" y="431735"/>
                  </a:cubicBezTo>
                  <a:cubicBezTo>
                    <a:pt x="45223" y="431735"/>
                    <a:pt x="47964" y="430364"/>
                    <a:pt x="50705" y="428994"/>
                  </a:cubicBezTo>
                  <a:cubicBezTo>
                    <a:pt x="53446" y="426253"/>
                    <a:pt x="56186" y="426253"/>
                    <a:pt x="61668" y="426253"/>
                  </a:cubicBezTo>
                  <a:cubicBezTo>
                    <a:pt x="67150" y="426253"/>
                    <a:pt x="71261" y="426253"/>
                    <a:pt x="75372" y="423512"/>
                  </a:cubicBezTo>
                  <a:cubicBezTo>
                    <a:pt x="78113" y="422142"/>
                    <a:pt x="84965" y="419401"/>
                    <a:pt x="89076" y="418031"/>
                  </a:cubicBezTo>
                  <a:cubicBezTo>
                    <a:pt x="102780" y="412549"/>
                    <a:pt x="148003" y="393363"/>
                    <a:pt x="146633" y="391993"/>
                  </a:cubicBezTo>
                  <a:cubicBezTo>
                    <a:pt x="145263" y="391993"/>
                    <a:pt x="146633" y="390623"/>
                    <a:pt x="149374" y="389252"/>
                  </a:cubicBezTo>
                  <a:cubicBezTo>
                    <a:pt x="152115" y="387882"/>
                    <a:pt x="153485" y="387882"/>
                    <a:pt x="152115" y="389252"/>
                  </a:cubicBezTo>
                  <a:cubicBezTo>
                    <a:pt x="150744" y="390623"/>
                    <a:pt x="152115" y="390623"/>
                    <a:pt x="153485" y="390623"/>
                  </a:cubicBezTo>
                  <a:cubicBezTo>
                    <a:pt x="154855" y="390623"/>
                    <a:pt x="156226" y="389252"/>
                    <a:pt x="154855" y="389252"/>
                  </a:cubicBezTo>
                  <a:cubicBezTo>
                    <a:pt x="154855" y="389252"/>
                    <a:pt x="154855" y="386511"/>
                    <a:pt x="156226" y="386511"/>
                  </a:cubicBezTo>
                  <a:cubicBezTo>
                    <a:pt x="158967" y="385141"/>
                    <a:pt x="158967" y="386511"/>
                    <a:pt x="158967" y="386511"/>
                  </a:cubicBezTo>
                  <a:cubicBezTo>
                    <a:pt x="160337" y="387882"/>
                    <a:pt x="161707" y="387882"/>
                    <a:pt x="164448" y="386511"/>
                  </a:cubicBezTo>
                  <a:cubicBezTo>
                    <a:pt x="167189" y="385141"/>
                    <a:pt x="168559" y="385141"/>
                    <a:pt x="167189" y="383771"/>
                  </a:cubicBezTo>
                  <a:cubicBezTo>
                    <a:pt x="167189" y="383771"/>
                    <a:pt x="164448" y="383771"/>
                    <a:pt x="163078" y="383771"/>
                  </a:cubicBezTo>
                  <a:cubicBezTo>
                    <a:pt x="157596" y="386511"/>
                    <a:pt x="158967" y="383771"/>
                    <a:pt x="167189" y="381030"/>
                  </a:cubicBezTo>
                  <a:cubicBezTo>
                    <a:pt x="171300" y="378289"/>
                    <a:pt x="174041" y="376919"/>
                    <a:pt x="174041" y="376919"/>
                  </a:cubicBezTo>
                  <a:cubicBezTo>
                    <a:pt x="174041" y="376919"/>
                    <a:pt x="175411" y="374178"/>
                    <a:pt x="179523" y="372807"/>
                  </a:cubicBezTo>
                  <a:cubicBezTo>
                    <a:pt x="182263" y="371437"/>
                    <a:pt x="185004" y="370067"/>
                    <a:pt x="185004" y="368696"/>
                  </a:cubicBezTo>
                  <a:cubicBezTo>
                    <a:pt x="185004" y="368696"/>
                    <a:pt x="186375" y="367326"/>
                    <a:pt x="190486" y="365955"/>
                  </a:cubicBezTo>
                  <a:cubicBezTo>
                    <a:pt x="187745" y="372807"/>
                    <a:pt x="186375" y="381030"/>
                    <a:pt x="187745" y="387882"/>
                  </a:cubicBezTo>
                  <a:cubicBezTo>
                    <a:pt x="187745" y="394734"/>
                    <a:pt x="190486" y="400215"/>
                    <a:pt x="197338" y="412549"/>
                  </a:cubicBezTo>
                  <a:cubicBezTo>
                    <a:pt x="206931" y="428994"/>
                    <a:pt x="211042" y="433105"/>
                    <a:pt x="224746" y="437216"/>
                  </a:cubicBezTo>
                  <a:cubicBezTo>
                    <a:pt x="232968" y="439957"/>
                    <a:pt x="250783" y="441327"/>
                    <a:pt x="264487" y="441327"/>
                  </a:cubicBezTo>
                  <a:cubicBezTo>
                    <a:pt x="272710" y="441327"/>
                    <a:pt x="279562" y="441327"/>
                    <a:pt x="280932" y="439957"/>
                  </a:cubicBezTo>
                  <a:cubicBezTo>
                    <a:pt x="283673" y="438587"/>
                    <a:pt x="283673" y="438587"/>
                    <a:pt x="280932" y="438587"/>
                  </a:cubicBezTo>
                  <a:cubicBezTo>
                    <a:pt x="279562" y="438587"/>
                    <a:pt x="278191" y="438587"/>
                    <a:pt x="278191" y="437216"/>
                  </a:cubicBezTo>
                  <a:cubicBezTo>
                    <a:pt x="279562" y="435846"/>
                    <a:pt x="285043" y="435846"/>
                    <a:pt x="293266" y="434475"/>
                  </a:cubicBezTo>
                  <a:cubicBezTo>
                    <a:pt x="306970" y="433105"/>
                    <a:pt x="331637" y="424883"/>
                    <a:pt x="342601" y="415290"/>
                  </a:cubicBezTo>
                  <a:cubicBezTo>
                    <a:pt x="343971" y="413919"/>
                    <a:pt x="345341" y="413919"/>
                    <a:pt x="343971" y="415290"/>
                  </a:cubicBezTo>
                  <a:cubicBezTo>
                    <a:pt x="342601" y="416660"/>
                    <a:pt x="342601" y="416660"/>
                    <a:pt x="343971" y="415290"/>
                  </a:cubicBezTo>
                  <a:cubicBezTo>
                    <a:pt x="345341" y="413919"/>
                    <a:pt x="349453" y="411179"/>
                    <a:pt x="353564" y="409808"/>
                  </a:cubicBezTo>
                  <a:cubicBezTo>
                    <a:pt x="357675" y="408438"/>
                    <a:pt x="367268" y="402956"/>
                    <a:pt x="374120" y="397475"/>
                  </a:cubicBezTo>
                  <a:cubicBezTo>
                    <a:pt x="378231" y="394734"/>
                    <a:pt x="382342" y="391993"/>
                    <a:pt x="385083" y="390623"/>
                  </a:cubicBezTo>
                  <a:cubicBezTo>
                    <a:pt x="367268" y="442698"/>
                    <a:pt x="368638" y="476958"/>
                    <a:pt x="389194" y="502995"/>
                  </a:cubicBezTo>
                  <a:cubicBezTo>
                    <a:pt x="396046" y="511218"/>
                    <a:pt x="409750" y="518070"/>
                    <a:pt x="420713" y="518070"/>
                  </a:cubicBezTo>
                  <a:cubicBezTo>
                    <a:pt x="431677" y="518070"/>
                    <a:pt x="431677" y="516699"/>
                    <a:pt x="422084" y="512588"/>
                  </a:cubicBezTo>
                  <a:cubicBezTo>
                    <a:pt x="411121" y="509847"/>
                    <a:pt x="409750" y="505736"/>
                    <a:pt x="404269" y="493403"/>
                  </a:cubicBezTo>
                  <a:cubicBezTo>
                    <a:pt x="400157" y="483810"/>
                    <a:pt x="400157" y="475587"/>
                    <a:pt x="402898" y="472847"/>
                  </a:cubicBezTo>
                  <a:cubicBezTo>
                    <a:pt x="404269" y="471476"/>
                    <a:pt x="404269" y="471476"/>
                    <a:pt x="402898" y="471476"/>
                  </a:cubicBezTo>
                  <a:cubicBezTo>
                    <a:pt x="402898" y="471476"/>
                    <a:pt x="401528" y="470106"/>
                    <a:pt x="401528" y="465995"/>
                  </a:cubicBezTo>
                  <a:cubicBezTo>
                    <a:pt x="401528" y="461883"/>
                    <a:pt x="401528" y="460513"/>
                    <a:pt x="402898" y="460513"/>
                  </a:cubicBezTo>
                  <a:cubicBezTo>
                    <a:pt x="404269" y="460513"/>
                    <a:pt x="407009" y="455031"/>
                    <a:pt x="407009" y="450920"/>
                  </a:cubicBezTo>
                  <a:cubicBezTo>
                    <a:pt x="407009" y="445439"/>
                    <a:pt x="412491" y="423512"/>
                    <a:pt x="416602" y="420771"/>
                  </a:cubicBezTo>
                  <a:cubicBezTo>
                    <a:pt x="419343" y="419401"/>
                    <a:pt x="419343" y="418031"/>
                    <a:pt x="417973" y="413919"/>
                  </a:cubicBezTo>
                  <a:cubicBezTo>
                    <a:pt x="416602" y="409808"/>
                    <a:pt x="416602" y="409808"/>
                    <a:pt x="419343" y="407067"/>
                  </a:cubicBezTo>
                  <a:cubicBezTo>
                    <a:pt x="420713" y="405697"/>
                    <a:pt x="422084" y="402956"/>
                    <a:pt x="422084" y="402956"/>
                  </a:cubicBezTo>
                  <a:cubicBezTo>
                    <a:pt x="422084" y="402956"/>
                    <a:pt x="422084" y="400215"/>
                    <a:pt x="423454" y="398845"/>
                  </a:cubicBezTo>
                  <a:cubicBezTo>
                    <a:pt x="424825" y="397475"/>
                    <a:pt x="423454" y="396104"/>
                    <a:pt x="422084" y="396104"/>
                  </a:cubicBezTo>
                  <a:cubicBezTo>
                    <a:pt x="420713" y="396104"/>
                    <a:pt x="420713" y="397475"/>
                    <a:pt x="420713" y="398845"/>
                  </a:cubicBezTo>
                  <a:cubicBezTo>
                    <a:pt x="422084" y="400215"/>
                    <a:pt x="420713" y="401586"/>
                    <a:pt x="419343" y="400215"/>
                  </a:cubicBezTo>
                  <a:cubicBezTo>
                    <a:pt x="417973" y="400215"/>
                    <a:pt x="416602" y="400215"/>
                    <a:pt x="416602" y="402956"/>
                  </a:cubicBezTo>
                  <a:cubicBezTo>
                    <a:pt x="416602" y="404327"/>
                    <a:pt x="415232" y="405697"/>
                    <a:pt x="415232" y="405697"/>
                  </a:cubicBezTo>
                  <a:cubicBezTo>
                    <a:pt x="415232" y="405697"/>
                    <a:pt x="416602" y="401586"/>
                    <a:pt x="417973" y="397475"/>
                  </a:cubicBezTo>
                  <a:cubicBezTo>
                    <a:pt x="420713" y="390623"/>
                    <a:pt x="422084" y="390623"/>
                    <a:pt x="423454" y="391993"/>
                  </a:cubicBezTo>
                  <a:cubicBezTo>
                    <a:pt x="424825" y="393363"/>
                    <a:pt x="424825" y="394734"/>
                    <a:pt x="424825" y="394734"/>
                  </a:cubicBezTo>
                  <a:cubicBezTo>
                    <a:pt x="424825" y="394734"/>
                    <a:pt x="424825" y="396104"/>
                    <a:pt x="426195" y="396104"/>
                  </a:cubicBezTo>
                  <a:cubicBezTo>
                    <a:pt x="426195" y="396104"/>
                    <a:pt x="427565" y="396104"/>
                    <a:pt x="427565" y="394734"/>
                  </a:cubicBezTo>
                  <a:cubicBezTo>
                    <a:pt x="427565" y="393363"/>
                    <a:pt x="427565" y="393363"/>
                    <a:pt x="428936" y="393363"/>
                  </a:cubicBezTo>
                  <a:cubicBezTo>
                    <a:pt x="430306" y="393363"/>
                    <a:pt x="434417" y="390623"/>
                    <a:pt x="437158" y="382400"/>
                  </a:cubicBezTo>
                  <a:cubicBezTo>
                    <a:pt x="438529" y="381030"/>
                    <a:pt x="438529" y="378289"/>
                    <a:pt x="437158" y="375548"/>
                  </a:cubicBezTo>
                  <a:cubicBezTo>
                    <a:pt x="437158" y="372807"/>
                    <a:pt x="437158" y="372807"/>
                    <a:pt x="437158" y="372807"/>
                  </a:cubicBezTo>
                  <a:cubicBezTo>
                    <a:pt x="438529" y="374178"/>
                    <a:pt x="444010" y="367326"/>
                    <a:pt x="449492" y="356363"/>
                  </a:cubicBezTo>
                  <a:cubicBezTo>
                    <a:pt x="453603" y="349510"/>
                    <a:pt x="453603" y="348140"/>
                    <a:pt x="450862" y="346770"/>
                  </a:cubicBezTo>
                  <a:cubicBezTo>
                    <a:pt x="449492" y="345399"/>
                    <a:pt x="449492" y="345399"/>
                    <a:pt x="450862" y="345399"/>
                  </a:cubicBezTo>
                  <a:cubicBezTo>
                    <a:pt x="453603" y="345399"/>
                    <a:pt x="464566" y="328954"/>
                    <a:pt x="482381" y="298806"/>
                  </a:cubicBezTo>
                  <a:cubicBezTo>
                    <a:pt x="487863" y="289213"/>
                    <a:pt x="490604" y="285102"/>
                    <a:pt x="491974" y="282361"/>
                  </a:cubicBezTo>
                  <a:cubicBezTo>
                    <a:pt x="493345" y="280990"/>
                    <a:pt x="502937" y="263175"/>
                    <a:pt x="504308" y="261805"/>
                  </a:cubicBezTo>
                  <a:cubicBezTo>
                    <a:pt x="505678" y="261805"/>
                    <a:pt x="518012" y="243989"/>
                    <a:pt x="518012" y="242619"/>
                  </a:cubicBezTo>
                  <a:cubicBezTo>
                    <a:pt x="518012" y="241249"/>
                    <a:pt x="522123" y="235767"/>
                    <a:pt x="527605" y="228915"/>
                  </a:cubicBezTo>
                  <a:cubicBezTo>
                    <a:pt x="533086" y="222063"/>
                    <a:pt x="537198" y="216581"/>
                    <a:pt x="537198" y="216581"/>
                  </a:cubicBezTo>
                  <a:cubicBezTo>
                    <a:pt x="537198" y="216581"/>
                    <a:pt x="537198" y="215211"/>
                    <a:pt x="538568" y="213841"/>
                  </a:cubicBezTo>
                  <a:cubicBezTo>
                    <a:pt x="546790" y="205618"/>
                    <a:pt x="548161" y="201507"/>
                    <a:pt x="555013" y="191914"/>
                  </a:cubicBezTo>
                  <a:cubicBezTo>
                    <a:pt x="559124" y="185062"/>
                    <a:pt x="564606" y="178210"/>
                    <a:pt x="567346" y="175469"/>
                  </a:cubicBezTo>
                  <a:cubicBezTo>
                    <a:pt x="568717" y="174099"/>
                    <a:pt x="570087" y="171358"/>
                    <a:pt x="571458" y="169988"/>
                  </a:cubicBezTo>
                  <a:cubicBezTo>
                    <a:pt x="589273" y="169988"/>
                    <a:pt x="615310" y="171358"/>
                    <a:pt x="630385" y="169988"/>
                  </a:cubicBezTo>
                  <a:cubicBezTo>
                    <a:pt x="630385" y="169988"/>
                    <a:pt x="659163" y="168617"/>
                    <a:pt x="660534" y="168617"/>
                  </a:cubicBezTo>
                  <a:cubicBezTo>
                    <a:pt x="664645" y="168617"/>
                    <a:pt x="671497" y="167247"/>
                    <a:pt x="672867" y="167247"/>
                  </a:cubicBezTo>
                  <a:cubicBezTo>
                    <a:pt x="674238" y="167247"/>
                    <a:pt x="678349" y="167247"/>
                    <a:pt x="679719" y="165877"/>
                  </a:cubicBezTo>
                  <a:cubicBezTo>
                    <a:pt x="679719" y="165877"/>
                    <a:pt x="679719" y="165877"/>
                    <a:pt x="679719" y="165877"/>
                  </a:cubicBezTo>
                  <a:cubicBezTo>
                    <a:pt x="678349" y="169988"/>
                    <a:pt x="671497" y="182321"/>
                    <a:pt x="670126" y="182321"/>
                  </a:cubicBezTo>
                  <a:cubicBezTo>
                    <a:pt x="668756" y="182321"/>
                    <a:pt x="653682" y="200137"/>
                    <a:pt x="653682" y="201507"/>
                  </a:cubicBezTo>
                  <a:cubicBezTo>
                    <a:pt x="653682" y="202877"/>
                    <a:pt x="639978" y="220693"/>
                    <a:pt x="638607" y="223433"/>
                  </a:cubicBezTo>
                  <a:cubicBezTo>
                    <a:pt x="637237" y="224804"/>
                    <a:pt x="631755" y="233026"/>
                    <a:pt x="631755" y="234397"/>
                  </a:cubicBezTo>
                  <a:cubicBezTo>
                    <a:pt x="631755" y="235767"/>
                    <a:pt x="630385" y="238508"/>
                    <a:pt x="627644" y="241249"/>
                  </a:cubicBezTo>
                  <a:cubicBezTo>
                    <a:pt x="623533" y="245360"/>
                    <a:pt x="623533" y="246730"/>
                    <a:pt x="623533" y="246730"/>
                  </a:cubicBezTo>
                  <a:cubicBezTo>
                    <a:pt x="624903" y="248101"/>
                    <a:pt x="623533" y="248101"/>
                    <a:pt x="620792" y="250841"/>
                  </a:cubicBezTo>
                  <a:cubicBezTo>
                    <a:pt x="619422" y="253582"/>
                    <a:pt x="612570" y="261805"/>
                    <a:pt x="605718" y="270027"/>
                  </a:cubicBezTo>
                  <a:cubicBezTo>
                    <a:pt x="600236" y="279620"/>
                    <a:pt x="593384" y="287842"/>
                    <a:pt x="592014" y="290583"/>
                  </a:cubicBezTo>
                  <a:cubicBezTo>
                    <a:pt x="585162" y="298806"/>
                    <a:pt x="561865" y="339918"/>
                    <a:pt x="556383" y="353622"/>
                  </a:cubicBezTo>
                  <a:cubicBezTo>
                    <a:pt x="526234" y="419401"/>
                    <a:pt x="520753" y="463254"/>
                    <a:pt x="541309" y="497514"/>
                  </a:cubicBezTo>
                  <a:cubicBezTo>
                    <a:pt x="546790" y="507107"/>
                    <a:pt x="559124" y="515329"/>
                    <a:pt x="570087" y="516699"/>
                  </a:cubicBezTo>
                  <a:cubicBezTo>
                    <a:pt x="579680" y="516699"/>
                    <a:pt x="581050" y="515329"/>
                    <a:pt x="571458" y="511218"/>
                  </a:cubicBezTo>
                  <a:cubicBezTo>
                    <a:pt x="561865" y="507107"/>
                    <a:pt x="560494" y="502995"/>
                    <a:pt x="556383" y="487921"/>
                  </a:cubicBezTo>
                  <a:cubicBezTo>
                    <a:pt x="553642" y="476958"/>
                    <a:pt x="553642" y="468735"/>
                    <a:pt x="556383" y="465995"/>
                  </a:cubicBezTo>
                  <a:cubicBezTo>
                    <a:pt x="557754" y="464624"/>
                    <a:pt x="557754" y="464624"/>
                    <a:pt x="556383" y="463254"/>
                  </a:cubicBezTo>
                  <a:cubicBezTo>
                    <a:pt x="556383" y="463254"/>
                    <a:pt x="555013" y="460513"/>
                    <a:pt x="555013" y="457772"/>
                  </a:cubicBezTo>
                  <a:cubicBezTo>
                    <a:pt x="555013" y="455031"/>
                    <a:pt x="556383" y="452291"/>
                    <a:pt x="556383" y="452291"/>
                  </a:cubicBezTo>
                  <a:cubicBezTo>
                    <a:pt x="557754" y="452291"/>
                    <a:pt x="560494" y="446809"/>
                    <a:pt x="560494" y="442698"/>
                  </a:cubicBezTo>
                  <a:cubicBezTo>
                    <a:pt x="561865" y="437216"/>
                    <a:pt x="568717" y="413919"/>
                    <a:pt x="572828" y="411179"/>
                  </a:cubicBezTo>
                  <a:cubicBezTo>
                    <a:pt x="575569" y="409808"/>
                    <a:pt x="575569" y="408438"/>
                    <a:pt x="574198" y="404327"/>
                  </a:cubicBezTo>
                  <a:cubicBezTo>
                    <a:pt x="572828" y="400215"/>
                    <a:pt x="572828" y="400215"/>
                    <a:pt x="575569" y="397475"/>
                  </a:cubicBezTo>
                  <a:cubicBezTo>
                    <a:pt x="576939" y="396104"/>
                    <a:pt x="578310" y="393363"/>
                    <a:pt x="578310" y="393363"/>
                  </a:cubicBezTo>
                  <a:cubicBezTo>
                    <a:pt x="578310" y="391993"/>
                    <a:pt x="578310" y="390623"/>
                    <a:pt x="579680" y="389252"/>
                  </a:cubicBezTo>
                  <a:cubicBezTo>
                    <a:pt x="581050" y="387882"/>
                    <a:pt x="579680" y="386511"/>
                    <a:pt x="578310" y="386511"/>
                  </a:cubicBezTo>
                  <a:cubicBezTo>
                    <a:pt x="576939" y="386511"/>
                    <a:pt x="576939" y="387882"/>
                    <a:pt x="576939" y="389252"/>
                  </a:cubicBezTo>
                  <a:cubicBezTo>
                    <a:pt x="578310" y="391993"/>
                    <a:pt x="576939" y="391993"/>
                    <a:pt x="575569" y="390623"/>
                  </a:cubicBezTo>
                  <a:cubicBezTo>
                    <a:pt x="574198" y="389252"/>
                    <a:pt x="572828" y="390623"/>
                    <a:pt x="572828" y="393363"/>
                  </a:cubicBezTo>
                  <a:cubicBezTo>
                    <a:pt x="571458" y="394734"/>
                    <a:pt x="571458" y="396104"/>
                    <a:pt x="571458" y="396104"/>
                  </a:cubicBezTo>
                  <a:cubicBezTo>
                    <a:pt x="571458" y="396104"/>
                    <a:pt x="572828" y="391993"/>
                    <a:pt x="574198" y="387882"/>
                  </a:cubicBezTo>
                  <a:cubicBezTo>
                    <a:pt x="576939" y="381030"/>
                    <a:pt x="578310" y="381030"/>
                    <a:pt x="579680" y="382400"/>
                  </a:cubicBezTo>
                  <a:cubicBezTo>
                    <a:pt x="581050" y="383771"/>
                    <a:pt x="581050" y="385141"/>
                    <a:pt x="581050" y="385141"/>
                  </a:cubicBezTo>
                  <a:cubicBezTo>
                    <a:pt x="581050" y="385141"/>
                    <a:pt x="581050" y="386511"/>
                    <a:pt x="582421" y="386511"/>
                  </a:cubicBezTo>
                  <a:cubicBezTo>
                    <a:pt x="582421" y="386511"/>
                    <a:pt x="583791" y="386511"/>
                    <a:pt x="583791" y="385141"/>
                  </a:cubicBezTo>
                  <a:cubicBezTo>
                    <a:pt x="583791" y="383771"/>
                    <a:pt x="585162" y="383771"/>
                    <a:pt x="585162" y="383771"/>
                  </a:cubicBezTo>
                  <a:cubicBezTo>
                    <a:pt x="586532" y="385141"/>
                    <a:pt x="590643" y="381030"/>
                    <a:pt x="594754" y="372807"/>
                  </a:cubicBezTo>
                  <a:cubicBezTo>
                    <a:pt x="596125" y="371437"/>
                    <a:pt x="596125" y="368696"/>
                    <a:pt x="596125" y="365955"/>
                  </a:cubicBezTo>
                  <a:cubicBezTo>
                    <a:pt x="596125" y="363215"/>
                    <a:pt x="596125" y="363215"/>
                    <a:pt x="596125" y="363215"/>
                  </a:cubicBezTo>
                  <a:cubicBezTo>
                    <a:pt x="597495" y="364585"/>
                    <a:pt x="602977" y="357733"/>
                    <a:pt x="608458" y="346770"/>
                  </a:cubicBezTo>
                  <a:cubicBezTo>
                    <a:pt x="612570" y="338547"/>
                    <a:pt x="612570" y="338547"/>
                    <a:pt x="611199" y="335806"/>
                  </a:cubicBezTo>
                  <a:cubicBezTo>
                    <a:pt x="609829" y="334436"/>
                    <a:pt x="609829" y="334436"/>
                    <a:pt x="611199" y="334436"/>
                  </a:cubicBezTo>
                  <a:cubicBezTo>
                    <a:pt x="613940" y="334436"/>
                    <a:pt x="626274" y="317991"/>
                    <a:pt x="645459" y="287842"/>
                  </a:cubicBezTo>
                  <a:cubicBezTo>
                    <a:pt x="652311" y="278250"/>
                    <a:pt x="655052" y="274138"/>
                    <a:pt x="656422" y="271398"/>
                  </a:cubicBezTo>
                  <a:cubicBezTo>
                    <a:pt x="657793" y="270027"/>
                    <a:pt x="668756" y="250841"/>
                    <a:pt x="670126" y="250841"/>
                  </a:cubicBezTo>
                  <a:cubicBezTo>
                    <a:pt x="671497" y="250841"/>
                    <a:pt x="685201" y="233026"/>
                    <a:pt x="685201" y="230285"/>
                  </a:cubicBezTo>
                  <a:cubicBezTo>
                    <a:pt x="689312" y="233026"/>
                    <a:pt x="693423" y="227545"/>
                    <a:pt x="698905" y="220693"/>
                  </a:cubicBezTo>
                  <a:close/>
                  <a:moveTo>
                    <a:pt x="744128" y="102838"/>
                  </a:moveTo>
                  <a:cubicBezTo>
                    <a:pt x="745499" y="101468"/>
                    <a:pt x="746869" y="100097"/>
                    <a:pt x="746869" y="98727"/>
                  </a:cubicBezTo>
                  <a:cubicBezTo>
                    <a:pt x="746869" y="97357"/>
                    <a:pt x="748239" y="97357"/>
                    <a:pt x="748239" y="97357"/>
                  </a:cubicBezTo>
                  <a:cubicBezTo>
                    <a:pt x="749610" y="98727"/>
                    <a:pt x="749610" y="101468"/>
                    <a:pt x="748239" y="101468"/>
                  </a:cubicBezTo>
                  <a:cubicBezTo>
                    <a:pt x="746869" y="101468"/>
                    <a:pt x="746869" y="101468"/>
                    <a:pt x="746869" y="102838"/>
                  </a:cubicBezTo>
                  <a:cubicBezTo>
                    <a:pt x="746869" y="104209"/>
                    <a:pt x="746869" y="105579"/>
                    <a:pt x="745499" y="105579"/>
                  </a:cubicBezTo>
                  <a:cubicBezTo>
                    <a:pt x="741387" y="105579"/>
                    <a:pt x="741387" y="105579"/>
                    <a:pt x="744128" y="102838"/>
                  </a:cubicBezTo>
                  <a:close/>
                  <a:moveTo>
                    <a:pt x="738647" y="111061"/>
                  </a:moveTo>
                  <a:cubicBezTo>
                    <a:pt x="738647" y="111061"/>
                    <a:pt x="740017" y="111061"/>
                    <a:pt x="741387" y="111061"/>
                  </a:cubicBezTo>
                  <a:cubicBezTo>
                    <a:pt x="742758" y="112431"/>
                    <a:pt x="742758" y="112431"/>
                    <a:pt x="741387" y="112431"/>
                  </a:cubicBezTo>
                  <a:cubicBezTo>
                    <a:pt x="740017" y="112431"/>
                    <a:pt x="737276" y="112431"/>
                    <a:pt x="738647" y="111061"/>
                  </a:cubicBezTo>
                  <a:close/>
                  <a:moveTo>
                    <a:pt x="726313" y="122024"/>
                  </a:moveTo>
                  <a:cubicBezTo>
                    <a:pt x="726313" y="119283"/>
                    <a:pt x="726313" y="117913"/>
                    <a:pt x="727683" y="119283"/>
                  </a:cubicBezTo>
                  <a:cubicBezTo>
                    <a:pt x="727683" y="120653"/>
                    <a:pt x="729054" y="120653"/>
                    <a:pt x="729054" y="120653"/>
                  </a:cubicBezTo>
                  <a:cubicBezTo>
                    <a:pt x="730424" y="120653"/>
                    <a:pt x="730424" y="120653"/>
                    <a:pt x="727683" y="123394"/>
                  </a:cubicBezTo>
                  <a:cubicBezTo>
                    <a:pt x="726313" y="126135"/>
                    <a:pt x="726313" y="126135"/>
                    <a:pt x="726313" y="122024"/>
                  </a:cubicBezTo>
                  <a:close/>
                  <a:moveTo>
                    <a:pt x="720831" y="175469"/>
                  </a:moveTo>
                  <a:cubicBezTo>
                    <a:pt x="722202" y="174099"/>
                    <a:pt x="723572" y="172729"/>
                    <a:pt x="723572" y="172729"/>
                  </a:cubicBezTo>
                  <a:cubicBezTo>
                    <a:pt x="723572" y="174099"/>
                    <a:pt x="723572" y="174099"/>
                    <a:pt x="720831" y="175469"/>
                  </a:cubicBezTo>
                  <a:cubicBezTo>
                    <a:pt x="718090" y="178210"/>
                    <a:pt x="718090" y="178210"/>
                    <a:pt x="720831" y="175469"/>
                  </a:cubicBezTo>
                  <a:close/>
                  <a:moveTo>
                    <a:pt x="715350" y="180951"/>
                  </a:moveTo>
                  <a:cubicBezTo>
                    <a:pt x="716720" y="180951"/>
                    <a:pt x="718090" y="180951"/>
                    <a:pt x="718090" y="180951"/>
                  </a:cubicBezTo>
                  <a:cubicBezTo>
                    <a:pt x="718090" y="182321"/>
                    <a:pt x="718090" y="182321"/>
                    <a:pt x="715350" y="180951"/>
                  </a:cubicBezTo>
                  <a:cubicBezTo>
                    <a:pt x="715350" y="182321"/>
                    <a:pt x="713979" y="180951"/>
                    <a:pt x="715350" y="180951"/>
                  </a:cubicBezTo>
                  <a:close/>
                  <a:moveTo>
                    <a:pt x="711238" y="185062"/>
                  </a:moveTo>
                  <a:cubicBezTo>
                    <a:pt x="712609" y="185062"/>
                    <a:pt x="712609" y="185062"/>
                    <a:pt x="711238" y="185062"/>
                  </a:cubicBezTo>
                  <a:cubicBezTo>
                    <a:pt x="712609" y="186433"/>
                    <a:pt x="711238" y="187803"/>
                    <a:pt x="709868" y="187803"/>
                  </a:cubicBezTo>
                  <a:cubicBezTo>
                    <a:pt x="708498" y="187803"/>
                    <a:pt x="708498" y="186433"/>
                    <a:pt x="708498" y="186433"/>
                  </a:cubicBezTo>
                  <a:cubicBezTo>
                    <a:pt x="709868" y="185062"/>
                    <a:pt x="711238" y="185062"/>
                    <a:pt x="711238" y="185062"/>
                  </a:cubicBezTo>
                  <a:close/>
                  <a:moveTo>
                    <a:pt x="261747" y="322102"/>
                  </a:moveTo>
                  <a:cubicBezTo>
                    <a:pt x="260376" y="322102"/>
                    <a:pt x="259006" y="322102"/>
                    <a:pt x="260376" y="320732"/>
                  </a:cubicBezTo>
                  <a:cubicBezTo>
                    <a:pt x="261747" y="319362"/>
                    <a:pt x="261747" y="317991"/>
                    <a:pt x="261747" y="317991"/>
                  </a:cubicBezTo>
                  <a:cubicBezTo>
                    <a:pt x="261747" y="317991"/>
                    <a:pt x="263117" y="317991"/>
                    <a:pt x="263117" y="317991"/>
                  </a:cubicBezTo>
                  <a:cubicBezTo>
                    <a:pt x="265858" y="317991"/>
                    <a:pt x="264487" y="322102"/>
                    <a:pt x="261747" y="322102"/>
                  </a:cubicBezTo>
                  <a:close/>
                  <a:moveTo>
                    <a:pt x="296007" y="285102"/>
                  </a:moveTo>
                  <a:cubicBezTo>
                    <a:pt x="304229" y="282361"/>
                    <a:pt x="315192" y="279620"/>
                    <a:pt x="319304" y="278250"/>
                  </a:cubicBezTo>
                  <a:cubicBezTo>
                    <a:pt x="319304" y="278250"/>
                    <a:pt x="320674" y="278250"/>
                    <a:pt x="322044" y="278250"/>
                  </a:cubicBezTo>
                  <a:cubicBezTo>
                    <a:pt x="320674" y="280990"/>
                    <a:pt x="319304" y="286472"/>
                    <a:pt x="319304" y="285102"/>
                  </a:cubicBezTo>
                  <a:cubicBezTo>
                    <a:pt x="319304" y="285102"/>
                    <a:pt x="319304" y="285102"/>
                    <a:pt x="317933" y="286472"/>
                  </a:cubicBezTo>
                  <a:cubicBezTo>
                    <a:pt x="316563" y="287842"/>
                    <a:pt x="316563" y="290583"/>
                    <a:pt x="309711" y="294694"/>
                  </a:cubicBezTo>
                  <a:cubicBezTo>
                    <a:pt x="305599" y="297435"/>
                    <a:pt x="289155" y="308398"/>
                    <a:pt x="289155" y="308398"/>
                  </a:cubicBezTo>
                  <a:cubicBezTo>
                    <a:pt x="289155" y="308398"/>
                    <a:pt x="278191" y="313880"/>
                    <a:pt x="275451" y="316621"/>
                  </a:cubicBezTo>
                  <a:cubicBezTo>
                    <a:pt x="274080" y="316621"/>
                    <a:pt x="272710" y="317991"/>
                    <a:pt x="271339" y="317991"/>
                  </a:cubicBezTo>
                  <a:cubicBezTo>
                    <a:pt x="269969" y="317991"/>
                    <a:pt x="269969" y="317991"/>
                    <a:pt x="268599" y="319362"/>
                  </a:cubicBezTo>
                  <a:cubicBezTo>
                    <a:pt x="267228" y="322102"/>
                    <a:pt x="265858" y="320732"/>
                    <a:pt x="267228" y="317991"/>
                  </a:cubicBezTo>
                  <a:cubicBezTo>
                    <a:pt x="268599" y="315250"/>
                    <a:pt x="274080" y="309769"/>
                    <a:pt x="276821" y="308398"/>
                  </a:cubicBezTo>
                  <a:lnTo>
                    <a:pt x="259006" y="319362"/>
                  </a:lnTo>
                  <a:cubicBezTo>
                    <a:pt x="268599" y="307028"/>
                    <a:pt x="283673" y="294694"/>
                    <a:pt x="296007" y="285102"/>
                  </a:cubicBezTo>
                  <a:close/>
                  <a:moveTo>
                    <a:pt x="143892" y="389252"/>
                  </a:moveTo>
                  <a:cubicBezTo>
                    <a:pt x="142522" y="390623"/>
                    <a:pt x="142522" y="390623"/>
                    <a:pt x="141151" y="390623"/>
                  </a:cubicBezTo>
                  <a:cubicBezTo>
                    <a:pt x="139781" y="390623"/>
                    <a:pt x="139781" y="390623"/>
                    <a:pt x="141151" y="389252"/>
                  </a:cubicBezTo>
                  <a:cubicBezTo>
                    <a:pt x="141151" y="387882"/>
                    <a:pt x="142522" y="387882"/>
                    <a:pt x="143892" y="387882"/>
                  </a:cubicBezTo>
                  <a:cubicBezTo>
                    <a:pt x="143892" y="387882"/>
                    <a:pt x="143892" y="389252"/>
                    <a:pt x="143892" y="389252"/>
                  </a:cubicBezTo>
                  <a:close/>
                  <a:moveTo>
                    <a:pt x="172671" y="376919"/>
                  </a:moveTo>
                  <a:cubicBezTo>
                    <a:pt x="172671" y="378289"/>
                    <a:pt x="169930" y="378289"/>
                    <a:pt x="168559" y="378289"/>
                  </a:cubicBezTo>
                  <a:cubicBezTo>
                    <a:pt x="165819" y="378289"/>
                    <a:pt x="165819" y="378289"/>
                    <a:pt x="168559" y="376919"/>
                  </a:cubicBezTo>
                  <a:cubicBezTo>
                    <a:pt x="171300" y="375548"/>
                    <a:pt x="174041" y="375548"/>
                    <a:pt x="172671" y="376919"/>
                  </a:cubicBezTo>
                  <a:close/>
                  <a:moveTo>
                    <a:pt x="331637" y="411179"/>
                  </a:moveTo>
                  <a:cubicBezTo>
                    <a:pt x="331637" y="412549"/>
                    <a:pt x="330267" y="411179"/>
                    <a:pt x="331637" y="411179"/>
                  </a:cubicBezTo>
                  <a:cubicBezTo>
                    <a:pt x="331637" y="409808"/>
                    <a:pt x="331637" y="409808"/>
                    <a:pt x="333008" y="409808"/>
                  </a:cubicBezTo>
                  <a:cubicBezTo>
                    <a:pt x="334378" y="411179"/>
                    <a:pt x="334378" y="411179"/>
                    <a:pt x="331637" y="411179"/>
                  </a:cubicBezTo>
                  <a:close/>
                  <a:moveTo>
                    <a:pt x="337119" y="409808"/>
                  </a:moveTo>
                  <a:cubicBezTo>
                    <a:pt x="335749" y="408438"/>
                    <a:pt x="338489" y="405697"/>
                    <a:pt x="339860" y="405697"/>
                  </a:cubicBezTo>
                  <a:cubicBezTo>
                    <a:pt x="339860" y="405697"/>
                    <a:pt x="341230" y="405697"/>
                    <a:pt x="341230" y="407067"/>
                  </a:cubicBezTo>
                  <a:cubicBezTo>
                    <a:pt x="339860" y="409808"/>
                    <a:pt x="337119" y="411179"/>
                    <a:pt x="337119" y="409808"/>
                  </a:cubicBezTo>
                  <a:close/>
                  <a:moveTo>
                    <a:pt x="512530" y="183692"/>
                  </a:moveTo>
                  <a:cubicBezTo>
                    <a:pt x="513901" y="182321"/>
                    <a:pt x="513901" y="183692"/>
                    <a:pt x="512530" y="186433"/>
                  </a:cubicBezTo>
                  <a:cubicBezTo>
                    <a:pt x="511160" y="187803"/>
                    <a:pt x="511160" y="187803"/>
                    <a:pt x="511160" y="186433"/>
                  </a:cubicBezTo>
                  <a:cubicBezTo>
                    <a:pt x="511160" y="185062"/>
                    <a:pt x="512530" y="183692"/>
                    <a:pt x="512530" y="183692"/>
                  </a:cubicBezTo>
                  <a:close/>
                  <a:moveTo>
                    <a:pt x="497456" y="204248"/>
                  </a:moveTo>
                  <a:cubicBezTo>
                    <a:pt x="498826" y="202877"/>
                    <a:pt x="500197" y="202877"/>
                    <a:pt x="500197" y="202877"/>
                  </a:cubicBezTo>
                  <a:cubicBezTo>
                    <a:pt x="501567" y="204248"/>
                    <a:pt x="497456" y="208359"/>
                    <a:pt x="496085" y="206989"/>
                  </a:cubicBezTo>
                  <a:cubicBezTo>
                    <a:pt x="496085" y="208359"/>
                    <a:pt x="496085" y="206989"/>
                    <a:pt x="497456" y="204248"/>
                  </a:cubicBezTo>
                  <a:close/>
                  <a:moveTo>
                    <a:pt x="478270" y="231656"/>
                  </a:moveTo>
                  <a:cubicBezTo>
                    <a:pt x="479641" y="230285"/>
                    <a:pt x="481011" y="228915"/>
                    <a:pt x="482381" y="227545"/>
                  </a:cubicBezTo>
                  <a:cubicBezTo>
                    <a:pt x="485122" y="227545"/>
                    <a:pt x="485122" y="227545"/>
                    <a:pt x="482381" y="226174"/>
                  </a:cubicBezTo>
                  <a:cubicBezTo>
                    <a:pt x="481011" y="224804"/>
                    <a:pt x="481011" y="224804"/>
                    <a:pt x="482381" y="224804"/>
                  </a:cubicBezTo>
                  <a:cubicBezTo>
                    <a:pt x="483752" y="224804"/>
                    <a:pt x="485122" y="224804"/>
                    <a:pt x="486493" y="226174"/>
                  </a:cubicBezTo>
                  <a:cubicBezTo>
                    <a:pt x="489233" y="228915"/>
                    <a:pt x="487863" y="228915"/>
                    <a:pt x="486493" y="231656"/>
                  </a:cubicBezTo>
                  <a:cubicBezTo>
                    <a:pt x="485122" y="233026"/>
                    <a:pt x="483752" y="233026"/>
                    <a:pt x="483752" y="231656"/>
                  </a:cubicBezTo>
                  <a:cubicBezTo>
                    <a:pt x="482381" y="231656"/>
                    <a:pt x="481011" y="231656"/>
                    <a:pt x="478270" y="231656"/>
                  </a:cubicBezTo>
                  <a:cubicBezTo>
                    <a:pt x="476900" y="235767"/>
                    <a:pt x="476900" y="235767"/>
                    <a:pt x="478270" y="231656"/>
                  </a:cubicBezTo>
                  <a:close/>
                  <a:moveTo>
                    <a:pt x="450862" y="278250"/>
                  </a:moveTo>
                  <a:cubicBezTo>
                    <a:pt x="452233" y="276879"/>
                    <a:pt x="453603" y="275509"/>
                    <a:pt x="453603" y="274138"/>
                  </a:cubicBezTo>
                  <a:cubicBezTo>
                    <a:pt x="453603" y="271398"/>
                    <a:pt x="456344" y="268657"/>
                    <a:pt x="457714" y="270027"/>
                  </a:cubicBezTo>
                  <a:cubicBezTo>
                    <a:pt x="457714" y="270027"/>
                    <a:pt x="459085" y="270027"/>
                    <a:pt x="459085" y="268657"/>
                  </a:cubicBezTo>
                  <a:cubicBezTo>
                    <a:pt x="459085" y="265916"/>
                    <a:pt x="463196" y="254953"/>
                    <a:pt x="465937" y="254953"/>
                  </a:cubicBezTo>
                  <a:cubicBezTo>
                    <a:pt x="467307" y="254953"/>
                    <a:pt x="467307" y="254953"/>
                    <a:pt x="465937" y="256323"/>
                  </a:cubicBezTo>
                  <a:cubicBezTo>
                    <a:pt x="465937" y="257694"/>
                    <a:pt x="465937" y="257694"/>
                    <a:pt x="467307" y="256323"/>
                  </a:cubicBezTo>
                  <a:cubicBezTo>
                    <a:pt x="470048" y="256323"/>
                    <a:pt x="470048" y="252212"/>
                    <a:pt x="468677" y="252212"/>
                  </a:cubicBezTo>
                  <a:cubicBezTo>
                    <a:pt x="465937" y="252212"/>
                    <a:pt x="467307" y="248101"/>
                    <a:pt x="468677" y="246730"/>
                  </a:cubicBezTo>
                  <a:cubicBezTo>
                    <a:pt x="470048" y="245360"/>
                    <a:pt x="471418" y="245360"/>
                    <a:pt x="471418" y="246730"/>
                  </a:cubicBezTo>
                  <a:cubicBezTo>
                    <a:pt x="471418" y="248101"/>
                    <a:pt x="471418" y="249471"/>
                    <a:pt x="470048" y="249471"/>
                  </a:cubicBezTo>
                  <a:cubicBezTo>
                    <a:pt x="467307" y="249471"/>
                    <a:pt x="467307" y="249471"/>
                    <a:pt x="470048" y="249471"/>
                  </a:cubicBezTo>
                  <a:cubicBezTo>
                    <a:pt x="474159" y="249471"/>
                    <a:pt x="474159" y="248101"/>
                    <a:pt x="472789" y="243989"/>
                  </a:cubicBezTo>
                  <a:cubicBezTo>
                    <a:pt x="471418" y="241249"/>
                    <a:pt x="471418" y="239878"/>
                    <a:pt x="476900" y="235767"/>
                  </a:cubicBezTo>
                  <a:cubicBezTo>
                    <a:pt x="479641" y="233026"/>
                    <a:pt x="482381" y="231656"/>
                    <a:pt x="483752" y="231656"/>
                  </a:cubicBezTo>
                  <a:cubicBezTo>
                    <a:pt x="486493" y="233026"/>
                    <a:pt x="485122" y="237137"/>
                    <a:pt x="483752" y="237137"/>
                  </a:cubicBezTo>
                  <a:cubicBezTo>
                    <a:pt x="482381" y="237137"/>
                    <a:pt x="481011" y="238508"/>
                    <a:pt x="481011" y="241249"/>
                  </a:cubicBezTo>
                  <a:cubicBezTo>
                    <a:pt x="481011" y="243989"/>
                    <a:pt x="479641" y="245360"/>
                    <a:pt x="478270" y="245360"/>
                  </a:cubicBezTo>
                  <a:cubicBezTo>
                    <a:pt x="476900" y="245360"/>
                    <a:pt x="476900" y="246730"/>
                    <a:pt x="476900" y="246730"/>
                  </a:cubicBezTo>
                  <a:cubicBezTo>
                    <a:pt x="476900" y="248101"/>
                    <a:pt x="476900" y="250841"/>
                    <a:pt x="475529" y="250841"/>
                  </a:cubicBezTo>
                  <a:cubicBezTo>
                    <a:pt x="474159" y="250841"/>
                    <a:pt x="472789" y="253582"/>
                    <a:pt x="472789" y="256323"/>
                  </a:cubicBezTo>
                  <a:cubicBezTo>
                    <a:pt x="472789" y="257694"/>
                    <a:pt x="471418" y="259064"/>
                    <a:pt x="468677" y="259064"/>
                  </a:cubicBezTo>
                  <a:cubicBezTo>
                    <a:pt x="465937" y="259064"/>
                    <a:pt x="464566" y="259064"/>
                    <a:pt x="464566" y="260434"/>
                  </a:cubicBezTo>
                  <a:cubicBezTo>
                    <a:pt x="464566" y="260434"/>
                    <a:pt x="464566" y="261805"/>
                    <a:pt x="465937" y="261805"/>
                  </a:cubicBezTo>
                  <a:cubicBezTo>
                    <a:pt x="465937" y="261805"/>
                    <a:pt x="467307" y="261805"/>
                    <a:pt x="468677" y="263175"/>
                  </a:cubicBezTo>
                  <a:cubicBezTo>
                    <a:pt x="468677" y="264546"/>
                    <a:pt x="468677" y="264546"/>
                    <a:pt x="465937" y="264546"/>
                  </a:cubicBezTo>
                  <a:cubicBezTo>
                    <a:pt x="464566" y="264546"/>
                    <a:pt x="463196" y="264546"/>
                    <a:pt x="464566" y="264546"/>
                  </a:cubicBezTo>
                  <a:cubicBezTo>
                    <a:pt x="467307" y="264546"/>
                    <a:pt x="467307" y="268657"/>
                    <a:pt x="464566" y="271398"/>
                  </a:cubicBezTo>
                  <a:cubicBezTo>
                    <a:pt x="463196" y="272768"/>
                    <a:pt x="461825" y="272768"/>
                    <a:pt x="460455" y="271398"/>
                  </a:cubicBezTo>
                  <a:cubicBezTo>
                    <a:pt x="459085" y="270027"/>
                    <a:pt x="459085" y="270027"/>
                    <a:pt x="460455" y="272768"/>
                  </a:cubicBezTo>
                  <a:cubicBezTo>
                    <a:pt x="461825" y="275509"/>
                    <a:pt x="461825" y="276879"/>
                    <a:pt x="460455" y="279620"/>
                  </a:cubicBezTo>
                  <a:cubicBezTo>
                    <a:pt x="459085" y="280990"/>
                    <a:pt x="459085" y="282361"/>
                    <a:pt x="460455" y="282361"/>
                  </a:cubicBezTo>
                  <a:cubicBezTo>
                    <a:pt x="460455" y="282361"/>
                    <a:pt x="460455" y="283731"/>
                    <a:pt x="457714" y="285102"/>
                  </a:cubicBezTo>
                  <a:cubicBezTo>
                    <a:pt x="454973" y="287842"/>
                    <a:pt x="453603" y="287842"/>
                    <a:pt x="452233" y="285102"/>
                  </a:cubicBezTo>
                  <a:cubicBezTo>
                    <a:pt x="450862" y="282361"/>
                    <a:pt x="450862" y="283731"/>
                    <a:pt x="450862" y="286472"/>
                  </a:cubicBezTo>
                  <a:cubicBezTo>
                    <a:pt x="450862" y="289213"/>
                    <a:pt x="452233" y="290583"/>
                    <a:pt x="452233" y="289213"/>
                  </a:cubicBezTo>
                  <a:cubicBezTo>
                    <a:pt x="452233" y="289213"/>
                    <a:pt x="452233" y="289213"/>
                    <a:pt x="452233" y="290583"/>
                  </a:cubicBezTo>
                  <a:cubicBezTo>
                    <a:pt x="452233" y="291954"/>
                    <a:pt x="450862" y="293324"/>
                    <a:pt x="450862" y="291954"/>
                  </a:cubicBezTo>
                  <a:cubicBezTo>
                    <a:pt x="450862" y="291954"/>
                    <a:pt x="449492" y="291954"/>
                    <a:pt x="448121" y="291954"/>
                  </a:cubicBezTo>
                  <a:cubicBezTo>
                    <a:pt x="446751" y="291954"/>
                    <a:pt x="446751" y="293324"/>
                    <a:pt x="445381" y="291954"/>
                  </a:cubicBezTo>
                  <a:cubicBezTo>
                    <a:pt x="441269" y="291954"/>
                    <a:pt x="446751" y="282361"/>
                    <a:pt x="450862" y="278250"/>
                  </a:cubicBezTo>
                  <a:close/>
                  <a:moveTo>
                    <a:pt x="459085" y="307028"/>
                  </a:moveTo>
                  <a:cubicBezTo>
                    <a:pt x="459085" y="307028"/>
                    <a:pt x="459085" y="305658"/>
                    <a:pt x="460455" y="302917"/>
                  </a:cubicBezTo>
                  <a:cubicBezTo>
                    <a:pt x="463196" y="297435"/>
                    <a:pt x="468677" y="294694"/>
                    <a:pt x="468677" y="297435"/>
                  </a:cubicBezTo>
                  <a:cubicBezTo>
                    <a:pt x="468677" y="298806"/>
                    <a:pt x="468677" y="300176"/>
                    <a:pt x="467307" y="300176"/>
                  </a:cubicBezTo>
                  <a:cubicBezTo>
                    <a:pt x="467307" y="300176"/>
                    <a:pt x="465937" y="301546"/>
                    <a:pt x="464566" y="302917"/>
                  </a:cubicBezTo>
                  <a:cubicBezTo>
                    <a:pt x="464566" y="302917"/>
                    <a:pt x="464566" y="304287"/>
                    <a:pt x="464566" y="304287"/>
                  </a:cubicBezTo>
                  <a:cubicBezTo>
                    <a:pt x="460455" y="305658"/>
                    <a:pt x="460455" y="307028"/>
                    <a:pt x="459085" y="307028"/>
                  </a:cubicBezTo>
                  <a:close/>
                  <a:moveTo>
                    <a:pt x="453603" y="327584"/>
                  </a:moveTo>
                  <a:cubicBezTo>
                    <a:pt x="453603" y="327584"/>
                    <a:pt x="452233" y="328954"/>
                    <a:pt x="452233" y="328954"/>
                  </a:cubicBezTo>
                  <a:cubicBezTo>
                    <a:pt x="450862" y="328954"/>
                    <a:pt x="450862" y="328954"/>
                    <a:pt x="452233" y="327584"/>
                  </a:cubicBezTo>
                  <a:cubicBezTo>
                    <a:pt x="452233" y="326214"/>
                    <a:pt x="453603" y="326214"/>
                    <a:pt x="453603" y="326214"/>
                  </a:cubicBezTo>
                  <a:cubicBezTo>
                    <a:pt x="453603" y="326214"/>
                    <a:pt x="453603" y="326214"/>
                    <a:pt x="453603" y="327584"/>
                  </a:cubicBezTo>
                  <a:close/>
                  <a:moveTo>
                    <a:pt x="411121" y="383771"/>
                  </a:moveTo>
                  <a:cubicBezTo>
                    <a:pt x="409750" y="383771"/>
                    <a:pt x="409750" y="382400"/>
                    <a:pt x="411121" y="379659"/>
                  </a:cubicBezTo>
                  <a:cubicBezTo>
                    <a:pt x="412491" y="378289"/>
                    <a:pt x="412491" y="378289"/>
                    <a:pt x="412491" y="378289"/>
                  </a:cubicBezTo>
                  <a:cubicBezTo>
                    <a:pt x="413861" y="379659"/>
                    <a:pt x="412491" y="383771"/>
                    <a:pt x="411121" y="383771"/>
                  </a:cubicBezTo>
                  <a:close/>
                  <a:moveTo>
                    <a:pt x="404269" y="364585"/>
                  </a:moveTo>
                  <a:cubicBezTo>
                    <a:pt x="404269" y="363215"/>
                    <a:pt x="404269" y="363215"/>
                    <a:pt x="404269" y="364585"/>
                  </a:cubicBezTo>
                  <a:cubicBezTo>
                    <a:pt x="405639" y="364585"/>
                    <a:pt x="407009" y="364585"/>
                    <a:pt x="407009" y="365955"/>
                  </a:cubicBezTo>
                  <a:cubicBezTo>
                    <a:pt x="407009" y="367326"/>
                    <a:pt x="404269" y="368696"/>
                    <a:pt x="402898" y="367326"/>
                  </a:cubicBezTo>
                  <a:cubicBezTo>
                    <a:pt x="402898" y="367326"/>
                    <a:pt x="402898" y="365955"/>
                    <a:pt x="402898" y="365955"/>
                  </a:cubicBezTo>
                  <a:cubicBezTo>
                    <a:pt x="402898" y="365955"/>
                    <a:pt x="405639" y="365955"/>
                    <a:pt x="404269" y="364585"/>
                  </a:cubicBezTo>
                  <a:close/>
                  <a:moveTo>
                    <a:pt x="444010" y="317991"/>
                  </a:moveTo>
                  <a:cubicBezTo>
                    <a:pt x="444010" y="316621"/>
                    <a:pt x="445381" y="316621"/>
                    <a:pt x="446751" y="315250"/>
                  </a:cubicBezTo>
                  <a:cubicBezTo>
                    <a:pt x="446751" y="315250"/>
                    <a:pt x="446751" y="315250"/>
                    <a:pt x="448121" y="315250"/>
                  </a:cubicBezTo>
                  <a:cubicBezTo>
                    <a:pt x="446751" y="316621"/>
                    <a:pt x="445381" y="317991"/>
                    <a:pt x="444010" y="317991"/>
                  </a:cubicBezTo>
                  <a:close/>
                  <a:moveTo>
                    <a:pt x="446751" y="312510"/>
                  </a:moveTo>
                  <a:cubicBezTo>
                    <a:pt x="446751" y="312510"/>
                    <a:pt x="448121" y="311139"/>
                    <a:pt x="449492" y="311139"/>
                  </a:cubicBezTo>
                  <a:cubicBezTo>
                    <a:pt x="450862" y="311139"/>
                    <a:pt x="452233" y="311139"/>
                    <a:pt x="452233" y="311139"/>
                  </a:cubicBezTo>
                  <a:cubicBezTo>
                    <a:pt x="452233" y="312510"/>
                    <a:pt x="450862" y="312510"/>
                    <a:pt x="449492" y="312510"/>
                  </a:cubicBezTo>
                  <a:cubicBezTo>
                    <a:pt x="448121" y="312510"/>
                    <a:pt x="446751" y="312510"/>
                    <a:pt x="446751" y="312510"/>
                  </a:cubicBezTo>
                  <a:close/>
                  <a:moveTo>
                    <a:pt x="450862" y="307028"/>
                  </a:moveTo>
                  <a:cubicBezTo>
                    <a:pt x="450862" y="305658"/>
                    <a:pt x="450862" y="305658"/>
                    <a:pt x="452233" y="305658"/>
                  </a:cubicBezTo>
                  <a:cubicBezTo>
                    <a:pt x="453603" y="305658"/>
                    <a:pt x="453603" y="305658"/>
                    <a:pt x="453603" y="305658"/>
                  </a:cubicBezTo>
                  <a:cubicBezTo>
                    <a:pt x="453603" y="305658"/>
                    <a:pt x="453603" y="307028"/>
                    <a:pt x="450862" y="307028"/>
                  </a:cubicBezTo>
                  <a:cubicBezTo>
                    <a:pt x="452233" y="307028"/>
                    <a:pt x="450862" y="307028"/>
                    <a:pt x="450862" y="307028"/>
                  </a:cubicBezTo>
                  <a:close/>
                  <a:moveTo>
                    <a:pt x="470048" y="287842"/>
                  </a:moveTo>
                  <a:cubicBezTo>
                    <a:pt x="472789" y="285102"/>
                    <a:pt x="472789" y="285102"/>
                    <a:pt x="472789" y="289213"/>
                  </a:cubicBezTo>
                  <a:cubicBezTo>
                    <a:pt x="472789" y="291954"/>
                    <a:pt x="471418" y="291954"/>
                    <a:pt x="470048" y="291954"/>
                  </a:cubicBezTo>
                  <a:cubicBezTo>
                    <a:pt x="468677" y="291954"/>
                    <a:pt x="467307" y="291954"/>
                    <a:pt x="467307" y="290583"/>
                  </a:cubicBezTo>
                  <a:cubicBezTo>
                    <a:pt x="467307" y="290583"/>
                    <a:pt x="468677" y="289213"/>
                    <a:pt x="470048" y="287842"/>
                  </a:cubicBezTo>
                  <a:close/>
                  <a:moveTo>
                    <a:pt x="470048" y="278250"/>
                  </a:moveTo>
                  <a:lnTo>
                    <a:pt x="472789" y="274138"/>
                  </a:lnTo>
                  <a:cubicBezTo>
                    <a:pt x="474159" y="272768"/>
                    <a:pt x="475529" y="271398"/>
                    <a:pt x="475529" y="271398"/>
                  </a:cubicBezTo>
                  <a:cubicBezTo>
                    <a:pt x="476900" y="271398"/>
                    <a:pt x="475529" y="272768"/>
                    <a:pt x="472789" y="275509"/>
                  </a:cubicBezTo>
                  <a:lnTo>
                    <a:pt x="470048" y="278250"/>
                  </a:lnTo>
                  <a:close/>
                  <a:moveTo>
                    <a:pt x="476900" y="279620"/>
                  </a:moveTo>
                  <a:cubicBezTo>
                    <a:pt x="476900" y="278250"/>
                    <a:pt x="476900" y="276879"/>
                    <a:pt x="478270" y="275509"/>
                  </a:cubicBezTo>
                  <a:cubicBezTo>
                    <a:pt x="479641" y="274138"/>
                    <a:pt x="481011" y="274138"/>
                    <a:pt x="481011" y="274138"/>
                  </a:cubicBezTo>
                  <a:cubicBezTo>
                    <a:pt x="479641" y="278250"/>
                    <a:pt x="476900" y="280990"/>
                    <a:pt x="476900" y="279620"/>
                  </a:cubicBezTo>
                  <a:close/>
                  <a:moveTo>
                    <a:pt x="439899" y="297435"/>
                  </a:moveTo>
                  <a:cubicBezTo>
                    <a:pt x="441269" y="297435"/>
                    <a:pt x="442640" y="297435"/>
                    <a:pt x="444010" y="296065"/>
                  </a:cubicBezTo>
                  <a:cubicBezTo>
                    <a:pt x="445381" y="294694"/>
                    <a:pt x="446751" y="294694"/>
                    <a:pt x="446751" y="296065"/>
                  </a:cubicBezTo>
                  <a:cubicBezTo>
                    <a:pt x="446751" y="297435"/>
                    <a:pt x="446751" y="297435"/>
                    <a:pt x="446751" y="297435"/>
                  </a:cubicBezTo>
                  <a:cubicBezTo>
                    <a:pt x="446751" y="296065"/>
                    <a:pt x="444010" y="297435"/>
                    <a:pt x="444010" y="298806"/>
                  </a:cubicBezTo>
                  <a:cubicBezTo>
                    <a:pt x="442640" y="301546"/>
                    <a:pt x="442640" y="301546"/>
                    <a:pt x="439899" y="300176"/>
                  </a:cubicBezTo>
                  <a:cubicBezTo>
                    <a:pt x="437158" y="298806"/>
                    <a:pt x="437158" y="296065"/>
                    <a:pt x="439899" y="297435"/>
                  </a:cubicBezTo>
                  <a:close/>
                  <a:moveTo>
                    <a:pt x="438529" y="300176"/>
                  </a:moveTo>
                  <a:cubicBezTo>
                    <a:pt x="439899" y="300176"/>
                    <a:pt x="439899" y="300176"/>
                    <a:pt x="439899" y="300176"/>
                  </a:cubicBezTo>
                  <a:cubicBezTo>
                    <a:pt x="439899" y="300176"/>
                    <a:pt x="438529" y="301546"/>
                    <a:pt x="438529" y="301546"/>
                  </a:cubicBezTo>
                  <a:cubicBezTo>
                    <a:pt x="438529" y="301546"/>
                    <a:pt x="437158" y="301546"/>
                    <a:pt x="437158" y="301546"/>
                  </a:cubicBezTo>
                  <a:cubicBezTo>
                    <a:pt x="437158" y="301546"/>
                    <a:pt x="437158" y="300176"/>
                    <a:pt x="438529" y="300176"/>
                  </a:cubicBezTo>
                  <a:close/>
                  <a:moveTo>
                    <a:pt x="433047" y="309769"/>
                  </a:moveTo>
                  <a:cubicBezTo>
                    <a:pt x="434417" y="305658"/>
                    <a:pt x="437158" y="304287"/>
                    <a:pt x="437158" y="307028"/>
                  </a:cubicBezTo>
                  <a:cubicBezTo>
                    <a:pt x="437158" y="308398"/>
                    <a:pt x="437158" y="307028"/>
                    <a:pt x="438529" y="305658"/>
                  </a:cubicBezTo>
                  <a:cubicBezTo>
                    <a:pt x="439899" y="304287"/>
                    <a:pt x="441269" y="302917"/>
                    <a:pt x="441269" y="304287"/>
                  </a:cubicBezTo>
                  <a:cubicBezTo>
                    <a:pt x="441269" y="305658"/>
                    <a:pt x="435788" y="312510"/>
                    <a:pt x="433047" y="312510"/>
                  </a:cubicBezTo>
                  <a:cubicBezTo>
                    <a:pt x="431677" y="313880"/>
                    <a:pt x="431677" y="312510"/>
                    <a:pt x="433047" y="309769"/>
                  </a:cubicBezTo>
                  <a:close/>
                  <a:moveTo>
                    <a:pt x="430306" y="319362"/>
                  </a:moveTo>
                  <a:lnTo>
                    <a:pt x="433047" y="319362"/>
                  </a:lnTo>
                  <a:cubicBezTo>
                    <a:pt x="433047" y="319362"/>
                    <a:pt x="431677" y="320732"/>
                    <a:pt x="430306" y="323473"/>
                  </a:cubicBezTo>
                  <a:cubicBezTo>
                    <a:pt x="428936" y="326214"/>
                    <a:pt x="428936" y="326214"/>
                    <a:pt x="427565" y="324843"/>
                  </a:cubicBezTo>
                  <a:cubicBezTo>
                    <a:pt x="424825" y="320732"/>
                    <a:pt x="426195" y="319362"/>
                    <a:pt x="430306" y="319362"/>
                  </a:cubicBezTo>
                  <a:close/>
                  <a:moveTo>
                    <a:pt x="424825" y="327584"/>
                  </a:moveTo>
                  <a:cubicBezTo>
                    <a:pt x="426195" y="327584"/>
                    <a:pt x="426195" y="327584"/>
                    <a:pt x="426195" y="327584"/>
                  </a:cubicBezTo>
                  <a:cubicBezTo>
                    <a:pt x="426195" y="327584"/>
                    <a:pt x="424825" y="328954"/>
                    <a:pt x="424825" y="330325"/>
                  </a:cubicBezTo>
                  <a:cubicBezTo>
                    <a:pt x="423454" y="331695"/>
                    <a:pt x="422084" y="331695"/>
                    <a:pt x="422084" y="330325"/>
                  </a:cubicBezTo>
                  <a:cubicBezTo>
                    <a:pt x="423454" y="328954"/>
                    <a:pt x="424825" y="327584"/>
                    <a:pt x="424825" y="327584"/>
                  </a:cubicBezTo>
                  <a:close/>
                  <a:moveTo>
                    <a:pt x="379601" y="382400"/>
                  </a:moveTo>
                  <a:cubicBezTo>
                    <a:pt x="379601" y="381030"/>
                    <a:pt x="387824" y="375548"/>
                    <a:pt x="391935" y="372807"/>
                  </a:cubicBezTo>
                  <a:cubicBezTo>
                    <a:pt x="390565" y="374178"/>
                    <a:pt x="390565" y="376919"/>
                    <a:pt x="390565" y="378289"/>
                  </a:cubicBezTo>
                  <a:cubicBezTo>
                    <a:pt x="389194" y="379659"/>
                    <a:pt x="386453" y="379659"/>
                    <a:pt x="385083" y="381030"/>
                  </a:cubicBezTo>
                  <a:cubicBezTo>
                    <a:pt x="380972" y="382400"/>
                    <a:pt x="379601" y="383771"/>
                    <a:pt x="379601" y="382400"/>
                  </a:cubicBezTo>
                  <a:close/>
                  <a:moveTo>
                    <a:pt x="387824" y="383771"/>
                  </a:moveTo>
                  <a:cubicBezTo>
                    <a:pt x="387824" y="383771"/>
                    <a:pt x="387824" y="383771"/>
                    <a:pt x="387824" y="383771"/>
                  </a:cubicBezTo>
                  <a:cubicBezTo>
                    <a:pt x="387824" y="383771"/>
                    <a:pt x="387824" y="383771"/>
                    <a:pt x="387824" y="383771"/>
                  </a:cubicBezTo>
                  <a:close/>
                  <a:moveTo>
                    <a:pt x="393305" y="396104"/>
                  </a:moveTo>
                  <a:cubicBezTo>
                    <a:pt x="391935" y="397475"/>
                    <a:pt x="391935" y="393363"/>
                    <a:pt x="393305" y="390623"/>
                  </a:cubicBezTo>
                  <a:cubicBezTo>
                    <a:pt x="394676" y="389252"/>
                    <a:pt x="394676" y="389252"/>
                    <a:pt x="394676" y="391993"/>
                  </a:cubicBezTo>
                  <a:cubicBezTo>
                    <a:pt x="394676" y="393363"/>
                    <a:pt x="393305" y="394734"/>
                    <a:pt x="393305" y="396104"/>
                  </a:cubicBezTo>
                  <a:close/>
                  <a:moveTo>
                    <a:pt x="407009" y="439957"/>
                  </a:moveTo>
                  <a:cubicBezTo>
                    <a:pt x="407009" y="442698"/>
                    <a:pt x="405639" y="448179"/>
                    <a:pt x="405639" y="452291"/>
                  </a:cubicBezTo>
                  <a:cubicBezTo>
                    <a:pt x="405639" y="456402"/>
                    <a:pt x="404269" y="459143"/>
                    <a:pt x="402898" y="459143"/>
                  </a:cubicBezTo>
                  <a:cubicBezTo>
                    <a:pt x="401528" y="459143"/>
                    <a:pt x="401528" y="457772"/>
                    <a:pt x="402898" y="456402"/>
                  </a:cubicBezTo>
                  <a:cubicBezTo>
                    <a:pt x="402898" y="455031"/>
                    <a:pt x="404269" y="450920"/>
                    <a:pt x="404269" y="446809"/>
                  </a:cubicBezTo>
                  <a:cubicBezTo>
                    <a:pt x="404269" y="439957"/>
                    <a:pt x="407009" y="428994"/>
                    <a:pt x="408380" y="428994"/>
                  </a:cubicBezTo>
                  <a:cubicBezTo>
                    <a:pt x="408380" y="428994"/>
                    <a:pt x="408380" y="433105"/>
                    <a:pt x="407009" y="439957"/>
                  </a:cubicBezTo>
                  <a:close/>
                  <a:moveTo>
                    <a:pt x="411121" y="416660"/>
                  </a:moveTo>
                  <a:cubicBezTo>
                    <a:pt x="407009" y="422142"/>
                    <a:pt x="407009" y="422142"/>
                    <a:pt x="409750" y="415290"/>
                  </a:cubicBezTo>
                  <a:cubicBezTo>
                    <a:pt x="411121" y="411179"/>
                    <a:pt x="412491" y="409808"/>
                    <a:pt x="413861" y="411179"/>
                  </a:cubicBezTo>
                  <a:cubicBezTo>
                    <a:pt x="415232" y="411179"/>
                    <a:pt x="413861" y="412549"/>
                    <a:pt x="411121" y="416660"/>
                  </a:cubicBezTo>
                  <a:close/>
                  <a:moveTo>
                    <a:pt x="417973" y="415290"/>
                  </a:moveTo>
                  <a:cubicBezTo>
                    <a:pt x="417973" y="415290"/>
                    <a:pt x="419343" y="415290"/>
                    <a:pt x="419343" y="416660"/>
                  </a:cubicBezTo>
                  <a:cubicBezTo>
                    <a:pt x="419343" y="416660"/>
                    <a:pt x="417973" y="418031"/>
                    <a:pt x="416602" y="418031"/>
                  </a:cubicBezTo>
                  <a:cubicBezTo>
                    <a:pt x="415232" y="418031"/>
                    <a:pt x="415232" y="418031"/>
                    <a:pt x="415232" y="416660"/>
                  </a:cubicBezTo>
                  <a:cubicBezTo>
                    <a:pt x="415232" y="415290"/>
                    <a:pt x="416602" y="415290"/>
                    <a:pt x="417973" y="415290"/>
                  </a:cubicBezTo>
                  <a:close/>
                  <a:moveTo>
                    <a:pt x="419343" y="368696"/>
                  </a:moveTo>
                  <a:cubicBezTo>
                    <a:pt x="416602" y="374178"/>
                    <a:pt x="415232" y="375548"/>
                    <a:pt x="415232" y="371437"/>
                  </a:cubicBezTo>
                  <a:cubicBezTo>
                    <a:pt x="415232" y="370067"/>
                    <a:pt x="415232" y="368696"/>
                    <a:pt x="416602" y="368696"/>
                  </a:cubicBezTo>
                  <a:cubicBezTo>
                    <a:pt x="417973" y="368696"/>
                    <a:pt x="417973" y="368696"/>
                    <a:pt x="417973" y="367326"/>
                  </a:cubicBezTo>
                  <a:cubicBezTo>
                    <a:pt x="417973" y="365955"/>
                    <a:pt x="420713" y="360474"/>
                    <a:pt x="422084" y="360474"/>
                  </a:cubicBezTo>
                  <a:cubicBezTo>
                    <a:pt x="422084" y="361844"/>
                    <a:pt x="420713" y="363215"/>
                    <a:pt x="419343" y="368696"/>
                  </a:cubicBezTo>
                  <a:close/>
                  <a:moveTo>
                    <a:pt x="431677" y="374178"/>
                  </a:moveTo>
                  <a:cubicBezTo>
                    <a:pt x="430306" y="374178"/>
                    <a:pt x="430306" y="375548"/>
                    <a:pt x="430306" y="375548"/>
                  </a:cubicBezTo>
                  <a:cubicBezTo>
                    <a:pt x="430306" y="378289"/>
                    <a:pt x="426195" y="386511"/>
                    <a:pt x="423454" y="386511"/>
                  </a:cubicBezTo>
                  <a:cubicBezTo>
                    <a:pt x="423454" y="386511"/>
                    <a:pt x="422084" y="386511"/>
                    <a:pt x="423454" y="385141"/>
                  </a:cubicBezTo>
                  <a:cubicBezTo>
                    <a:pt x="423454" y="383771"/>
                    <a:pt x="424825" y="382400"/>
                    <a:pt x="424825" y="381030"/>
                  </a:cubicBezTo>
                  <a:cubicBezTo>
                    <a:pt x="424825" y="379659"/>
                    <a:pt x="426195" y="378289"/>
                    <a:pt x="426195" y="378289"/>
                  </a:cubicBezTo>
                  <a:cubicBezTo>
                    <a:pt x="426195" y="378289"/>
                    <a:pt x="426195" y="376919"/>
                    <a:pt x="426195" y="375548"/>
                  </a:cubicBezTo>
                  <a:cubicBezTo>
                    <a:pt x="426195" y="372807"/>
                    <a:pt x="426195" y="372807"/>
                    <a:pt x="428936" y="372807"/>
                  </a:cubicBezTo>
                  <a:cubicBezTo>
                    <a:pt x="431677" y="372807"/>
                    <a:pt x="433047" y="372807"/>
                    <a:pt x="431677" y="374178"/>
                  </a:cubicBezTo>
                  <a:cubicBezTo>
                    <a:pt x="433047" y="374178"/>
                    <a:pt x="433047" y="374178"/>
                    <a:pt x="431677" y="374178"/>
                  </a:cubicBezTo>
                  <a:close/>
                  <a:moveTo>
                    <a:pt x="434417" y="364585"/>
                  </a:moveTo>
                  <a:cubicBezTo>
                    <a:pt x="433047" y="364585"/>
                    <a:pt x="433047" y="364585"/>
                    <a:pt x="433047" y="363215"/>
                  </a:cubicBezTo>
                  <a:cubicBezTo>
                    <a:pt x="433047" y="361844"/>
                    <a:pt x="434417" y="361844"/>
                    <a:pt x="434417" y="363215"/>
                  </a:cubicBezTo>
                  <a:cubicBezTo>
                    <a:pt x="434417" y="364585"/>
                    <a:pt x="435788" y="364585"/>
                    <a:pt x="435788" y="364585"/>
                  </a:cubicBezTo>
                  <a:cubicBezTo>
                    <a:pt x="435788" y="364585"/>
                    <a:pt x="437158" y="364585"/>
                    <a:pt x="437158" y="364585"/>
                  </a:cubicBezTo>
                  <a:cubicBezTo>
                    <a:pt x="438529" y="364585"/>
                    <a:pt x="438529" y="363215"/>
                    <a:pt x="434417" y="364585"/>
                  </a:cubicBezTo>
                  <a:close/>
                  <a:moveTo>
                    <a:pt x="439899" y="354992"/>
                  </a:moveTo>
                  <a:cubicBezTo>
                    <a:pt x="439899" y="353622"/>
                    <a:pt x="438529" y="353622"/>
                    <a:pt x="437158" y="354992"/>
                  </a:cubicBezTo>
                  <a:cubicBezTo>
                    <a:pt x="435788" y="356363"/>
                    <a:pt x="435788" y="356363"/>
                    <a:pt x="435788" y="353622"/>
                  </a:cubicBezTo>
                  <a:cubicBezTo>
                    <a:pt x="435788" y="352251"/>
                    <a:pt x="435788" y="350881"/>
                    <a:pt x="434417" y="350881"/>
                  </a:cubicBezTo>
                  <a:cubicBezTo>
                    <a:pt x="433047" y="350881"/>
                    <a:pt x="433047" y="350881"/>
                    <a:pt x="434417" y="349510"/>
                  </a:cubicBezTo>
                  <a:cubicBezTo>
                    <a:pt x="434417" y="349510"/>
                    <a:pt x="437158" y="350881"/>
                    <a:pt x="439899" y="352251"/>
                  </a:cubicBezTo>
                  <a:cubicBezTo>
                    <a:pt x="442640" y="353622"/>
                    <a:pt x="444010" y="356363"/>
                    <a:pt x="442640" y="356363"/>
                  </a:cubicBezTo>
                  <a:cubicBezTo>
                    <a:pt x="441269" y="356363"/>
                    <a:pt x="439899" y="356363"/>
                    <a:pt x="439899" y="354992"/>
                  </a:cubicBezTo>
                  <a:close/>
                  <a:moveTo>
                    <a:pt x="446751" y="348140"/>
                  </a:moveTo>
                  <a:cubicBezTo>
                    <a:pt x="445381" y="348140"/>
                    <a:pt x="445381" y="348140"/>
                    <a:pt x="445381" y="346770"/>
                  </a:cubicBezTo>
                  <a:cubicBezTo>
                    <a:pt x="445381" y="344029"/>
                    <a:pt x="441269" y="344029"/>
                    <a:pt x="439899" y="345399"/>
                  </a:cubicBezTo>
                  <a:cubicBezTo>
                    <a:pt x="439899" y="346770"/>
                    <a:pt x="438529" y="346770"/>
                    <a:pt x="437158" y="345399"/>
                  </a:cubicBezTo>
                  <a:cubicBezTo>
                    <a:pt x="435788" y="344029"/>
                    <a:pt x="439899" y="341288"/>
                    <a:pt x="442640" y="339918"/>
                  </a:cubicBezTo>
                  <a:cubicBezTo>
                    <a:pt x="444010" y="339918"/>
                    <a:pt x="444010" y="339918"/>
                    <a:pt x="444010" y="341288"/>
                  </a:cubicBezTo>
                  <a:cubicBezTo>
                    <a:pt x="442640" y="342658"/>
                    <a:pt x="445381" y="342658"/>
                    <a:pt x="448121" y="342658"/>
                  </a:cubicBezTo>
                  <a:cubicBezTo>
                    <a:pt x="448121" y="342658"/>
                    <a:pt x="449492" y="342658"/>
                    <a:pt x="449492" y="344029"/>
                  </a:cubicBezTo>
                  <a:cubicBezTo>
                    <a:pt x="448121" y="346770"/>
                    <a:pt x="446751" y="348140"/>
                    <a:pt x="446751" y="348140"/>
                  </a:cubicBezTo>
                  <a:close/>
                  <a:moveTo>
                    <a:pt x="450862" y="341288"/>
                  </a:moveTo>
                  <a:cubicBezTo>
                    <a:pt x="449492" y="341288"/>
                    <a:pt x="449492" y="339918"/>
                    <a:pt x="449492" y="338547"/>
                  </a:cubicBezTo>
                  <a:cubicBezTo>
                    <a:pt x="449492" y="337177"/>
                    <a:pt x="449492" y="335806"/>
                    <a:pt x="448121" y="335806"/>
                  </a:cubicBezTo>
                  <a:cubicBezTo>
                    <a:pt x="446751" y="334436"/>
                    <a:pt x="446751" y="334436"/>
                    <a:pt x="448121" y="334436"/>
                  </a:cubicBezTo>
                  <a:cubicBezTo>
                    <a:pt x="449492" y="334436"/>
                    <a:pt x="450862" y="335806"/>
                    <a:pt x="452233" y="335806"/>
                  </a:cubicBezTo>
                  <a:cubicBezTo>
                    <a:pt x="457714" y="339918"/>
                    <a:pt x="454973" y="344029"/>
                    <a:pt x="450862" y="341288"/>
                  </a:cubicBezTo>
                  <a:close/>
                  <a:moveTo>
                    <a:pt x="490604" y="276879"/>
                  </a:moveTo>
                  <a:cubicBezTo>
                    <a:pt x="489233" y="278250"/>
                    <a:pt x="489233" y="278250"/>
                    <a:pt x="489233" y="276879"/>
                  </a:cubicBezTo>
                  <a:cubicBezTo>
                    <a:pt x="489233" y="275509"/>
                    <a:pt x="489233" y="274138"/>
                    <a:pt x="490604" y="274138"/>
                  </a:cubicBezTo>
                  <a:cubicBezTo>
                    <a:pt x="491974" y="274138"/>
                    <a:pt x="491974" y="274138"/>
                    <a:pt x="490604" y="276879"/>
                  </a:cubicBezTo>
                  <a:close/>
                  <a:moveTo>
                    <a:pt x="490604" y="260434"/>
                  </a:moveTo>
                  <a:cubicBezTo>
                    <a:pt x="489233" y="263175"/>
                    <a:pt x="481011" y="271398"/>
                    <a:pt x="479641" y="270027"/>
                  </a:cubicBezTo>
                  <a:cubicBezTo>
                    <a:pt x="479641" y="270027"/>
                    <a:pt x="479641" y="267286"/>
                    <a:pt x="481011" y="265916"/>
                  </a:cubicBezTo>
                  <a:cubicBezTo>
                    <a:pt x="482381" y="264546"/>
                    <a:pt x="485122" y="261805"/>
                    <a:pt x="485122" y="260434"/>
                  </a:cubicBezTo>
                  <a:cubicBezTo>
                    <a:pt x="485122" y="259064"/>
                    <a:pt x="486493" y="257694"/>
                    <a:pt x="487863" y="256323"/>
                  </a:cubicBezTo>
                  <a:cubicBezTo>
                    <a:pt x="489233" y="256323"/>
                    <a:pt x="489233" y="256323"/>
                    <a:pt x="489233" y="256323"/>
                  </a:cubicBezTo>
                  <a:cubicBezTo>
                    <a:pt x="491974" y="257694"/>
                    <a:pt x="491974" y="259064"/>
                    <a:pt x="490604" y="260434"/>
                  </a:cubicBezTo>
                  <a:close/>
                  <a:moveTo>
                    <a:pt x="487863" y="227545"/>
                  </a:moveTo>
                  <a:cubicBezTo>
                    <a:pt x="487863" y="227545"/>
                    <a:pt x="487863" y="226174"/>
                    <a:pt x="489233" y="224804"/>
                  </a:cubicBezTo>
                  <a:cubicBezTo>
                    <a:pt x="489233" y="224804"/>
                    <a:pt x="490604" y="224804"/>
                    <a:pt x="490604" y="226174"/>
                  </a:cubicBezTo>
                  <a:cubicBezTo>
                    <a:pt x="490604" y="227545"/>
                    <a:pt x="490604" y="228915"/>
                    <a:pt x="489233" y="228915"/>
                  </a:cubicBezTo>
                  <a:cubicBezTo>
                    <a:pt x="489233" y="228915"/>
                    <a:pt x="487863" y="228915"/>
                    <a:pt x="487863" y="227545"/>
                  </a:cubicBezTo>
                  <a:close/>
                  <a:moveTo>
                    <a:pt x="490604" y="222063"/>
                  </a:moveTo>
                  <a:cubicBezTo>
                    <a:pt x="486493" y="223433"/>
                    <a:pt x="483752" y="223433"/>
                    <a:pt x="486493" y="222063"/>
                  </a:cubicBezTo>
                  <a:cubicBezTo>
                    <a:pt x="487863" y="220693"/>
                    <a:pt x="489233" y="220693"/>
                    <a:pt x="490604" y="220693"/>
                  </a:cubicBezTo>
                  <a:cubicBezTo>
                    <a:pt x="493345" y="220693"/>
                    <a:pt x="493345" y="220693"/>
                    <a:pt x="490604" y="222063"/>
                  </a:cubicBezTo>
                  <a:close/>
                  <a:moveTo>
                    <a:pt x="496085" y="252212"/>
                  </a:moveTo>
                  <a:cubicBezTo>
                    <a:pt x="494715" y="252212"/>
                    <a:pt x="494715" y="250841"/>
                    <a:pt x="494715" y="249471"/>
                  </a:cubicBezTo>
                  <a:cubicBezTo>
                    <a:pt x="494715" y="248101"/>
                    <a:pt x="496085" y="246730"/>
                    <a:pt x="496085" y="248101"/>
                  </a:cubicBezTo>
                  <a:cubicBezTo>
                    <a:pt x="498826" y="248101"/>
                    <a:pt x="498826" y="252212"/>
                    <a:pt x="496085" y="252212"/>
                  </a:cubicBezTo>
                  <a:close/>
                  <a:moveTo>
                    <a:pt x="497456" y="216581"/>
                  </a:moveTo>
                  <a:cubicBezTo>
                    <a:pt x="496085" y="216581"/>
                    <a:pt x="496085" y="216581"/>
                    <a:pt x="497456" y="216581"/>
                  </a:cubicBezTo>
                  <a:cubicBezTo>
                    <a:pt x="496085" y="215211"/>
                    <a:pt x="497456" y="215211"/>
                    <a:pt x="497456" y="215211"/>
                  </a:cubicBezTo>
                  <a:cubicBezTo>
                    <a:pt x="498826" y="215211"/>
                    <a:pt x="498826" y="215211"/>
                    <a:pt x="498826" y="215211"/>
                  </a:cubicBezTo>
                  <a:cubicBezTo>
                    <a:pt x="498826" y="215211"/>
                    <a:pt x="497456" y="215211"/>
                    <a:pt x="497456" y="216581"/>
                  </a:cubicBezTo>
                  <a:close/>
                  <a:moveTo>
                    <a:pt x="559124" y="150802"/>
                  </a:moveTo>
                  <a:cubicBezTo>
                    <a:pt x="557754" y="150802"/>
                    <a:pt x="555013" y="150802"/>
                    <a:pt x="553642" y="152173"/>
                  </a:cubicBezTo>
                  <a:cubicBezTo>
                    <a:pt x="552272" y="153543"/>
                    <a:pt x="552272" y="152173"/>
                    <a:pt x="553642" y="150802"/>
                  </a:cubicBezTo>
                  <a:cubicBezTo>
                    <a:pt x="555013" y="149432"/>
                    <a:pt x="557754" y="148061"/>
                    <a:pt x="559124" y="148061"/>
                  </a:cubicBezTo>
                  <a:cubicBezTo>
                    <a:pt x="563235" y="149432"/>
                    <a:pt x="561865" y="150802"/>
                    <a:pt x="559124" y="150802"/>
                  </a:cubicBezTo>
                  <a:close/>
                  <a:moveTo>
                    <a:pt x="501567" y="246730"/>
                  </a:moveTo>
                  <a:cubicBezTo>
                    <a:pt x="500197" y="246730"/>
                    <a:pt x="500197" y="246730"/>
                    <a:pt x="500197" y="245360"/>
                  </a:cubicBezTo>
                  <a:cubicBezTo>
                    <a:pt x="500197" y="243989"/>
                    <a:pt x="501567" y="243989"/>
                    <a:pt x="502937" y="243989"/>
                  </a:cubicBezTo>
                  <a:cubicBezTo>
                    <a:pt x="504308" y="243989"/>
                    <a:pt x="504308" y="245360"/>
                    <a:pt x="504308" y="245360"/>
                  </a:cubicBezTo>
                  <a:cubicBezTo>
                    <a:pt x="504308" y="245360"/>
                    <a:pt x="502937" y="246730"/>
                    <a:pt x="501567" y="246730"/>
                  </a:cubicBezTo>
                  <a:close/>
                  <a:moveTo>
                    <a:pt x="505678" y="235767"/>
                  </a:moveTo>
                  <a:cubicBezTo>
                    <a:pt x="504308" y="235767"/>
                    <a:pt x="504308" y="235767"/>
                    <a:pt x="505678" y="235767"/>
                  </a:cubicBezTo>
                  <a:cubicBezTo>
                    <a:pt x="504308" y="234397"/>
                    <a:pt x="505678" y="233026"/>
                    <a:pt x="505678" y="233026"/>
                  </a:cubicBezTo>
                  <a:cubicBezTo>
                    <a:pt x="507049" y="233026"/>
                    <a:pt x="507049" y="233026"/>
                    <a:pt x="507049" y="233026"/>
                  </a:cubicBezTo>
                  <a:cubicBezTo>
                    <a:pt x="507049" y="234397"/>
                    <a:pt x="507049" y="234397"/>
                    <a:pt x="505678" y="235767"/>
                  </a:cubicBezTo>
                  <a:close/>
                  <a:moveTo>
                    <a:pt x="513901" y="226174"/>
                  </a:moveTo>
                  <a:cubicBezTo>
                    <a:pt x="512530" y="226174"/>
                    <a:pt x="512530" y="226174"/>
                    <a:pt x="513901" y="224804"/>
                  </a:cubicBezTo>
                  <a:cubicBezTo>
                    <a:pt x="515271" y="223433"/>
                    <a:pt x="516641" y="223433"/>
                    <a:pt x="516641" y="223433"/>
                  </a:cubicBezTo>
                  <a:cubicBezTo>
                    <a:pt x="518012" y="223433"/>
                    <a:pt x="516641" y="226174"/>
                    <a:pt x="513901" y="226174"/>
                  </a:cubicBezTo>
                  <a:close/>
                  <a:moveTo>
                    <a:pt x="508419" y="197396"/>
                  </a:moveTo>
                  <a:cubicBezTo>
                    <a:pt x="508419" y="197396"/>
                    <a:pt x="508419" y="196025"/>
                    <a:pt x="508419" y="194655"/>
                  </a:cubicBezTo>
                  <a:cubicBezTo>
                    <a:pt x="508419" y="193285"/>
                    <a:pt x="508419" y="193285"/>
                    <a:pt x="508419" y="193285"/>
                  </a:cubicBezTo>
                  <a:cubicBezTo>
                    <a:pt x="508419" y="193285"/>
                    <a:pt x="507049" y="194655"/>
                    <a:pt x="507049" y="197396"/>
                  </a:cubicBezTo>
                  <a:cubicBezTo>
                    <a:pt x="507049" y="200137"/>
                    <a:pt x="504308" y="202877"/>
                    <a:pt x="502937" y="201507"/>
                  </a:cubicBezTo>
                  <a:cubicBezTo>
                    <a:pt x="502937" y="201507"/>
                    <a:pt x="502937" y="200137"/>
                    <a:pt x="502937" y="200137"/>
                  </a:cubicBezTo>
                  <a:cubicBezTo>
                    <a:pt x="504308" y="200137"/>
                    <a:pt x="504308" y="198766"/>
                    <a:pt x="504308" y="198766"/>
                  </a:cubicBezTo>
                  <a:cubicBezTo>
                    <a:pt x="504308" y="198766"/>
                    <a:pt x="504308" y="196025"/>
                    <a:pt x="507049" y="193285"/>
                  </a:cubicBezTo>
                  <a:cubicBezTo>
                    <a:pt x="509789" y="190544"/>
                    <a:pt x="511160" y="189173"/>
                    <a:pt x="511160" y="191914"/>
                  </a:cubicBezTo>
                  <a:cubicBezTo>
                    <a:pt x="511160" y="194655"/>
                    <a:pt x="512530" y="194655"/>
                    <a:pt x="516641" y="190544"/>
                  </a:cubicBezTo>
                  <a:cubicBezTo>
                    <a:pt x="518012" y="189173"/>
                    <a:pt x="519382" y="187803"/>
                    <a:pt x="519382" y="189173"/>
                  </a:cubicBezTo>
                  <a:cubicBezTo>
                    <a:pt x="516641" y="190544"/>
                    <a:pt x="509789" y="197396"/>
                    <a:pt x="508419" y="197396"/>
                  </a:cubicBezTo>
                  <a:close/>
                  <a:moveTo>
                    <a:pt x="537198" y="198766"/>
                  </a:moveTo>
                  <a:cubicBezTo>
                    <a:pt x="535827" y="198766"/>
                    <a:pt x="535827" y="198766"/>
                    <a:pt x="535827" y="197396"/>
                  </a:cubicBezTo>
                  <a:cubicBezTo>
                    <a:pt x="535827" y="197396"/>
                    <a:pt x="537198" y="196025"/>
                    <a:pt x="538568" y="196025"/>
                  </a:cubicBezTo>
                  <a:cubicBezTo>
                    <a:pt x="538568" y="196025"/>
                    <a:pt x="539938" y="196025"/>
                    <a:pt x="539938" y="197396"/>
                  </a:cubicBezTo>
                  <a:cubicBezTo>
                    <a:pt x="539938" y="198766"/>
                    <a:pt x="538568" y="198766"/>
                    <a:pt x="537198" y="198766"/>
                  </a:cubicBezTo>
                  <a:close/>
                  <a:moveTo>
                    <a:pt x="542679" y="193285"/>
                  </a:moveTo>
                  <a:cubicBezTo>
                    <a:pt x="541309" y="193285"/>
                    <a:pt x="541309" y="193285"/>
                    <a:pt x="542679" y="193285"/>
                  </a:cubicBezTo>
                  <a:cubicBezTo>
                    <a:pt x="542679" y="191914"/>
                    <a:pt x="544050" y="191914"/>
                    <a:pt x="544050" y="193285"/>
                  </a:cubicBezTo>
                  <a:cubicBezTo>
                    <a:pt x="545420" y="193285"/>
                    <a:pt x="544050" y="193285"/>
                    <a:pt x="542679" y="193285"/>
                  </a:cubicBezTo>
                  <a:close/>
                  <a:moveTo>
                    <a:pt x="546790" y="187803"/>
                  </a:moveTo>
                  <a:cubicBezTo>
                    <a:pt x="545420" y="189173"/>
                    <a:pt x="544050" y="189173"/>
                    <a:pt x="546790" y="187803"/>
                  </a:cubicBezTo>
                  <a:cubicBezTo>
                    <a:pt x="546790" y="186433"/>
                    <a:pt x="548161" y="185062"/>
                    <a:pt x="548161" y="185062"/>
                  </a:cubicBezTo>
                  <a:cubicBezTo>
                    <a:pt x="550902" y="185062"/>
                    <a:pt x="549531" y="186433"/>
                    <a:pt x="546790" y="187803"/>
                  </a:cubicBezTo>
                  <a:close/>
                  <a:moveTo>
                    <a:pt x="550902" y="138469"/>
                  </a:moveTo>
                  <a:cubicBezTo>
                    <a:pt x="549531" y="141209"/>
                    <a:pt x="549531" y="141209"/>
                    <a:pt x="549531" y="137098"/>
                  </a:cubicBezTo>
                  <a:cubicBezTo>
                    <a:pt x="549531" y="134357"/>
                    <a:pt x="549531" y="134357"/>
                    <a:pt x="549531" y="134357"/>
                  </a:cubicBezTo>
                  <a:cubicBezTo>
                    <a:pt x="549531" y="135728"/>
                    <a:pt x="550902" y="135728"/>
                    <a:pt x="550902" y="135728"/>
                  </a:cubicBezTo>
                  <a:cubicBezTo>
                    <a:pt x="553642" y="134357"/>
                    <a:pt x="553642" y="135728"/>
                    <a:pt x="550902" y="138469"/>
                  </a:cubicBezTo>
                  <a:close/>
                  <a:moveTo>
                    <a:pt x="666015" y="198766"/>
                  </a:moveTo>
                  <a:cubicBezTo>
                    <a:pt x="667386" y="197396"/>
                    <a:pt x="670126" y="196025"/>
                    <a:pt x="671497" y="196025"/>
                  </a:cubicBezTo>
                  <a:cubicBezTo>
                    <a:pt x="675608" y="197396"/>
                    <a:pt x="674238" y="198766"/>
                    <a:pt x="671497" y="198766"/>
                  </a:cubicBezTo>
                  <a:cubicBezTo>
                    <a:pt x="668756" y="198766"/>
                    <a:pt x="666015" y="198766"/>
                    <a:pt x="666015" y="198766"/>
                  </a:cubicBezTo>
                  <a:cubicBezTo>
                    <a:pt x="663274" y="201507"/>
                    <a:pt x="663274" y="200137"/>
                    <a:pt x="666015" y="198766"/>
                  </a:cubicBezTo>
                  <a:close/>
                  <a:moveTo>
                    <a:pt x="652311" y="217952"/>
                  </a:moveTo>
                  <a:cubicBezTo>
                    <a:pt x="653682" y="216581"/>
                    <a:pt x="655052" y="215211"/>
                    <a:pt x="656422" y="213841"/>
                  </a:cubicBezTo>
                  <a:cubicBezTo>
                    <a:pt x="659163" y="213841"/>
                    <a:pt x="659163" y="215211"/>
                    <a:pt x="656422" y="212470"/>
                  </a:cubicBezTo>
                  <a:cubicBezTo>
                    <a:pt x="655052" y="211100"/>
                    <a:pt x="655052" y="211100"/>
                    <a:pt x="656422" y="211100"/>
                  </a:cubicBezTo>
                  <a:cubicBezTo>
                    <a:pt x="657793" y="211100"/>
                    <a:pt x="659163" y="212470"/>
                    <a:pt x="659163" y="213841"/>
                  </a:cubicBezTo>
                  <a:cubicBezTo>
                    <a:pt x="660534" y="216581"/>
                    <a:pt x="660534" y="216581"/>
                    <a:pt x="657793" y="219322"/>
                  </a:cubicBezTo>
                  <a:cubicBezTo>
                    <a:pt x="656422" y="220693"/>
                    <a:pt x="655052" y="220693"/>
                    <a:pt x="655052" y="219322"/>
                  </a:cubicBezTo>
                  <a:cubicBezTo>
                    <a:pt x="655052" y="217952"/>
                    <a:pt x="653682" y="217952"/>
                    <a:pt x="652311" y="219322"/>
                  </a:cubicBezTo>
                  <a:cubicBezTo>
                    <a:pt x="650941" y="220693"/>
                    <a:pt x="649570" y="220693"/>
                    <a:pt x="652311" y="217952"/>
                  </a:cubicBezTo>
                  <a:close/>
                  <a:moveTo>
                    <a:pt x="620792" y="264546"/>
                  </a:moveTo>
                  <a:cubicBezTo>
                    <a:pt x="622162" y="263175"/>
                    <a:pt x="623533" y="261805"/>
                    <a:pt x="623533" y="260434"/>
                  </a:cubicBezTo>
                  <a:cubicBezTo>
                    <a:pt x="623533" y="256323"/>
                    <a:pt x="626274" y="254953"/>
                    <a:pt x="627644" y="256323"/>
                  </a:cubicBezTo>
                  <a:cubicBezTo>
                    <a:pt x="627644" y="256323"/>
                    <a:pt x="629014" y="256323"/>
                    <a:pt x="629014" y="254953"/>
                  </a:cubicBezTo>
                  <a:cubicBezTo>
                    <a:pt x="629014" y="252212"/>
                    <a:pt x="634496" y="241249"/>
                    <a:pt x="635866" y="241249"/>
                  </a:cubicBezTo>
                  <a:cubicBezTo>
                    <a:pt x="637237" y="241249"/>
                    <a:pt x="637237" y="242619"/>
                    <a:pt x="635866" y="242619"/>
                  </a:cubicBezTo>
                  <a:cubicBezTo>
                    <a:pt x="634496" y="243989"/>
                    <a:pt x="635866" y="243989"/>
                    <a:pt x="637237" y="243989"/>
                  </a:cubicBezTo>
                  <a:cubicBezTo>
                    <a:pt x="639978" y="243989"/>
                    <a:pt x="639978" y="239878"/>
                    <a:pt x="638607" y="239878"/>
                  </a:cubicBezTo>
                  <a:cubicBezTo>
                    <a:pt x="635866" y="239878"/>
                    <a:pt x="637237" y="235767"/>
                    <a:pt x="639978" y="234397"/>
                  </a:cubicBezTo>
                  <a:cubicBezTo>
                    <a:pt x="641348" y="233026"/>
                    <a:pt x="642718" y="233026"/>
                    <a:pt x="642718" y="234397"/>
                  </a:cubicBezTo>
                  <a:cubicBezTo>
                    <a:pt x="642718" y="235767"/>
                    <a:pt x="642718" y="237137"/>
                    <a:pt x="641348" y="237137"/>
                  </a:cubicBezTo>
                  <a:cubicBezTo>
                    <a:pt x="638607" y="237137"/>
                    <a:pt x="638607" y="237137"/>
                    <a:pt x="641348" y="238508"/>
                  </a:cubicBezTo>
                  <a:cubicBezTo>
                    <a:pt x="644089" y="238508"/>
                    <a:pt x="645459" y="237137"/>
                    <a:pt x="644089" y="233026"/>
                  </a:cubicBezTo>
                  <a:cubicBezTo>
                    <a:pt x="642718" y="230285"/>
                    <a:pt x="644089" y="228915"/>
                    <a:pt x="648200" y="224804"/>
                  </a:cubicBezTo>
                  <a:cubicBezTo>
                    <a:pt x="650941" y="222063"/>
                    <a:pt x="653682" y="220693"/>
                    <a:pt x="655052" y="220693"/>
                  </a:cubicBezTo>
                  <a:cubicBezTo>
                    <a:pt x="656422" y="222063"/>
                    <a:pt x="656422" y="226174"/>
                    <a:pt x="653682" y="226174"/>
                  </a:cubicBezTo>
                  <a:cubicBezTo>
                    <a:pt x="652311" y="226174"/>
                    <a:pt x="650941" y="227545"/>
                    <a:pt x="650941" y="230285"/>
                  </a:cubicBezTo>
                  <a:cubicBezTo>
                    <a:pt x="649570" y="233026"/>
                    <a:pt x="649570" y="234397"/>
                    <a:pt x="648200" y="234397"/>
                  </a:cubicBezTo>
                  <a:cubicBezTo>
                    <a:pt x="646830" y="234397"/>
                    <a:pt x="646830" y="235767"/>
                    <a:pt x="646830" y="235767"/>
                  </a:cubicBezTo>
                  <a:cubicBezTo>
                    <a:pt x="646830" y="237137"/>
                    <a:pt x="645459" y="239878"/>
                    <a:pt x="644089" y="239878"/>
                  </a:cubicBezTo>
                  <a:cubicBezTo>
                    <a:pt x="642718" y="239878"/>
                    <a:pt x="641348" y="242619"/>
                    <a:pt x="641348" y="245360"/>
                  </a:cubicBezTo>
                  <a:cubicBezTo>
                    <a:pt x="641348" y="248101"/>
                    <a:pt x="639978" y="248101"/>
                    <a:pt x="637237" y="248101"/>
                  </a:cubicBezTo>
                  <a:cubicBezTo>
                    <a:pt x="634496" y="248101"/>
                    <a:pt x="633126" y="248101"/>
                    <a:pt x="633126" y="249471"/>
                  </a:cubicBezTo>
                  <a:cubicBezTo>
                    <a:pt x="633126" y="250841"/>
                    <a:pt x="633126" y="250841"/>
                    <a:pt x="634496" y="250841"/>
                  </a:cubicBezTo>
                  <a:cubicBezTo>
                    <a:pt x="634496" y="250841"/>
                    <a:pt x="635866" y="252212"/>
                    <a:pt x="635866" y="252212"/>
                  </a:cubicBezTo>
                  <a:cubicBezTo>
                    <a:pt x="635866" y="253582"/>
                    <a:pt x="635866" y="254953"/>
                    <a:pt x="633126" y="253582"/>
                  </a:cubicBezTo>
                  <a:cubicBezTo>
                    <a:pt x="631755" y="252212"/>
                    <a:pt x="630385" y="253582"/>
                    <a:pt x="631755" y="253582"/>
                  </a:cubicBezTo>
                  <a:cubicBezTo>
                    <a:pt x="634496" y="254953"/>
                    <a:pt x="634496" y="259064"/>
                    <a:pt x="631755" y="260434"/>
                  </a:cubicBezTo>
                  <a:cubicBezTo>
                    <a:pt x="630385" y="261805"/>
                    <a:pt x="629014" y="261805"/>
                    <a:pt x="627644" y="259064"/>
                  </a:cubicBezTo>
                  <a:cubicBezTo>
                    <a:pt x="626274" y="257694"/>
                    <a:pt x="626274" y="257694"/>
                    <a:pt x="627644" y="260434"/>
                  </a:cubicBezTo>
                  <a:cubicBezTo>
                    <a:pt x="629014" y="263175"/>
                    <a:pt x="629014" y="264546"/>
                    <a:pt x="627644" y="267286"/>
                  </a:cubicBezTo>
                  <a:cubicBezTo>
                    <a:pt x="626274" y="268657"/>
                    <a:pt x="626274" y="270027"/>
                    <a:pt x="626274" y="270027"/>
                  </a:cubicBezTo>
                  <a:cubicBezTo>
                    <a:pt x="626274" y="270027"/>
                    <a:pt x="624903" y="271398"/>
                    <a:pt x="623533" y="272768"/>
                  </a:cubicBezTo>
                  <a:cubicBezTo>
                    <a:pt x="620792" y="275509"/>
                    <a:pt x="619422" y="275509"/>
                    <a:pt x="618051" y="272768"/>
                  </a:cubicBezTo>
                  <a:cubicBezTo>
                    <a:pt x="616681" y="270027"/>
                    <a:pt x="616681" y="270027"/>
                    <a:pt x="616681" y="274138"/>
                  </a:cubicBezTo>
                  <a:cubicBezTo>
                    <a:pt x="616681" y="276879"/>
                    <a:pt x="616681" y="278250"/>
                    <a:pt x="618051" y="278250"/>
                  </a:cubicBezTo>
                  <a:cubicBezTo>
                    <a:pt x="618051" y="278250"/>
                    <a:pt x="618051" y="278250"/>
                    <a:pt x="618051" y="279620"/>
                  </a:cubicBezTo>
                  <a:cubicBezTo>
                    <a:pt x="618051" y="280990"/>
                    <a:pt x="616681" y="282361"/>
                    <a:pt x="616681" y="280990"/>
                  </a:cubicBezTo>
                  <a:cubicBezTo>
                    <a:pt x="616681" y="279620"/>
                    <a:pt x="615310" y="280990"/>
                    <a:pt x="613940" y="280990"/>
                  </a:cubicBezTo>
                  <a:cubicBezTo>
                    <a:pt x="612570" y="282361"/>
                    <a:pt x="612570" y="282361"/>
                    <a:pt x="611199" y="280990"/>
                  </a:cubicBezTo>
                  <a:cubicBezTo>
                    <a:pt x="609829" y="278250"/>
                    <a:pt x="616681" y="268657"/>
                    <a:pt x="620792" y="264546"/>
                  </a:cubicBezTo>
                  <a:close/>
                  <a:moveTo>
                    <a:pt x="613940" y="300176"/>
                  </a:moveTo>
                  <a:cubicBezTo>
                    <a:pt x="613940" y="300176"/>
                    <a:pt x="615310" y="298806"/>
                    <a:pt x="616681" y="298806"/>
                  </a:cubicBezTo>
                  <a:cubicBezTo>
                    <a:pt x="618051" y="298806"/>
                    <a:pt x="619422" y="298806"/>
                    <a:pt x="619422" y="300176"/>
                  </a:cubicBezTo>
                  <a:cubicBezTo>
                    <a:pt x="619422" y="301546"/>
                    <a:pt x="618051" y="301546"/>
                    <a:pt x="616681" y="301546"/>
                  </a:cubicBezTo>
                  <a:cubicBezTo>
                    <a:pt x="615310" y="301546"/>
                    <a:pt x="613940" y="300176"/>
                    <a:pt x="613940" y="300176"/>
                  </a:cubicBezTo>
                  <a:close/>
                  <a:moveTo>
                    <a:pt x="615310" y="304287"/>
                  </a:moveTo>
                  <a:cubicBezTo>
                    <a:pt x="615310" y="304287"/>
                    <a:pt x="611199" y="308398"/>
                    <a:pt x="611199" y="308398"/>
                  </a:cubicBezTo>
                  <a:cubicBezTo>
                    <a:pt x="609829" y="308398"/>
                    <a:pt x="611199" y="305658"/>
                    <a:pt x="612570" y="304287"/>
                  </a:cubicBezTo>
                  <a:cubicBezTo>
                    <a:pt x="615310" y="304287"/>
                    <a:pt x="615310" y="304287"/>
                    <a:pt x="615310" y="304287"/>
                  </a:cubicBezTo>
                  <a:close/>
                  <a:moveTo>
                    <a:pt x="618051" y="316621"/>
                  </a:moveTo>
                  <a:cubicBezTo>
                    <a:pt x="619422" y="315250"/>
                    <a:pt x="619422" y="315250"/>
                    <a:pt x="619422" y="315250"/>
                  </a:cubicBezTo>
                  <a:cubicBezTo>
                    <a:pt x="619422" y="315250"/>
                    <a:pt x="619422" y="316621"/>
                    <a:pt x="619422" y="316621"/>
                  </a:cubicBezTo>
                  <a:cubicBezTo>
                    <a:pt x="619422" y="317991"/>
                    <a:pt x="618051" y="317991"/>
                    <a:pt x="618051" y="317991"/>
                  </a:cubicBezTo>
                  <a:cubicBezTo>
                    <a:pt x="616681" y="317991"/>
                    <a:pt x="616681" y="317991"/>
                    <a:pt x="618051" y="316621"/>
                  </a:cubicBezTo>
                  <a:close/>
                  <a:moveTo>
                    <a:pt x="619422" y="294694"/>
                  </a:moveTo>
                  <a:cubicBezTo>
                    <a:pt x="619422" y="293324"/>
                    <a:pt x="620792" y="293324"/>
                    <a:pt x="620792" y="293324"/>
                  </a:cubicBezTo>
                  <a:cubicBezTo>
                    <a:pt x="622162" y="293324"/>
                    <a:pt x="622162" y="293324"/>
                    <a:pt x="622162" y="294694"/>
                  </a:cubicBezTo>
                  <a:cubicBezTo>
                    <a:pt x="622162" y="294694"/>
                    <a:pt x="620792" y="294694"/>
                    <a:pt x="619422" y="294694"/>
                  </a:cubicBezTo>
                  <a:cubicBezTo>
                    <a:pt x="619422" y="296065"/>
                    <a:pt x="619422" y="296065"/>
                    <a:pt x="619422" y="294694"/>
                  </a:cubicBezTo>
                  <a:close/>
                  <a:moveTo>
                    <a:pt x="609829" y="283731"/>
                  </a:moveTo>
                  <a:cubicBezTo>
                    <a:pt x="611199" y="283731"/>
                    <a:pt x="612570" y="283731"/>
                    <a:pt x="613940" y="283731"/>
                  </a:cubicBezTo>
                  <a:cubicBezTo>
                    <a:pt x="615310" y="282361"/>
                    <a:pt x="616681" y="282361"/>
                    <a:pt x="616681" y="283731"/>
                  </a:cubicBezTo>
                  <a:cubicBezTo>
                    <a:pt x="616681" y="285102"/>
                    <a:pt x="616681" y="286472"/>
                    <a:pt x="615310" y="285102"/>
                  </a:cubicBezTo>
                  <a:cubicBezTo>
                    <a:pt x="615310" y="283731"/>
                    <a:pt x="612570" y="285102"/>
                    <a:pt x="612570" y="286472"/>
                  </a:cubicBezTo>
                  <a:cubicBezTo>
                    <a:pt x="611199" y="289213"/>
                    <a:pt x="609829" y="289213"/>
                    <a:pt x="608458" y="287842"/>
                  </a:cubicBezTo>
                  <a:cubicBezTo>
                    <a:pt x="607088" y="285102"/>
                    <a:pt x="607088" y="282361"/>
                    <a:pt x="609829" y="283731"/>
                  </a:cubicBezTo>
                  <a:close/>
                  <a:moveTo>
                    <a:pt x="607088" y="287842"/>
                  </a:moveTo>
                  <a:cubicBezTo>
                    <a:pt x="608458" y="287842"/>
                    <a:pt x="608458" y="287842"/>
                    <a:pt x="608458" y="289213"/>
                  </a:cubicBezTo>
                  <a:cubicBezTo>
                    <a:pt x="608458" y="289213"/>
                    <a:pt x="607088" y="290583"/>
                    <a:pt x="607088" y="290583"/>
                  </a:cubicBezTo>
                  <a:cubicBezTo>
                    <a:pt x="607088" y="290583"/>
                    <a:pt x="605718" y="290583"/>
                    <a:pt x="605718" y="289213"/>
                  </a:cubicBezTo>
                  <a:cubicBezTo>
                    <a:pt x="605718" y="287842"/>
                    <a:pt x="605718" y="287842"/>
                    <a:pt x="607088" y="287842"/>
                  </a:cubicBezTo>
                  <a:close/>
                  <a:moveTo>
                    <a:pt x="601606" y="296065"/>
                  </a:moveTo>
                  <a:cubicBezTo>
                    <a:pt x="602977" y="291954"/>
                    <a:pt x="605718" y="290583"/>
                    <a:pt x="605718" y="293324"/>
                  </a:cubicBezTo>
                  <a:cubicBezTo>
                    <a:pt x="605718" y="294694"/>
                    <a:pt x="605718" y="294694"/>
                    <a:pt x="607088" y="291954"/>
                  </a:cubicBezTo>
                  <a:cubicBezTo>
                    <a:pt x="608458" y="290583"/>
                    <a:pt x="609829" y="289213"/>
                    <a:pt x="609829" y="290583"/>
                  </a:cubicBezTo>
                  <a:cubicBezTo>
                    <a:pt x="609829" y="293324"/>
                    <a:pt x="602977" y="298806"/>
                    <a:pt x="601606" y="298806"/>
                  </a:cubicBezTo>
                  <a:cubicBezTo>
                    <a:pt x="598866" y="300176"/>
                    <a:pt x="598866" y="300176"/>
                    <a:pt x="601606" y="296065"/>
                  </a:cubicBezTo>
                  <a:close/>
                  <a:moveTo>
                    <a:pt x="608458" y="313880"/>
                  </a:moveTo>
                  <a:cubicBezTo>
                    <a:pt x="608458" y="315250"/>
                    <a:pt x="607088" y="316621"/>
                    <a:pt x="607088" y="316621"/>
                  </a:cubicBezTo>
                  <a:cubicBezTo>
                    <a:pt x="607088" y="316621"/>
                    <a:pt x="605718" y="316621"/>
                    <a:pt x="605718" y="315250"/>
                  </a:cubicBezTo>
                  <a:cubicBezTo>
                    <a:pt x="605718" y="315250"/>
                    <a:pt x="607088" y="313880"/>
                    <a:pt x="607088" y="312510"/>
                  </a:cubicBezTo>
                  <a:cubicBezTo>
                    <a:pt x="608458" y="312510"/>
                    <a:pt x="608458" y="313880"/>
                    <a:pt x="608458" y="313880"/>
                  </a:cubicBezTo>
                  <a:close/>
                  <a:moveTo>
                    <a:pt x="602977" y="324843"/>
                  </a:moveTo>
                  <a:cubicBezTo>
                    <a:pt x="602977" y="326214"/>
                    <a:pt x="601606" y="326214"/>
                    <a:pt x="600236" y="326214"/>
                  </a:cubicBezTo>
                  <a:cubicBezTo>
                    <a:pt x="598866" y="326214"/>
                    <a:pt x="598866" y="324843"/>
                    <a:pt x="600236" y="323473"/>
                  </a:cubicBezTo>
                  <a:cubicBezTo>
                    <a:pt x="601606" y="322102"/>
                    <a:pt x="601606" y="322102"/>
                    <a:pt x="601606" y="322102"/>
                  </a:cubicBezTo>
                  <a:cubicBezTo>
                    <a:pt x="602977" y="322102"/>
                    <a:pt x="604347" y="323473"/>
                    <a:pt x="602977" y="324843"/>
                  </a:cubicBezTo>
                  <a:close/>
                  <a:moveTo>
                    <a:pt x="597495" y="305658"/>
                  </a:moveTo>
                  <a:lnTo>
                    <a:pt x="600236" y="305658"/>
                  </a:lnTo>
                  <a:cubicBezTo>
                    <a:pt x="600236" y="305658"/>
                    <a:pt x="598866" y="307028"/>
                    <a:pt x="597495" y="309769"/>
                  </a:cubicBezTo>
                  <a:cubicBezTo>
                    <a:pt x="596125" y="312510"/>
                    <a:pt x="594754" y="312510"/>
                    <a:pt x="594754" y="311139"/>
                  </a:cubicBezTo>
                  <a:cubicBezTo>
                    <a:pt x="593384" y="308398"/>
                    <a:pt x="594754" y="305658"/>
                    <a:pt x="597495" y="305658"/>
                  </a:cubicBezTo>
                  <a:close/>
                  <a:moveTo>
                    <a:pt x="596125" y="333066"/>
                  </a:moveTo>
                  <a:cubicBezTo>
                    <a:pt x="596125" y="333066"/>
                    <a:pt x="594754" y="333066"/>
                    <a:pt x="593384" y="333066"/>
                  </a:cubicBezTo>
                  <a:cubicBezTo>
                    <a:pt x="593384" y="333066"/>
                    <a:pt x="593384" y="331695"/>
                    <a:pt x="594754" y="331695"/>
                  </a:cubicBezTo>
                  <a:cubicBezTo>
                    <a:pt x="597495" y="331695"/>
                    <a:pt x="598866" y="331695"/>
                    <a:pt x="596125" y="333066"/>
                  </a:cubicBezTo>
                  <a:close/>
                  <a:moveTo>
                    <a:pt x="592014" y="315250"/>
                  </a:moveTo>
                  <a:cubicBezTo>
                    <a:pt x="593384" y="315250"/>
                    <a:pt x="593384" y="315250"/>
                    <a:pt x="593384" y="315250"/>
                  </a:cubicBezTo>
                  <a:cubicBezTo>
                    <a:pt x="593384" y="315250"/>
                    <a:pt x="592014" y="316621"/>
                    <a:pt x="590643" y="317991"/>
                  </a:cubicBezTo>
                  <a:cubicBezTo>
                    <a:pt x="589273" y="319362"/>
                    <a:pt x="587902" y="319362"/>
                    <a:pt x="587902" y="317991"/>
                  </a:cubicBezTo>
                  <a:cubicBezTo>
                    <a:pt x="590643" y="316621"/>
                    <a:pt x="590643" y="315250"/>
                    <a:pt x="592014" y="315250"/>
                  </a:cubicBezTo>
                  <a:close/>
                  <a:moveTo>
                    <a:pt x="557754" y="381030"/>
                  </a:moveTo>
                  <a:cubicBezTo>
                    <a:pt x="557754" y="383771"/>
                    <a:pt x="556383" y="385141"/>
                    <a:pt x="556383" y="385141"/>
                  </a:cubicBezTo>
                  <a:cubicBezTo>
                    <a:pt x="555013" y="386511"/>
                    <a:pt x="555013" y="382400"/>
                    <a:pt x="557754" y="379659"/>
                  </a:cubicBezTo>
                  <a:cubicBezTo>
                    <a:pt x="557754" y="378289"/>
                    <a:pt x="557754" y="378289"/>
                    <a:pt x="557754" y="381030"/>
                  </a:cubicBezTo>
                  <a:close/>
                  <a:moveTo>
                    <a:pt x="564606" y="434475"/>
                  </a:moveTo>
                  <a:cubicBezTo>
                    <a:pt x="563235" y="437216"/>
                    <a:pt x="563235" y="442698"/>
                    <a:pt x="561865" y="446809"/>
                  </a:cubicBezTo>
                  <a:cubicBezTo>
                    <a:pt x="560494" y="450920"/>
                    <a:pt x="559124" y="453661"/>
                    <a:pt x="559124" y="453661"/>
                  </a:cubicBezTo>
                  <a:cubicBezTo>
                    <a:pt x="557754" y="453661"/>
                    <a:pt x="557754" y="452291"/>
                    <a:pt x="559124" y="449550"/>
                  </a:cubicBezTo>
                  <a:cubicBezTo>
                    <a:pt x="560494" y="448179"/>
                    <a:pt x="560494" y="442698"/>
                    <a:pt x="560494" y="439957"/>
                  </a:cubicBezTo>
                  <a:cubicBezTo>
                    <a:pt x="560494" y="433105"/>
                    <a:pt x="564606" y="420771"/>
                    <a:pt x="565976" y="420771"/>
                  </a:cubicBezTo>
                  <a:cubicBezTo>
                    <a:pt x="567346" y="422142"/>
                    <a:pt x="565976" y="427623"/>
                    <a:pt x="564606" y="434475"/>
                  </a:cubicBezTo>
                  <a:close/>
                  <a:moveTo>
                    <a:pt x="568717" y="354992"/>
                  </a:moveTo>
                  <a:cubicBezTo>
                    <a:pt x="570087" y="354992"/>
                    <a:pt x="570087" y="354992"/>
                    <a:pt x="570087" y="353622"/>
                  </a:cubicBezTo>
                  <a:cubicBezTo>
                    <a:pt x="570087" y="352251"/>
                    <a:pt x="570087" y="352251"/>
                    <a:pt x="570087" y="353622"/>
                  </a:cubicBezTo>
                  <a:cubicBezTo>
                    <a:pt x="571458" y="354992"/>
                    <a:pt x="571458" y="354992"/>
                    <a:pt x="571458" y="354992"/>
                  </a:cubicBezTo>
                  <a:cubicBezTo>
                    <a:pt x="571458" y="356363"/>
                    <a:pt x="568717" y="356363"/>
                    <a:pt x="568717" y="354992"/>
                  </a:cubicBezTo>
                  <a:cubicBezTo>
                    <a:pt x="567346" y="354992"/>
                    <a:pt x="567346" y="354992"/>
                    <a:pt x="568717" y="354992"/>
                  </a:cubicBezTo>
                  <a:close/>
                  <a:moveTo>
                    <a:pt x="570087" y="407067"/>
                  </a:moveTo>
                  <a:cubicBezTo>
                    <a:pt x="571458" y="402956"/>
                    <a:pt x="572828" y="401586"/>
                    <a:pt x="574198" y="402956"/>
                  </a:cubicBezTo>
                  <a:cubicBezTo>
                    <a:pt x="575569" y="404327"/>
                    <a:pt x="574198" y="405697"/>
                    <a:pt x="571458" y="409808"/>
                  </a:cubicBezTo>
                  <a:cubicBezTo>
                    <a:pt x="567346" y="415290"/>
                    <a:pt x="567346" y="415290"/>
                    <a:pt x="570087" y="407067"/>
                  </a:cubicBezTo>
                  <a:close/>
                  <a:moveTo>
                    <a:pt x="576939" y="408438"/>
                  </a:moveTo>
                  <a:cubicBezTo>
                    <a:pt x="576939" y="408438"/>
                    <a:pt x="578310" y="409808"/>
                    <a:pt x="578310" y="409808"/>
                  </a:cubicBezTo>
                  <a:cubicBezTo>
                    <a:pt x="578310" y="411179"/>
                    <a:pt x="576939" y="411179"/>
                    <a:pt x="575569" y="411179"/>
                  </a:cubicBezTo>
                  <a:cubicBezTo>
                    <a:pt x="574198" y="411179"/>
                    <a:pt x="574198" y="409808"/>
                    <a:pt x="574198" y="409808"/>
                  </a:cubicBezTo>
                  <a:cubicBezTo>
                    <a:pt x="575569" y="408438"/>
                    <a:pt x="575569" y="408438"/>
                    <a:pt x="576939" y="408438"/>
                  </a:cubicBezTo>
                  <a:close/>
                  <a:moveTo>
                    <a:pt x="574198" y="374178"/>
                  </a:moveTo>
                  <a:cubicBezTo>
                    <a:pt x="572828" y="374178"/>
                    <a:pt x="572828" y="372807"/>
                    <a:pt x="574198" y="370067"/>
                  </a:cubicBezTo>
                  <a:cubicBezTo>
                    <a:pt x="575569" y="368696"/>
                    <a:pt x="575569" y="368696"/>
                    <a:pt x="575569" y="368696"/>
                  </a:cubicBezTo>
                  <a:cubicBezTo>
                    <a:pt x="576939" y="370067"/>
                    <a:pt x="575569" y="374178"/>
                    <a:pt x="574198" y="374178"/>
                  </a:cubicBezTo>
                  <a:close/>
                  <a:moveTo>
                    <a:pt x="576939" y="342658"/>
                  </a:moveTo>
                  <a:cubicBezTo>
                    <a:pt x="576939" y="339918"/>
                    <a:pt x="578310" y="338547"/>
                    <a:pt x="578310" y="339918"/>
                  </a:cubicBezTo>
                  <a:cubicBezTo>
                    <a:pt x="579680" y="338547"/>
                    <a:pt x="579680" y="339918"/>
                    <a:pt x="576939" y="342658"/>
                  </a:cubicBezTo>
                  <a:cubicBezTo>
                    <a:pt x="576939" y="345399"/>
                    <a:pt x="576939" y="345399"/>
                    <a:pt x="576939" y="342658"/>
                  </a:cubicBezTo>
                  <a:close/>
                  <a:moveTo>
                    <a:pt x="582421" y="359103"/>
                  </a:moveTo>
                  <a:cubicBezTo>
                    <a:pt x="579680" y="364585"/>
                    <a:pt x="576939" y="365955"/>
                    <a:pt x="578310" y="361844"/>
                  </a:cubicBezTo>
                  <a:cubicBezTo>
                    <a:pt x="578310" y="360474"/>
                    <a:pt x="579680" y="359103"/>
                    <a:pt x="579680" y="359103"/>
                  </a:cubicBezTo>
                  <a:cubicBezTo>
                    <a:pt x="581050" y="359103"/>
                    <a:pt x="581050" y="359103"/>
                    <a:pt x="581050" y="357733"/>
                  </a:cubicBezTo>
                  <a:cubicBezTo>
                    <a:pt x="581050" y="356363"/>
                    <a:pt x="583791" y="350881"/>
                    <a:pt x="585162" y="350881"/>
                  </a:cubicBezTo>
                  <a:cubicBezTo>
                    <a:pt x="585162" y="350881"/>
                    <a:pt x="585162" y="353622"/>
                    <a:pt x="582421" y="359103"/>
                  </a:cubicBezTo>
                  <a:close/>
                  <a:moveTo>
                    <a:pt x="594754" y="365955"/>
                  </a:moveTo>
                  <a:cubicBezTo>
                    <a:pt x="593384" y="365955"/>
                    <a:pt x="593384" y="367326"/>
                    <a:pt x="593384" y="367326"/>
                  </a:cubicBezTo>
                  <a:cubicBezTo>
                    <a:pt x="593384" y="370067"/>
                    <a:pt x="587902" y="378289"/>
                    <a:pt x="586532" y="378289"/>
                  </a:cubicBezTo>
                  <a:cubicBezTo>
                    <a:pt x="586532" y="378289"/>
                    <a:pt x="585162" y="376919"/>
                    <a:pt x="586532" y="376919"/>
                  </a:cubicBezTo>
                  <a:cubicBezTo>
                    <a:pt x="587902" y="375548"/>
                    <a:pt x="587902" y="374178"/>
                    <a:pt x="589273" y="372807"/>
                  </a:cubicBezTo>
                  <a:cubicBezTo>
                    <a:pt x="589273" y="371437"/>
                    <a:pt x="590643" y="370067"/>
                    <a:pt x="592014" y="370067"/>
                  </a:cubicBezTo>
                  <a:cubicBezTo>
                    <a:pt x="593384" y="370067"/>
                    <a:pt x="593384" y="368696"/>
                    <a:pt x="592014" y="367326"/>
                  </a:cubicBezTo>
                  <a:cubicBezTo>
                    <a:pt x="592014" y="364585"/>
                    <a:pt x="592014" y="364585"/>
                    <a:pt x="594754" y="364585"/>
                  </a:cubicBezTo>
                  <a:cubicBezTo>
                    <a:pt x="594754" y="364585"/>
                    <a:pt x="596125" y="364585"/>
                    <a:pt x="594754" y="365955"/>
                  </a:cubicBezTo>
                  <a:cubicBezTo>
                    <a:pt x="596125" y="365955"/>
                    <a:pt x="594754" y="365955"/>
                    <a:pt x="594754" y="365955"/>
                  </a:cubicBezTo>
                  <a:close/>
                  <a:moveTo>
                    <a:pt x="597495" y="354992"/>
                  </a:moveTo>
                  <a:cubicBezTo>
                    <a:pt x="596125" y="354992"/>
                    <a:pt x="596125" y="354992"/>
                    <a:pt x="596125" y="353622"/>
                  </a:cubicBezTo>
                  <a:cubicBezTo>
                    <a:pt x="597495" y="352251"/>
                    <a:pt x="597495" y="352251"/>
                    <a:pt x="597495" y="353622"/>
                  </a:cubicBezTo>
                  <a:cubicBezTo>
                    <a:pt x="597495" y="354992"/>
                    <a:pt x="598866" y="354992"/>
                    <a:pt x="598866" y="354992"/>
                  </a:cubicBezTo>
                  <a:cubicBezTo>
                    <a:pt x="598866" y="354992"/>
                    <a:pt x="600236" y="354992"/>
                    <a:pt x="600236" y="354992"/>
                  </a:cubicBezTo>
                  <a:cubicBezTo>
                    <a:pt x="601606" y="354992"/>
                    <a:pt x="601606" y="354992"/>
                    <a:pt x="597495" y="354992"/>
                  </a:cubicBezTo>
                  <a:close/>
                  <a:moveTo>
                    <a:pt x="605718" y="348140"/>
                  </a:moveTo>
                  <a:cubicBezTo>
                    <a:pt x="604347" y="348140"/>
                    <a:pt x="604347" y="346770"/>
                    <a:pt x="602977" y="346770"/>
                  </a:cubicBezTo>
                  <a:cubicBezTo>
                    <a:pt x="602977" y="345399"/>
                    <a:pt x="601606" y="345399"/>
                    <a:pt x="600236" y="346770"/>
                  </a:cubicBezTo>
                  <a:cubicBezTo>
                    <a:pt x="598866" y="348140"/>
                    <a:pt x="598866" y="348140"/>
                    <a:pt x="598866" y="345399"/>
                  </a:cubicBezTo>
                  <a:cubicBezTo>
                    <a:pt x="598866" y="344029"/>
                    <a:pt x="598866" y="341288"/>
                    <a:pt x="597495" y="341288"/>
                  </a:cubicBezTo>
                  <a:cubicBezTo>
                    <a:pt x="596125" y="341288"/>
                    <a:pt x="596125" y="341288"/>
                    <a:pt x="597495" y="339918"/>
                  </a:cubicBezTo>
                  <a:cubicBezTo>
                    <a:pt x="597495" y="339918"/>
                    <a:pt x="600236" y="341288"/>
                    <a:pt x="601606" y="344029"/>
                  </a:cubicBezTo>
                  <a:cubicBezTo>
                    <a:pt x="605718" y="345399"/>
                    <a:pt x="607088" y="348140"/>
                    <a:pt x="605718" y="348140"/>
                  </a:cubicBezTo>
                  <a:close/>
                  <a:moveTo>
                    <a:pt x="611199" y="338547"/>
                  </a:moveTo>
                  <a:cubicBezTo>
                    <a:pt x="609829" y="338547"/>
                    <a:pt x="609829" y="337177"/>
                    <a:pt x="609829" y="337177"/>
                  </a:cubicBezTo>
                  <a:cubicBezTo>
                    <a:pt x="609829" y="334436"/>
                    <a:pt x="605718" y="333066"/>
                    <a:pt x="604347" y="335806"/>
                  </a:cubicBezTo>
                  <a:cubicBezTo>
                    <a:pt x="602977" y="337177"/>
                    <a:pt x="602977" y="337177"/>
                    <a:pt x="601606" y="335806"/>
                  </a:cubicBezTo>
                  <a:cubicBezTo>
                    <a:pt x="600236" y="334436"/>
                    <a:pt x="604347" y="331695"/>
                    <a:pt x="607088" y="330325"/>
                  </a:cubicBezTo>
                  <a:cubicBezTo>
                    <a:pt x="608458" y="330325"/>
                    <a:pt x="608458" y="330325"/>
                    <a:pt x="608458" y="331695"/>
                  </a:cubicBezTo>
                  <a:cubicBezTo>
                    <a:pt x="607088" y="333066"/>
                    <a:pt x="609829" y="334436"/>
                    <a:pt x="612570" y="334436"/>
                  </a:cubicBezTo>
                  <a:cubicBezTo>
                    <a:pt x="612570" y="334436"/>
                    <a:pt x="613940" y="335806"/>
                    <a:pt x="613940" y="337177"/>
                  </a:cubicBezTo>
                  <a:cubicBezTo>
                    <a:pt x="612570" y="338547"/>
                    <a:pt x="611199" y="338547"/>
                    <a:pt x="611199" y="338547"/>
                  </a:cubicBezTo>
                  <a:close/>
                  <a:moveTo>
                    <a:pt x="612570" y="315250"/>
                  </a:moveTo>
                  <a:cubicBezTo>
                    <a:pt x="612570" y="313880"/>
                    <a:pt x="613940" y="313880"/>
                    <a:pt x="613940" y="313880"/>
                  </a:cubicBezTo>
                  <a:cubicBezTo>
                    <a:pt x="613940" y="313880"/>
                    <a:pt x="615310" y="315250"/>
                    <a:pt x="615310" y="315250"/>
                  </a:cubicBezTo>
                  <a:cubicBezTo>
                    <a:pt x="615310" y="316621"/>
                    <a:pt x="613940" y="316621"/>
                    <a:pt x="613940" y="316621"/>
                  </a:cubicBezTo>
                  <a:cubicBezTo>
                    <a:pt x="613940" y="316621"/>
                    <a:pt x="612570" y="316621"/>
                    <a:pt x="612570" y="315250"/>
                  </a:cubicBezTo>
                  <a:close/>
                  <a:moveTo>
                    <a:pt x="615310" y="333066"/>
                  </a:moveTo>
                  <a:cubicBezTo>
                    <a:pt x="613940" y="331695"/>
                    <a:pt x="613940" y="330325"/>
                    <a:pt x="615310" y="330325"/>
                  </a:cubicBezTo>
                  <a:cubicBezTo>
                    <a:pt x="616681" y="328954"/>
                    <a:pt x="615310" y="327584"/>
                    <a:pt x="615310" y="326214"/>
                  </a:cubicBezTo>
                  <a:cubicBezTo>
                    <a:pt x="613940" y="324843"/>
                    <a:pt x="613940" y="324843"/>
                    <a:pt x="615310" y="324843"/>
                  </a:cubicBezTo>
                  <a:cubicBezTo>
                    <a:pt x="616681" y="324843"/>
                    <a:pt x="618051" y="326214"/>
                    <a:pt x="619422" y="327584"/>
                  </a:cubicBezTo>
                  <a:cubicBezTo>
                    <a:pt x="620792" y="331695"/>
                    <a:pt x="619422" y="335806"/>
                    <a:pt x="615310" y="333066"/>
                  </a:cubicBezTo>
                  <a:close/>
                  <a:moveTo>
                    <a:pt x="623533" y="301546"/>
                  </a:moveTo>
                  <a:cubicBezTo>
                    <a:pt x="623533" y="305658"/>
                    <a:pt x="622162" y="308398"/>
                    <a:pt x="620792" y="307028"/>
                  </a:cubicBezTo>
                  <a:cubicBezTo>
                    <a:pt x="620792" y="307028"/>
                    <a:pt x="619422" y="305658"/>
                    <a:pt x="619422" y="304287"/>
                  </a:cubicBezTo>
                  <a:cubicBezTo>
                    <a:pt x="619422" y="302917"/>
                    <a:pt x="620792" y="302917"/>
                    <a:pt x="620792" y="304287"/>
                  </a:cubicBezTo>
                  <a:cubicBezTo>
                    <a:pt x="622162" y="304287"/>
                    <a:pt x="622162" y="304287"/>
                    <a:pt x="623533" y="301546"/>
                  </a:cubicBezTo>
                  <a:cubicBezTo>
                    <a:pt x="623533" y="300176"/>
                    <a:pt x="623533" y="300176"/>
                    <a:pt x="623533" y="301546"/>
                  </a:cubicBezTo>
                  <a:close/>
                  <a:moveTo>
                    <a:pt x="633126" y="290583"/>
                  </a:moveTo>
                  <a:cubicBezTo>
                    <a:pt x="633126" y="290583"/>
                    <a:pt x="631755" y="291954"/>
                    <a:pt x="630385" y="293324"/>
                  </a:cubicBezTo>
                  <a:cubicBezTo>
                    <a:pt x="629014" y="296065"/>
                    <a:pt x="629014" y="296065"/>
                    <a:pt x="631755" y="296065"/>
                  </a:cubicBezTo>
                  <a:cubicBezTo>
                    <a:pt x="635866" y="294694"/>
                    <a:pt x="635866" y="296065"/>
                    <a:pt x="633126" y="298806"/>
                  </a:cubicBezTo>
                  <a:cubicBezTo>
                    <a:pt x="631755" y="300176"/>
                    <a:pt x="630385" y="300176"/>
                    <a:pt x="629014" y="298806"/>
                  </a:cubicBezTo>
                  <a:cubicBezTo>
                    <a:pt x="626274" y="297435"/>
                    <a:pt x="626274" y="297435"/>
                    <a:pt x="629014" y="293324"/>
                  </a:cubicBezTo>
                  <a:cubicBezTo>
                    <a:pt x="631755" y="287842"/>
                    <a:pt x="637237" y="285102"/>
                    <a:pt x="637237" y="289213"/>
                  </a:cubicBezTo>
                  <a:cubicBezTo>
                    <a:pt x="634496" y="289213"/>
                    <a:pt x="634496" y="290583"/>
                    <a:pt x="633126" y="290583"/>
                  </a:cubicBezTo>
                  <a:close/>
                  <a:moveTo>
                    <a:pt x="641348" y="276879"/>
                  </a:moveTo>
                  <a:cubicBezTo>
                    <a:pt x="641348" y="279620"/>
                    <a:pt x="639978" y="279620"/>
                    <a:pt x="638607" y="279620"/>
                  </a:cubicBezTo>
                  <a:cubicBezTo>
                    <a:pt x="637237" y="279620"/>
                    <a:pt x="635866" y="278250"/>
                    <a:pt x="635866" y="278250"/>
                  </a:cubicBezTo>
                  <a:cubicBezTo>
                    <a:pt x="635866" y="278250"/>
                    <a:pt x="637237" y="276879"/>
                    <a:pt x="638607" y="275509"/>
                  </a:cubicBezTo>
                  <a:cubicBezTo>
                    <a:pt x="641348" y="272768"/>
                    <a:pt x="641348" y="274138"/>
                    <a:pt x="641348" y="276879"/>
                  </a:cubicBezTo>
                  <a:close/>
                  <a:moveTo>
                    <a:pt x="642718" y="263175"/>
                  </a:moveTo>
                  <a:lnTo>
                    <a:pt x="639978" y="265916"/>
                  </a:lnTo>
                  <a:lnTo>
                    <a:pt x="642718" y="263175"/>
                  </a:lnTo>
                  <a:cubicBezTo>
                    <a:pt x="644089" y="260434"/>
                    <a:pt x="645459" y="259064"/>
                    <a:pt x="645459" y="259064"/>
                  </a:cubicBezTo>
                  <a:cubicBezTo>
                    <a:pt x="646830" y="259064"/>
                    <a:pt x="645459" y="260434"/>
                    <a:pt x="642718" y="263175"/>
                  </a:cubicBezTo>
                  <a:close/>
                  <a:moveTo>
                    <a:pt x="645459" y="267286"/>
                  </a:moveTo>
                  <a:cubicBezTo>
                    <a:pt x="645459" y="265916"/>
                    <a:pt x="645459" y="264546"/>
                    <a:pt x="646830" y="263175"/>
                  </a:cubicBezTo>
                  <a:cubicBezTo>
                    <a:pt x="648200" y="261805"/>
                    <a:pt x="649570" y="261805"/>
                    <a:pt x="649570" y="261805"/>
                  </a:cubicBezTo>
                  <a:cubicBezTo>
                    <a:pt x="648200" y="267286"/>
                    <a:pt x="646830" y="270027"/>
                    <a:pt x="645459" y="267286"/>
                  </a:cubicBezTo>
                  <a:close/>
                  <a:moveTo>
                    <a:pt x="659163" y="267286"/>
                  </a:moveTo>
                  <a:cubicBezTo>
                    <a:pt x="657793" y="268657"/>
                    <a:pt x="657793" y="268657"/>
                    <a:pt x="657793" y="267286"/>
                  </a:cubicBezTo>
                  <a:cubicBezTo>
                    <a:pt x="657793" y="265916"/>
                    <a:pt x="659163" y="264546"/>
                    <a:pt x="659163" y="264546"/>
                  </a:cubicBezTo>
                  <a:cubicBezTo>
                    <a:pt x="660534" y="264546"/>
                    <a:pt x="660534" y="264546"/>
                    <a:pt x="659163" y="267286"/>
                  </a:cubicBezTo>
                  <a:close/>
                  <a:moveTo>
                    <a:pt x="660534" y="249471"/>
                  </a:moveTo>
                  <a:cubicBezTo>
                    <a:pt x="659163" y="252212"/>
                    <a:pt x="650941" y="260434"/>
                    <a:pt x="649570" y="259064"/>
                  </a:cubicBezTo>
                  <a:cubicBezTo>
                    <a:pt x="649570" y="257694"/>
                    <a:pt x="649570" y="256323"/>
                    <a:pt x="652311" y="254953"/>
                  </a:cubicBezTo>
                  <a:cubicBezTo>
                    <a:pt x="653682" y="253582"/>
                    <a:pt x="656422" y="250841"/>
                    <a:pt x="656422" y="249471"/>
                  </a:cubicBezTo>
                  <a:cubicBezTo>
                    <a:pt x="657793" y="248101"/>
                    <a:pt x="659163" y="246730"/>
                    <a:pt x="660534" y="245360"/>
                  </a:cubicBezTo>
                  <a:cubicBezTo>
                    <a:pt x="661904" y="245360"/>
                    <a:pt x="661904" y="245360"/>
                    <a:pt x="661904" y="245360"/>
                  </a:cubicBezTo>
                  <a:cubicBezTo>
                    <a:pt x="661904" y="245360"/>
                    <a:pt x="661904" y="248101"/>
                    <a:pt x="660534" y="249471"/>
                  </a:cubicBezTo>
                  <a:close/>
                  <a:moveTo>
                    <a:pt x="661904" y="215211"/>
                  </a:moveTo>
                  <a:cubicBezTo>
                    <a:pt x="660534" y="215211"/>
                    <a:pt x="660534" y="213841"/>
                    <a:pt x="660534" y="213841"/>
                  </a:cubicBezTo>
                  <a:cubicBezTo>
                    <a:pt x="660534" y="212470"/>
                    <a:pt x="661904" y="212470"/>
                    <a:pt x="661904" y="211100"/>
                  </a:cubicBezTo>
                  <a:cubicBezTo>
                    <a:pt x="661904" y="211100"/>
                    <a:pt x="663274" y="211100"/>
                    <a:pt x="663274" y="212470"/>
                  </a:cubicBezTo>
                  <a:cubicBezTo>
                    <a:pt x="663274" y="213841"/>
                    <a:pt x="663274" y="215211"/>
                    <a:pt x="661904" y="215211"/>
                  </a:cubicBezTo>
                  <a:close/>
                  <a:moveTo>
                    <a:pt x="659163" y="206989"/>
                  </a:moveTo>
                  <a:cubicBezTo>
                    <a:pt x="660534" y="205618"/>
                    <a:pt x="661904" y="205618"/>
                    <a:pt x="663274" y="205618"/>
                  </a:cubicBezTo>
                  <a:cubicBezTo>
                    <a:pt x="666015" y="206989"/>
                    <a:pt x="666015" y="206989"/>
                    <a:pt x="663274" y="206989"/>
                  </a:cubicBezTo>
                  <a:cubicBezTo>
                    <a:pt x="659163" y="208359"/>
                    <a:pt x="657793" y="208359"/>
                    <a:pt x="659163" y="206989"/>
                  </a:cubicBezTo>
                  <a:close/>
                  <a:moveTo>
                    <a:pt x="666015" y="239878"/>
                  </a:moveTo>
                  <a:cubicBezTo>
                    <a:pt x="664645" y="239878"/>
                    <a:pt x="664645" y="238508"/>
                    <a:pt x="664645" y="237137"/>
                  </a:cubicBezTo>
                  <a:cubicBezTo>
                    <a:pt x="666015" y="235767"/>
                    <a:pt x="666015" y="234397"/>
                    <a:pt x="666015" y="235767"/>
                  </a:cubicBezTo>
                  <a:cubicBezTo>
                    <a:pt x="670126" y="237137"/>
                    <a:pt x="668756" y="239878"/>
                    <a:pt x="666015" y="239878"/>
                  </a:cubicBezTo>
                  <a:close/>
                  <a:moveTo>
                    <a:pt x="668756" y="201507"/>
                  </a:moveTo>
                  <a:cubicBezTo>
                    <a:pt x="668756" y="200137"/>
                    <a:pt x="670126" y="200137"/>
                    <a:pt x="668756" y="201507"/>
                  </a:cubicBezTo>
                  <a:cubicBezTo>
                    <a:pt x="671497" y="200137"/>
                    <a:pt x="671497" y="200137"/>
                    <a:pt x="671497" y="201507"/>
                  </a:cubicBezTo>
                  <a:cubicBezTo>
                    <a:pt x="671497" y="201507"/>
                    <a:pt x="671497" y="201507"/>
                    <a:pt x="668756" y="201507"/>
                  </a:cubicBezTo>
                  <a:cubicBezTo>
                    <a:pt x="670126" y="202877"/>
                    <a:pt x="668756" y="202877"/>
                    <a:pt x="668756" y="201507"/>
                  </a:cubicBezTo>
                  <a:close/>
                  <a:moveTo>
                    <a:pt x="672867" y="235767"/>
                  </a:moveTo>
                  <a:cubicBezTo>
                    <a:pt x="671497" y="235767"/>
                    <a:pt x="671497" y="235767"/>
                    <a:pt x="671497" y="234397"/>
                  </a:cubicBezTo>
                  <a:cubicBezTo>
                    <a:pt x="671497" y="233026"/>
                    <a:pt x="672867" y="233026"/>
                    <a:pt x="674238" y="233026"/>
                  </a:cubicBezTo>
                  <a:cubicBezTo>
                    <a:pt x="675608" y="233026"/>
                    <a:pt x="675608" y="234397"/>
                    <a:pt x="675608" y="234397"/>
                  </a:cubicBezTo>
                  <a:cubicBezTo>
                    <a:pt x="674238" y="234397"/>
                    <a:pt x="674238" y="235767"/>
                    <a:pt x="672867" y="235767"/>
                  </a:cubicBezTo>
                  <a:close/>
                  <a:moveTo>
                    <a:pt x="670126" y="193285"/>
                  </a:moveTo>
                  <a:cubicBezTo>
                    <a:pt x="670126" y="193285"/>
                    <a:pt x="670126" y="191914"/>
                    <a:pt x="671497" y="190544"/>
                  </a:cubicBezTo>
                  <a:cubicBezTo>
                    <a:pt x="672867" y="189173"/>
                    <a:pt x="674238" y="189173"/>
                    <a:pt x="674238" y="189173"/>
                  </a:cubicBezTo>
                  <a:cubicBezTo>
                    <a:pt x="675608" y="190544"/>
                    <a:pt x="671497" y="194655"/>
                    <a:pt x="670126" y="193285"/>
                  </a:cubicBezTo>
                  <a:close/>
                  <a:moveTo>
                    <a:pt x="689312" y="168617"/>
                  </a:moveTo>
                  <a:cubicBezTo>
                    <a:pt x="690682" y="167247"/>
                    <a:pt x="690682" y="168617"/>
                    <a:pt x="689312" y="171358"/>
                  </a:cubicBezTo>
                  <a:cubicBezTo>
                    <a:pt x="687942" y="172729"/>
                    <a:pt x="687942" y="172729"/>
                    <a:pt x="687942" y="171358"/>
                  </a:cubicBezTo>
                  <a:cubicBezTo>
                    <a:pt x="686571" y="171358"/>
                    <a:pt x="687942" y="169988"/>
                    <a:pt x="689312" y="168617"/>
                  </a:cubicBezTo>
                  <a:close/>
                  <a:moveTo>
                    <a:pt x="564606" y="117913"/>
                  </a:moveTo>
                  <a:cubicBezTo>
                    <a:pt x="565976" y="116542"/>
                    <a:pt x="567346" y="115172"/>
                    <a:pt x="567346" y="113801"/>
                  </a:cubicBezTo>
                  <a:cubicBezTo>
                    <a:pt x="567346" y="112431"/>
                    <a:pt x="567346" y="112431"/>
                    <a:pt x="568717" y="112431"/>
                  </a:cubicBezTo>
                  <a:cubicBezTo>
                    <a:pt x="570087" y="113801"/>
                    <a:pt x="570087" y="116542"/>
                    <a:pt x="568717" y="116542"/>
                  </a:cubicBezTo>
                  <a:cubicBezTo>
                    <a:pt x="567346" y="116542"/>
                    <a:pt x="567346" y="116542"/>
                    <a:pt x="567346" y="117913"/>
                  </a:cubicBezTo>
                  <a:cubicBezTo>
                    <a:pt x="567346" y="117913"/>
                    <a:pt x="567346" y="119283"/>
                    <a:pt x="565976" y="120653"/>
                  </a:cubicBezTo>
                  <a:cubicBezTo>
                    <a:pt x="563235" y="120653"/>
                    <a:pt x="563235" y="120653"/>
                    <a:pt x="564606" y="117913"/>
                  </a:cubicBezTo>
                  <a:close/>
                  <a:moveTo>
                    <a:pt x="563235" y="126135"/>
                  </a:moveTo>
                  <a:cubicBezTo>
                    <a:pt x="561865" y="126135"/>
                    <a:pt x="559124" y="126135"/>
                    <a:pt x="560494" y="124765"/>
                  </a:cubicBezTo>
                  <a:cubicBezTo>
                    <a:pt x="560494" y="124765"/>
                    <a:pt x="561865" y="124765"/>
                    <a:pt x="563235" y="124765"/>
                  </a:cubicBezTo>
                  <a:cubicBezTo>
                    <a:pt x="564606" y="126135"/>
                    <a:pt x="564606" y="126135"/>
                    <a:pt x="563235" y="126135"/>
                  </a:cubicBezTo>
                  <a:close/>
                  <a:moveTo>
                    <a:pt x="676978" y="223433"/>
                  </a:moveTo>
                  <a:cubicBezTo>
                    <a:pt x="675608" y="224804"/>
                    <a:pt x="675608" y="223433"/>
                    <a:pt x="676978" y="223433"/>
                  </a:cubicBezTo>
                  <a:cubicBezTo>
                    <a:pt x="675608" y="222063"/>
                    <a:pt x="676978" y="220693"/>
                    <a:pt x="676978" y="220693"/>
                  </a:cubicBezTo>
                  <a:cubicBezTo>
                    <a:pt x="678349" y="220693"/>
                    <a:pt x="678349" y="220693"/>
                    <a:pt x="678349" y="222063"/>
                  </a:cubicBezTo>
                  <a:cubicBezTo>
                    <a:pt x="678349" y="222063"/>
                    <a:pt x="678349" y="222063"/>
                    <a:pt x="676978" y="223433"/>
                  </a:cubicBezTo>
                  <a:close/>
                  <a:moveTo>
                    <a:pt x="682460" y="180951"/>
                  </a:moveTo>
                  <a:cubicBezTo>
                    <a:pt x="682460" y="179581"/>
                    <a:pt x="682460" y="179581"/>
                    <a:pt x="682460" y="179581"/>
                  </a:cubicBezTo>
                  <a:cubicBezTo>
                    <a:pt x="682460" y="179581"/>
                    <a:pt x="681090" y="180951"/>
                    <a:pt x="681090" y="183692"/>
                  </a:cubicBezTo>
                  <a:cubicBezTo>
                    <a:pt x="681090" y="186433"/>
                    <a:pt x="678349" y="189173"/>
                    <a:pt x="676978" y="187803"/>
                  </a:cubicBezTo>
                  <a:cubicBezTo>
                    <a:pt x="676978" y="186433"/>
                    <a:pt x="676978" y="186433"/>
                    <a:pt x="678349" y="186433"/>
                  </a:cubicBezTo>
                  <a:cubicBezTo>
                    <a:pt x="679719" y="186433"/>
                    <a:pt x="679719" y="185062"/>
                    <a:pt x="679719" y="185062"/>
                  </a:cubicBezTo>
                  <a:cubicBezTo>
                    <a:pt x="679719" y="185062"/>
                    <a:pt x="681090" y="182321"/>
                    <a:pt x="682460" y="179581"/>
                  </a:cubicBezTo>
                  <a:cubicBezTo>
                    <a:pt x="685201" y="176840"/>
                    <a:pt x="686571" y="175469"/>
                    <a:pt x="686571" y="178210"/>
                  </a:cubicBezTo>
                  <a:cubicBezTo>
                    <a:pt x="686571" y="182321"/>
                    <a:pt x="687942" y="180951"/>
                    <a:pt x="690682" y="178210"/>
                  </a:cubicBezTo>
                  <a:cubicBezTo>
                    <a:pt x="692053" y="176840"/>
                    <a:pt x="693423" y="175469"/>
                    <a:pt x="693423" y="176840"/>
                  </a:cubicBezTo>
                  <a:cubicBezTo>
                    <a:pt x="693423" y="178210"/>
                    <a:pt x="685201" y="186433"/>
                    <a:pt x="683830" y="186433"/>
                  </a:cubicBezTo>
                  <a:cubicBezTo>
                    <a:pt x="682460" y="183692"/>
                    <a:pt x="682460" y="182321"/>
                    <a:pt x="682460" y="180951"/>
                  </a:cubicBezTo>
                  <a:close/>
                  <a:moveTo>
                    <a:pt x="685201" y="213841"/>
                  </a:moveTo>
                  <a:cubicBezTo>
                    <a:pt x="683830" y="213841"/>
                    <a:pt x="683830" y="212470"/>
                    <a:pt x="685201" y="211100"/>
                  </a:cubicBezTo>
                  <a:cubicBezTo>
                    <a:pt x="686571" y="209729"/>
                    <a:pt x="687942" y="209729"/>
                    <a:pt x="687942" y="209729"/>
                  </a:cubicBezTo>
                  <a:cubicBezTo>
                    <a:pt x="689312" y="212470"/>
                    <a:pt x="687942" y="213841"/>
                    <a:pt x="685201" y="21384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4" name="Freeform 53">
              <a:extLst>
                <a:ext uri="{FF2B5EF4-FFF2-40B4-BE49-F238E27FC236}">
                  <a16:creationId xmlns:a16="http://schemas.microsoft.com/office/drawing/2014/main" id="{14497C57-E532-D42E-C7A0-05A9980E1360}"/>
                </a:ext>
              </a:extLst>
            </p:cNvPr>
            <p:cNvSpPr/>
            <p:nvPr/>
          </p:nvSpPr>
          <p:spPr>
            <a:xfrm>
              <a:off x="4099039" y="-795071"/>
              <a:ext cx="251554" cy="164503"/>
            </a:xfrm>
            <a:custGeom>
              <a:avLst/>
              <a:gdLst>
                <a:gd name="connsiteX0" fmla="*/ 249413 w 251554"/>
                <a:gd name="connsiteY0" fmla="*/ 37001 h 164503"/>
                <a:gd name="connsiteX1" fmla="*/ 193227 w 251554"/>
                <a:gd name="connsiteY1" fmla="*/ 68520 h 164503"/>
                <a:gd name="connsiteX2" fmla="*/ 169930 w 251554"/>
                <a:gd name="connsiteY2" fmla="*/ 83595 h 164503"/>
                <a:gd name="connsiteX3" fmla="*/ 47964 w 251554"/>
                <a:gd name="connsiteY3" fmla="*/ 139781 h 164503"/>
                <a:gd name="connsiteX4" fmla="*/ 37001 w 251554"/>
                <a:gd name="connsiteY4" fmla="*/ 138411 h 164503"/>
                <a:gd name="connsiteX5" fmla="*/ 39742 w 251554"/>
                <a:gd name="connsiteY5" fmla="*/ 132929 h 164503"/>
                <a:gd name="connsiteX6" fmla="*/ 35630 w 251554"/>
                <a:gd name="connsiteY6" fmla="*/ 131559 h 164503"/>
                <a:gd name="connsiteX7" fmla="*/ 41112 w 251554"/>
                <a:gd name="connsiteY7" fmla="*/ 108262 h 164503"/>
                <a:gd name="connsiteX8" fmla="*/ 49334 w 251554"/>
                <a:gd name="connsiteY8" fmla="*/ 98669 h 164503"/>
                <a:gd name="connsiteX9" fmla="*/ 52075 w 251554"/>
                <a:gd name="connsiteY9" fmla="*/ 98669 h 164503"/>
                <a:gd name="connsiteX10" fmla="*/ 50705 w 251554"/>
                <a:gd name="connsiteY10" fmla="*/ 94558 h 164503"/>
                <a:gd name="connsiteX11" fmla="*/ 50705 w 251554"/>
                <a:gd name="connsiteY11" fmla="*/ 91817 h 164503"/>
                <a:gd name="connsiteX12" fmla="*/ 54816 w 251554"/>
                <a:gd name="connsiteY12" fmla="*/ 86335 h 164503"/>
                <a:gd name="connsiteX13" fmla="*/ 82224 w 251554"/>
                <a:gd name="connsiteY13" fmla="*/ 47964 h 164503"/>
                <a:gd name="connsiteX14" fmla="*/ 87706 w 251554"/>
                <a:gd name="connsiteY14" fmla="*/ 41112 h 164503"/>
                <a:gd name="connsiteX15" fmla="*/ 91817 w 251554"/>
                <a:gd name="connsiteY15" fmla="*/ 34260 h 164503"/>
                <a:gd name="connsiteX16" fmla="*/ 97298 w 251554"/>
                <a:gd name="connsiteY16" fmla="*/ 13704 h 164503"/>
                <a:gd name="connsiteX17" fmla="*/ 71261 w 251554"/>
                <a:gd name="connsiteY17" fmla="*/ 0 h 164503"/>
                <a:gd name="connsiteX18" fmla="*/ 47964 w 251554"/>
                <a:gd name="connsiteY18" fmla="*/ 13704 h 164503"/>
                <a:gd name="connsiteX19" fmla="*/ 39742 w 251554"/>
                <a:gd name="connsiteY19" fmla="*/ 26038 h 164503"/>
                <a:gd name="connsiteX20" fmla="*/ 37001 w 251554"/>
                <a:gd name="connsiteY20" fmla="*/ 30149 h 164503"/>
                <a:gd name="connsiteX21" fmla="*/ 30149 w 251554"/>
                <a:gd name="connsiteY21" fmla="*/ 39742 h 164503"/>
                <a:gd name="connsiteX22" fmla="*/ 24667 w 251554"/>
                <a:gd name="connsiteY22" fmla="*/ 49335 h 164503"/>
                <a:gd name="connsiteX23" fmla="*/ 21926 w 251554"/>
                <a:gd name="connsiteY23" fmla="*/ 52075 h 164503"/>
                <a:gd name="connsiteX24" fmla="*/ 20556 w 251554"/>
                <a:gd name="connsiteY24" fmla="*/ 54816 h 164503"/>
                <a:gd name="connsiteX25" fmla="*/ 20556 w 251554"/>
                <a:gd name="connsiteY25" fmla="*/ 56187 h 164503"/>
                <a:gd name="connsiteX26" fmla="*/ 4111 w 251554"/>
                <a:gd name="connsiteY26" fmla="*/ 87706 h 164503"/>
                <a:gd name="connsiteX27" fmla="*/ 0 w 251554"/>
                <a:gd name="connsiteY27" fmla="*/ 111003 h 164503"/>
                <a:gd name="connsiteX28" fmla="*/ 28778 w 251554"/>
                <a:gd name="connsiteY28" fmla="*/ 150744 h 164503"/>
                <a:gd name="connsiteX29" fmla="*/ 28778 w 251554"/>
                <a:gd name="connsiteY29" fmla="*/ 149374 h 164503"/>
                <a:gd name="connsiteX30" fmla="*/ 45223 w 251554"/>
                <a:gd name="connsiteY30" fmla="*/ 158967 h 164503"/>
                <a:gd name="connsiteX31" fmla="*/ 69890 w 251554"/>
                <a:gd name="connsiteY31" fmla="*/ 163078 h 164503"/>
                <a:gd name="connsiteX32" fmla="*/ 95928 w 251554"/>
                <a:gd name="connsiteY32" fmla="*/ 160337 h 164503"/>
                <a:gd name="connsiteX33" fmla="*/ 111002 w 251554"/>
                <a:gd name="connsiteY33" fmla="*/ 154855 h 164503"/>
                <a:gd name="connsiteX34" fmla="*/ 135670 w 251554"/>
                <a:gd name="connsiteY34" fmla="*/ 141151 h 164503"/>
                <a:gd name="connsiteX35" fmla="*/ 150744 w 251554"/>
                <a:gd name="connsiteY35" fmla="*/ 131559 h 164503"/>
                <a:gd name="connsiteX36" fmla="*/ 152114 w 251554"/>
                <a:gd name="connsiteY36" fmla="*/ 130188 h 164503"/>
                <a:gd name="connsiteX37" fmla="*/ 157596 w 251554"/>
                <a:gd name="connsiteY37" fmla="*/ 124707 h 164503"/>
                <a:gd name="connsiteX38" fmla="*/ 171300 w 251554"/>
                <a:gd name="connsiteY38" fmla="*/ 115114 h 164503"/>
                <a:gd name="connsiteX39" fmla="*/ 183634 w 251554"/>
                <a:gd name="connsiteY39" fmla="*/ 106891 h 164503"/>
                <a:gd name="connsiteX40" fmla="*/ 186375 w 251554"/>
                <a:gd name="connsiteY40" fmla="*/ 102780 h 164503"/>
                <a:gd name="connsiteX41" fmla="*/ 187745 w 251554"/>
                <a:gd name="connsiteY41" fmla="*/ 97299 h 164503"/>
                <a:gd name="connsiteX42" fmla="*/ 190486 w 251554"/>
                <a:gd name="connsiteY42" fmla="*/ 93187 h 164503"/>
                <a:gd name="connsiteX43" fmla="*/ 200079 w 251554"/>
                <a:gd name="connsiteY43" fmla="*/ 84965 h 164503"/>
                <a:gd name="connsiteX44" fmla="*/ 235709 w 251554"/>
                <a:gd name="connsiteY44" fmla="*/ 56187 h 164503"/>
                <a:gd name="connsiteX45" fmla="*/ 249413 w 251554"/>
                <a:gd name="connsiteY45" fmla="*/ 37001 h 1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1554" h="164503">
                  <a:moveTo>
                    <a:pt x="249413" y="37001"/>
                  </a:moveTo>
                  <a:cubicBezTo>
                    <a:pt x="241191" y="34260"/>
                    <a:pt x="201449" y="63039"/>
                    <a:pt x="193227" y="68520"/>
                  </a:cubicBezTo>
                  <a:cubicBezTo>
                    <a:pt x="185004" y="74002"/>
                    <a:pt x="178152" y="79483"/>
                    <a:pt x="169930" y="83595"/>
                  </a:cubicBezTo>
                  <a:cubicBezTo>
                    <a:pt x="135670" y="106891"/>
                    <a:pt x="89076" y="138411"/>
                    <a:pt x="47964" y="139781"/>
                  </a:cubicBezTo>
                  <a:cubicBezTo>
                    <a:pt x="41112" y="139781"/>
                    <a:pt x="39742" y="139781"/>
                    <a:pt x="37001" y="138411"/>
                  </a:cubicBezTo>
                  <a:cubicBezTo>
                    <a:pt x="38371" y="137040"/>
                    <a:pt x="38371" y="134299"/>
                    <a:pt x="39742" y="132929"/>
                  </a:cubicBezTo>
                  <a:cubicBezTo>
                    <a:pt x="39742" y="132929"/>
                    <a:pt x="37001" y="131559"/>
                    <a:pt x="35630" y="131559"/>
                  </a:cubicBezTo>
                  <a:cubicBezTo>
                    <a:pt x="31519" y="131559"/>
                    <a:pt x="32890" y="123336"/>
                    <a:pt x="41112" y="108262"/>
                  </a:cubicBezTo>
                  <a:cubicBezTo>
                    <a:pt x="46594" y="98669"/>
                    <a:pt x="47964" y="95928"/>
                    <a:pt x="49334" y="98669"/>
                  </a:cubicBezTo>
                  <a:cubicBezTo>
                    <a:pt x="50705" y="100039"/>
                    <a:pt x="52075" y="100039"/>
                    <a:pt x="52075" y="98669"/>
                  </a:cubicBezTo>
                  <a:cubicBezTo>
                    <a:pt x="52075" y="97299"/>
                    <a:pt x="52075" y="95928"/>
                    <a:pt x="50705" y="94558"/>
                  </a:cubicBezTo>
                  <a:cubicBezTo>
                    <a:pt x="49334" y="93187"/>
                    <a:pt x="49334" y="93187"/>
                    <a:pt x="50705" y="91817"/>
                  </a:cubicBezTo>
                  <a:cubicBezTo>
                    <a:pt x="50705" y="91817"/>
                    <a:pt x="53446" y="89076"/>
                    <a:pt x="54816" y="86335"/>
                  </a:cubicBezTo>
                  <a:cubicBezTo>
                    <a:pt x="60298" y="75372"/>
                    <a:pt x="78113" y="50705"/>
                    <a:pt x="82224" y="47964"/>
                  </a:cubicBezTo>
                  <a:cubicBezTo>
                    <a:pt x="84965" y="46594"/>
                    <a:pt x="86335" y="42483"/>
                    <a:pt x="87706" y="41112"/>
                  </a:cubicBezTo>
                  <a:cubicBezTo>
                    <a:pt x="89076" y="38371"/>
                    <a:pt x="90446" y="35631"/>
                    <a:pt x="91817" y="34260"/>
                  </a:cubicBezTo>
                  <a:cubicBezTo>
                    <a:pt x="98669" y="23297"/>
                    <a:pt x="100039" y="19186"/>
                    <a:pt x="97298" y="13704"/>
                  </a:cubicBezTo>
                  <a:cubicBezTo>
                    <a:pt x="93187" y="5482"/>
                    <a:pt x="82224" y="0"/>
                    <a:pt x="71261" y="0"/>
                  </a:cubicBezTo>
                  <a:cubicBezTo>
                    <a:pt x="58927" y="0"/>
                    <a:pt x="54816" y="4111"/>
                    <a:pt x="47964" y="13704"/>
                  </a:cubicBezTo>
                  <a:cubicBezTo>
                    <a:pt x="45223" y="17815"/>
                    <a:pt x="41112" y="24667"/>
                    <a:pt x="39742" y="26038"/>
                  </a:cubicBezTo>
                  <a:cubicBezTo>
                    <a:pt x="38371" y="27408"/>
                    <a:pt x="37001" y="30149"/>
                    <a:pt x="37001" y="30149"/>
                  </a:cubicBezTo>
                  <a:cubicBezTo>
                    <a:pt x="37001" y="30149"/>
                    <a:pt x="34260" y="35631"/>
                    <a:pt x="30149" y="39742"/>
                  </a:cubicBezTo>
                  <a:cubicBezTo>
                    <a:pt x="27408" y="43853"/>
                    <a:pt x="24667" y="49335"/>
                    <a:pt x="24667" y="49335"/>
                  </a:cubicBezTo>
                  <a:cubicBezTo>
                    <a:pt x="24667" y="49335"/>
                    <a:pt x="23297" y="52075"/>
                    <a:pt x="21926" y="52075"/>
                  </a:cubicBezTo>
                  <a:cubicBezTo>
                    <a:pt x="20556" y="52075"/>
                    <a:pt x="20556" y="54816"/>
                    <a:pt x="20556" y="54816"/>
                  </a:cubicBezTo>
                  <a:cubicBezTo>
                    <a:pt x="20556" y="54816"/>
                    <a:pt x="20556" y="56187"/>
                    <a:pt x="20556" y="56187"/>
                  </a:cubicBezTo>
                  <a:cubicBezTo>
                    <a:pt x="17815" y="56187"/>
                    <a:pt x="6852" y="82224"/>
                    <a:pt x="4111" y="87706"/>
                  </a:cubicBezTo>
                  <a:cubicBezTo>
                    <a:pt x="2741" y="91817"/>
                    <a:pt x="0" y="105521"/>
                    <a:pt x="0" y="111003"/>
                  </a:cubicBezTo>
                  <a:cubicBezTo>
                    <a:pt x="0" y="123336"/>
                    <a:pt x="19186" y="143892"/>
                    <a:pt x="28778" y="150744"/>
                  </a:cubicBezTo>
                  <a:lnTo>
                    <a:pt x="28778" y="149374"/>
                  </a:lnTo>
                  <a:cubicBezTo>
                    <a:pt x="32890" y="153485"/>
                    <a:pt x="41112" y="158967"/>
                    <a:pt x="45223" y="158967"/>
                  </a:cubicBezTo>
                  <a:cubicBezTo>
                    <a:pt x="57557" y="160337"/>
                    <a:pt x="64409" y="161707"/>
                    <a:pt x="69890" y="163078"/>
                  </a:cubicBezTo>
                  <a:cubicBezTo>
                    <a:pt x="78113" y="165819"/>
                    <a:pt x="82224" y="164448"/>
                    <a:pt x="95928" y="160337"/>
                  </a:cubicBezTo>
                  <a:cubicBezTo>
                    <a:pt x="102780" y="157596"/>
                    <a:pt x="109632" y="154855"/>
                    <a:pt x="111002" y="154855"/>
                  </a:cubicBezTo>
                  <a:cubicBezTo>
                    <a:pt x="115114" y="154855"/>
                    <a:pt x="130188" y="145263"/>
                    <a:pt x="135670" y="141151"/>
                  </a:cubicBezTo>
                  <a:cubicBezTo>
                    <a:pt x="141151" y="135670"/>
                    <a:pt x="149374" y="130188"/>
                    <a:pt x="150744" y="131559"/>
                  </a:cubicBezTo>
                  <a:cubicBezTo>
                    <a:pt x="150744" y="131559"/>
                    <a:pt x="152114" y="131559"/>
                    <a:pt x="152114" y="130188"/>
                  </a:cubicBezTo>
                  <a:cubicBezTo>
                    <a:pt x="152114" y="128818"/>
                    <a:pt x="154855" y="127447"/>
                    <a:pt x="157596" y="124707"/>
                  </a:cubicBezTo>
                  <a:cubicBezTo>
                    <a:pt x="160337" y="123336"/>
                    <a:pt x="167189" y="117855"/>
                    <a:pt x="171300" y="115114"/>
                  </a:cubicBezTo>
                  <a:cubicBezTo>
                    <a:pt x="175411" y="112373"/>
                    <a:pt x="180893" y="108262"/>
                    <a:pt x="183634" y="106891"/>
                  </a:cubicBezTo>
                  <a:cubicBezTo>
                    <a:pt x="185004" y="105521"/>
                    <a:pt x="186375" y="104151"/>
                    <a:pt x="186375" y="102780"/>
                  </a:cubicBezTo>
                  <a:cubicBezTo>
                    <a:pt x="186375" y="101410"/>
                    <a:pt x="187745" y="100039"/>
                    <a:pt x="187745" y="97299"/>
                  </a:cubicBezTo>
                  <a:cubicBezTo>
                    <a:pt x="191856" y="90447"/>
                    <a:pt x="183634" y="98669"/>
                    <a:pt x="190486" y="93187"/>
                  </a:cubicBezTo>
                  <a:cubicBezTo>
                    <a:pt x="197338" y="86335"/>
                    <a:pt x="189115" y="91817"/>
                    <a:pt x="200079" y="84965"/>
                  </a:cubicBezTo>
                  <a:cubicBezTo>
                    <a:pt x="212412" y="78113"/>
                    <a:pt x="223375" y="65779"/>
                    <a:pt x="235709" y="56187"/>
                  </a:cubicBezTo>
                  <a:cubicBezTo>
                    <a:pt x="239820" y="53446"/>
                    <a:pt x="257635" y="39742"/>
                    <a:pt x="249413" y="37001"/>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5" name="Freeform 54">
              <a:extLst>
                <a:ext uri="{FF2B5EF4-FFF2-40B4-BE49-F238E27FC236}">
                  <a16:creationId xmlns:a16="http://schemas.microsoft.com/office/drawing/2014/main" id="{6A8E0769-2E4C-EDEC-CDC5-32DD2777E789}"/>
                </a:ext>
              </a:extLst>
            </p:cNvPr>
            <p:cNvSpPr/>
            <p:nvPr/>
          </p:nvSpPr>
          <p:spPr>
            <a:xfrm>
              <a:off x="4184004" y="-908814"/>
              <a:ext cx="74001" cy="81673"/>
            </a:xfrm>
            <a:custGeom>
              <a:avLst/>
              <a:gdLst>
                <a:gd name="connsiteX0" fmla="*/ 53446 w 74001"/>
                <a:gd name="connsiteY0" fmla="*/ 0 h 81673"/>
                <a:gd name="connsiteX1" fmla="*/ 46594 w 74001"/>
                <a:gd name="connsiteY1" fmla="*/ 2741 h 81673"/>
                <a:gd name="connsiteX2" fmla="*/ 0 w 74001"/>
                <a:gd name="connsiteY2" fmla="*/ 78113 h 81673"/>
                <a:gd name="connsiteX3" fmla="*/ 4111 w 74001"/>
                <a:gd name="connsiteY3" fmla="*/ 80854 h 81673"/>
                <a:gd name="connsiteX4" fmla="*/ 8222 w 74001"/>
                <a:gd name="connsiteY4" fmla="*/ 78113 h 81673"/>
                <a:gd name="connsiteX5" fmla="*/ 15074 w 74001"/>
                <a:gd name="connsiteY5" fmla="*/ 72631 h 81673"/>
                <a:gd name="connsiteX6" fmla="*/ 24667 w 74001"/>
                <a:gd name="connsiteY6" fmla="*/ 64409 h 81673"/>
                <a:gd name="connsiteX7" fmla="*/ 38371 w 74001"/>
                <a:gd name="connsiteY7" fmla="*/ 56186 h 81673"/>
                <a:gd name="connsiteX8" fmla="*/ 69890 w 74001"/>
                <a:gd name="connsiteY8" fmla="*/ 34260 h 81673"/>
                <a:gd name="connsiteX9" fmla="*/ 74002 w 74001"/>
                <a:gd name="connsiteY9" fmla="*/ 21926 h 81673"/>
                <a:gd name="connsiteX10" fmla="*/ 53446 w 74001"/>
                <a:gd name="connsiteY10" fmla="*/ 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001" h="81673">
                  <a:moveTo>
                    <a:pt x="53446" y="0"/>
                  </a:moveTo>
                  <a:cubicBezTo>
                    <a:pt x="50705" y="0"/>
                    <a:pt x="49334" y="1370"/>
                    <a:pt x="46594" y="2741"/>
                  </a:cubicBezTo>
                  <a:cubicBezTo>
                    <a:pt x="39742" y="8222"/>
                    <a:pt x="0" y="74002"/>
                    <a:pt x="0" y="78113"/>
                  </a:cubicBezTo>
                  <a:cubicBezTo>
                    <a:pt x="0" y="82224"/>
                    <a:pt x="0" y="82224"/>
                    <a:pt x="4111" y="80854"/>
                  </a:cubicBezTo>
                  <a:cubicBezTo>
                    <a:pt x="6852" y="79483"/>
                    <a:pt x="8222" y="79483"/>
                    <a:pt x="8222" y="78113"/>
                  </a:cubicBezTo>
                  <a:cubicBezTo>
                    <a:pt x="8222" y="76742"/>
                    <a:pt x="10963" y="75372"/>
                    <a:pt x="15074" y="72631"/>
                  </a:cubicBezTo>
                  <a:cubicBezTo>
                    <a:pt x="19186" y="69890"/>
                    <a:pt x="23297" y="67150"/>
                    <a:pt x="24667" y="64409"/>
                  </a:cubicBezTo>
                  <a:cubicBezTo>
                    <a:pt x="27408" y="60298"/>
                    <a:pt x="35630" y="56186"/>
                    <a:pt x="38371" y="56186"/>
                  </a:cubicBezTo>
                  <a:cubicBezTo>
                    <a:pt x="45223" y="56186"/>
                    <a:pt x="60298" y="46594"/>
                    <a:pt x="69890" y="34260"/>
                  </a:cubicBezTo>
                  <a:cubicBezTo>
                    <a:pt x="72631" y="30149"/>
                    <a:pt x="74002" y="27408"/>
                    <a:pt x="74002" y="21926"/>
                  </a:cubicBezTo>
                  <a:cubicBezTo>
                    <a:pt x="69890" y="9593"/>
                    <a:pt x="61668" y="0"/>
                    <a:pt x="53446" y="0"/>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sp>
          <p:nvSpPr>
            <p:cNvPr id="56" name="Freeform 55">
              <a:extLst>
                <a:ext uri="{FF2B5EF4-FFF2-40B4-BE49-F238E27FC236}">
                  <a16:creationId xmlns:a16="http://schemas.microsoft.com/office/drawing/2014/main" id="{7BAB24A3-D35B-162B-27D6-A6BE092215D5}"/>
                </a:ext>
              </a:extLst>
            </p:cNvPr>
            <p:cNvSpPr/>
            <p:nvPr/>
          </p:nvSpPr>
          <p:spPr>
            <a:xfrm>
              <a:off x="3019995" y="-846343"/>
              <a:ext cx="405148" cy="221640"/>
            </a:xfrm>
            <a:custGeom>
              <a:avLst/>
              <a:gdLst>
                <a:gd name="connsiteX0" fmla="*/ 404806 w 405148"/>
                <a:gd name="connsiteY0" fmla="*/ 97866 h 221640"/>
                <a:gd name="connsiteX1" fmla="*/ 403436 w 405148"/>
                <a:gd name="connsiteY1" fmla="*/ 88273 h 221640"/>
                <a:gd name="connsiteX2" fmla="*/ 402065 w 405148"/>
                <a:gd name="connsiteY2" fmla="*/ 88273 h 221640"/>
                <a:gd name="connsiteX3" fmla="*/ 376028 w 405148"/>
                <a:gd name="connsiteY3" fmla="*/ 64976 h 221640"/>
                <a:gd name="connsiteX4" fmla="*/ 367805 w 405148"/>
                <a:gd name="connsiteY4" fmla="*/ 58124 h 221640"/>
                <a:gd name="connsiteX5" fmla="*/ 365065 w 405148"/>
                <a:gd name="connsiteY5" fmla="*/ 56754 h 221640"/>
                <a:gd name="connsiteX6" fmla="*/ 360953 w 405148"/>
                <a:gd name="connsiteY6" fmla="*/ 55384 h 221640"/>
                <a:gd name="connsiteX7" fmla="*/ 355472 w 405148"/>
                <a:gd name="connsiteY7" fmla="*/ 54013 h 221640"/>
                <a:gd name="connsiteX8" fmla="*/ 349990 w 405148"/>
                <a:gd name="connsiteY8" fmla="*/ 52643 h 221640"/>
                <a:gd name="connsiteX9" fmla="*/ 341768 w 405148"/>
                <a:gd name="connsiteY9" fmla="*/ 52643 h 221640"/>
                <a:gd name="connsiteX10" fmla="*/ 332175 w 405148"/>
                <a:gd name="connsiteY10" fmla="*/ 54013 h 221640"/>
                <a:gd name="connsiteX11" fmla="*/ 299285 w 405148"/>
                <a:gd name="connsiteY11" fmla="*/ 81421 h 221640"/>
                <a:gd name="connsiteX12" fmla="*/ 288322 w 405148"/>
                <a:gd name="connsiteY12" fmla="*/ 92385 h 221640"/>
                <a:gd name="connsiteX13" fmla="*/ 282840 w 405148"/>
                <a:gd name="connsiteY13" fmla="*/ 93755 h 221640"/>
                <a:gd name="connsiteX14" fmla="*/ 285581 w 405148"/>
                <a:gd name="connsiteY14" fmla="*/ 89644 h 221640"/>
                <a:gd name="connsiteX15" fmla="*/ 286952 w 405148"/>
                <a:gd name="connsiteY15" fmla="*/ 88273 h 221640"/>
                <a:gd name="connsiteX16" fmla="*/ 303396 w 405148"/>
                <a:gd name="connsiteY16" fmla="*/ 52643 h 221640"/>
                <a:gd name="connsiteX17" fmla="*/ 306137 w 405148"/>
                <a:gd name="connsiteY17" fmla="*/ 47161 h 221640"/>
                <a:gd name="connsiteX18" fmla="*/ 308878 w 405148"/>
                <a:gd name="connsiteY18" fmla="*/ 40309 h 221640"/>
                <a:gd name="connsiteX19" fmla="*/ 317100 w 405148"/>
                <a:gd name="connsiteY19" fmla="*/ 18383 h 221640"/>
                <a:gd name="connsiteX20" fmla="*/ 307508 w 405148"/>
                <a:gd name="connsiteY20" fmla="*/ 1938 h 221640"/>
                <a:gd name="connsiteX21" fmla="*/ 295174 w 405148"/>
                <a:gd name="connsiteY21" fmla="*/ 568 h 221640"/>
                <a:gd name="connsiteX22" fmla="*/ 286952 w 405148"/>
                <a:gd name="connsiteY22" fmla="*/ 3308 h 221640"/>
                <a:gd name="connsiteX23" fmla="*/ 285581 w 405148"/>
                <a:gd name="connsiteY23" fmla="*/ 4679 h 221640"/>
                <a:gd name="connsiteX24" fmla="*/ 281470 w 405148"/>
                <a:gd name="connsiteY24" fmla="*/ 10160 h 221640"/>
                <a:gd name="connsiteX25" fmla="*/ 277359 w 405148"/>
                <a:gd name="connsiteY25" fmla="*/ 21124 h 221640"/>
                <a:gd name="connsiteX26" fmla="*/ 275988 w 405148"/>
                <a:gd name="connsiteY26" fmla="*/ 23864 h 221640"/>
                <a:gd name="connsiteX27" fmla="*/ 273248 w 405148"/>
                <a:gd name="connsiteY27" fmla="*/ 29346 h 221640"/>
                <a:gd name="connsiteX28" fmla="*/ 271877 w 405148"/>
                <a:gd name="connsiteY28" fmla="*/ 33457 h 221640"/>
                <a:gd name="connsiteX29" fmla="*/ 267766 w 405148"/>
                <a:gd name="connsiteY29" fmla="*/ 40309 h 221640"/>
                <a:gd name="connsiteX30" fmla="*/ 255432 w 405148"/>
                <a:gd name="connsiteY30" fmla="*/ 67717 h 221640"/>
                <a:gd name="connsiteX31" fmla="*/ 244469 w 405148"/>
                <a:gd name="connsiteY31" fmla="*/ 95125 h 221640"/>
                <a:gd name="connsiteX32" fmla="*/ 240358 w 405148"/>
                <a:gd name="connsiteY32" fmla="*/ 103348 h 221640"/>
                <a:gd name="connsiteX33" fmla="*/ 238988 w 405148"/>
                <a:gd name="connsiteY33" fmla="*/ 106089 h 221640"/>
                <a:gd name="connsiteX34" fmla="*/ 233506 w 405148"/>
                <a:gd name="connsiteY34" fmla="*/ 121163 h 221640"/>
                <a:gd name="connsiteX35" fmla="*/ 232136 w 405148"/>
                <a:gd name="connsiteY35" fmla="*/ 123904 h 221640"/>
                <a:gd name="connsiteX36" fmla="*/ 221172 w 405148"/>
                <a:gd name="connsiteY36" fmla="*/ 155423 h 221640"/>
                <a:gd name="connsiteX37" fmla="*/ 180060 w 405148"/>
                <a:gd name="connsiteY37" fmla="*/ 163645 h 221640"/>
                <a:gd name="connsiteX38" fmla="*/ 155393 w 405148"/>
                <a:gd name="connsiteY38" fmla="*/ 156793 h 221640"/>
                <a:gd name="connsiteX39" fmla="*/ 156763 w 405148"/>
                <a:gd name="connsiteY39" fmla="*/ 117052 h 221640"/>
                <a:gd name="connsiteX40" fmla="*/ 169097 w 405148"/>
                <a:gd name="connsiteY40" fmla="*/ 95125 h 221640"/>
                <a:gd name="connsiteX41" fmla="*/ 182801 w 405148"/>
                <a:gd name="connsiteY41" fmla="*/ 63606 h 221640"/>
                <a:gd name="connsiteX42" fmla="*/ 177320 w 405148"/>
                <a:gd name="connsiteY42" fmla="*/ 54013 h 221640"/>
                <a:gd name="connsiteX43" fmla="*/ 158134 w 405148"/>
                <a:gd name="connsiteY43" fmla="*/ 47161 h 221640"/>
                <a:gd name="connsiteX44" fmla="*/ 144430 w 405148"/>
                <a:gd name="connsiteY44" fmla="*/ 41680 h 221640"/>
                <a:gd name="connsiteX45" fmla="*/ 136207 w 405148"/>
                <a:gd name="connsiteY45" fmla="*/ 36198 h 221640"/>
                <a:gd name="connsiteX46" fmla="*/ 127985 w 405148"/>
                <a:gd name="connsiteY46" fmla="*/ 33457 h 221640"/>
                <a:gd name="connsiteX47" fmla="*/ 101947 w 405148"/>
                <a:gd name="connsiteY47" fmla="*/ 29346 h 221640"/>
                <a:gd name="connsiteX48" fmla="*/ 86873 w 405148"/>
                <a:gd name="connsiteY48" fmla="*/ 32087 h 221640"/>
                <a:gd name="connsiteX49" fmla="*/ 55354 w 405148"/>
                <a:gd name="connsiteY49" fmla="*/ 62236 h 221640"/>
                <a:gd name="connsiteX50" fmla="*/ 45761 w 405148"/>
                <a:gd name="connsiteY50" fmla="*/ 74569 h 221640"/>
                <a:gd name="connsiteX51" fmla="*/ 8760 w 405148"/>
                <a:gd name="connsiteY51" fmla="*/ 129385 h 221640"/>
                <a:gd name="connsiteX52" fmla="*/ 3279 w 405148"/>
                <a:gd name="connsiteY52" fmla="*/ 141719 h 221640"/>
                <a:gd name="connsiteX53" fmla="*/ 538 w 405148"/>
                <a:gd name="connsiteY53" fmla="*/ 151312 h 221640"/>
                <a:gd name="connsiteX54" fmla="*/ 3279 w 405148"/>
                <a:gd name="connsiteY54" fmla="*/ 166386 h 221640"/>
                <a:gd name="connsiteX55" fmla="*/ 8760 w 405148"/>
                <a:gd name="connsiteY55" fmla="*/ 173238 h 221640"/>
                <a:gd name="connsiteX56" fmla="*/ 12871 w 405148"/>
                <a:gd name="connsiteY56" fmla="*/ 178720 h 221640"/>
                <a:gd name="connsiteX57" fmla="*/ 29316 w 405148"/>
                <a:gd name="connsiteY57" fmla="*/ 193794 h 221640"/>
                <a:gd name="connsiteX58" fmla="*/ 34798 w 405148"/>
                <a:gd name="connsiteY58" fmla="*/ 193794 h 221640"/>
                <a:gd name="connsiteX59" fmla="*/ 41650 w 405148"/>
                <a:gd name="connsiteY59" fmla="*/ 191054 h 221640"/>
                <a:gd name="connsiteX60" fmla="*/ 52613 w 405148"/>
                <a:gd name="connsiteY60" fmla="*/ 184202 h 221640"/>
                <a:gd name="connsiteX61" fmla="*/ 52613 w 405148"/>
                <a:gd name="connsiteY61" fmla="*/ 184202 h 221640"/>
                <a:gd name="connsiteX62" fmla="*/ 56724 w 405148"/>
                <a:gd name="connsiteY62" fmla="*/ 182831 h 221640"/>
                <a:gd name="connsiteX63" fmla="*/ 60835 w 405148"/>
                <a:gd name="connsiteY63" fmla="*/ 180090 h 221640"/>
                <a:gd name="connsiteX64" fmla="*/ 93725 w 405148"/>
                <a:gd name="connsiteY64" fmla="*/ 147201 h 221640"/>
                <a:gd name="connsiteX65" fmla="*/ 100577 w 405148"/>
                <a:gd name="connsiteY65" fmla="*/ 140349 h 221640"/>
                <a:gd name="connsiteX66" fmla="*/ 101947 w 405148"/>
                <a:gd name="connsiteY66" fmla="*/ 138978 h 221640"/>
                <a:gd name="connsiteX67" fmla="*/ 104688 w 405148"/>
                <a:gd name="connsiteY67" fmla="*/ 133497 h 221640"/>
                <a:gd name="connsiteX68" fmla="*/ 107429 w 405148"/>
                <a:gd name="connsiteY68" fmla="*/ 128015 h 221640"/>
                <a:gd name="connsiteX69" fmla="*/ 110170 w 405148"/>
                <a:gd name="connsiteY69" fmla="*/ 125274 h 221640"/>
                <a:gd name="connsiteX70" fmla="*/ 111540 w 405148"/>
                <a:gd name="connsiteY70" fmla="*/ 122533 h 221640"/>
                <a:gd name="connsiteX71" fmla="*/ 118392 w 405148"/>
                <a:gd name="connsiteY71" fmla="*/ 111570 h 221640"/>
                <a:gd name="connsiteX72" fmla="*/ 122503 w 405148"/>
                <a:gd name="connsiteY72" fmla="*/ 123904 h 221640"/>
                <a:gd name="connsiteX73" fmla="*/ 126615 w 405148"/>
                <a:gd name="connsiteY73" fmla="*/ 147201 h 221640"/>
                <a:gd name="connsiteX74" fmla="*/ 126615 w 405148"/>
                <a:gd name="connsiteY74" fmla="*/ 151312 h 221640"/>
                <a:gd name="connsiteX75" fmla="*/ 126615 w 405148"/>
                <a:gd name="connsiteY75" fmla="*/ 151312 h 221640"/>
                <a:gd name="connsiteX76" fmla="*/ 127985 w 405148"/>
                <a:gd name="connsiteY76" fmla="*/ 151312 h 221640"/>
                <a:gd name="connsiteX77" fmla="*/ 164986 w 405148"/>
                <a:gd name="connsiteY77" fmla="*/ 188313 h 221640"/>
                <a:gd name="connsiteX78" fmla="*/ 193764 w 405148"/>
                <a:gd name="connsiteY78" fmla="*/ 192424 h 221640"/>
                <a:gd name="connsiteX79" fmla="*/ 208839 w 405148"/>
                <a:gd name="connsiteY79" fmla="*/ 192424 h 221640"/>
                <a:gd name="connsiteX80" fmla="*/ 214320 w 405148"/>
                <a:gd name="connsiteY80" fmla="*/ 204758 h 221640"/>
                <a:gd name="connsiteX81" fmla="*/ 221172 w 405148"/>
                <a:gd name="connsiteY81" fmla="*/ 211610 h 221640"/>
                <a:gd name="connsiteX82" fmla="*/ 230765 w 405148"/>
                <a:gd name="connsiteY82" fmla="*/ 221202 h 221640"/>
                <a:gd name="connsiteX83" fmla="*/ 248580 w 405148"/>
                <a:gd name="connsiteY83" fmla="*/ 210239 h 221640"/>
                <a:gd name="connsiteX84" fmla="*/ 265025 w 405148"/>
                <a:gd name="connsiteY84" fmla="*/ 189683 h 221640"/>
                <a:gd name="connsiteX85" fmla="*/ 323952 w 405148"/>
                <a:gd name="connsiteY85" fmla="*/ 110200 h 221640"/>
                <a:gd name="connsiteX86" fmla="*/ 340397 w 405148"/>
                <a:gd name="connsiteY86" fmla="*/ 92385 h 221640"/>
                <a:gd name="connsiteX87" fmla="*/ 347249 w 405148"/>
                <a:gd name="connsiteY87" fmla="*/ 86903 h 221640"/>
                <a:gd name="connsiteX88" fmla="*/ 352731 w 405148"/>
                <a:gd name="connsiteY88" fmla="*/ 82792 h 221640"/>
                <a:gd name="connsiteX89" fmla="*/ 363694 w 405148"/>
                <a:gd name="connsiteY89" fmla="*/ 91014 h 221640"/>
                <a:gd name="connsiteX90" fmla="*/ 397954 w 405148"/>
                <a:gd name="connsiteY90" fmla="*/ 106089 h 221640"/>
                <a:gd name="connsiteX91" fmla="*/ 404806 w 405148"/>
                <a:gd name="connsiteY91" fmla="*/ 97866 h 221640"/>
                <a:gd name="connsiteX92" fmla="*/ 97836 w 405148"/>
                <a:gd name="connsiteY92" fmla="*/ 107459 h 221640"/>
                <a:gd name="connsiteX93" fmla="*/ 55354 w 405148"/>
                <a:gd name="connsiteY93" fmla="*/ 148571 h 221640"/>
                <a:gd name="connsiteX94" fmla="*/ 37539 w 405148"/>
                <a:gd name="connsiteY94" fmla="*/ 159534 h 221640"/>
                <a:gd name="connsiteX95" fmla="*/ 49872 w 405148"/>
                <a:gd name="connsiteY95" fmla="*/ 136237 h 221640"/>
                <a:gd name="connsiteX96" fmla="*/ 55354 w 405148"/>
                <a:gd name="connsiteY96" fmla="*/ 129385 h 221640"/>
                <a:gd name="connsiteX97" fmla="*/ 115651 w 405148"/>
                <a:gd name="connsiteY97" fmla="*/ 67717 h 221640"/>
                <a:gd name="connsiteX98" fmla="*/ 117022 w 405148"/>
                <a:gd name="connsiteY98" fmla="*/ 66347 h 221640"/>
                <a:gd name="connsiteX99" fmla="*/ 123874 w 405148"/>
                <a:gd name="connsiteY99" fmla="*/ 63606 h 221640"/>
                <a:gd name="connsiteX100" fmla="*/ 132096 w 405148"/>
                <a:gd name="connsiteY100" fmla="*/ 63606 h 221640"/>
                <a:gd name="connsiteX101" fmla="*/ 97836 w 405148"/>
                <a:gd name="connsiteY101" fmla="*/ 107459 h 2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05148" h="221640">
                  <a:moveTo>
                    <a:pt x="404806" y="97866"/>
                  </a:moveTo>
                  <a:cubicBezTo>
                    <a:pt x="404806" y="97866"/>
                    <a:pt x="406177" y="93755"/>
                    <a:pt x="403436" y="88273"/>
                  </a:cubicBezTo>
                  <a:cubicBezTo>
                    <a:pt x="403436" y="88273"/>
                    <a:pt x="402065" y="88273"/>
                    <a:pt x="402065" y="88273"/>
                  </a:cubicBezTo>
                  <a:cubicBezTo>
                    <a:pt x="385621" y="89644"/>
                    <a:pt x="378769" y="80051"/>
                    <a:pt x="376028" y="64976"/>
                  </a:cubicBezTo>
                  <a:cubicBezTo>
                    <a:pt x="374657" y="59495"/>
                    <a:pt x="370546" y="56754"/>
                    <a:pt x="367805" y="58124"/>
                  </a:cubicBezTo>
                  <a:cubicBezTo>
                    <a:pt x="366435" y="58124"/>
                    <a:pt x="365065" y="58124"/>
                    <a:pt x="365065" y="56754"/>
                  </a:cubicBezTo>
                  <a:cubicBezTo>
                    <a:pt x="365065" y="55384"/>
                    <a:pt x="363694" y="55384"/>
                    <a:pt x="360953" y="55384"/>
                  </a:cubicBezTo>
                  <a:cubicBezTo>
                    <a:pt x="358212" y="55384"/>
                    <a:pt x="355472" y="55384"/>
                    <a:pt x="355472" y="54013"/>
                  </a:cubicBezTo>
                  <a:cubicBezTo>
                    <a:pt x="355472" y="52643"/>
                    <a:pt x="352731" y="52643"/>
                    <a:pt x="349990" y="52643"/>
                  </a:cubicBezTo>
                  <a:cubicBezTo>
                    <a:pt x="348620" y="52643"/>
                    <a:pt x="344508" y="54013"/>
                    <a:pt x="341768" y="52643"/>
                  </a:cubicBezTo>
                  <a:cubicBezTo>
                    <a:pt x="339027" y="52643"/>
                    <a:pt x="336286" y="52643"/>
                    <a:pt x="332175" y="54013"/>
                  </a:cubicBezTo>
                  <a:cubicBezTo>
                    <a:pt x="319841" y="60865"/>
                    <a:pt x="310248" y="71828"/>
                    <a:pt x="299285" y="81421"/>
                  </a:cubicBezTo>
                  <a:cubicBezTo>
                    <a:pt x="296544" y="84162"/>
                    <a:pt x="291063" y="89644"/>
                    <a:pt x="288322" y="92385"/>
                  </a:cubicBezTo>
                  <a:cubicBezTo>
                    <a:pt x="281470" y="97866"/>
                    <a:pt x="281470" y="99237"/>
                    <a:pt x="282840" y="93755"/>
                  </a:cubicBezTo>
                  <a:cubicBezTo>
                    <a:pt x="284211" y="91014"/>
                    <a:pt x="284211" y="89644"/>
                    <a:pt x="285581" y="89644"/>
                  </a:cubicBezTo>
                  <a:cubicBezTo>
                    <a:pt x="285581" y="89644"/>
                    <a:pt x="286952" y="88273"/>
                    <a:pt x="286952" y="88273"/>
                  </a:cubicBezTo>
                  <a:cubicBezTo>
                    <a:pt x="286952" y="86903"/>
                    <a:pt x="299285" y="56754"/>
                    <a:pt x="303396" y="52643"/>
                  </a:cubicBezTo>
                  <a:cubicBezTo>
                    <a:pt x="304767" y="51272"/>
                    <a:pt x="306137" y="48532"/>
                    <a:pt x="306137" y="47161"/>
                  </a:cubicBezTo>
                  <a:cubicBezTo>
                    <a:pt x="306137" y="45791"/>
                    <a:pt x="307508" y="43050"/>
                    <a:pt x="308878" y="40309"/>
                  </a:cubicBezTo>
                  <a:cubicBezTo>
                    <a:pt x="312989" y="34828"/>
                    <a:pt x="315730" y="23864"/>
                    <a:pt x="317100" y="18383"/>
                  </a:cubicBezTo>
                  <a:cubicBezTo>
                    <a:pt x="317100" y="12901"/>
                    <a:pt x="314360" y="4679"/>
                    <a:pt x="307508" y="1938"/>
                  </a:cubicBezTo>
                  <a:cubicBezTo>
                    <a:pt x="304767" y="568"/>
                    <a:pt x="299285" y="-803"/>
                    <a:pt x="295174" y="568"/>
                  </a:cubicBezTo>
                  <a:cubicBezTo>
                    <a:pt x="291063" y="568"/>
                    <a:pt x="288322" y="1938"/>
                    <a:pt x="286952" y="3308"/>
                  </a:cubicBezTo>
                  <a:cubicBezTo>
                    <a:pt x="285581" y="4679"/>
                    <a:pt x="285581" y="4679"/>
                    <a:pt x="285581" y="4679"/>
                  </a:cubicBezTo>
                  <a:cubicBezTo>
                    <a:pt x="285581" y="4679"/>
                    <a:pt x="282840" y="6049"/>
                    <a:pt x="281470" y="10160"/>
                  </a:cubicBezTo>
                  <a:cubicBezTo>
                    <a:pt x="278729" y="14272"/>
                    <a:pt x="277359" y="18383"/>
                    <a:pt x="277359" y="21124"/>
                  </a:cubicBezTo>
                  <a:cubicBezTo>
                    <a:pt x="277359" y="22494"/>
                    <a:pt x="277359" y="23864"/>
                    <a:pt x="275988" y="23864"/>
                  </a:cubicBezTo>
                  <a:cubicBezTo>
                    <a:pt x="275988" y="23864"/>
                    <a:pt x="273248" y="26605"/>
                    <a:pt x="273248" y="29346"/>
                  </a:cubicBezTo>
                  <a:cubicBezTo>
                    <a:pt x="273248" y="32087"/>
                    <a:pt x="271877" y="33457"/>
                    <a:pt x="271877" y="33457"/>
                  </a:cubicBezTo>
                  <a:cubicBezTo>
                    <a:pt x="271877" y="32087"/>
                    <a:pt x="270507" y="36198"/>
                    <a:pt x="267766" y="40309"/>
                  </a:cubicBezTo>
                  <a:cubicBezTo>
                    <a:pt x="266396" y="44420"/>
                    <a:pt x="260914" y="56754"/>
                    <a:pt x="255432" y="67717"/>
                  </a:cubicBezTo>
                  <a:cubicBezTo>
                    <a:pt x="251321" y="78680"/>
                    <a:pt x="245840" y="91014"/>
                    <a:pt x="244469" y="95125"/>
                  </a:cubicBezTo>
                  <a:cubicBezTo>
                    <a:pt x="243099" y="99237"/>
                    <a:pt x="240358" y="103348"/>
                    <a:pt x="240358" y="103348"/>
                  </a:cubicBezTo>
                  <a:cubicBezTo>
                    <a:pt x="238988" y="103348"/>
                    <a:pt x="238988" y="104718"/>
                    <a:pt x="238988" y="106089"/>
                  </a:cubicBezTo>
                  <a:cubicBezTo>
                    <a:pt x="238988" y="108829"/>
                    <a:pt x="234876" y="119793"/>
                    <a:pt x="233506" y="121163"/>
                  </a:cubicBezTo>
                  <a:cubicBezTo>
                    <a:pt x="233506" y="121163"/>
                    <a:pt x="232136" y="122533"/>
                    <a:pt x="232136" y="123904"/>
                  </a:cubicBezTo>
                  <a:cubicBezTo>
                    <a:pt x="232136" y="125274"/>
                    <a:pt x="225284" y="145830"/>
                    <a:pt x="221172" y="155423"/>
                  </a:cubicBezTo>
                  <a:cubicBezTo>
                    <a:pt x="207468" y="160905"/>
                    <a:pt x="193764" y="163645"/>
                    <a:pt x="180060" y="163645"/>
                  </a:cubicBezTo>
                  <a:cubicBezTo>
                    <a:pt x="167727" y="163645"/>
                    <a:pt x="158134" y="162275"/>
                    <a:pt x="155393" y="156793"/>
                  </a:cubicBezTo>
                  <a:cubicBezTo>
                    <a:pt x="154023" y="152682"/>
                    <a:pt x="154023" y="123904"/>
                    <a:pt x="156763" y="117052"/>
                  </a:cubicBezTo>
                  <a:cubicBezTo>
                    <a:pt x="159504" y="110200"/>
                    <a:pt x="164986" y="99237"/>
                    <a:pt x="169097" y="95125"/>
                  </a:cubicBezTo>
                  <a:cubicBezTo>
                    <a:pt x="182801" y="81421"/>
                    <a:pt x="184172" y="74569"/>
                    <a:pt x="182801" y="63606"/>
                  </a:cubicBezTo>
                  <a:cubicBezTo>
                    <a:pt x="182801" y="59495"/>
                    <a:pt x="181431" y="56754"/>
                    <a:pt x="177320" y="54013"/>
                  </a:cubicBezTo>
                  <a:cubicBezTo>
                    <a:pt x="169097" y="48532"/>
                    <a:pt x="166356" y="47161"/>
                    <a:pt x="158134" y="47161"/>
                  </a:cubicBezTo>
                  <a:cubicBezTo>
                    <a:pt x="151282" y="47161"/>
                    <a:pt x="151282" y="47161"/>
                    <a:pt x="144430" y="41680"/>
                  </a:cubicBezTo>
                  <a:cubicBezTo>
                    <a:pt x="140319" y="38939"/>
                    <a:pt x="137578" y="36198"/>
                    <a:pt x="136207" y="36198"/>
                  </a:cubicBezTo>
                  <a:cubicBezTo>
                    <a:pt x="134837" y="36198"/>
                    <a:pt x="130726" y="34828"/>
                    <a:pt x="127985" y="33457"/>
                  </a:cubicBezTo>
                  <a:cubicBezTo>
                    <a:pt x="122503" y="30716"/>
                    <a:pt x="111540" y="29346"/>
                    <a:pt x="101947" y="29346"/>
                  </a:cubicBezTo>
                  <a:cubicBezTo>
                    <a:pt x="95095" y="29346"/>
                    <a:pt x="88243" y="29346"/>
                    <a:pt x="86873" y="32087"/>
                  </a:cubicBezTo>
                  <a:cubicBezTo>
                    <a:pt x="78651" y="38939"/>
                    <a:pt x="64947" y="49902"/>
                    <a:pt x="55354" y="62236"/>
                  </a:cubicBezTo>
                  <a:cubicBezTo>
                    <a:pt x="52613" y="66347"/>
                    <a:pt x="47131" y="71828"/>
                    <a:pt x="45761" y="74569"/>
                  </a:cubicBezTo>
                  <a:cubicBezTo>
                    <a:pt x="32057" y="88273"/>
                    <a:pt x="15612" y="114311"/>
                    <a:pt x="8760" y="129385"/>
                  </a:cubicBezTo>
                  <a:cubicBezTo>
                    <a:pt x="6019" y="134867"/>
                    <a:pt x="3279" y="140349"/>
                    <a:pt x="3279" y="141719"/>
                  </a:cubicBezTo>
                  <a:cubicBezTo>
                    <a:pt x="1908" y="143089"/>
                    <a:pt x="1908" y="147201"/>
                    <a:pt x="538" y="151312"/>
                  </a:cubicBezTo>
                  <a:cubicBezTo>
                    <a:pt x="-833" y="158164"/>
                    <a:pt x="538" y="159534"/>
                    <a:pt x="3279" y="166386"/>
                  </a:cubicBezTo>
                  <a:cubicBezTo>
                    <a:pt x="6019" y="170497"/>
                    <a:pt x="7390" y="173238"/>
                    <a:pt x="8760" y="173238"/>
                  </a:cubicBezTo>
                  <a:cubicBezTo>
                    <a:pt x="8760" y="173238"/>
                    <a:pt x="11501" y="174609"/>
                    <a:pt x="12871" y="178720"/>
                  </a:cubicBezTo>
                  <a:cubicBezTo>
                    <a:pt x="16983" y="186942"/>
                    <a:pt x="23835" y="192424"/>
                    <a:pt x="29316" y="193794"/>
                  </a:cubicBezTo>
                  <a:cubicBezTo>
                    <a:pt x="30687" y="193794"/>
                    <a:pt x="33427" y="193794"/>
                    <a:pt x="34798" y="193794"/>
                  </a:cubicBezTo>
                  <a:cubicBezTo>
                    <a:pt x="34798" y="193794"/>
                    <a:pt x="38909" y="192424"/>
                    <a:pt x="41650" y="191054"/>
                  </a:cubicBezTo>
                  <a:cubicBezTo>
                    <a:pt x="49872" y="188313"/>
                    <a:pt x="53983" y="185572"/>
                    <a:pt x="52613" y="184202"/>
                  </a:cubicBezTo>
                  <a:cubicBezTo>
                    <a:pt x="52613" y="182831"/>
                    <a:pt x="52613" y="182831"/>
                    <a:pt x="52613" y="184202"/>
                  </a:cubicBezTo>
                  <a:cubicBezTo>
                    <a:pt x="52613" y="185572"/>
                    <a:pt x="55354" y="184202"/>
                    <a:pt x="56724" y="182831"/>
                  </a:cubicBezTo>
                  <a:cubicBezTo>
                    <a:pt x="58095" y="181461"/>
                    <a:pt x="59465" y="180090"/>
                    <a:pt x="60835" y="180090"/>
                  </a:cubicBezTo>
                  <a:cubicBezTo>
                    <a:pt x="62206" y="180090"/>
                    <a:pt x="80021" y="163645"/>
                    <a:pt x="93725" y="147201"/>
                  </a:cubicBezTo>
                  <a:cubicBezTo>
                    <a:pt x="96466" y="143089"/>
                    <a:pt x="100577" y="140349"/>
                    <a:pt x="100577" y="140349"/>
                  </a:cubicBezTo>
                  <a:cubicBezTo>
                    <a:pt x="100577" y="140349"/>
                    <a:pt x="101947" y="140349"/>
                    <a:pt x="101947" y="138978"/>
                  </a:cubicBezTo>
                  <a:cubicBezTo>
                    <a:pt x="101947" y="138978"/>
                    <a:pt x="103318" y="136237"/>
                    <a:pt x="104688" y="133497"/>
                  </a:cubicBezTo>
                  <a:cubicBezTo>
                    <a:pt x="106059" y="132126"/>
                    <a:pt x="107429" y="129385"/>
                    <a:pt x="107429" y="128015"/>
                  </a:cubicBezTo>
                  <a:cubicBezTo>
                    <a:pt x="107429" y="126645"/>
                    <a:pt x="108799" y="125274"/>
                    <a:pt x="110170" y="125274"/>
                  </a:cubicBezTo>
                  <a:cubicBezTo>
                    <a:pt x="111540" y="125274"/>
                    <a:pt x="111540" y="123904"/>
                    <a:pt x="111540" y="122533"/>
                  </a:cubicBezTo>
                  <a:cubicBezTo>
                    <a:pt x="111540" y="119793"/>
                    <a:pt x="117022" y="111570"/>
                    <a:pt x="118392" y="111570"/>
                  </a:cubicBezTo>
                  <a:cubicBezTo>
                    <a:pt x="121133" y="111570"/>
                    <a:pt x="121133" y="112941"/>
                    <a:pt x="122503" y="123904"/>
                  </a:cubicBezTo>
                  <a:cubicBezTo>
                    <a:pt x="122503" y="137608"/>
                    <a:pt x="123874" y="143089"/>
                    <a:pt x="126615" y="147201"/>
                  </a:cubicBezTo>
                  <a:cubicBezTo>
                    <a:pt x="126615" y="148571"/>
                    <a:pt x="127985" y="151312"/>
                    <a:pt x="126615" y="151312"/>
                  </a:cubicBezTo>
                  <a:cubicBezTo>
                    <a:pt x="126615" y="151312"/>
                    <a:pt x="126615" y="152682"/>
                    <a:pt x="126615" y="151312"/>
                  </a:cubicBezTo>
                  <a:cubicBezTo>
                    <a:pt x="126615" y="151312"/>
                    <a:pt x="127985" y="151312"/>
                    <a:pt x="127985" y="151312"/>
                  </a:cubicBezTo>
                  <a:cubicBezTo>
                    <a:pt x="127985" y="158164"/>
                    <a:pt x="155393" y="182831"/>
                    <a:pt x="164986" y="188313"/>
                  </a:cubicBezTo>
                  <a:cubicBezTo>
                    <a:pt x="173208" y="192424"/>
                    <a:pt x="173208" y="193794"/>
                    <a:pt x="193764" y="192424"/>
                  </a:cubicBezTo>
                  <a:cubicBezTo>
                    <a:pt x="199246" y="192424"/>
                    <a:pt x="204728" y="192424"/>
                    <a:pt x="208839" y="192424"/>
                  </a:cubicBezTo>
                  <a:cubicBezTo>
                    <a:pt x="208839" y="199276"/>
                    <a:pt x="210209" y="203387"/>
                    <a:pt x="214320" y="204758"/>
                  </a:cubicBezTo>
                  <a:cubicBezTo>
                    <a:pt x="215691" y="204758"/>
                    <a:pt x="219802" y="207498"/>
                    <a:pt x="221172" y="211610"/>
                  </a:cubicBezTo>
                  <a:cubicBezTo>
                    <a:pt x="223913" y="218462"/>
                    <a:pt x="226654" y="219832"/>
                    <a:pt x="230765" y="221202"/>
                  </a:cubicBezTo>
                  <a:cubicBezTo>
                    <a:pt x="234876" y="222573"/>
                    <a:pt x="238988" y="221202"/>
                    <a:pt x="248580" y="210239"/>
                  </a:cubicBezTo>
                  <a:cubicBezTo>
                    <a:pt x="256803" y="200646"/>
                    <a:pt x="258173" y="199276"/>
                    <a:pt x="265025" y="189683"/>
                  </a:cubicBezTo>
                  <a:cubicBezTo>
                    <a:pt x="281470" y="162275"/>
                    <a:pt x="300656" y="133497"/>
                    <a:pt x="323952" y="110200"/>
                  </a:cubicBezTo>
                  <a:cubicBezTo>
                    <a:pt x="333545" y="100607"/>
                    <a:pt x="340397" y="92385"/>
                    <a:pt x="340397" y="92385"/>
                  </a:cubicBezTo>
                  <a:cubicBezTo>
                    <a:pt x="340397" y="91014"/>
                    <a:pt x="343138" y="89644"/>
                    <a:pt x="347249" y="86903"/>
                  </a:cubicBezTo>
                  <a:lnTo>
                    <a:pt x="352731" y="82792"/>
                  </a:lnTo>
                  <a:lnTo>
                    <a:pt x="363694" y="91014"/>
                  </a:lnTo>
                  <a:cubicBezTo>
                    <a:pt x="374657" y="99237"/>
                    <a:pt x="385621" y="104718"/>
                    <a:pt x="397954" y="106089"/>
                  </a:cubicBezTo>
                  <a:cubicBezTo>
                    <a:pt x="399325" y="103348"/>
                    <a:pt x="403436" y="100607"/>
                    <a:pt x="404806" y="97866"/>
                  </a:cubicBezTo>
                  <a:close/>
                  <a:moveTo>
                    <a:pt x="97836" y="107459"/>
                  </a:moveTo>
                  <a:cubicBezTo>
                    <a:pt x="78651" y="126645"/>
                    <a:pt x="58095" y="145830"/>
                    <a:pt x="55354" y="148571"/>
                  </a:cubicBezTo>
                  <a:cubicBezTo>
                    <a:pt x="47131" y="154053"/>
                    <a:pt x="37539" y="160905"/>
                    <a:pt x="37539" y="159534"/>
                  </a:cubicBezTo>
                  <a:cubicBezTo>
                    <a:pt x="36168" y="158164"/>
                    <a:pt x="44391" y="140349"/>
                    <a:pt x="49872" y="136237"/>
                  </a:cubicBezTo>
                  <a:cubicBezTo>
                    <a:pt x="52613" y="133497"/>
                    <a:pt x="55354" y="130756"/>
                    <a:pt x="55354" y="129385"/>
                  </a:cubicBezTo>
                  <a:cubicBezTo>
                    <a:pt x="55354" y="125274"/>
                    <a:pt x="106059" y="67717"/>
                    <a:pt x="115651" y="67717"/>
                  </a:cubicBezTo>
                  <a:cubicBezTo>
                    <a:pt x="115651" y="67717"/>
                    <a:pt x="117022" y="67717"/>
                    <a:pt x="117022" y="66347"/>
                  </a:cubicBezTo>
                  <a:cubicBezTo>
                    <a:pt x="117022" y="64976"/>
                    <a:pt x="119763" y="63606"/>
                    <a:pt x="123874" y="63606"/>
                  </a:cubicBezTo>
                  <a:cubicBezTo>
                    <a:pt x="129355" y="62236"/>
                    <a:pt x="130726" y="62236"/>
                    <a:pt x="132096" y="63606"/>
                  </a:cubicBezTo>
                  <a:cubicBezTo>
                    <a:pt x="136207" y="70458"/>
                    <a:pt x="134837" y="70458"/>
                    <a:pt x="97836" y="107459"/>
                  </a:cubicBezTo>
                  <a:close/>
                </a:path>
              </a:pathLst>
            </a:custGeom>
            <a:grpFill/>
            <a:ln w="13679" cap="flat">
              <a:noFill/>
              <a:prstDash val="solid"/>
              <a:miter/>
            </a:ln>
          </p:spPr>
          <p:txBody>
            <a:bodyPr rtlCol="0" anchor="ctr"/>
            <a:lstStyle/>
            <a:p>
              <a:pPr algn="ctr"/>
              <a:endParaRPr lang="en-US" dirty="0">
                <a:latin typeface="Proxima Nova Rg" panose="02000506030000020004" pitchFamily="2" charset="77"/>
              </a:endParaRPr>
            </a:p>
          </p:txBody>
        </p:sp>
      </p:grpSp>
      <p:sp>
        <p:nvSpPr>
          <p:cNvPr id="10" name="Slide Number Placeholder 1">
            <a:extLst>
              <a:ext uri="{FF2B5EF4-FFF2-40B4-BE49-F238E27FC236}">
                <a16:creationId xmlns:a16="http://schemas.microsoft.com/office/drawing/2014/main" id="{E0565175-C23D-9B18-122A-816B38ED9DB8}"/>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27</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22815757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30" name="TextBox 29">
            <a:extLst>
              <a:ext uri="{FF2B5EF4-FFF2-40B4-BE49-F238E27FC236}">
                <a16:creationId xmlns:a16="http://schemas.microsoft.com/office/drawing/2014/main" id="{EA48069C-3F95-8658-CF5F-215289BC2872}"/>
              </a:ext>
            </a:extLst>
          </p:cNvPr>
          <p:cNvSpPr txBox="1"/>
          <p:nvPr/>
        </p:nvSpPr>
        <p:spPr>
          <a:xfrm>
            <a:off x="601550" y="1997561"/>
            <a:ext cx="6441501" cy="1107997"/>
          </a:xfrm>
          <a:prstGeom prst="rect">
            <a:avLst/>
          </a:prstGeom>
          <a:noFill/>
        </p:spPr>
        <p:txBody>
          <a:bodyPr wrap="square" rtlCol="0">
            <a:spAutoFit/>
          </a:bodyPr>
          <a:lstStyle/>
          <a:p>
            <a:endParaRPr lang="en-US" sz="6600" b="1" dirty="0">
              <a:solidFill>
                <a:srgbClr val="583C2D"/>
              </a:solidFill>
              <a:latin typeface="Montserrat ExtraBold" pitchFamily="2" charset="77"/>
              <a:ea typeface="Helvetica Neue" panose="02000503000000020004" pitchFamily="2" charset="0"/>
              <a:cs typeface="Gotham Black" pitchFamily="2" charset="0"/>
            </a:endParaRPr>
          </a:p>
        </p:txBody>
      </p:sp>
      <p:sp>
        <p:nvSpPr>
          <p:cNvPr id="31" name="Text Placeholder 18">
            <a:extLst>
              <a:ext uri="{FF2B5EF4-FFF2-40B4-BE49-F238E27FC236}">
                <a16:creationId xmlns:a16="http://schemas.microsoft.com/office/drawing/2014/main" id="{7E07C667-B254-7F6F-1DC6-F095CE8E9EF5}"/>
              </a:ext>
            </a:extLst>
          </p:cNvPr>
          <p:cNvSpPr txBox="1">
            <a:spLocks/>
          </p:cNvSpPr>
          <p:nvPr/>
        </p:nvSpPr>
        <p:spPr>
          <a:xfrm>
            <a:off x="3628006" y="2687353"/>
            <a:ext cx="3934551" cy="3241080"/>
          </a:xfrm>
          <a:prstGeom prst="rect">
            <a:avLst/>
          </a:prstGeom>
        </p:spPr>
        <p:txBody>
          <a:bodyPr>
            <a:normAutofit fontScale="77500" lnSpcReduction="20000"/>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60"/>
              </a:lnSpc>
            </a:pPr>
            <a:r>
              <a:rPr lang="en-US" sz="1900" dirty="0">
                <a:solidFill>
                  <a:schemeClr val="bg1"/>
                </a:solidFill>
                <a:latin typeface="Montserrat" pitchFamily="2" charset="77"/>
                <a:cs typeface="Gotham Bold" pitchFamily="2" charset="0"/>
              </a:rPr>
              <a:t>Opened 2006 and expanded in 2021</a:t>
            </a:r>
          </a:p>
          <a:p>
            <a:pPr>
              <a:lnSpc>
                <a:spcPts val="1560"/>
              </a:lnSpc>
            </a:pPr>
            <a:r>
              <a:rPr lang="en-US" sz="1500" dirty="0">
                <a:solidFill>
                  <a:schemeClr val="bg1"/>
                </a:solidFill>
                <a:latin typeface="Montserrat" pitchFamily="2" charset="77"/>
                <a:cs typeface="Gotham Bold" pitchFamily="2" charset="0"/>
              </a:rPr>
              <a:t>$148 million in improvements | 500+ employees</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Recent investments, expansions and upgrades</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New retail bottle lines</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New portion cup lines</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Cook kitchen</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Processing area</a:t>
            </a:r>
          </a:p>
          <a:p>
            <a:pPr marL="262891" lvl="1" indent="-131445">
              <a:lnSpc>
                <a:spcPct val="100000"/>
              </a:lnSpc>
              <a:buFont typeface="Arial"/>
              <a:buChar char="•"/>
            </a:pPr>
            <a:r>
              <a:rPr lang="en-US" sz="1100" dirty="0">
                <a:solidFill>
                  <a:schemeClr val="accent6"/>
                </a:solidFill>
                <a:latin typeface="Montserrat" pitchFamily="2" charset="77"/>
                <a:cs typeface="Gotham Book" pitchFamily="2" charset="0"/>
              </a:rPr>
              <a:t>Cryovac pouch capacity </a:t>
            </a:r>
          </a:p>
          <a:p>
            <a:pPr>
              <a:lnSpc>
                <a:spcPts val="1360"/>
              </a:lnSpc>
            </a:pPr>
            <a:r>
              <a:rPr lang="en-US" sz="1900" dirty="0">
                <a:solidFill>
                  <a:schemeClr val="bg1"/>
                </a:solidFill>
                <a:latin typeface="Montserrat" pitchFamily="2" charset="77"/>
                <a:cs typeface="Gotham Bold" pitchFamily="2" charset="0"/>
              </a:rPr>
              <a:t>Now equipped to better deliver</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Cryovac pouch </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Portion control cups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Portion control packets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Gallons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Retail bottles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Drums</a:t>
            </a:r>
          </a:p>
        </p:txBody>
      </p:sp>
      <p:sp>
        <p:nvSpPr>
          <p:cNvPr id="32" name="Text Placeholder 19">
            <a:extLst>
              <a:ext uri="{FF2B5EF4-FFF2-40B4-BE49-F238E27FC236}">
                <a16:creationId xmlns:a16="http://schemas.microsoft.com/office/drawing/2014/main" id="{6CC13F52-97F4-501D-DD1F-360020512690}"/>
              </a:ext>
            </a:extLst>
          </p:cNvPr>
          <p:cNvSpPr txBox="1">
            <a:spLocks/>
          </p:cNvSpPr>
          <p:nvPr/>
        </p:nvSpPr>
        <p:spPr>
          <a:xfrm>
            <a:off x="3628006" y="2023038"/>
            <a:ext cx="4341840" cy="664315"/>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2800" b="1" i="0" kern="1200">
                <a:solidFill>
                  <a:schemeClr val="tx1"/>
                </a:solidFill>
                <a:latin typeface="Gotham Bold"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860"/>
              </a:lnSpc>
            </a:pPr>
            <a:r>
              <a:rPr lang="en-US" sz="1800" dirty="0">
                <a:latin typeface="Montserrat" pitchFamily="2" charset="77"/>
              </a:rPr>
              <a:t>Horse Cave Dressings Facility </a:t>
            </a:r>
            <a:br>
              <a:rPr lang="en-US" sz="1800" dirty="0">
                <a:latin typeface="Montserrat" pitchFamily="2" charset="77"/>
              </a:rPr>
            </a:br>
            <a:r>
              <a:rPr lang="en-US" sz="1400" b="0" dirty="0">
                <a:solidFill>
                  <a:schemeClr val="accent6"/>
                </a:solidFill>
                <a:latin typeface="Montserrat" pitchFamily="2" charset="77"/>
              </a:rPr>
              <a:t>Horse Cave, Kentucky</a:t>
            </a:r>
          </a:p>
        </p:txBody>
      </p:sp>
      <p:sp>
        <p:nvSpPr>
          <p:cNvPr id="33" name="TextBox 32">
            <a:extLst>
              <a:ext uri="{FF2B5EF4-FFF2-40B4-BE49-F238E27FC236}">
                <a16:creationId xmlns:a16="http://schemas.microsoft.com/office/drawing/2014/main" id="{E27B3183-99BB-7F24-C350-20B02F11D0AC}"/>
              </a:ext>
            </a:extLst>
          </p:cNvPr>
          <p:cNvSpPr txBox="1"/>
          <p:nvPr/>
        </p:nvSpPr>
        <p:spPr>
          <a:xfrm>
            <a:off x="470345" y="5595693"/>
            <a:ext cx="3230813" cy="437299"/>
          </a:xfrm>
          <a:prstGeom prst="rect">
            <a:avLst/>
          </a:prstGeom>
          <a:noFill/>
        </p:spPr>
        <p:txBody>
          <a:bodyPr wrap="square">
            <a:spAutoFit/>
          </a:bodyPr>
          <a:lstStyle/>
          <a:p>
            <a:pPr algn="ctr">
              <a:lnSpc>
                <a:spcPts val="1400"/>
              </a:lnSpc>
            </a:pPr>
            <a:r>
              <a:rPr lang="en-US" sz="1000" dirty="0">
                <a:solidFill>
                  <a:schemeClr val="accent6"/>
                </a:solidFill>
                <a:latin typeface="Montserrat" pitchFamily="2" charset="77"/>
                <a:cs typeface="Gotham Book" pitchFamily="2" charset="0"/>
              </a:rPr>
              <a:t>T. Marzetti Co. Breaks Ground on </a:t>
            </a:r>
            <a:br>
              <a:rPr lang="en-US" sz="1000" dirty="0">
                <a:solidFill>
                  <a:schemeClr val="accent6"/>
                </a:solidFill>
                <a:latin typeface="Montserrat" pitchFamily="2" charset="77"/>
                <a:cs typeface="Gotham Book" pitchFamily="2" charset="0"/>
              </a:rPr>
            </a:br>
            <a:r>
              <a:rPr lang="en-US" sz="1000" dirty="0">
                <a:solidFill>
                  <a:schemeClr val="accent6"/>
                </a:solidFill>
                <a:latin typeface="Montserrat" pitchFamily="2" charset="77"/>
                <a:cs typeface="Gotham Book" pitchFamily="2" charset="0"/>
              </a:rPr>
              <a:t>220-Job Expansion in Hart County</a:t>
            </a:r>
          </a:p>
        </p:txBody>
      </p:sp>
      <p:grpSp>
        <p:nvGrpSpPr>
          <p:cNvPr id="34" name="Group 33">
            <a:extLst>
              <a:ext uri="{FF2B5EF4-FFF2-40B4-BE49-F238E27FC236}">
                <a16:creationId xmlns:a16="http://schemas.microsoft.com/office/drawing/2014/main" id="{E8CED62A-FDA7-A288-CE4D-FFE6C122BE7B}"/>
              </a:ext>
            </a:extLst>
          </p:cNvPr>
          <p:cNvGrpSpPr/>
          <p:nvPr/>
        </p:nvGrpSpPr>
        <p:grpSpPr>
          <a:xfrm>
            <a:off x="7673673" y="1961853"/>
            <a:ext cx="209441" cy="3532610"/>
            <a:chOff x="10807083" y="412365"/>
            <a:chExt cx="209441" cy="3532610"/>
          </a:xfrm>
        </p:grpSpPr>
        <p:sp>
          <p:nvSpPr>
            <p:cNvPr id="35" name="Graphic 12">
              <a:extLst>
                <a:ext uri="{FF2B5EF4-FFF2-40B4-BE49-F238E27FC236}">
                  <a16:creationId xmlns:a16="http://schemas.microsoft.com/office/drawing/2014/main" id="{EB9A56CE-8261-61BF-4334-2F08EFC72A4D}"/>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36" name="Straight Connector 35">
              <a:extLst>
                <a:ext uri="{FF2B5EF4-FFF2-40B4-BE49-F238E27FC236}">
                  <a16:creationId xmlns:a16="http://schemas.microsoft.com/office/drawing/2014/main" id="{F9618927-81EB-2681-3268-AB4964232A06}"/>
                </a:ext>
              </a:extLst>
            </p:cNvPr>
            <p:cNvCxnSpPr>
              <a:cxnSpLocks/>
            </p:cNvCxnSpPr>
            <p:nvPr userDrawn="1"/>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63CD37-C481-73DD-2742-85C56DD9F2D7}"/>
                </a:ext>
              </a:extLst>
            </p:cNvPr>
            <p:cNvCxnSpPr>
              <a:cxnSpLocks/>
            </p:cNvCxnSpPr>
            <p:nvPr userDrawn="1"/>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39" name="Rectangle 38">
            <a:extLst>
              <a:ext uri="{FF2B5EF4-FFF2-40B4-BE49-F238E27FC236}">
                <a16:creationId xmlns:a16="http://schemas.microsoft.com/office/drawing/2014/main" id="{F60D4891-AD7F-6063-5711-1A351708DC2E}"/>
              </a:ext>
            </a:extLst>
          </p:cNvPr>
          <p:cNvSpPr/>
          <p:nvPr/>
        </p:nvSpPr>
        <p:spPr>
          <a:xfrm>
            <a:off x="716848" y="1933315"/>
            <a:ext cx="2745923" cy="3603475"/>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sp>
        <p:nvSpPr>
          <p:cNvPr id="40" name="TextBox 39">
            <a:extLst>
              <a:ext uri="{FF2B5EF4-FFF2-40B4-BE49-F238E27FC236}">
                <a16:creationId xmlns:a16="http://schemas.microsoft.com/office/drawing/2014/main" id="{78F4B3D6-E811-4DAA-3459-8D34E180BC73}"/>
              </a:ext>
            </a:extLst>
          </p:cNvPr>
          <p:cNvSpPr txBox="1"/>
          <p:nvPr/>
        </p:nvSpPr>
        <p:spPr>
          <a:xfrm>
            <a:off x="8097006" y="2021547"/>
            <a:ext cx="3884461" cy="3477875"/>
          </a:xfrm>
          <a:prstGeom prst="rect">
            <a:avLst/>
          </a:prstGeom>
          <a:noFill/>
        </p:spPr>
        <p:txBody>
          <a:bodyPr wrap="square">
            <a:spAutoFit/>
          </a:bodyPr>
          <a:lstStyle/>
          <a:p>
            <a:r>
              <a:rPr lang="en-US" b="1" dirty="0">
                <a:latin typeface="Montserrat" pitchFamily="2" charset="77"/>
                <a:cs typeface="Gotham Bold" pitchFamily="2" charset="0"/>
              </a:rPr>
              <a:t>Horse Cave Sister Schubert’s </a:t>
            </a:r>
            <a:r>
              <a:rPr lang="en-US" sz="1400" dirty="0">
                <a:solidFill>
                  <a:schemeClr val="accent6"/>
                </a:solidFill>
                <a:latin typeface="Montserrat" pitchFamily="2" charset="77"/>
                <a:cs typeface="Gotham Bold" pitchFamily="2" charset="0"/>
              </a:rPr>
              <a:t>Facility Horse Cave, Kentucky</a:t>
            </a:r>
          </a:p>
          <a:p>
            <a:endParaRPr lang="en-US" sz="800" b="1" dirty="0">
              <a:solidFill>
                <a:srgbClr val="583C2D"/>
              </a:solidFill>
              <a:latin typeface="Montserrat" pitchFamily="2" charset="77"/>
              <a:cs typeface="Gotham Bold" pitchFamily="2" charset="0"/>
            </a:endParaRPr>
          </a:p>
          <a:p>
            <a:r>
              <a:rPr lang="en-US" sz="1200" b="1" dirty="0">
                <a:solidFill>
                  <a:schemeClr val="bg1"/>
                </a:solidFill>
                <a:latin typeface="Montserrat" pitchFamily="2" charset="77"/>
                <a:cs typeface="Gotham Bold" pitchFamily="2" charset="0"/>
              </a:rPr>
              <a:t>Opened 2007 and expanded in 2020</a:t>
            </a:r>
          </a:p>
          <a:p>
            <a:endParaRPr lang="en-US" sz="1200" dirty="0">
              <a:solidFill>
                <a:schemeClr val="bg1"/>
              </a:solidFill>
              <a:latin typeface="Montserrat" pitchFamily="2" charset="77"/>
            </a:endParaRPr>
          </a:p>
          <a:p>
            <a:r>
              <a:rPr lang="en-US" sz="1200" b="1" dirty="0">
                <a:solidFill>
                  <a:schemeClr val="bg1"/>
                </a:solidFill>
                <a:latin typeface="Montserrat" pitchFamily="2" charset="77"/>
                <a:cs typeface="Gotham Bold" pitchFamily="2" charset="0"/>
              </a:rPr>
              <a:t>$60 million in improvements </a:t>
            </a:r>
          </a:p>
          <a:p>
            <a:r>
              <a:rPr lang="en-US" sz="1200" b="1" dirty="0">
                <a:solidFill>
                  <a:schemeClr val="bg1"/>
                </a:solidFill>
                <a:latin typeface="Montserrat" pitchFamily="2" charset="77"/>
                <a:cs typeface="Gotham Bold" pitchFamily="2" charset="0"/>
              </a:rPr>
              <a:t>200+ employees</a:t>
            </a:r>
          </a:p>
          <a:p>
            <a:endParaRPr lang="en-US" sz="1200" dirty="0">
              <a:solidFill>
                <a:srgbClr val="583C2D"/>
              </a:solidFill>
              <a:latin typeface="Montserrat" pitchFamily="2" charset="77"/>
            </a:endParaRPr>
          </a:p>
          <a:p>
            <a:r>
              <a:rPr lang="en-US" sz="1200" b="1" dirty="0">
                <a:solidFill>
                  <a:schemeClr val="bg1"/>
                </a:solidFill>
                <a:latin typeface="Montserrat" pitchFamily="2" charset="77"/>
                <a:cs typeface="Gotham Bold" pitchFamily="2" charset="0"/>
              </a:rPr>
              <a:t>Recent investments, expansions and upgrades</a:t>
            </a:r>
          </a:p>
          <a:p>
            <a:pPr marL="262891" lvl="1" indent="-131445">
              <a:lnSpc>
                <a:spcPct val="130000"/>
              </a:lnSpc>
              <a:buFont typeface="Arial"/>
              <a:buChar char="•"/>
            </a:pPr>
            <a:r>
              <a:rPr lang="en-US" sz="1000" dirty="0">
                <a:solidFill>
                  <a:schemeClr val="accent6"/>
                </a:solidFill>
                <a:latin typeface="Montserrat" pitchFamily="2" charset="77"/>
                <a:cs typeface="Gotham Book" pitchFamily="2" charset="0"/>
              </a:rPr>
              <a:t>Frozen yeast rolls</a:t>
            </a:r>
          </a:p>
          <a:p>
            <a:pPr marL="262891" lvl="1" indent="-131445">
              <a:lnSpc>
                <a:spcPct val="130000"/>
              </a:lnSpc>
              <a:buFont typeface="Arial"/>
              <a:buChar char="•"/>
            </a:pPr>
            <a:r>
              <a:rPr lang="en-US" sz="1000" dirty="0">
                <a:solidFill>
                  <a:schemeClr val="accent6"/>
                </a:solidFill>
                <a:latin typeface="Montserrat" pitchFamily="2" charset="77"/>
                <a:cs typeface="Gotham Book" pitchFamily="2" charset="0"/>
              </a:rPr>
              <a:t>Proof &amp; bake</a:t>
            </a:r>
          </a:p>
          <a:p>
            <a:pPr marL="262891" lvl="1" indent="-131445">
              <a:lnSpc>
                <a:spcPct val="130000"/>
              </a:lnSpc>
              <a:buFont typeface="Arial"/>
              <a:buChar char="•"/>
            </a:pPr>
            <a:r>
              <a:rPr lang="en-US" sz="1000" dirty="0">
                <a:solidFill>
                  <a:schemeClr val="accent6"/>
                </a:solidFill>
                <a:latin typeface="Montserrat" pitchFamily="2" charset="77"/>
                <a:cs typeface="Gotham Book" pitchFamily="2" charset="0"/>
              </a:rPr>
              <a:t>RTE, fully baked rolls</a:t>
            </a:r>
          </a:p>
          <a:p>
            <a:pPr marL="262891" lvl="1" indent="-131445">
              <a:lnSpc>
                <a:spcPct val="130000"/>
              </a:lnSpc>
              <a:buFont typeface="Arial"/>
              <a:buChar char="•"/>
            </a:pPr>
            <a:r>
              <a:rPr lang="en-US" sz="1000" dirty="0">
                <a:solidFill>
                  <a:schemeClr val="accent6"/>
                </a:solidFill>
                <a:latin typeface="Montserrat" pitchFamily="2" charset="77"/>
                <a:cs typeface="Gotham Book" pitchFamily="2" charset="0"/>
              </a:rPr>
              <a:t>Retail packaged rolls</a:t>
            </a:r>
          </a:p>
          <a:p>
            <a:pPr marL="262891" lvl="1" indent="-131445">
              <a:lnSpc>
                <a:spcPct val="130000"/>
              </a:lnSpc>
              <a:buFont typeface="Arial"/>
              <a:buChar char="•"/>
            </a:pPr>
            <a:r>
              <a:rPr lang="en-US" sz="1000" dirty="0">
                <a:solidFill>
                  <a:schemeClr val="accent6"/>
                </a:solidFill>
                <a:latin typeface="Montserrat" pitchFamily="2" charset="77"/>
                <a:cs typeface="Gotham Book" pitchFamily="2" charset="0"/>
              </a:rPr>
              <a:t>Foodservice bulk packed rolls</a:t>
            </a:r>
          </a:p>
          <a:p>
            <a:pPr marL="262891" lvl="1" indent="-131445">
              <a:lnSpc>
                <a:spcPct val="130000"/>
              </a:lnSpc>
              <a:spcBef>
                <a:spcPct val="0"/>
              </a:spcBef>
              <a:buFont typeface="Arial"/>
              <a:buChar char="•"/>
            </a:pPr>
            <a:r>
              <a:rPr lang="en-US" sz="1000" dirty="0">
                <a:solidFill>
                  <a:schemeClr val="accent6"/>
                </a:solidFill>
                <a:latin typeface="Montserrat" pitchFamily="2" charset="77"/>
                <a:cs typeface="Gotham Book" pitchFamily="2" charset="0"/>
              </a:rPr>
              <a:t>Foodservice foil tray pack rolls</a:t>
            </a:r>
          </a:p>
          <a:p>
            <a:pPr>
              <a:spcBef>
                <a:spcPct val="0"/>
              </a:spcBef>
            </a:pPr>
            <a:endParaRPr lang="en-US" sz="1400" dirty="0">
              <a:solidFill>
                <a:srgbClr val="583C2D"/>
              </a:solidFill>
              <a:latin typeface="Montserrat" pitchFamily="2" charset="77"/>
            </a:endParaRPr>
          </a:p>
        </p:txBody>
      </p:sp>
      <p:pic>
        <p:nvPicPr>
          <p:cNvPr id="41" name="Picture 40" descr="A picture containing text, indoor, person, kitchen&#10;&#10;Description automatically generated">
            <a:extLst>
              <a:ext uri="{FF2B5EF4-FFF2-40B4-BE49-F238E27FC236}">
                <a16:creationId xmlns:a16="http://schemas.microsoft.com/office/drawing/2014/main" id="{F657008A-2E06-0706-8216-CD802AF84241}"/>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803697" y="2056624"/>
            <a:ext cx="2551810" cy="3395909"/>
          </a:xfrm>
          <a:prstGeom prst="rect">
            <a:avLst/>
          </a:prstGeom>
        </p:spPr>
      </p:pic>
      <p:sp>
        <p:nvSpPr>
          <p:cNvPr id="46" name="Text Placeholder 17">
            <a:extLst>
              <a:ext uri="{FF2B5EF4-FFF2-40B4-BE49-F238E27FC236}">
                <a16:creationId xmlns:a16="http://schemas.microsoft.com/office/drawing/2014/main" id="{4E87B535-4794-01C5-5EA7-45E56634466A}"/>
              </a:ext>
            </a:extLst>
          </p:cNvPr>
          <p:cNvSpPr>
            <a:spLocks noGrp="1"/>
          </p:cNvSpPr>
          <p:nvPr/>
        </p:nvSpPr>
        <p:spPr>
          <a:xfrm>
            <a:off x="776535" y="1205015"/>
            <a:ext cx="4811465" cy="56693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560"/>
              </a:lnSpc>
            </a:pPr>
            <a:r>
              <a:rPr lang="en-US" sz="3600" dirty="0">
                <a:latin typeface="Montserrat ExtraBold" pitchFamily="2" charset="77"/>
              </a:rPr>
              <a:t>Facility Updates</a:t>
            </a:r>
          </a:p>
        </p:txBody>
      </p:sp>
      <p:grpSp>
        <p:nvGrpSpPr>
          <p:cNvPr id="3" name="Graphic 489">
            <a:extLst>
              <a:ext uri="{FF2B5EF4-FFF2-40B4-BE49-F238E27FC236}">
                <a16:creationId xmlns:a16="http://schemas.microsoft.com/office/drawing/2014/main" id="{C2706D1E-D7DD-8CB8-51F8-03923B7FD2D3}"/>
              </a:ext>
            </a:extLst>
          </p:cNvPr>
          <p:cNvGrpSpPr/>
          <p:nvPr/>
        </p:nvGrpSpPr>
        <p:grpSpPr>
          <a:xfrm>
            <a:off x="1280213" y="816081"/>
            <a:ext cx="1619191" cy="388934"/>
            <a:chOff x="5666421" y="243443"/>
            <a:chExt cx="4707521" cy="1130758"/>
          </a:xfrm>
          <a:solidFill>
            <a:schemeClr val="tx1"/>
          </a:solidFill>
        </p:grpSpPr>
        <p:grpSp>
          <p:nvGrpSpPr>
            <p:cNvPr id="4" name="Graphic 489">
              <a:extLst>
                <a:ext uri="{FF2B5EF4-FFF2-40B4-BE49-F238E27FC236}">
                  <a16:creationId xmlns:a16="http://schemas.microsoft.com/office/drawing/2014/main" id="{B999580C-A929-B664-1C79-86DAF7AD1A6F}"/>
                </a:ext>
              </a:extLst>
            </p:cNvPr>
            <p:cNvGrpSpPr/>
            <p:nvPr/>
          </p:nvGrpSpPr>
          <p:grpSpPr>
            <a:xfrm>
              <a:off x="5666421" y="243443"/>
              <a:ext cx="4707521" cy="1130758"/>
              <a:chOff x="5666421" y="243443"/>
              <a:chExt cx="4707521" cy="1130758"/>
            </a:xfrm>
            <a:grpFill/>
          </p:grpSpPr>
          <p:sp>
            <p:nvSpPr>
              <p:cNvPr id="6" name="Freeform 5">
                <a:extLst>
                  <a:ext uri="{FF2B5EF4-FFF2-40B4-BE49-F238E27FC236}">
                    <a16:creationId xmlns:a16="http://schemas.microsoft.com/office/drawing/2014/main" id="{8AA53671-216B-70CB-DD43-57B529370F34}"/>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7" name="Freeform 6">
                <a:extLst>
                  <a:ext uri="{FF2B5EF4-FFF2-40B4-BE49-F238E27FC236}">
                    <a16:creationId xmlns:a16="http://schemas.microsoft.com/office/drawing/2014/main" id="{4F93978D-2C30-F3C2-77BB-7F0B009E287D}"/>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8" name="Freeform 7">
                <a:extLst>
                  <a:ext uri="{FF2B5EF4-FFF2-40B4-BE49-F238E27FC236}">
                    <a16:creationId xmlns:a16="http://schemas.microsoft.com/office/drawing/2014/main" id="{A5737401-C6E5-FBD5-52AC-691BD1A8F12B}"/>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9" name="Freeform 8">
                <a:extLst>
                  <a:ext uri="{FF2B5EF4-FFF2-40B4-BE49-F238E27FC236}">
                    <a16:creationId xmlns:a16="http://schemas.microsoft.com/office/drawing/2014/main" id="{40ECEFFC-56FE-AA05-093B-38134DE550F8}"/>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0" name="Freeform 9">
                <a:extLst>
                  <a:ext uri="{FF2B5EF4-FFF2-40B4-BE49-F238E27FC236}">
                    <a16:creationId xmlns:a16="http://schemas.microsoft.com/office/drawing/2014/main" id="{320AFB22-70E3-05BD-5516-522622029527}"/>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1" name="Freeform 10">
                <a:extLst>
                  <a:ext uri="{FF2B5EF4-FFF2-40B4-BE49-F238E27FC236}">
                    <a16:creationId xmlns:a16="http://schemas.microsoft.com/office/drawing/2014/main" id="{3991DF9F-B3DF-CC08-CC4C-13AA68EDB863}"/>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2" name="Freeform 11">
                <a:extLst>
                  <a:ext uri="{FF2B5EF4-FFF2-40B4-BE49-F238E27FC236}">
                    <a16:creationId xmlns:a16="http://schemas.microsoft.com/office/drawing/2014/main" id="{59E7DCB1-36A1-C8D2-2CDB-BBB23058B3A6}"/>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3" name="Freeform 12">
                <a:extLst>
                  <a:ext uri="{FF2B5EF4-FFF2-40B4-BE49-F238E27FC236}">
                    <a16:creationId xmlns:a16="http://schemas.microsoft.com/office/drawing/2014/main" id="{5EE63B2A-9C0F-1F8F-17DD-703D322548D0}"/>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4" name="Freeform 13">
                <a:extLst>
                  <a:ext uri="{FF2B5EF4-FFF2-40B4-BE49-F238E27FC236}">
                    <a16:creationId xmlns:a16="http://schemas.microsoft.com/office/drawing/2014/main" id="{B3CD762A-B21D-7224-8487-CC51EA42113C}"/>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15" name="Freeform 14">
                <a:extLst>
                  <a:ext uri="{FF2B5EF4-FFF2-40B4-BE49-F238E27FC236}">
                    <a16:creationId xmlns:a16="http://schemas.microsoft.com/office/drawing/2014/main" id="{3356C940-7E67-79B7-74D8-E9429DCC7D1F}"/>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5" name="Freeform 4">
              <a:extLst>
                <a:ext uri="{FF2B5EF4-FFF2-40B4-BE49-F238E27FC236}">
                  <a16:creationId xmlns:a16="http://schemas.microsoft.com/office/drawing/2014/main" id="{120820FB-5391-C35E-3EED-FD271D8F4080}"/>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16" name="Slide Number Placeholder 1">
            <a:extLst>
              <a:ext uri="{FF2B5EF4-FFF2-40B4-BE49-F238E27FC236}">
                <a16:creationId xmlns:a16="http://schemas.microsoft.com/office/drawing/2014/main" id="{57F87C1F-F58A-2B07-40B9-AD0CCD624475}"/>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28</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216184187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75F6E4A-E906-79AD-B17F-6419A5FB43FB}"/>
              </a:ext>
            </a:extLst>
          </p:cNvPr>
          <p:cNvSpPr txBox="1"/>
          <p:nvPr/>
        </p:nvSpPr>
        <p:spPr>
          <a:xfrm>
            <a:off x="601550" y="1997561"/>
            <a:ext cx="6441501" cy="1107997"/>
          </a:xfrm>
          <a:prstGeom prst="rect">
            <a:avLst/>
          </a:prstGeom>
          <a:noFill/>
        </p:spPr>
        <p:txBody>
          <a:bodyPr wrap="square" rtlCol="0">
            <a:spAutoFit/>
          </a:bodyPr>
          <a:lstStyle/>
          <a:p>
            <a:endParaRPr lang="en-US" sz="6600" b="1" dirty="0">
              <a:solidFill>
                <a:srgbClr val="583C2D"/>
              </a:solidFill>
              <a:latin typeface="Montserrat ExtraBold" pitchFamily="2" charset="77"/>
              <a:ea typeface="Helvetica Neue" panose="02000503000000020004" pitchFamily="2" charset="0"/>
              <a:cs typeface="Gotham Black" pitchFamily="2" charset="0"/>
            </a:endParaRPr>
          </a:p>
        </p:txBody>
      </p:sp>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19" name="Text Placeholder 18">
            <a:extLst>
              <a:ext uri="{FF2B5EF4-FFF2-40B4-BE49-F238E27FC236}">
                <a16:creationId xmlns:a16="http://schemas.microsoft.com/office/drawing/2014/main" id="{8D9366BA-968A-1A2A-1489-92871265E081}"/>
              </a:ext>
            </a:extLst>
          </p:cNvPr>
          <p:cNvSpPr>
            <a:spLocks noGrp="1"/>
          </p:cNvSpPr>
          <p:nvPr>
            <p:ph type="body" sz="quarter" idx="4294967295"/>
          </p:nvPr>
        </p:nvSpPr>
        <p:spPr>
          <a:xfrm>
            <a:off x="5774843" y="2535238"/>
            <a:ext cx="4995862" cy="3556000"/>
          </a:xfrm>
        </p:spPr>
        <p:txBody>
          <a:bodyPr>
            <a:normAutofit/>
          </a:bodyPr>
          <a:lstStyle/>
          <a:p>
            <a:pPr>
              <a:lnSpc>
                <a:spcPts val="1560"/>
              </a:lnSpc>
            </a:pPr>
            <a:r>
              <a:rPr lang="en-US" sz="1400" dirty="0">
                <a:solidFill>
                  <a:schemeClr val="bg1"/>
                </a:solidFill>
                <a:cs typeface="Gotham Bold" pitchFamily="2" charset="0"/>
              </a:rPr>
              <a:t>$30 million in improvements </a:t>
            </a:r>
            <a:br>
              <a:rPr lang="en-US" sz="1400" dirty="0">
                <a:solidFill>
                  <a:schemeClr val="bg1"/>
                </a:solidFill>
                <a:cs typeface="Gotham Bold" pitchFamily="2" charset="0"/>
              </a:rPr>
            </a:br>
            <a:r>
              <a:rPr lang="en-US" sz="1400" dirty="0">
                <a:solidFill>
                  <a:schemeClr val="bg1"/>
                </a:solidFill>
                <a:cs typeface="Gotham Bold" pitchFamily="2" charset="0"/>
              </a:rPr>
              <a:t>200+ employees</a:t>
            </a:r>
          </a:p>
          <a:p>
            <a:pPr>
              <a:lnSpc>
                <a:spcPts val="1560"/>
              </a:lnSpc>
            </a:pPr>
            <a:r>
              <a:rPr lang="en-US" sz="1400" dirty="0">
                <a:solidFill>
                  <a:schemeClr val="bg1"/>
                </a:solidFill>
                <a:cs typeface="Gotham Bold" pitchFamily="2" charset="0"/>
              </a:rPr>
              <a:t>Recent investments, expansions and upgrades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Frozen warehouse converted to cold pillow packaging room freezing capacity expansion</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Tunnel freezer</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New ammonia building</a:t>
            </a:r>
            <a:br>
              <a:rPr lang="en-US" sz="1100" dirty="0">
                <a:solidFill>
                  <a:schemeClr val="accent5">
                    <a:lumMod val="50000"/>
                    <a:lumOff val="50000"/>
                  </a:schemeClr>
                </a:solidFill>
                <a:latin typeface="Montserrat" pitchFamily="2" charset="77"/>
                <a:cs typeface="Gotham Book" pitchFamily="2" charset="0"/>
              </a:rPr>
            </a:br>
            <a:endParaRPr lang="en-US" sz="1100" dirty="0">
              <a:solidFill>
                <a:schemeClr val="accent5">
                  <a:lumMod val="50000"/>
                  <a:lumOff val="50000"/>
                </a:schemeClr>
              </a:solidFill>
              <a:latin typeface="Montserrat" pitchFamily="2" charset="77"/>
              <a:cs typeface="Gotham Book" pitchFamily="2" charset="0"/>
            </a:endParaRPr>
          </a:p>
          <a:p>
            <a:pPr>
              <a:lnSpc>
                <a:spcPts val="1360"/>
              </a:lnSpc>
            </a:pPr>
            <a:r>
              <a:rPr lang="en-US" sz="1400" dirty="0">
                <a:solidFill>
                  <a:schemeClr val="bg1"/>
                </a:solidFill>
                <a:cs typeface="Gotham Bold" pitchFamily="2" charset="0"/>
              </a:rPr>
              <a:t>Now equipped to better deliver</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Short Goods</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Lasagna</a:t>
            </a:r>
          </a:p>
          <a:p>
            <a:pPr marL="262891" lvl="1" indent="-131445">
              <a:lnSpc>
                <a:spcPct val="100000"/>
              </a:lnSpc>
              <a:buFont typeface="Arial"/>
              <a:buChar char="•"/>
            </a:pPr>
            <a:r>
              <a:rPr lang="en-US" sz="1200" dirty="0">
                <a:solidFill>
                  <a:schemeClr val="accent6"/>
                </a:solidFill>
                <a:latin typeface="Montserrat" pitchFamily="2" charset="77"/>
                <a:cs typeface="Gotham Book" pitchFamily="2" charset="0"/>
              </a:rPr>
              <a:t>Spaetzle</a:t>
            </a:r>
          </a:p>
        </p:txBody>
      </p:sp>
      <p:sp>
        <p:nvSpPr>
          <p:cNvPr id="20" name="Text Placeholder 19">
            <a:extLst>
              <a:ext uri="{FF2B5EF4-FFF2-40B4-BE49-F238E27FC236}">
                <a16:creationId xmlns:a16="http://schemas.microsoft.com/office/drawing/2014/main" id="{79263191-6C40-CC8C-8B41-F86BB8B14534}"/>
              </a:ext>
            </a:extLst>
          </p:cNvPr>
          <p:cNvSpPr>
            <a:spLocks noGrp="1"/>
          </p:cNvSpPr>
          <p:nvPr>
            <p:ph type="body" sz="quarter" idx="4294967295"/>
          </p:nvPr>
        </p:nvSpPr>
        <p:spPr>
          <a:xfrm>
            <a:off x="5769454" y="1852613"/>
            <a:ext cx="4341812" cy="682625"/>
          </a:xfrm>
        </p:spPr>
        <p:txBody>
          <a:bodyPr>
            <a:normAutofit/>
          </a:bodyPr>
          <a:lstStyle/>
          <a:p>
            <a:pPr>
              <a:lnSpc>
                <a:spcPts val="1860"/>
              </a:lnSpc>
            </a:pPr>
            <a:r>
              <a:rPr lang="en-US" sz="1800" dirty="0"/>
              <a:t>ALTOONA FACILITY</a:t>
            </a:r>
            <a:br>
              <a:rPr lang="en-US" sz="1800" dirty="0"/>
            </a:br>
            <a:r>
              <a:rPr lang="en-US" sz="1400" b="0" dirty="0">
                <a:solidFill>
                  <a:schemeClr val="accent6"/>
                </a:solidFill>
              </a:rPr>
              <a:t>Altoona, Iowa</a:t>
            </a:r>
          </a:p>
        </p:txBody>
      </p:sp>
      <p:sp>
        <p:nvSpPr>
          <p:cNvPr id="16" name="TextBox 15">
            <a:extLst>
              <a:ext uri="{FF2B5EF4-FFF2-40B4-BE49-F238E27FC236}">
                <a16:creationId xmlns:a16="http://schemas.microsoft.com/office/drawing/2014/main" id="{F48A2326-4F4C-A65F-8AA7-77B6A30FE594}"/>
              </a:ext>
            </a:extLst>
          </p:cNvPr>
          <p:cNvSpPr txBox="1"/>
          <p:nvPr/>
        </p:nvSpPr>
        <p:spPr>
          <a:xfrm>
            <a:off x="716848" y="5547248"/>
            <a:ext cx="4043411" cy="437299"/>
          </a:xfrm>
          <a:prstGeom prst="rect">
            <a:avLst/>
          </a:prstGeom>
          <a:noFill/>
        </p:spPr>
        <p:txBody>
          <a:bodyPr wrap="square">
            <a:spAutoFit/>
          </a:bodyPr>
          <a:lstStyle/>
          <a:p>
            <a:pPr algn="ctr">
              <a:lnSpc>
                <a:spcPts val="1400"/>
              </a:lnSpc>
            </a:pPr>
            <a:r>
              <a:rPr lang="en-US" sz="1000" dirty="0">
                <a:solidFill>
                  <a:schemeClr val="accent6"/>
                </a:solidFill>
                <a:latin typeface="Montserrat" pitchFamily="2" charset="77"/>
                <a:cs typeface="Gotham Book" pitchFamily="2" charset="0"/>
              </a:rPr>
              <a:t>T. Marzetti Co. Breaks Ground on </a:t>
            </a:r>
            <a:br>
              <a:rPr lang="en-US" sz="1000" dirty="0">
                <a:solidFill>
                  <a:schemeClr val="accent6"/>
                </a:solidFill>
                <a:latin typeface="Montserrat" pitchFamily="2" charset="77"/>
                <a:cs typeface="Gotham Book" pitchFamily="2" charset="0"/>
              </a:rPr>
            </a:br>
            <a:r>
              <a:rPr lang="en-US" sz="1000" dirty="0">
                <a:solidFill>
                  <a:schemeClr val="accent6"/>
                </a:solidFill>
                <a:latin typeface="Montserrat" pitchFamily="2" charset="77"/>
                <a:cs typeface="Gotham Book" pitchFamily="2" charset="0"/>
              </a:rPr>
              <a:t>220-Job Expansion in Hart County</a:t>
            </a:r>
          </a:p>
        </p:txBody>
      </p:sp>
      <p:grpSp>
        <p:nvGrpSpPr>
          <p:cNvPr id="22" name="Group 21">
            <a:extLst>
              <a:ext uri="{FF2B5EF4-FFF2-40B4-BE49-F238E27FC236}">
                <a16:creationId xmlns:a16="http://schemas.microsoft.com/office/drawing/2014/main" id="{ACD37F17-217D-562D-988B-51F2CC4BC8B3}"/>
              </a:ext>
            </a:extLst>
          </p:cNvPr>
          <p:cNvGrpSpPr/>
          <p:nvPr/>
        </p:nvGrpSpPr>
        <p:grpSpPr>
          <a:xfrm>
            <a:off x="5268317" y="1918902"/>
            <a:ext cx="209441" cy="3532610"/>
            <a:chOff x="10807083" y="412365"/>
            <a:chExt cx="209441" cy="3532610"/>
          </a:xfrm>
        </p:grpSpPr>
        <p:sp>
          <p:nvSpPr>
            <p:cNvPr id="23" name="Graphic 12">
              <a:extLst>
                <a:ext uri="{FF2B5EF4-FFF2-40B4-BE49-F238E27FC236}">
                  <a16:creationId xmlns:a16="http://schemas.microsoft.com/office/drawing/2014/main" id="{92517BA8-89BC-A449-2E45-5E7E7FD1CA7B}"/>
                </a:ext>
              </a:extLst>
            </p:cNvPr>
            <p:cNvSpPr/>
            <p:nvPr/>
          </p:nvSpPr>
          <p:spPr>
            <a:xfrm>
              <a:off x="10807083" y="2103811"/>
              <a:ext cx="209441" cy="121445"/>
            </a:xfrm>
            <a:custGeom>
              <a:avLst/>
              <a:gdLst>
                <a:gd name="connsiteX0" fmla="*/ 339348 w 965908"/>
                <a:gd name="connsiteY0" fmla="*/ 560083 h 560082"/>
                <a:gd name="connsiteX1" fmla="*/ 343139 w 965908"/>
                <a:gd name="connsiteY1" fmla="*/ 549641 h 560082"/>
                <a:gd name="connsiteX2" fmla="*/ 395274 w 965908"/>
                <a:gd name="connsiteY2" fmla="*/ 461356 h 560082"/>
                <a:gd name="connsiteX3" fmla="*/ 444564 w 965908"/>
                <a:gd name="connsiteY3" fmla="*/ 396804 h 560082"/>
                <a:gd name="connsiteX4" fmla="*/ 474897 w 965908"/>
                <a:gd name="connsiteY4" fmla="*/ 364529 h 560082"/>
                <a:gd name="connsiteX5" fmla="*/ 516605 w 965908"/>
                <a:gd name="connsiteY5" fmla="*/ 322760 h 560082"/>
                <a:gd name="connsiteX6" fmla="*/ 555469 w 965908"/>
                <a:gd name="connsiteY6" fmla="*/ 289534 h 560082"/>
                <a:gd name="connsiteX7" fmla="*/ 610447 w 965908"/>
                <a:gd name="connsiteY7" fmla="*/ 244918 h 560082"/>
                <a:gd name="connsiteX8" fmla="*/ 673008 w 965908"/>
                <a:gd name="connsiteY8" fmla="*/ 200301 h 560082"/>
                <a:gd name="connsiteX9" fmla="*/ 755475 w 965908"/>
                <a:gd name="connsiteY9" fmla="*/ 149039 h 560082"/>
                <a:gd name="connsiteX10" fmla="*/ 759267 w 965908"/>
                <a:gd name="connsiteY10" fmla="*/ 146191 h 560082"/>
                <a:gd name="connsiteX11" fmla="*/ 753579 w 965908"/>
                <a:gd name="connsiteY11" fmla="*/ 146191 h 560082"/>
                <a:gd name="connsiteX12" fmla="*/ 667321 w 965908"/>
                <a:gd name="connsiteY12" fmla="*/ 182264 h 560082"/>
                <a:gd name="connsiteX13" fmla="*/ 595280 w 965908"/>
                <a:gd name="connsiteY13" fmla="*/ 221185 h 560082"/>
                <a:gd name="connsiteX14" fmla="*/ 482480 w 965908"/>
                <a:gd name="connsiteY14" fmla="*/ 303774 h 560082"/>
                <a:gd name="connsiteX15" fmla="*/ 404753 w 965908"/>
                <a:gd name="connsiteY15" fmla="*/ 382565 h 560082"/>
                <a:gd name="connsiteX16" fmla="*/ 336504 w 965908"/>
                <a:gd name="connsiteY16" fmla="*/ 479393 h 560082"/>
                <a:gd name="connsiteX17" fmla="*/ 309963 w 965908"/>
                <a:gd name="connsiteY17" fmla="*/ 531604 h 560082"/>
                <a:gd name="connsiteX18" fmla="*/ 304275 w 965908"/>
                <a:gd name="connsiteY18" fmla="*/ 543945 h 560082"/>
                <a:gd name="connsiteX19" fmla="*/ 300484 w 965908"/>
                <a:gd name="connsiteY19" fmla="*/ 549641 h 560082"/>
                <a:gd name="connsiteX20" fmla="*/ 299536 w 965908"/>
                <a:gd name="connsiteY20" fmla="*/ 549641 h 560082"/>
                <a:gd name="connsiteX21" fmla="*/ 299536 w 965908"/>
                <a:gd name="connsiteY21" fmla="*/ 545844 h 560082"/>
                <a:gd name="connsiteX22" fmla="*/ 299536 w 965908"/>
                <a:gd name="connsiteY22" fmla="*/ 457559 h 560082"/>
                <a:gd name="connsiteX23" fmla="*/ 299536 w 965908"/>
                <a:gd name="connsiteY23" fmla="*/ 426233 h 560082"/>
                <a:gd name="connsiteX24" fmla="*/ 296692 w 965908"/>
                <a:gd name="connsiteY24" fmla="*/ 393007 h 560082"/>
                <a:gd name="connsiteX25" fmla="*/ 294796 w 965908"/>
                <a:gd name="connsiteY25" fmla="*/ 373072 h 560082"/>
                <a:gd name="connsiteX26" fmla="*/ 278682 w 965908"/>
                <a:gd name="connsiteY26" fmla="*/ 287636 h 560082"/>
                <a:gd name="connsiteX27" fmla="*/ 257828 w 965908"/>
                <a:gd name="connsiteY27" fmla="*/ 230678 h 560082"/>
                <a:gd name="connsiteX28" fmla="*/ 182944 w 965908"/>
                <a:gd name="connsiteY28" fmla="*/ 132901 h 560082"/>
                <a:gd name="connsiteX29" fmla="*/ 121331 w 965908"/>
                <a:gd name="connsiteY29" fmla="*/ 89234 h 560082"/>
                <a:gd name="connsiteX30" fmla="*/ 106165 w 965908"/>
                <a:gd name="connsiteY30" fmla="*/ 80690 h 560082"/>
                <a:gd name="connsiteX31" fmla="*/ 108060 w 965908"/>
                <a:gd name="connsiteY31" fmla="*/ 84487 h 560082"/>
                <a:gd name="connsiteX32" fmla="*/ 127966 w 965908"/>
                <a:gd name="connsiteY32" fmla="*/ 101574 h 560082"/>
                <a:gd name="connsiteX33" fmla="*/ 220860 w 965908"/>
                <a:gd name="connsiteY33" fmla="*/ 207895 h 560082"/>
                <a:gd name="connsiteX34" fmla="*/ 255933 w 965908"/>
                <a:gd name="connsiteY34" fmla="*/ 273396 h 560082"/>
                <a:gd name="connsiteX35" fmla="*/ 269203 w 965908"/>
                <a:gd name="connsiteY35" fmla="*/ 310419 h 560082"/>
                <a:gd name="connsiteX36" fmla="*/ 271099 w 965908"/>
                <a:gd name="connsiteY36" fmla="*/ 318013 h 560082"/>
                <a:gd name="connsiteX37" fmla="*/ 261620 w 965908"/>
                <a:gd name="connsiteY37" fmla="*/ 320861 h 560082"/>
                <a:gd name="connsiteX38" fmla="*/ 195267 w 965908"/>
                <a:gd name="connsiteY38" fmla="*/ 310419 h 560082"/>
                <a:gd name="connsiteX39" fmla="*/ 137445 w 965908"/>
                <a:gd name="connsiteY39" fmla="*/ 287636 h 560082"/>
                <a:gd name="connsiteX40" fmla="*/ 72988 w 965908"/>
                <a:gd name="connsiteY40" fmla="*/ 224982 h 560082"/>
                <a:gd name="connsiteX41" fmla="*/ 28437 w 965908"/>
                <a:gd name="connsiteY41" fmla="*/ 120560 h 560082"/>
                <a:gd name="connsiteX42" fmla="*/ 15166 w 965908"/>
                <a:gd name="connsiteY42" fmla="*/ 68349 h 560082"/>
                <a:gd name="connsiteX43" fmla="*/ 4739 w 965908"/>
                <a:gd name="connsiteY43" fmla="*/ 23732 h 560082"/>
                <a:gd name="connsiteX44" fmla="*/ 0 w 965908"/>
                <a:gd name="connsiteY44" fmla="*/ 2848 h 560082"/>
                <a:gd name="connsiteX45" fmla="*/ 0 w 965908"/>
                <a:gd name="connsiteY45" fmla="*/ 0 h 560082"/>
                <a:gd name="connsiteX46" fmla="*/ 3792 w 965908"/>
                <a:gd name="connsiteY46" fmla="*/ 0 h 560082"/>
                <a:gd name="connsiteX47" fmla="*/ 49291 w 965908"/>
                <a:gd name="connsiteY47" fmla="*/ 0 h 560082"/>
                <a:gd name="connsiteX48" fmla="*/ 77728 w 965908"/>
                <a:gd name="connsiteY48" fmla="*/ 2848 h 560082"/>
                <a:gd name="connsiteX49" fmla="*/ 117539 w 965908"/>
                <a:gd name="connsiteY49" fmla="*/ 10442 h 560082"/>
                <a:gd name="connsiteX50" fmla="*/ 182944 w 965908"/>
                <a:gd name="connsiteY50" fmla="*/ 33225 h 560082"/>
                <a:gd name="connsiteX51" fmla="*/ 197163 w 965908"/>
                <a:gd name="connsiteY51" fmla="*/ 41769 h 560082"/>
                <a:gd name="connsiteX52" fmla="*/ 201902 w 965908"/>
                <a:gd name="connsiteY52" fmla="*/ 44617 h 560082"/>
                <a:gd name="connsiteX53" fmla="*/ 255933 w 965908"/>
                <a:gd name="connsiteY53" fmla="*/ 85436 h 560082"/>
                <a:gd name="connsiteX54" fmla="*/ 323233 w 965908"/>
                <a:gd name="connsiteY54" fmla="*/ 207895 h 560082"/>
                <a:gd name="connsiteX55" fmla="*/ 328921 w 965908"/>
                <a:gd name="connsiteY55" fmla="*/ 238273 h 560082"/>
                <a:gd name="connsiteX56" fmla="*/ 332712 w 965908"/>
                <a:gd name="connsiteY56" fmla="*/ 262005 h 560082"/>
                <a:gd name="connsiteX57" fmla="*/ 334608 w 965908"/>
                <a:gd name="connsiteY57" fmla="*/ 293332 h 560082"/>
                <a:gd name="connsiteX58" fmla="*/ 334608 w 965908"/>
                <a:gd name="connsiteY58" fmla="*/ 314216 h 560082"/>
                <a:gd name="connsiteX59" fmla="*/ 335556 w 965908"/>
                <a:gd name="connsiteY59" fmla="*/ 318962 h 560082"/>
                <a:gd name="connsiteX60" fmla="*/ 337452 w 965908"/>
                <a:gd name="connsiteY60" fmla="*/ 316115 h 560082"/>
                <a:gd name="connsiteX61" fmla="*/ 380107 w 965908"/>
                <a:gd name="connsiteY61" fmla="*/ 241120 h 560082"/>
                <a:gd name="connsiteX62" fmla="*/ 410440 w 965908"/>
                <a:gd name="connsiteY62" fmla="*/ 204098 h 560082"/>
                <a:gd name="connsiteX63" fmla="*/ 516605 w 965908"/>
                <a:gd name="connsiteY63" fmla="*/ 123408 h 560082"/>
                <a:gd name="connsiteX64" fmla="*/ 612343 w 965908"/>
                <a:gd name="connsiteY64" fmla="*/ 84487 h 560082"/>
                <a:gd name="connsiteX65" fmla="*/ 638884 w 965908"/>
                <a:gd name="connsiteY65" fmla="*/ 75943 h 560082"/>
                <a:gd name="connsiteX66" fmla="*/ 680591 w 965908"/>
                <a:gd name="connsiteY66" fmla="*/ 67400 h 560082"/>
                <a:gd name="connsiteX67" fmla="*/ 715663 w 965908"/>
                <a:gd name="connsiteY67" fmla="*/ 60755 h 560082"/>
                <a:gd name="connsiteX68" fmla="*/ 742205 w 965908"/>
                <a:gd name="connsiteY68" fmla="*/ 56958 h 560082"/>
                <a:gd name="connsiteX69" fmla="*/ 770642 w 965908"/>
                <a:gd name="connsiteY69" fmla="*/ 54110 h 560082"/>
                <a:gd name="connsiteX70" fmla="*/ 803818 w 965908"/>
                <a:gd name="connsiteY70" fmla="*/ 51262 h 560082"/>
                <a:gd name="connsiteX71" fmla="*/ 868275 w 965908"/>
                <a:gd name="connsiteY71" fmla="*/ 50313 h 560082"/>
                <a:gd name="connsiteX72" fmla="*/ 923253 w 965908"/>
                <a:gd name="connsiteY72" fmla="*/ 52211 h 560082"/>
                <a:gd name="connsiteX73" fmla="*/ 948847 w 965908"/>
                <a:gd name="connsiteY73" fmla="*/ 55059 h 560082"/>
                <a:gd name="connsiteX74" fmla="*/ 962117 w 965908"/>
                <a:gd name="connsiteY74" fmla="*/ 56008 h 560082"/>
                <a:gd name="connsiteX75" fmla="*/ 965909 w 965908"/>
                <a:gd name="connsiteY75" fmla="*/ 56008 h 560082"/>
                <a:gd name="connsiteX76" fmla="*/ 964961 w 965908"/>
                <a:gd name="connsiteY76" fmla="*/ 59805 h 560082"/>
                <a:gd name="connsiteX77" fmla="*/ 942211 w 965908"/>
                <a:gd name="connsiteY77" fmla="*/ 112017 h 560082"/>
                <a:gd name="connsiteX78" fmla="*/ 904295 w 965908"/>
                <a:gd name="connsiteY78" fmla="*/ 192706 h 560082"/>
                <a:gd name="connsiteX79" fmla="*/ 848369 w 965908"/>
                <a:gd name="connsiteY79" fmla="*/ 286686 h 560082"/>
                <a:gd name="connsiteX80" fmla="*/ 771589 w 965908"/>
                <a:gd name="connsiteY80" fmla="*/ 380667 h 560082"/>
                <a:gd name="connsiteX81" fmla="*/ 685331 w 965908"/>
                <a:gd name="connsiteY81" fmla="*/ 450914 h 560082"/>
                <a:gd name="connsiteX82" fmla="*/ 559260 w 965908"/>
                <a:gd name="connsiteY82" fmla="*/ 517365 h 560082"/>
                <a:gd name="connsiteX83" fmla="*/ 489116 w 965908"/>
                <a:gd name="connsiteY83" fmla="*/ 541097 h 560082"/>
                <a:gd name="connsiteX84" fmla="*/ 436033 w 965908"/>
                <a:gd name="connsiteY84" fmla="*/ 553438 h 560082"/>
                <a:gd name="connsiteX85" fmla="*/ 400961 w 965908"/>
                <a:gd name="connsiteY85" fmla="*/ 557235 h 560082"/>
                <a:gd name="connsiteX86" fmla="*/ 348827 w 965908"/>
                <a:gd name="connsiteY86" fmla="*/ 559134 h 560082"/>
                <a:gd name="connsiteX87" fmla="*/ 339348 w 965908"/>
                <a:gd name="connsiteY87" fmla="*/ 560083 h 56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65908" h="560082">
                  <a:moveTo>
                    <a:pt x="339348" y="560083"/>
                  </a:moveTo>
                  <a:cubicBezTo>
                    <a:pt x="340296" y="556286"/>
                    <a:pt x="341243" y="553438"/>
                    <a:pt x="343139" y="549641"/>
                  </a:cubicBezTo>
                  <a:cubicBezTo>
                    <a:pt x="357358" y="518314"/>
                    <a:pt x="375368" y="488886"/>
                    <a:pt x="395274" y="461356"/>
                  </a:cubicBezTo>
                  <a:cubicBezTo>
                    <a:pt x="411388" y="439523"/>
                    <a:pt x="426554" y="417689"/>
                    <a:pt x="444564" y="396804"/>
                  </a:cubicBezTo>
                  <a:cubicBezTo>
                    <a:pt x="454043" y="385413"/>
                    <a:pt x="464470" y="374971"/>
                    <a:pt x="474897" y="364529"/>
                  </a:cubicBezTo>
                  <a:cubicBezTo>
                    <a:pt x="489116" y="350289"/>
                    <a:pt x="503334" y="336050"/>
                    <a:pt x="516605" y="322760"/>
                  </a:cubicBezTo>
                  <a:cubicBezTo>
                    <a:pt x="528927" y="310419"/>
                    <a:pt x="542198" y="299977"/>
                    <a:pt x="555469" y="289534"/>
                  </a:cubicBezTo>
                  <a:cubicBezTo>
                    <a:pt x="573479" y="274346"/>
                    <a:pt x="591489" y="259157"/>
                    <a:pt x="610447" y="244918"/>
                  </a:cubicBezTo>
                  <a:cubicBezTo>
                    <a:pt x="631300" y="229729"/>
                    <a:pt x="652154" y="215490"/>
                    <a:pt x="673008" y="200301"/>
                  </a:cubicBezTo>
                  <a:cubicBezTo>
                    <a:pt x="699549" y="181315"/>
                    <a:pt x="727038" y="165177"/>
                    <a:pt x="755475" y="149039"/>
                  </a:cubicBezTo>
                  <a:cubicBezTo>
                    <a:pt x="756423" y="148090"/>
                    <a:pt x="757371" y="147140"/>
                    <a:pt x="759267" y="146191"/>
                  </a:cubicBezTo>
                  <a:cubicBezTo>
                    <a:pt x="756423" y="145242"/>
                    <a:pt x="755475" y="145242"/>
                    <a:pt x="753579" y="146191"/>
                  </a:cubicBezTo>
                  <a:cubicBezTo>
                    <a:pt x="724195" y="157583"/>
                    <a:pt x="694810" y="168974"/>
                    <a:pt x="667321" y="182264"/>
                  </a:cubicBezTo>
                  <a:cubicBezTo>
                    <a:pt x="642675" y="194605"/>
                    <a:pt x="618030" y="206946"/>
                    <a:pt x="595280" y="221185"/>
                  </a:cubicBezTo>
                  <a:cubicBezTo>
                    <a:pt x="556416" y="245867"/>
                    <a:pt x="517553" y="272447"/>
                    <a:pt x="482480" y="303774"/>
                  </a:cubicBezTo>
                  <a:cubicBezTo>
                    <a:pt x="454991" y="328455"/>
                    <a:pt x="428450" y="354086"/>
                    <a:pt x="404753" y="382565"/>
                  </a:cubicBezTo>
                  <a:cubicBezTo>
                    <a:pt x="380107" y="412942"/>
                    <a:pt x="357358" y="445218"/>
                    <a:pt x="336504" y="479393"/>
                  </a:cubicBezTo>
                  <a:cubicBezTo>
                    <a:pt x="327025" y="496480"/>
                    <a:pt x="318494" y="513568"/>
                    <a:pt x="309963" y="531604"/>
                  </a:cubicBezTo>
                  <a:cubicBezTo>
                    <a:pt x="308067" y="535401"/>
                    <a:pt x="306171" y="540148"/>
                    <a:pt x="304275" y="543945"/>
                  </a:cubicBezTo>
                  <a:cubicBezTo>
                    <a:pt x="303328" y="545844"/>
                    <a:pt x="301432" y="547742"/>
                    <a:pt x="300484" y="549641"/>
                  </a:cubicBezTo>
                  <a:cubicBezTo>
                    <a:pt x="300484" y="549641"/>
                    <a:pt x="299536" y="549641"/>
                    <a:pt x="299536" y="549641"/>
                  </a:cubicBezTo>
                  <a:cubicBezTo>
                    <a:pt x="299536" y="548691"/>
                    <a:pt x="299536" y="546793"/>
                    <a:pt x="299536" y="545844"/>
                  </a:cubicBezTo>
                  <a:cubicBezTo>
                    <a:pt x="299536" y="516415"/>
                    <a:pt x="299536" y="486987"/>
                    <a:pt x="299536" y="457559"/>
                  </a:cubicBezTo>
                  <a:cubicBezTo>
                    <a:pt x="299536" y="447117"/>
                    <a:pt x="299536" y="436675"/>
                    <a:pt x="299536" y="426233"/>
                  </a:cubicBezTo>
                  <a:cubicBezTo>
                    <a:pt x="299536" y="414841"/>
                    <a:pt x="297640" y="404399"/>
                    <a:pt x="296692" y="393007"/>
                  </a:cubicBezTo>
                  <a:cubicBezTo>
                    <a:pt x="295744" y="386362"/>
                    <a:pt x="295744" y="379717"/>
                    <a:pt x="294796" y="373072"/>
                  </a:cubicBezTo>
                  <a:cubicBezTo>
                    <a:pt x="292901" y="343644"/>
                    <a:pt x="287213" y="315165"/>
                    <a:pt x="278682" y="287636"/>
                  </a:cubicBezTo>
                  <a:cubicBezTo>
                    <a:pt x="272995" y="268650"/>
                    <a:pt x="266360" y="248715"/>
                    <a:pt x="257828" y="230678"/>
                  </a:cubicBezTo>
                  <a:cubicBezTo>
                    <a:pt x="238870" y="192706"/>
                    <a:pt x="214225" y="160431"/>
                    <a:pt x="182944" y="132901"/>
                  </a:cubicBezTo>
                  <a:cubicBezTo>
                    <a:pt x="163986" y="116763"/>
                    <a:pt x="143133" y="101574"/>
                    <a:pt x="121331" y="89234"/>
                  </a:cubicBezTo>
                  <a:cubicBezTo>
                    <a:pt x="116592" y="86386"/>
                    <a:pt x="111852" y="83538"/>
                    <a:pt x="106165" y="80690"/>
                  </a:cubicBezTo>
                  <a:cubicBezTo>
                    <a:pt x="106165" y="82588"/>
                    <a:pt x="107113" y="83538"/>
                    <a:pt x="108060" y="84487"/>
                  </a:cubicBezTo>
                  <a:cubicBezTo>
                    <a:pt x="114696" y="90183"/>
                    <a:pt x="121331" y="95879"/>
                    <a:pt x="127966" y="101574"/>
                  </a:cubicBezTo>
                  <a:cubicBezTo>
                    <a:pt x="163039" y="132901"/>
                    <a:pt x="194319" y="168974"/>
                    <a:pt x="220860" y="207895"/>
                  </a:cubicBezTo>
                  <a:cubicBezTo>
                    <a:pt x="235079" y="228780"/>
                    <a:pt x="246454" y="249664"/>
                    <a:pt x="255933" y="273396"/>
                  </a:cubicBezTo>
                  <a:cubicBezTo>
                    <a:pt x="260672" y="285737"/>
                    <a:pt x="264464" y="298078"/>
                    <a:pt x="269203" y="310419"/>
                  </a:cubicBezTo>
                  <a:cubicBezTo>
                    <a:pt x="270151" y="312317"/>
                    <a:pt x="270151" y="315165"/>
                    <a:pt x="271099" y="318013"/>
                  </a:cubicBezTo>
                  <a:cubicBezTo>
                    <a:pt x="268255" y="319912"/>
                    <a:pt x="265412" y="320861"/>
                    <a:pt x="261620" y="320861"/>
                  </a:cubicBezTo>
                  <a:cubicBezTo>
                    <a:pt x="238870" y="318013"/>
                    <a:pt x="217069" y="316115"/>
                    <a:pt x="195267" y="310419"/>
                  </a:cubicBezTo>
                  <a:cubicBezTo>
                    <a:pt x="175361" y="305672"/>
                    <a:pt x="155455" y="298078"/>
                    <a:pt x="137445" y="287636"/>
                  </a:cubicBezTo>
                  <a:cubicBezTo>
                    <a:pt x="110904" y="271498"/>
                    <a:pt x="90050" y="250613"/>
                    <a:pt x="72988" y="224982"/>
                  </a:cubicBezTo>
                  <a:cubicBezTo>
                    <a:pt x="52134" y="192706"/>
                    <a:pt x="36968" y="158532"/>
                    <a:pt x="28437" y="120560"/>
                  </a:cubicBezTo>
                  <a:cubicBezTo>
                    <a:pt x="24645" y="102524"/>
                    <a:pt x="18958" y="85436"/>
                    <a:pt x="15166" y="68349"/>
                  </a:cubicBezTo>
                  <a:cubicBezTo>
                    <a:pt x="11375" y="53160"/>
                    <a:pt x="8531" y="37972"/>
                    <a:pt x="4739" y="23732"/>
                  </a:cubicBezTo>
                  <a:cubicBezTo>
                    <a:pt x="2844" y="17087"/>
                    <a:pt x="1896" y="10442"/>
                    <a:pt x="0" y="2848"/>
                  </a:cubicBezTo>
                  <a:cubicBezTo>
                    <a:pt x="0" y="1899"/>
                    <a:pt x="0" y="949"/>
                    <a:pt x="0" y="0"/>
                  </a:cubicBezTo>
                  <a:cubicBezTo>
                    <a:pt x="1896" y="0"/>
                    <a:pt x="2844" y="0"/>
                    <a:pt x="3792" y="0"/>
                  </a:cubicBezTo>
                  <a:cubicBezTo>
                    <a:pt x="18958" y="0"/>
                    <a:pt x="34124" y="0"/>
                    <a:pt x="49291" y="0"/>
                  </a:cubicBezTo>
                  <a:cubicBezTo>
                    <a:pt x="58770" y="0"/>
                    <a:pt x="68249" y="1899"/>
                    <a:pt x="77728" y="2848"/>
                  </a:cubicBezTo>
                  <a:cubicBezTo>
                    <a:pt x="90998" y="4746"/>
                    <a:pt x="104269" y="7594"/>
                    <a:pt x="117539" y="10442"/>
                  </a:cubicBezTo>
                  <a:cubicBezTo>
                    <a:pt x="140289" y="15189"/>
                    <a:pt x="162091" y="23732"/>
                    <a:pt x="182944" y="33225"/>
                  </a:cubicBezTo>
                  <a:cubicBezTo>
                    <a:pt x="187684" y="35124"/>
                    <a:pt x="192423" y="38921"/>
                    <a:pt x="197163" y="41769"/>
                  </a:cubicBezTo>
                  <a:cubicBezTo>
                    <a:pt x="199059" y="42718"/>
                    <a:pt x="200007" y="43667"/>
                    <a:pt x="201902" y="44617"/>
                  </a:cubicBezTo>
                  <a:cubicBezTo>
                    <a:pt x="222756" y="55059"/>
                    <a:pt x="239818" y="69298"/>
                    <a:pt x="255933" y="85436"/>
                  </a:cubicBezTo>
                  <a:cubicBezTo>
                    <a:pt x="290057" y="119611"/>
                    <a:pt x="311859" y="161380"/>
                    <a:pt x="323233" y="207895"/>
                  </a:cubicBezTo>
                  <a:cubicBezTo>
                    <a:pt x="326077" y="218337"/>
                    <a:pt x="327025" y="227830"/>
                    <a:pt x="328921" y="238273"/>
                  </a:cubicBezTo>
                  <a:cubicBezTo>
                    <a:pt x="329869" y="245867"/>
                    <a:pt x="331765" y="253461"/>
                    <a:pt x="332712" y="262005"/>
                  </a:cubicBezTo>
                  <a:cubicBezTo>
                    <a:pt x="333660" y="272447"/>
                    <a:pt x="333660" y="282889"/>
                    <a:pt x="334608" y="293332"/>
                  </a:cubicBezTo>
                  <a:cubicBezTo>
                    <a:pt x="334608" y="299977"/>
                    <a:pt x="334608" y="307571"/>
                    <a:pt x="334608" y="314216"/>
                  </a:cubicBezTo>
                  <a:cubicBezTo>
                    <a:pt x="334608" y="316115"/>
                    <a:pt x="334608" y="317064"/>
                    <a:pt x="335556" y="318962"/>
                  </a:cubicBezTo>
                  <a:cubicBezTo>
                    <a:pt x="336504" y="318013"/>
                    <a:pt x="336504" y="317064"/>
                    <a:pt x="337452" y="316115"/>
                  </a:cubicBezTo>
                  <a:cubicBezTo>
                    <a:pt x="348827" y="289534"/>
                    <a:pt x="363993" y="265802"/>
                    <a:pt x="380107" y="241120"/>
                  </a:cubicBezTo>
                  <a:cubicBezTo>
                    <a:pt x="388638" y="227830"/>
                    <a:pt x="399065" y="215490"/>
                    <a:pt x="410440" y="204098"/>
                  </a:cubicBezTo>
                  <a:cubicBezTo>
                    <a:pt x="441721" y="171822"/>
                    <a:pt x="476793" y="144293"/>
                    <a:pt x="516605" y="123408"/>
                  </a:cubicBezTo>
                  <a:cubicBezTo>
                    <a:pt x="546938" y="107270"/>
                    <a:pt x="579166" y="93980"/>
                    <a:pt x="612343" y="84487"/>
                  </a:cubicBezTo>
                  <a:cubicBezTo>
                    <a:pt x="620874" y="81639"/>
                    <a:pt x="629405" y="78791"/>
                    <a:pt x="638884" y="75943"/>
                  </a:cubicBezTo>
                  <a:cubicBezTo>
                    <a:pt x="652154" y="71197"/>
                    <a:pt x="667321" y="69298"/>
                    <a:pt x="680591" y="67400"/>
                  </a:cubicBezTo>
                  <a:cubicBezTo>
                    <a:pt x="691966" y="65501"/>
                    <a:pt x="704289" y="62653"/>
                    <a:pt x="715663" y="60755"/>
                  </a:cubicBezTo>
                  <a:cubicBezTo>
                    <a:pt x="724195" y="59805"/>
                    <a:pt x="733673" y="57907"/>
                    <a:pt x="742205" y="56958"/>
                  </a:cubicBezTo>
                  <a:cubicBezTo>
                    <a:pt x="751684" y="56008"/>
                    <a:pt x="761163" y="55059"/>
                    <a:pt x="770642" y="54110"/>
                  </a:cubicBezTo>
                  <a:cubicBezTo>
                    <a:pt x="782016" y="53160"/>
                    <a:pt x="792443" y="52211"/>
                    <a:pt x="803818" y="51262"/>
                  </a:cubicBezTo>
                  <a:cubicBezTo>
                    <a:pt x="825620" y="49363"/>
                    <a:pt x="847421" y="50313"/>
                    <a:pt x="868275" y="50313"/>
                  </a:cubicBezTo>
                  <a:cubicBezTo>
                    <a:pt x="886285" y="50313"/>
                    <a:pt x="904295" y="51262"/>
                    <a:pt x="923253" y="52211"/>
                  </a:cubicBezTo>
                  <a:cubicBezTo>
                    <a:pt x="931784" y="53160"/>
                    <a:pt x="940315" y="54110"/>
                    <a:pt x="948847" y="55059"/>
                  </a:cubicBezTo>
                  <a:cubicBezTo>
                    <a:pt x="953586" y="56008"/>
                    <a:pt x="958325" y="56008"/>
                    <a:pt x="962117" y="56008"/>
                  </a:cubicBezTo>
                  <a:cubicBezTo>
                    <a:pt x="963065" y="56008"/>
                    <a:pt x="964013" y="56008"/>
                    <a:pt x="965909" y="56008"/>
                  </a:cubicBezTo>
                  <a:cubicBezTo>
                    <a:pt x="964961" y="57907"/>
                    <a:pt x="964961" y="58856"/>
                    <a:pt x="964961" y="59805"/>
                  </a:cubicBezTo>
                  <a:cubicBezTo>
                    <a:pt x="957378" y="76893"/>
                    <a:pt x="949794" y="94929"/>
                    <a:pt x="942211" y="112017"/>
                  </a:cubicBezTo>
                  <a:cubicBezTo>
                    <a:pt x="929889" y="138597"/>
                    <a:pt x="917566" y="166126"/>
                    <a:pt x="904295" y="192706"/>
                  </a:cubicBezTo>
                  <a:cubicBezTo>
                    <a:pt x="888181" y="224982"/>
                    <a:pt x="868275" y="256309"/>
                    <a:pt x="848369" y="286686"/>
                  </a:cubicBezTo>
                  <a:cubicBezTo>
                    <a:pt x="825620" y="320861"/>
                    <a:pt x="800974" y="352188"/>
                    <a:pt x="771589" y="380667"/>
                  </a:cubicBezTo>
                  <a:cubicBezTo>
                    <a:pt x="745048" y="407247"/>
                    <a:pt x="717559" y="430979"/>
                    <a:pt x="685331" y="450914"/>
                  </a:cubicBezTo>
                  <a:cubicBezTo>
                    <a:pt x="645519" y="475596"/>
                    <a:pt x="603811" y="499328"/>
                    <a:pt x="559260" y="517365"/>
                  </a:cubicBezTo>
                  <a:cubicBezTo>
                    <a:pt x="536511" y="526858"/>
                    <a:pt x="512813" y="533503"/>
                    <a:pt x="489116" y="541097"/>
                  </a:cubicBezTo>
                  <a:cubicBezTo>
                    <a:pt x="472053" y="545844"/>
                    <a:pt x="454043" y="550590"/>
                    <a:pt x="436033" y="553438"/>
                  </a:cubicBezTo>
                  <a:cubicBezTo>
                    <a:pt x="424659" y="555336"/>
                    <a:pt x="412336" y="556286"/>
                    <a:pt x="400961" y="557235"/>
                  </a:cubicBezTo>
                  <a:cubicBezTo>
                    <a:pt x="383899" y="558184"/>
                    <a:pt x="366837" y="558184"/>
                    <a:pt x="348827" y="559134"/>
                  </a:cubicBezTo>
                  <a:cubicBezTo>
                    <a:pt x="346931" y="560083"/>
                    <a:pt x="343139" y="560083"/>
                    <a:pt x="339348" y="560083"/>
                  </a:cubicBezTo>
                  <a:close/>
                </a:path>
              </a:pathLst>
            </a:custGeom>
            <a:solidFill>
              <a:schemeClr val="tx1"/>
            </a:solidFill>
            <a:ln w="9456" cap="flat">
              <a:noFill/>
              <a:prstDash val="solid"/>
              <a:miter/>
            </a:ln>
          </p:spPr>
          <p:txBody>
            <a:bodyPr rtlCol="0" anchor="ctr"/>
            <a:lstStyle/>
            <a:p>
              <a:endParaRPr lang="en-US" dirty="0">
                <a:latin typeface="Montserrat" pitchFamily="2" charset="77"/>
              </a:endParaRPr>
            </a:p>
          </p:txBody>
        </p:sp>
        <p:cxnSp>
          <p:nvCxnSpPr>
            <p:cNvPr id="24" name="Straight Connector 23">
              <a:extLst>
                <a:ext uri="{FF2B5EF4-FFF2-40B4-BE49-F238E27FC236}">
                  <a16:creationId xmlns:a16="http://schemas.microsoft.com/office/drawing/2014/main" id="{CCA25751-8E80-F06D-C9FC-48C38FB41158}"/>
                </a:ext>
              </a:extLst>
            </p:cNvPr>
            <p:cNvCxnSpPr>
              <a:cxnSpLocks/>
            </p:cNvCxnSpPr>
            <p:nvPr userDrawn="1"/>
          </p:nvCxnSpPr>
          <p:spPr>
            <a:xfrm flipV="1">
              <a:off x="10909578" y="2306350"/>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5DFD5C7-705F-287C-0BCC-98CB25D15F35}"/>
                </a:ext>
              </a:extLst>
            </p:cNvPr>
            <p:cNvCxnSpPr>
              <a:cxnSpLocks/>
            </p:cNvCxnSpPr>
            <p:nvPr userDrawn="1"/>
          </p:nvCxnSpPr>
          <p:spPr>
            <a:xfrm flipV="1">
              <a:off x="10909578" y="412365"/>
              <a:ext cx="0" cy="1638625"/>
            </a:xfrm>
            <a:prstGeom prst="line">
              <a:avLst/>
            </a:prstGeom>
            <a:ln w="6350">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sp>
        <p:nvSpPr>
          <p:cNvPr id="42" name="Rectangle 41">
            <a:extLst>
              <a:ext uri="{FF2B5EF4-FFF2-40B4-BE49-F238E27FC236}">
                <a16:creationId xmlns:a16="http://schemas.microsoft.com/office/drawing/2014/main" id="{CD6AED9B-1603-BC3E-366F-3F7FDB5EF96C}"/>
              </a:ext>
            </a:extLst>
          </p:cNvPr>
          <p:cNvSpPr/>
          <p:nvPr/>
        </p:nvSpPr>
        <p:spPr>
          <a:xfrm>
            <a:off x="716848" y="1852461"/>
            <a:ext cx="4043411" cy="3684329"/>
          </a:xfrm>
          <a:prstGeom prst="rect">
            <a:avLst/>
          </a:prstGeom>
          <a:solidFill>
            <a:srgbClr val="FFFFFF"/>
          </a:solidFill>
          <a:ln>
            <a:noFill/>
          </a:ln>
          <a:effectLst>
            <a:innerShdw blurRad="63500" dist="50800" dir="18900000">
              <a:prstClr val="black">
                <a:alpha val="12608"/>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itchFamily="2" charset="77"/>
            </a:endParaRPr>
          </a:p>
        </p:txBody>
      </p:sp>
      <p:pic>
        <p:nvPicPr>
          <p:cNvPr id="1026" name="Picture 2">
            <a:extLst>
              <a:ext uri="{FF2B5EF4-FFF2-40B4-BE49-F238E27FC236}">
                <a16:creationId xmlns:a16="http://schemas.microsoft.com/office/drawing/2014/main" id="{3AE770BB-6C6E-F816-826E-E5C09B89D8E2}"/>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864546" y="2014147"/>
            <a:ext cx="3727118" cy="3395909"/>
          </a:xfrm>
          <a:prstGeom prst="rect">
            <a:avLst/>
          </a:prstGeom>
          <a:noFill/>
          <a:extLst>
            <a:ext uri="{909E8E84-426E-40DD-AFC4-6F175D3DCCD1}">
              <a14:hiddenFill xmlns:a14="http://schemas.microsoft.com/office/drawing/2010/main">
                <a:solidFill>
                  <a:srgbClr val="FFFFFF"/>
                </a:solidFill>
              </a14:hiddenFill>
            </a:ext>
          </a:extLst>
        </p:spPr>
      </p:pic>
      <p:sp>
        <p:nvSpPr>
          <p:cNvPr id="3" name="Text Placeholder 17">
            <a:extLst>
              <a:ext uri="{FF2B5EF4-FFF2-40B4-BE49-F238E27FC236}">
                <a16:creationId xmlns:a16="http://schemas.microsoft.com/office/drawing/2014/main" id="{687E7087-E30B-C755-8DF8-B8EAA25BBF4D}"/>
              </a:ext>
            </a:extLst>
          </p:cNvPr>
          <p:cNvSpPr>
            <a:spLocks noGrp="1"/>
          </p:cNvSpPr>
          <p:nvPr/>
        </p:nvSpPr>
        <p:spPr>
          <a:xfrm>
            <a:off x="776535" y="1205015"/>
            <a:ext cx="4811465" cy="566938"/>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3560"/>
              </a:lnSpc>
            </a:pPr>
            <a:r>
              <a:rPr lang="en-US" sz="3600" dirty="0">
                <a:latin typeface="Montserrat ExtraBold" pitchFamily="2" charset="77"/>
              </a:rPr>
              <a:t>Facility Updates</a:t>
            </a:r>
          </a:p>
        </p:txBody>
      </p:sp>
      <p:grpSp>
        <p:nvGrpSpPr>
          <p:cNvPr id="13" name="Graphic 489">
            <a:extLst>
              <a:ext uri="{FF2B5EF4-FFF2-40B4-BE49-F238E27FC236}">
                <a16:creationId xmlns:a16="http://schemas.microsoft.com/office/drawing/2014/main" id="{54DD5B2F-FAA7-9F73-1C99-72E21B7069AB}"/>
              </a:ext>
            </a:extLst>
          </p:cNvPr>
          <p:cNvGrpSpPr/>
          <p:nvPr/>
        </p:nvGrpSpPr>
        <p:grpSpPr>
          <a:xfrm>
            <a:off x="1310953" y="816081"/>
            <a:ext cx="1619191" cy="388934"/>
            <a:chOff x="5666421" y="243443"/>
            <a:chExt cx="4707521" cy="1130758"/>
          </a:xfrm>
          <a:solidFill>
            <a:schemeClr val="tx1"/>
          </a:solidFill>
        </p:grpSpPr>
        <p:grpSp>
          <p:nvGrpSpPr>
            <p:cNvPr id="27" name="Graphic 489">
              <a:extLst>
                <a:ext uri="{FF2B5EF4-FFF2-40B4-BE49-F238E27FC236}">
                  <a16:creationId xmlns:a16="http://schemas.microsoft.com/office/drawing/2014/main" id="{F664CDB1-4DEA-7B80-6F96-F6815276D48D}"/>
                </a:ext>
              </a:extLst>
            </p:cNvPr>
            <p:cNvGrpSpPr/>
            <p:nvPr/>
          </p:nvGrpSpPr>
          <p:grpSpPr>
            <a:xfrm>
              <a:off x="5666421" y="243443"/>
              <a:ext cx="4707521" cy="1130758"/>
              <a:chOff x="5666421" y="243443"/>
              <a:chExt cx="4707521" cy="1130758"/>
            </a:xfrm>
            <a:grpFill/>
          </p:grpSpPr>
          <p:sp>
            <p:nvSpPr>
              <p:cNvPr id="29" name="Freeform 28">
                <a:extLst>
                  <a:ext uri="{FF2B5EF4-FFF2-40B4-BE49-F238E27FC236}">
                    <a16:creationId xmlns:a16="http://schemas.microsoft.com/office/drawing/2014/main" id="{B73043DF-2D8F-679D-760C-DECD69C9FEFC}"/>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0" name="Freeform 29">
                <a:extLst>
                  <a:ext uri="{FF2B5EF4-FFF2-40B4-BE49-F238E27FC236}">
                    <a16:creationId xmlns:a16="http://schemas.microsoft.com/office/drawing/2014/main" id="{F9AB06CF-E65B-9EA7-AC43-384A42A08C1F}"/>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1" name="Freeform 30">
                <a:extLst>
                  <a:ext uri="{FF2B5EF4-FFF2-40B4-BE49-F238E27FC236}">
                    <a16:creationId xmlns:a16="http://schemas.microsoft.com/office/drawing/2014/main" id="{4885B688-C947-8F0F-0962-3A57720873B5}"/>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2" name="Freeform 31">
                <a:extLst>
                  <a:ext uri="{FF2B5EF4-FFF2-40B4-BE49-F238E27FC236}">
                    <a16:creationId xmlns:a16="http://schemas.microsoft.com/office/drawing/2014/main" id="{0136445E-D736-4A2E-B077-01EEF7F1E5A8}"/>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3" name="Freeform 32">
                <a:extLst>
                  <a:ext uri="{FF2B5EF4-FFF2-40B4-BE49-F238E27FC236}">
                    <a16:creationId xmlns:a16="http://schemas.microsoft.com/office/drawing/2014/main" id="{FB6DF647-C956-581D-0E4B-8C6E39387450}"/>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4" name="Freeform 33">
                <a:extLst>
                  <a:ext uri="{FF2B5EF4-FFF2-40B4-BE49-F238E27FC236}">
                    <a16:creationId xmlns:a16="http://schemas.microsoft.com/office/drawing/2014/main" id="{FF221AA6-ACAA-A421-6BC8-172B612897BF}"/>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5" name="Freeform 34">
                <a:extLst>
                  <a:ext uri="{FF2B5EF4-FFF2-40B4-BE49-F238E27FC236}">
                    <a16:creationId xmlns:a16="http://schemas.microsoft.com/office/drawing/2014/main" id="{F330884E-99C3-33C9-327E-FE05D4DD63BF}"/>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6" name="Freeform 35">
                <a:extLst>
                  <a:ext uri="{FF2B5EF4-FFF2-40B4-BE49-F238E27FC236}">
                    <a16:creationId xmlns:a16="http://schemas.microsoft.com/office/drawing/2014/main" id="{9559B127-12B5-6411-DBEE-D6A92DA9BD6E}"/>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8" name="Freeform 37">
                <a:extLst>
                  <a:ext uri="{FF2B5EF4-FFF2-40B4-BE49-F238E27FC236}">
                    <a16:creationId xmlns:a16="http://schemas.microsoft.com/office/drawing/2014/main" id="{BE9D96AA-D29F-67E6-B88B-C2BCD0ED7E34}"/>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9" name="Freeform 38">
                <a:extLst>
                  <a:ext uri="{FF2B5EF4-FFF2-40B4-BE49-F238E27FC236}">
                    <a16:creationId xmlns:a16="http://schemas.microsoft.com/office/drawing/2014/main" id="{F016FD58-6CE7-2DC4-661F-66B2EEDE6F61}"/>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28" name="Freeform 27">
              <a:extLst>
                <a:ext uri="{FF2B5EF4-FFF2-40B4-BE49-F238E27FC236}">
                  <a16:creationId xmlns:a16="http://schemas.microsoft.com/office/drawing/2014/main" id="{022D10E1-EB8D-3FE8-8BFA-B28C654D552D}"/>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2" name="Slide Number Placeholder 1">
            <a:extLst>
              <a:ext uri="{FF2B5EF4-FFF2-40B4-BE49-F238E27FC236}">
                <a16:creationId xmlns:a16="http://schemas.microsoft.com/office/drawing/2014/main" id="{463BBE62-899F-98D5-958E-B0117305B214}"/>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29</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219328613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Map&#10;&#10;Description automatically generated">
            <a:extLst>
              <a:ext uri="{FF2B5EF4-FFF2-40B4-BE49-F238E27FC236}">
                <a16:creationId xmlns:a16="http://schemas.microsoft.com/office/drawing/2014/main" id="{B93F6E23-BBA7-F214-58F8-772D82F4E039}"/>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817198" y="1688061"/>
            <a:ext cx="7800113" cy="4498307"/>
          </a:xfrm>
          <a:prstGeom prst="rect">
            <a:avLst/>
          </a:prstGeom>
        </p:spPr>
      </p:pic>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6" name="Text Placeholder 17">
            <a:extLst>
              <a:ext uri="{FF2B5EF4-FFF2-40B4-BE49-F238E27FC236}">
                <a16:creationId xmlns:a16="http://schemas.microsoft.com/office/drawing/2014/main" id="{3D29D5C5-FA59-BD27-F1DD-BB2B2EFB8D97}"/>
              </a:ext>
            </a:extLst>
          </p:cNvPr>
          <p:cNvSpPr>
            <a:spLocks noGrp="1"/>
          </p:cNvSpPr>
          <p:nvPr/>
        </p:nvSpPr>
        <p:spPr>
          <a:xfrm>
            <a:off x="776535" y="825498"/>
            <a:ext cx="6806889" cy="1552391"/>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4060"/>
              </a:lnSpc>
            </a:pPr>
            <a:r>
              <a:rPr lang="en-US" sz="3600" dirty="0">
                <a:latin typeface="Montserrat ExtraBold" pitchFamily="2" charset="77"/>
              </a:rPr>
              <a:t>Dry and Refrigerated Distribution </a:t>
            </a:r>
          </a:p>
        </p:txBody>
      </p:sp>
      <p:grpSp>
        <p:nvGrpSpPr>
          <p:cNvPr id="7" name="Graphic 489">
            <a:extLst>
              <a:ext uri="{FF2B5EF4-FFF2-40B4-BE49-F238E27FC236}">
                <a16:creationId xmlns:a16="http://schemas.microsoft.com/office/drawing/2014/main" id="{990969DB-BCA7-75C5-0FD2-05ABEC73DE64}"/>
              </a:ext>
            </a:extLst>
          </p:cNvPr>
          <p:cNvGrpSpPr/>
          <p:nvPr/>
        </p:nvGrpSpPr>
        <p:grpSpPr>
          <a:xfrm>
            <a:off x="1213417" y="706353"/>
            <a:ext cx="1619191" cy="388934"/>
            <a:chOff x="5666421" y="243443"/>
            <a:chExt cx="4707521" cy="1130758"/>
          </a:xfrm>
          <a:solidFill>
            <a:schemeClr val="tx1"/>
          </a:solidFill>
        </p:grpSpPr>
        <p:grpSp>
          <p:nvGrpSpPr>
            <p:cNvPr id="19" name="Graphic 489">
              <a:extLst>
                <a:ext uri="{FF2B5EF4-FFF2-40B4-BE49-F238E27FC236}">
                  <a16:creationId xmlns:a16="http://schemas.microsoft.com/office/drawing/2014/main" id="{1E075DE1-614D-6F84-F576-45E4E3C5B4D3}"/>
                </a:ext>
              </a:extLst>
            </p:cNvPr>
            <p:cNvGrpSpPr/>
            <p:nvPr/>
          </p:nvGrpSpPr>
          <p:grpSpPr>
            <a:xfrm>
              <a:off x="5666421" y="243443"/>
              <a:ext cx="4707521" cy="1130758"/>
              <a:chOff x="5666421" y="243443"/>
              <a:chExt cx="4707521" cy="1130758"/>
            </a:xfrm>
            <a:grpFill/>
          </p:grpSpPr>
          <p:sp>
            <p:nvSpPr>
              <p:cNvPr id="21" name="Freeform 20">
                <a:extLst>
                  <a:ext uri="{FF2B5EF4-FFF2-40B4-BE49-F238E27FC236}">
                    <a16:creationId xmlns:a16="http://schemas.microsoft.com/office/drawing/2014/main" id="{83A1FA37-557F-D40B-A53C-02E1D0C1A552}"/>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2" name="Freeform 21">
                <a:extLst>
                  <a:ext uri="{FF2B5EF4-FFF2-40B4-BE49-F238E27FC236}">
                    <a16:creationId xmlns:a16="http://schemas.microsoft.com/office/drawing/2014/main" id="{43EF31EF-7418-7A3D-CFC8-FB4D1A211B65}"/>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3" name="Freeform 22">
                <a:extLst>
                  <a:ext uri="{FF2B5EF4-FFF2-40B4-BE49-F238E27FC236}">
                    <a16:creationId xmlns:a16="http://schemas.microsoft.com/office/drawing/2014/main" id="{89EF775D-FD11-D2BF-9F2D-6CCA75C98119}"/>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4" name="Freeform 23">
                <a:extLst>
                  <a:ext uri="{FF2B5EF4-FFF2-40B4-BE49-F238E27FC236}">
                    <a16:creationId xmlns:a16="http://schemas.microsoft.com/office/drawing/2014/main" id="{61CB3196-319A-DFE8-53DE-B60E57DCBC1C}"/>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5" name="Freeform 24">
                <a:extLst>
                  <a:ext uri="{FF2B5EF4-FFF2-40B4-BE49-F238E27FC236}">
                    <a16:creationId xmlns:a16="http://schemas.microsoft.com/office/drawing/2014/main" id="{4EB00D2A-A146-43AE-5D4B-C42366267885}"/>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6" name="Freeform 25">
                <a:extLst>
                  <a:ext uri="{FF2B5EF4-FFF2-40B4-BE49-F238E27FC236}">
                    <a16:creationId xmlns:a16="http://schemas.microsoft.com/office/drawing/2014/main" id="{06DBE0F6-276E-3AF8-0777-03F462C1E63E}"/>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7" name="Freeform 26">
                <a:extLst>
                  <a:ext uri="{FF2B5EF4-FFF2-40B4-BE49-F238E27FC236}">
                    <a16:creationId xmlns:a16="http://schemas.microsoft.com/office/drawing/2014/main" id="{720C560C-0599-9929-1870-B540A47632F9}"/>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8" name="Freeform 27">
                <a:extLst>
                  <a:ext uri="{FF2B5EF4-FFF2-40B4-BE49-F238E27FC236}">
                    <a16:creationId xmlns:a16="http://schemas.microsoft.com/office/drawing/2014/main" id="{29AAD6BB-106F-EFE1-2E95-BB032070256E}"/>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9" name="Freeform 28">
                <a:extLst>
                  <a:ext uri="{FF2B5EF4-FFF2-40B4-BE49-F238E27FC236}">
                    <a16:creationId xmlns:a16="http://schemas.microsoft.com/office/drawing/2014/main" id="{253126E8-648F-920E-4720-49D854B0ADCD}"/>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0" name="Freeform 29">
                <a:extLst>
                  <a:ext uri="{FF2B5EF4-FFF2-40B4-BE49-F238E27FC236}">
                    <a16:creationId xmlns:a16="http://schemas.microsoft.com/office/drawing/2014/main" id="{15B28C69-2DAE-D1D2-179E-EE06B521BB04}"/>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20" name="Freeform 19">
              <a:extLst>
                <a:ext uri="{FF2B5EF4-FFF2-40B4-BE49-F238E27FC236}">
                  <a16:creationId xmlns:a16="http://schemas.microsoft.com/office/drawing/2014/main" id="{B3E5C29C-1B2A-BA24-D0C9-107078CF2440}"/>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4" name="Slide Number Placeholder 1">
            <a:extLst>
              <a:ext uri="{FF2B5EF4-FFF2-40B4-BE49-F238E27FC236}">
                <a16:creationId xmlns:a16="http://schemas.microsoft.com/office/drawing/2014/main" id="{DF7C7DE2-E80D-C585-DA80-B94D33D0BE05}"/>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30</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390522512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map&#10;&#10;Description automatically generated">
            <a:extLst>
              <a:ext uri="{FF2B5EF4-FFF2-40B4-BE49-F238E27FC236}">
                <a16:creationId xmlns:a16="http://schemas.microsoft.com/office/drawing/2014/main" id="{2D2970DA-F151-D1FC-94AC-CF6CA98405FC}"/>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144381" y="1679794"/>
            <a:ext cx="7656576" cy="4360272"/>
          </a:xfrm>
          <a:prstGeom prst="rect">
            <a:avLst/>
          </a:prstGeom>
        </p:spPr>
      </p:pic>
      <p:pic>
        <p:nvPicPr>
          <p:cNvPr id="37" name="Picture 36" hidden="1">
            <a:extLst>
              <a:ext uri="{FF2B5EF4-FFF2-40B4-BE49-F238E27FC236}">
                <a16:creationId xmlns:a16="http://schemas.microsoft.com/office/drawing/2014/main" id="{407F72A0-FA23-B0C4-AF64-35FCB6BBAB6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83848" y="-54429"/>
            <a:ext cx="12559696" cy="6912429"/>
          </a:xfrm>
          <a:prstGeom prst="rect">
            <a:avLst/>
          </a:prstGeom>
        </p:spPr>
      </p:pic>
      <p:sp>
        <p:nvSpPr>
          <p:cNvPr id="6" name="Text Placeholder 17">
            <a:extLst>
              <a:ext uri="{FF2B5EF4-FFF2-40B4-BE49-F238E27FC236}">
                <a16:creationId xmlns:a16="http://schemas.microsoft.com/office/drawing/2014/main" id="{3D29D5C5-FA59-BD27-F1DD-BB2B2EFB8D97}"/>
              </a:ext>
            </a:extLst>
          </p:cNvPr>
          <p:cNvSpPr>
            <a:spLocks noGrp="1"/>
          </p:cNvSpPr>
          <p:nvPr/>
        </p:nvSpPr>
        <p:spPr>
          <a:xfrm>
            <a:off x="776535" y="977963"/>
            <a:ext cx="6928809" cy="989184"/>
          </a:xfrm>
          <a:prstGeom prst="rect">
            <a:avLst/>
          </a:prstGeom>
        </p:spPr>
        <p:txBody>
          <a:bodyPr vert="horz" lIns="91440" tIns="45720" rIns="91440" bIns="45720" rtlCol="0" anchor="ctr">
            <a:noAutofit/>
          </a:bodyPr>
          <a:lstStyle>
            <a:lvl1pPr marL="0" indent="0" algn="l" defTabSz="914400" rtl="0" eaLnBrk="1" latinLnBrk="0" hangingPunct="1">
              <a:lnSpc>
                <a:spcPct val="100000"/>
              </a:lnSpc>
              <a:spcBef>
                <a:spcPts val="1000"/>
              </a:spcBef>
              <a:buFont typeface="Arial" panose="020B0604020202020204" pitchFamily="34" charset="0"/>
              <a:buNone/>
              <a:defRPr sz="4800" b="1" i="0" kern="1200">
                <a:solidFill>
                  <a:schemeClr val="bg1"/>
                </a:solidFill>
                <a:latin typeface="Gotham Black" pitchFamily="2"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b="0" i="0" kern="1200">
                <a:solidFill>
                  <a:schemeClr val="accent5"/>
                </a:solidFill>
                <a:latin typeface="Gotham Book" pitchFamily="2"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4760"/>
              </a:lnSpc>
            </a:pPr>
            <a:r>
              <a:rPr lang="en-US" dirty="0">
                <a:latin typeface="Montserrat ExtraBold" pitchFamily="2" charset="77"/>
              </a:rPr>
              <a:t>Frozen Distribution</a:t>
            </a:r>
          </a:p>
        </p:txBody>
      </p:sp>
      <p:grpSp>
        <p:nvGrpSpPr>
          <p:cNvPr id="7" name="Graphic 489">
            <a:extLst>
              <a:ext uri="{FF2B5EF4-FFF2-40B4-BE49-F238E27FC236}">
                <a16:creationId xmlns:a16="http://schemas.microsoft.com/office/drawing/2014/main" id="{3E10D574-FEDE-9D8A-6252-94B4EC9E141E}"/>
              </a:ext>
            </a:extLst>
          </p:cNvPr>
          <p:cNvGrpSpPr/>
          <p:nvPr/>
        </p:nvGrpSpPr>
        <p:grpSpPr>
          <a:xfrm>
            <a:off x="1396297" y="816081"/>
            <a:ext cx="1619191" cy="388934"/>
            <a:chOff x="5666421" y="243443"/>
            <a:chExt cx="4707521" cy="1130758"/>
          </a:xfrm>
          <a:solidFill>
            <a:schemeClr val="tx1"/>
          </a:solidFill>
        </p:grpSpPr>
        <p:grpSp>
          <p:nvGrpSpPr>
            <p:cNvPr id="19" name="Graphic 489">
              <a:extLst>
                <a:ext uri="{FF2B5EF4-FFF2-40B4-BE49-F238E27FC236}">
                  <a16:creationId xmlns:a16="http://schemas.microsoft.com/office/drawing/2014/main" id="{9161A6E2-7340-C4AC-CFC1-730DEE9BB934}"/>
                </a:ext>
              </a:extLst>
            </p:cNvPr>
            <p:cNvGrpSpPr/>
            <p:nvPr/>
          </p:nvGrpSpPr>
          <p:grpSpPr>
            <a:xfrm>
              <a:off x="5666421" y="243443"/>
              <a:ext cx="4707521" cy="1130758"/>
              <a:chOff x="5666421" y="243443"/>
              <a:chExt cx="4707521" cy="1130758"/>
            </a:xfrm>
            <a:grpFill/>
          </p:grpSpPr>
          <p:sp>
            <p:nvSpPr>
              <p:cNvPr id="21" name="Freeform 20">
                <a:extLst>
                  <a:ext uri="{FF2B5EF4-FFF2-40B4-BE49-F238E27FC236}">
                    <a16:creationId xmlns:a16="http://schemas.microsoft.com/office/drawing/2014/main" id="{1AF9E7C9-9BD3-DA79-A972-5966ACC431E3}"/>
                  </a:ext>
                </a:extLst>
              </p:cNvPr>
              <p:cNvSpPr/>
              <p:nvPr/>
            </p:nvSpPr>
            <p:spPr>
              <a:xfrm>
                <a:off x="5666421" y="247411"/>
                <a:ext cx="1146492" cy="1056698"/>
              </a:xfrm>
              <a:custGeom>
                <a:avLst/>
                <a:gdLst>
                  <a:gd name="connsiteX0" fmla="*/ 566545 w 1146492"/>
                  <a:gd name="connsiteY0" fmla="*/ 92919 h 1056698"/>
                  <a:gd name="connsiteX1" fmla="*/ 578526 w 1146492"/>
                  <a:gd name="connsiteY1" fmla="*/ 79085 h 1056698"/>
                  <a:gd name="connsiteX2" fmla="*/ 561015 w 1146492"/>
                  <a:gd name="connsiteY2" fmla="*/ 82774 h 1056698"/>
                  <a:gd name="connsiteX3" fmla="*/ 556407 w 1146492"/>
                  <a:gd name="connsiteY3" fmla="*/ 86463 h 1056698"/>
                  <a:gd name="connsiteX4" fmla="*/ 549956 w 1146492"/>
                  <a:gd name="connsiteY4" fmla="*/ 90153 h 1056698"/>
                  <a:gd name="connsiteX5" fmla="*/ 550877 w 1146492"/>
                  <a:gd name="connsiteY5" fmla="*/ 91075 h 1056698"/>
                  <a:gd name="connsiteX6" fmla="*/ 553642 w 1146492"/>
                  <a:gd name="connsiteY6" fmla="*/ 92919 h 1056698"/>
                  <a:gd name="connsiteX7" fmla="*/ 543504 w 1146492"/>
                  <a:gd name="connsiteY7" fmla="*/ 97531 h 1056698"/>
                  <a:gd name="connsiteX8" fmla="*/ 537053 w 1146492"/>
                  <a:gd name="connsiteY8" fmla="*/ 94764 h 1056698"/>
                  <a:gd name="connsiteX9" fmla="*/ 534288 w 1146492"/>
                  <a:gd name="connsiteY9" fmla="*/ 91075 h 1056698"/>
                  <a:gd name="connsiteX10" fmla="*/ 530601 w 1146492"/>
                  <a:gd name="connsiteY10" fmla="*/ 93842 h 1056698"/>
                  <a:gd name="connsiteX11" fmla="*/ 523228 w 1146492"/>
                  <a:gd name="connsiteY11" fmla="*/ 98453 h 1056698"/>
                  <a:gd name="connsiteX12" fmla="*/ 489128 w 1146492"/>
                  <a:gd name="connsiteY12" fmla="*/ 103064 h 1056698"/>
                  <a:gd name="connsiteX13" fmla="*/ 441203 w 1146492"/>
                  <a:gd name="connsiteY13" fmla="*/ 111365 h 1056698"/>
                  <a:gd name="connsiteX14" fmla="*/ 408024 w 1146492"/>
                  <a:gd name="connsiteY14" fmla="*/ 116899 h 1056698"/>
                  <a:gd name="connsiteX15" fmla="*/ 385905 w 1146492"/>
                  <a:gd name="connsiteY15" fmla="*/ 119665 h 1056698"/>
                  <a:gd name="connsiteX16" fmla="*/ 367472 w 1146492"/>
                  <a:gd name="connsiteY16" fmla="*/ 123354 h 1056698"/>
                  <a:gd name="connsiteX17" fmla="*/ 250424 w 1146492"/>
                  <a:gd name="connsiteY17" fmla="*/ 143644 h 1056698"/>
                  <a:gd name="connsiteX18" fmla="*/ 209872 w 1146492"/>
                  <a:gd name="connsiteY18" fmla="*/ 151023 h 1056698"/>
                  <a:gd name="connsiteX19" fmla="*/ 177615 w 1146492"/>
                  <a:gd name="connsiteY19" fmla="*/ 155634 h 1056698"/>
                  <a:gd name="connsiteX20" fmla="*/ 97433 w 1146492"/>
                  <a:gd name="connsiteY20" fmla="*/ 163935 h 1056698"/>
                  <a:gd name="connsiteX21" fmla="*/ 46743 w 1146492"/>
                  <a:gd name="connsiteY21" fmla="*/ 158401 h 1056698"/>
                  <a:gd name="connsiteX22" fmla="*/ 9878 w 1146492"/>
                  <a:gd name="connsiteY22" fmla="*/ 124277 h 1056698"/>
                  <a:gd name="connsiteX23" fmla="*/ 661 w 1146492"/>
                  <a:gd name="connsiteY23" fmla="*/ 46805 h 1056698"/>
                  <a:gd name="connsiteX24" fmla="*/ 31997 w 1146492"/>
                  <a:gd name="connsiteY24" fmla="*/ 43116 h 1056698"/>
                  <a:gd name="connsiteX25" fmla="*/ 43978 w 1146492"/>
                  <a:gd name="connsiteY25" fmla="*/ 55106 h 1056698"/>
                  <a:gd name="connsiteX26" fmla="*/ 43057 w 1146492"/>
                  <a:gd name="connsiteY26" fmla="*/ 63406 h 1056698"/>
                  <a:gd name="connsiteX27" fmla="*/ 65176 w 1146492"/>
                  <a:gd name="connsiteY27" fmla="*/ 65251 h 1056698"/>
                  <a:gd name="connsiteX28" fmla="*/ 105728 w 1146492"/>
                  <a:gd name="connsiteY28" fmla="*/ 65251 h 1056698"/>
                  <a:gd name="connsiteX29" fmla="*/ 160104 w 1146492"/>
                  <a:gd name="connsiteY29" fmla="*/ 62484 h 1056698"/>
                  <a:gd name="connsiteX30" fmla="*/ 258719 w 1146492"/>
                  <a:gd name="connsiteY30" fmla="*/ 54184 h 1056698"/>
                  <a:gd name="connsiteX31" fmla="*/ 273465 w 1146492"/>
                  <a:gd name="connsiteY31" fmla="*/ 48650 h 1056698"/>
                  <a:gd name="connsiteX32" fmla="*/ 274387 w 1146492"/>
                  <a:gd name="connsiteY32" fmla="*/ 47728 h 1056698"/>
                  <a:gd name="connsiteX33" fmla="*/ 290976 w 1146492"/>
                  <a:gd name="connsiteY33" fmla="*/ 48650 h 1056698"/>
                  <a:gd name="connsiteX34" fmla="*/ 357334 w 1146492"/>
                  <a:gd name="connsiteY34" fmla="*/ 41272 h 1056698"/>
                  <a:gd name="connsiteX35" fmla="*/ 380375 w 1146492"/>
                  <a:gd name="connsiteY35" fmla="*/ 35738 h 1056698"/>
                  <a:gd name="connsiteX36" fmla="*/ 392356 w 1146492"/>
                  <a:gd name="connsiteY36" fmla="*/ 35738 h 1056698"/>
                  <a:gd name="connsiteX37" fmla="*/ 404337 w 1146492"/>
                  <a:gd name="connsiteY37" fmla="*/ 35738 h 1056698"/>
                  <a:gd name="connsiteX38" fmla="*/ 449497 w 1146492"/>
                  <a:gd name="connsiteY38" fmla="*/ 30205 h 1056698"/>
                  <a:gd name="connsiteX39" fmla="*/ 455949 w 1146492"/>
                  <a:gd name="connsiteY39" fmla="*/ 27438 h 1056698"/>
                  <a:gd name="connsiteX40" fmla="*/ 465165 w 1146492"/>
                  <a:gd name="connsiteY40" fmla="*/ 20060 h 1056698"/>
                  <a:gd name="connsiteX41" fmla="*/ 471617 w 1146492"/>
                  <a:gd name="connsiteY41" fmla="*/ 23749 h 1056698"/>
                  <a:gd name="connsiteX42" fmla="*/ 478990 w 1146492"/>
                  <a:gd name="connsiteY42" fmla="*/ 27438 h 1056698"/>
                  <a:gd name="connsiteX43" fmla="*/ 496501 w 1146492"/>
                  <a:gd name="connsiteY43" fmla="*/ 23749 h 1056698"/>
                  <a:gd name="connsiteX44" fmla="*/ 514933 w 1146492"/>
                  <a:gd name="connsiteY44" fmla="*/ 21904 h 1056698"/>
                  <a:gd name="connsiteX45" fmla="*/ 537974 w 1146492"/>
                  <a:gd name="connsiteY45" fmla="*/ 19137 h 1056698"/>
                  <a:gd name="connsiteX46" fmla="*/ 619078 w 1146492"/>
                  <a:gd name="connsiteY46" fmla="*/ 8992 h 1056698"/>
                  <a:gd name="connsiteX47" fmla="*/ 648570 w 1146492"/>
                  <a:gd name="connsiteY47" fmla="*/ 7148 h 1056698"/>
                  <a:gd name="connsiteX48" fmla="*/ 693730 w 1146492"/>
                  <a:gd name="connsiteY48" fmla="*/ 4381 h 1056698"/>
                  <a:gd name="connsiteX49" fmla="*/ 707555 w 1146492"/>
                  <a:gd name="connsiteY49" fmla="*/ 692 h 1056698"/>
                  <a:gd name="connsiteX50" fmla="*/ 711242 w 1146492"/>
                  <a:gd name="connsiteY50" fmla="*/ 692 h 1056698"/>
                  <a:gd name="connsiteX51" fmla="*/ 743499 w 1146492"/>
                  <a:gd name="connsiteY51" fmla="*/ 2536 h 1056698"/>
                  <a:gd name="connsiteX52" fmla="*/ 822759 w 1146492"/>
                  <a:gd name="connsiteY52" fmla="*/ 2536 h 1056698"/>
                  <a:gd name="connsiteX53" fmla="*/ 842114 w 1146492"/>
                  <a:gd name="connsiteY53" fmla="*/ 1614 h 1056698"/>
                  <a:gd name="connsiteX54" fmla="*/ 937964 w 1146492"/>
                  <a:gd name="connsiteY54" fmla="*/ 13604 h 1056698"/>
                  <a:gd name="connsiteX55" fmla="*/ 994183 w 1146492"/>
                  <a:gd name="connsiteY55" fmla="*/ 26515 h 1056698"/>
                  <a:gd name="connsiteX56" fmla="*/ 1019068 w 1146492"/>
                  <a:gd name="connsiteY56" fmla="*/ 33894 h 1056698"/>
                  <a:gd name="connsiteX57" fmla="*/ 1087269 w 1146492"/>
                  <a:gd name="connsiteY57" fmla="*/ 73552 h 1056698"/>
                  <a:gd name="connsiteX58" fmla="*/ 1135194 w 1146492"/>
                  <a:gd name="connsiteY58" fmla="*/ 143644 h 1056698"/>
                  <a:gd name="connsiteX59" fmla="*/ 1137037 w 1146492"/>
                  <a:gd name="connsiteY59" fmla="*/ 160245 h 1056698"/>
                  <a:gd name="connsiteX60" fmla="*/ 1146253 w 1146492"/>
                  <a:gd name="connsiteY60" fmla="*/ 192525 h 1056698"/>
                  <a:gd name="connsiteX61" fmla="*/ 1142567 w 1146492"/>
                  <a:gd name="connsiteY61" fmla="*/ 204515 h 1056698"/>
                  <a:gd name="connsiteX62" fmla="*/ 1137037 w 1146492"/>
                  <a:gd name="connsiteY62" fmla="*/ 215582 h 1056698"/>
                  <a:gd name="connsiteX63" fmla="*/ 1131507 w 1146492"/>
                  <a:gd name="connsiteY63" fmla="*/ 221116 h 1056698"/>
                  <a:gd name="connsiteX64" fmla="*/ 1121369 w 1146492"/>
                  <a:gd name="connsiteY64" fmla="*/ 224805 h 1056698"/>
                  <a:gd name="connsiteX65" fmla="*/ 1113996 w 1146492"/>
                  <a:gd name="connsiteY65" fmla="*/ 222960 h 1056698"/>
                  <a:gd name="connsiteX66" fmla="*/ 1111231 w 1146492"/>
                  <a:gd name="connsiteY66" fmla="*/ 225727 h 1056698"/>
                  <a:gd name="connsiteX67" fmla="*/ 1108466 w 1146492"/>
                  <a:gd name="connsiteY67" fmla="*/ 226649 h 1056698"/>
                  <a:gd name="connsiteX68" fmla="*/ 1103858 w 1146492"/>
                  <a:gd name="connsiteY68" fmla="*/ 222038 h 1056698"/>
                  <a:gd name="connsiteX69" fmla="*/ 1087269 w 1146492"/>
                  <a:gd name="connsiteY69" fmla="*/ 233105 h 1056698"/>
                  <a:gd name="connsiteX70" fmla="*/ 1064228 w 1146492"/>
                  <a:gd name="connsiteY70" fmla="*/ 243250 h 1056698"/>
                  <a:gd name="connsiteX71" fmla="*/ 1058698 w 1146492"/>
                  <a:gd name="connsiteY71" fmla="*/ 244173 h 1056698"/>
                  <a:gd name="connsiteX72" fmla="*/ 1053168 w 1146492"/>
                  <a:gd name="connsiteY72" fmla="*/ 247862 h 1056698"/>
                  <a:gd name="connsiteX73" fmla="*/ 1066071 w 1146492"/>
                  <a:gd name="connsiteY73" fmla="*/ 224805 h 1056698"/>
                  <a:gd name="connsiteX74" fmla="*/ 1102015 w 1146492"/>
                  <a:gd name="connsiteY74" fmla="*/ 159323 h 1056698"/>
                  <a:gd name="connsiteX75" fmla="*/ 1093720 w 1146492"/>
                  <a:gd name="connsiteY75" fmla="*/ 143644 h 1056698"/>
                  <a:gd name="connsiteX76" fmla="*/ 1083582 w 1146492"/>
                  <a:gd name="connsiteY76" fmla="*/ 134422 h 1056698"/>
                  <a:gd name="connsiteX77" fmla="*/ 1073444 w 1146492"/>
                  <a:gd name="connsiteY77" fmla="*/ 129810 h 1056698"/>
                  <a:gd name="connsiteX78" fmla="*/ 1061463 w 1146492"/>
                  <a:gd name="connsiteY78" fmla="*/ 126121 h 1056698"/>
                  <a:gd name="connsiteX79" fmla="*/ 969299 w 1146492"/>
                  <a:gd name="connsiteY79" fmla="*/ 100298 h 1056698"/>
                  <a:gd name="connsiteX80" fmla="*/ 949023 w 1146492"/>
                  <a:gd name="connsiteY80" fmla="*/ 91075 h 1056698"/>
                  <a:gd name="connsiteX81" fmla="*/ 956396 w 1146492"/>
                  <a:gd name="connsiteY81" fmla="*/ 90153 h 1056698"/>
                  <a:gd name="connsiteX82" fmla="*/ 971143 w 1146492"/>
                  <a:gd name="connsiteY82" fmla="*/ 91075 h 1056698"/>
                  <a:gd name="connsiteX83" fmla="*/ 964691 w 1146492"/>
                  <a:gd name="connsiteY83" fmla="*/ 86463 h 1056698"/>
                  <a:gd name="connsiteX84" fmla="*/ 934277 w 1146492"/>
                  <a:gd name="connsiteY84" fmla="*/ 80930 h 1056698"/>
                  <a:gd name="connsiteX85" fmla="*/ 931512 w 1146492"/>
                  <a:gd name="connsiteY85" fmla="*/ 77241 h 1056698"/>
                  <a:gd name="connsiteX86" fmla="*/ 928747 w 1146492"/>
                  <a:gd name="connsiteY86" fmla="*/ 74474 h 1056698"/>
                  <a:gd name="connsiteX87" fmla="*/ 919531 w 1146492"/>
                  <a:gd name="connsiteY87" fmla="*/ 76318 h 1056698"/>
                  <a:gd name="connsiteX88" fmla="*/ 900177 w 1146492"/>
                  <a:gd name="connsiteY88" fmla="*/ 77241 h 1056698"/>
                  <a:gd name="connsiteX89" fmla="*/ 888195 w 1146492"/>
                  <a:gd name="connsiteY89" fmla="*/ 72629 h 1056698"/>
                  <a:gd name="connsiteX90" fmla="*/ 889117 w 1146492"/>
                  <a:gd name="connsiteY90" fmla="*/ 68018 h 1056698"/>
                  <a:gd name="connsiteX91" fmla="*/ 880822 w 1146492"/>
                  <a:gd name="connsiteY91" fmla="*/ 70785 h 1056698"/>
                  <a:gd name="connsiteX92" fmla="*/ 853173 w 1146492"/>
                  <a:gd name="connsiteY92" fmla="*/ 74474 h 1056698"/>
                  <a:gd name="connsiteX93" fmla="*/ 835662 w 1146492"/>
                  <a:gd name="connsiteY93" fmla="*/ 70785 h 1056698"/>
                  <a:gd name="connsiteX94" fmla="*/ 831054 w 1146492"/>
                  <a:gd name="connsiteY94" fmla="*/ 67096 h 1056698"/>
                  <a:gd name="connsiteX95" fmla="*/ 825524 w 1146492"/>
                  <a:gd name="connsiteY95" fmla="*/ 69862 h 1056698"/>
                  <a:gd name="connsiteX96" fmla="*/ 821838 w 1146492"/>
                  <a:gd name="connsiteY96" fmla="*/ 73552 h 1056698"/>
                  <a:gd name="connsiteX97" fmla="*/ 802484 w 1146492"/>
                  <a:gd name="connsiteY97" fmla="*/ 69862 h 1056698"/>
                  <a:gd name="connsiteX98" fmla="*/ 797875 w 1146492"/>
                  <a:gd name="connsiteY98" fmla="*/ 66173 h 1056698"/>
                  <a:gd name="connsiteX99" fmla="*/ 793267 w 1146492"/>
                  <a:gd name="connsiteY99" fmla="*/ 68940 h 1056698"/>
                  <a:gd name="connsiteX100" fmla="*/ 783129 w 1146492"/>
                  <a:gd name="connsiteY100" fmla="*/ 72629 h 1056698"/>
                  <a:gd name="connsiteX101" fmla="*/ 770226 w 1146492"/>
                  <a:gd name="connsiteY101" fmla="*/ 69862 h 1056698"/>
                  <a:gd name="connsiteX102" fmla="*/ 761932 w 1146492"/>
                  <a:gd name="connsiteY102" fmla="*/ 65251 h 1056698"/>
                  <a:gd name="connsiteX103" fmla="*/ 756402 w 1146492"/>
                  <a:gd name="connsiteY103" fmla="*/ 61562 h 1056698"/>
                  <a:gd name="connsiteX104" fmla="*/ 764696 w 1146492"/>
                  <a:gd name="connsiteY104" fmla="*/ 59717 h 1056698"/>
                  <a:gd name="connsiteX105" fmla="*/ 771148 w 1146492"/>
                  <a:gd name="connsiteY105" fmla="*/ 52339 h 1056698"/>
                  <a:gd name="connsiteX106" fmla="*/ 781286 w 1146492"/>
                  <a:gd name="connsiteY106" fmla="*/ 52339 h 1056698"/>
                  <a:gd name="connsiteX107" fmla="*/ 800640 w 1146492"/>
                  <a:gd name="connsiteY107" fmla="*/ 57873 h 1056698"/>
                  <a:gd name="connsiteX108" fmla="*/ 808935 w 1146492"/>
                  <a:gd name="connsiteY108" fmla="*/ 53262 h 1056698"/>
                  <a:gd name="connsiteX109" fmla="*/ 811700 w 1146492"/>
                  <a:gd name="connsiteY109" fmla="*/ 43116 h 1056698"/>
                  <a:gd name="connsiteX110" fmla="*/ 816308 w 1146492"/>
                  <a:gd name="connsiteY110" fmla="*/ 39427 h 1056698"/>
                  <a:gd name="connsiteX111" fmla="*/ 819995 w 1146492"/>
                  <a:gd name="connsiteY111" fmla="*/ 38505 h 1056698"/>
                  <a:gd name="connsiteX112" fmla="*/ 832897 w 1146492"/>
                  <a:gd name="connsiteY112" fmla="*/ 43116 h 1056698"/>
                  <a:gd name="connsiteX113" fmla="*/ 839349 w 1146492"/>
                  <a:gd name="connsiteY113" fmla="*/ 49572 h 1056698"/>
                  <a:gd name="connsiteX114" fmla="*/ 842114 w 1146492"/>
                  <a:gd name="connsiteY114" fmla="*/ 55106 h 1056698"/>
                  <a:gd name="connsiteX115" fmla="*/ 843957 w 1146492"/>
                  <a:gd name="connsiteY115" fmla="*/ 51417 h 1056698"/>
                  <a:gd name="connsiteX116" fmla="*/ 846722 w 1146492"/>
                  <a:gd name="connsiteY116" fmla="*/ 48650 h 1056698"/>
                  <a:gd name="connsiteX117" fmla="*/ 853173 w 1146492"/>
                  <a:gd name="connsiteY117" fmla="*/ 44961 h 1056698"/>
                  <a:gd name="connsiteX118" fmla="*/ 854095 w 1146492"/>
                  <a:gd name="connsiteY118" fmla="*/ 47728 h 1056698"/>
                  <a:gd name="connsiteX119" fmla="*/ 859625 w 1146492"/>
                  <a:gd name="connsiteY119" fmla="*/ 57873 h 1056698"/>
                  <a:gd name="connsiteX120" fmla="*/ 864233 w 1146492"/>
                  <a:gd name="connsiteY120" fmla="*/ 51417 h 1056698"/>
                  <a:gd name="connsiteX121" fmla="*/ 860546 w 1146492"/>
                  <a:gd name="connsiteY121" fmla="*/ 50495 h 1056698"/>
                  <a:gd name="connsiteX122" fmla="*/ 858703 w 1146492"/>
                  <a:gd name="connsiteY122" fmla="*/ 52339 h 1056698"/>
                  <a:gd name="connsiteX123" fmla="*/ 870684 w 1146492"/>
                  <a:gd name="connsiteY123" fmla="*/ 44961 h 1056698"/>
                  <a:gd name="connsiteX124" fmla="*/ 872528 w 1146492"/>
                  <a:gd name="connsiteY124" fmla="*/ 49572 h 1056698"/>
                  <a:gd name="connsiteX125" fmla="*/ 876214 w 1146492"/>
                  <a:gd name="connsiteY125" fmla="*/ 53262 h 1056698"/>
                  <a:gd name="connsiteX126" fmla="*/ 883587 w 1146492"/>
                  <a:gd name="connsiteY126" fmla="*/ 56951 h 1056698"/>
                  <a:gd name="connsiteX127" fmla="*/ 892804 w 1146492"/>
                  <a:gd name="connsiteY127" fmla="*/ 60640 h 1056698"/>
                  <a:gd name="connsiteX128" fmla="*/ 894647 w 1146492"/>
                  <a:gd name="connsiteY128" fmla="*/ 55106 h 1056698"/>
                  <a:gd name="connsiteX129" fmla="*/ 890961 w 1146492"/>
                  <a:gd name="connsiteY129" fmla="*/ 56028 h 1056698"/>
                  <a:gd name="connsiteX130" fmla="*/ 886352 w 1146492"/>
                  <a:gd name="connsiteY130" fmla="*/ 55106 h 1056698"/>
                  <a:gd name="connsiteX131" fmla="*/ 889117 w 1146492"/>
                  <a:gd name="connsiteY131" fmla="*/ 45883 h 1056698"/>
                  <a:gd name="connsiteX132" fmla="*/ 951788 w 1146492"/>
                  <a:gd name="connsiteY132" fmla="*/ 53262 h 1056698"/>
                  <a:gd name="connsiteX133" fmla="*/ 963770 w 1146492"/>
                  <a:gd name="connsiteY133" fmla="*/ 54184 h 1056698"/>
                  <a:gd name="connsiteX134" fmla="*/ 965613 w 1146492"/>
                  <a:gd name="connsiteY134" fmla="*/ 57873 h 1056698"/>
                  <a:gd name="connsiteX135" fmla="*/ 964691 w 1146492"/>
                  <a:gd name="connsiteY135" fmla="*/ 61562 h 1056698"/>
                  <a:gd name="connsiteX136" fmla="*/ 965613 w 1146492"/>
                  <a:gd name="connsiteY136" fmla="*/ 68018 h 1056698"/>
                  <a:gd name="connsiteX137" fmla="*/ 966534 w 1146492"/>
                  <a:gd name="connsiteY137" fmla="*/ 70785 h 1056698"/>
                  <a:gd name="connsiteX138" fmla="*/ 973908 w 1146492"/>
                  <a:gd name="connsiteY138" fmla="*/ 67096 h 1056698"/>
                  <a:gd name="connsiteX139" fmla="*/ 985889 w 1146492"/>
                  <a:gd name="connsiteY139" fmla="*/ 63406 h 1056698"/>
                  <a:gd name="connsiteX140" fmla="*/ 991419 w 1146492"/>
                  <a:gd name="connsiteY140" fmla="*/ 67096 h 1056698"/>
                  <a:gd name="connsiteX141" fmla="*/ 1008930 w 1146492"/>
                  <a:gd name="connsiteY141" fmla="*/ 68018 h 1056698"/>
                  <a:gd name="connsiteX142" fmla="*/ 949945 w 1146492"/>
                  <a:gd name="connsiteY142" fmla="*/ 44039 h 1056698"/>
                  <a:gd name="connsiteX143" fmla="*/ 911236 w 1146492"/>
                  <a:gd name="connsiteY143" fmla="*/ 36661 h 1056698"/>
                  <a:gd name="connsiteX144" fmla="*/ 872528 w 1146492"/>
                  <a:gd name="connsiteY144" fmla="*/ 34816 h 1056698"/>
                  <a:gd name="connsiteX145" fmla="*/ 802484 w 1146492"/>
                  <a:gd name="connsiteY145" fmla="*/ 31127 h 1056698"/>
                  <a:gd name="connsiteX146" fmla="*/ 758245 w 1146492"/>
                  <a:gd name="connsiteY146" fmla="*/ 36661 h 1056698"/>
                  <a:gd name="connsiteX147" fmla="*/ 754558 w 1146492"/>
                  <a:gd name="connsiteY147" fmla="*/ 35738 h 1056698"/>
                  <a:gd name="connsiteX148" fmla="*/ 738891 w 1146492"/>
                  <a:gd name="connsiteY148" fmla="*/ 32049 h 1056698"/>
                  <a:gd name="connsiteX149" fmla="*/ 717693 w 1146492"/>
                  <a:gd name="connsiteY149" fmla="*/ 32971 h 1056698"/>
                  <a:gd name="connsiteX150" fmla="*/ 705712 w 1146492"/>
                  <a:gd name="connsiteY150" fmla="*/ 34816 h 1056698"/>
                  <a:gd name="connsiteX151" fmla="*/ 691887 w 1146492"/>
                  <a:gd name="connsiteY151" fmla="*/ 34816 h 1056698"/>
                  <a:gd name="connsiteX152" fmla="*/ 670690 w 1146492"/>
                  <a:gd name="connsiteY152" fmla="*/ 34816 h 1056698"/>
                  <a:gd name="connsiteX153" fmla="*/ 655944 w 1146492"/>
                  <a:gd name="connsiteY153" fmla="*/ 36661 h 1056698"/>
                  <a:gd name="connsiteX154" fmla="*/ 641197 w 1146492"/>
                  <a:gd name="connsiteY154" fmla="*/ 38505 h 1056698"/>
                  <a:gd name="connsiteX155" fmla="*/ 622765 w 1146492"/>
                  <a:gd name="connsiteY155" fmla="*/ 39427 h 1056698"/>
                  <a:gd name="connsiteX156" fmla="*/ 608019 w 1146492"/>
                  <a:gd name="connsiteY156" fmla="*/ 40350 h 1056698"/>
                  <a:gd name="connsiteX157" fmla="*/ 598802 w 1146492"/>
                  <a:gd name="connsiteY157" fmla="*/ 41272 h 1056698"/>
                  <a:gd name="connsiteX158" fmla="*/ 585899 w 1146492"/>
                  <a:gd name="connsiteY158" fmla="*/ 42194 h 1056698"/>
                  <a:gd name="connsiteX159" fmla="*/ 575761 w 1146492"/>
                  <a:gd name="connsiteY159" fmla="*/ 43116 h 1056698"/>
                  <a:gd name="connsiteX160" fmla="*/ 567467 w 1146492"/>
                  <a:gd name="connsiteY160" fmla="*/ 44039 h 1056698"/>
                  <a:gd name="connsiteX161" fmla="*/ 555485 w 1146492"/>
                  <a:gd name="connsiteY161" fmla="*/ 47728 h 1056698"/>
                  <a:gd name="connsiteX162" fmla="*/ 546269 w 1146492"/>
                  <a:gd name="connsiteY162" fmla="*/ 49572 h 1056698"/>
                  <a:gd name="connsiteX163" fmla="*/ 531523 w 1146492"/>
                  <a:gd name="connsiteY163" fmla="*/ 52339 h 1056698"/>
                  <a:gd name="connsiteX164" fmla="*/ 517698 w 1146492"/>
                  <a:gd name="connsiteY164" fmla="*/ 53262 h 1056698"/>
                  <a:gd name="connsiteX165" fmla="*/ 510325 w 1146492"/>
                  <a:gd name="connsiteY165" fmla="*/ 54184 h 1056698"/>
                  <a:gd name="connsiteX166" fmla="*/ 501109 w 1146492"/>
                  <a:gd name="connsiteY166" fmla="*/ 63406 h 1056698"/>
                  <a:gd name="connsiteX167" fmla="*/ 505717 w 1146492"/>
                  <a:gd name="connsiteY167" fmla="*/ 62484 h 1056698"/>
                  <a:gd name="connsiteX168" fmla="*/ 550877 w 1146492"/>
                  <a:gd name="connsiteY168" fmla="*/ 67096 h 1056698"/>
                  <a:gd name="connsiteX169" fmla="*/ 561015 w 1146492"/>
                  <a:gd name="connsiteY169" fmla="*/ 63406 h 1056698"/>
                  <a:gd name="connsiteX170" fmla="*/ 568388 w 1146492"/>
                  <a:gd name="connsiteY170" fmla="*/ 60640 h 1056698"/>
                  <a:gd name="connsiteX171" fmla="*/ 573918 w 1146492"/>
                  <a:gd name="connsiteY171" fmla="*/ 64329 h 1056698"/>
                  <a:gd name="connsiteX172" fmla="*/ 577605 w 1146492"/>
                  <a:gd name="connsiteY172" fmla="*/ 69862 h 1056698"/>
                  <a:gd name="connsiteX173" fmla="*/ 579448 w 1146492"/>
                  <a:gd name="connsiteY173" fmla="*/ 74474 h 1056698"/>
                  <a:gd name="connsiteX174" fmla="*/ 620921 w 1146492"/>
                  <a:gd name="connsiteY174" fmla="*/ 51417 h 1056698"/>
                  <a:gd name="connsiteX175" fmla="*/ 643041 w 1146492"/>
                  <a:gd name="connsiteY175" fmla="*/ 58795 h 1056698"/>
                  <a:gd name="connsiteX176" fmla="*/ 647649 w 1146492"/>
                  <a:gd name="connsiteY176" fmla="*/ 56951 h 1056698"/>
                  <a:gd name="connsiteX177" fmla="*/ 649492 w 1146492"/>
                  <a:gd name="connsiteY177" fmla="*/ 62484 h 1056698"/>
                  <a:gd name="connsiteX178" fmla="*/ 652257 w 1146492"/>
                  <a:gd name="connsiteY178" fmla="*/ 66173 h 1056698"/>
                  <a:gd name="connsiteX179" fmla="*/ 673455 w 1146492"/>
                  <a:gd name="connsiteY179" fmla="*/ 65251 h 1056698"/>
                  <a:gd name="connsiteX180" fmla="*/ 694652 w 1146492"/>
                  <a:gd name="connsiteY180" fmla="*/ 64329 h 1056698"/>
                  <a:gd name="connsiteX181" fmla="*/ 747185 w 1146492"/>
                  <a:gd name="connsiteY181" fmla="*/ 68018 h 1056698"/>
                  <a:gd name="connsiteX182" fmla="*/ 738891 w 1146492"/>
                  <a:gd name="connsiteY182" fmla="*/ 70785 h 1056698"/>
                  <a:gd name="connsiteX183" fmla="*/ 729674 w 1146492"/>
                  <a:gd name="connsiteY183" fmla="*/ 71707 h 1056698"/>
                  <a:gd name="connsiteX184" fmla="*/ 738891 w 1146492"/>
                  <a:gd name="connsiteY184" fmla="*/ 72629 h 1056698"/>
                  <a:gd name="connsiteX185" fmla="*/ 745342 w 1146492"/>
                  <a:gd name="connsiteY185" fmla="*/ 77241 h 1056698"/>
                  <a:gd name="connsiteX186" fmla="*/ 760088 w 1146492"/>
                  <a:gd name="connsiteY186" fmla="*/ 80930 h 1056698"/>
                  <a:gd name="connsiteX187" fmla="*/ 784051 w 1146492"/>
                  <a:gd name="connsiteY187" fmla="*/ 84619 h 1056698"/>
                  <a:gd name="connsiteX188" fmla="*/ 783129 w 1146492"/>
                  <a:gd name="connsiteY188" fmla="*/ 86463 h 1056698"/>
                  <a:gd name="connsiteX189" fmla="*/ 772991 w 1146492"/>
                  <a:gd name="connsiteY189" fmla="*/ 86463 h 1056698"/>
                  <a:gd name="connsiteX190" fmla="*/ 724145 w 1146492"/>
                  <a:gd name="connsiteY190" fmla="*/ 80007 h 1056698"/>
                  <a:gd name="connsiteX191" fmla="*/ 720458 w 1146492"/>
                  <a:gd name="connsiteY191" fmla="*/ 74474 h 1056698"/>
                  <a:gd name="connsiteX192" fmla="*/ 716771 w 1146492"/>
                  <a:gd name="connsiteY192" fmla="*/ 70785 h 1056698"/>
                  <a:gd name="connsiteX193" fmla="*/ 713085 w 1146492"/>
                  <a:gd name="connsiteY193" fmla="*/ 73552 h 1056698"/>
                  <a:gd name="connsiteX194" fmla="*/ 710320 w 1146492"/>
                  <a:gd name="connsiteY194" fmla="*/ 77241 h 1056698"/>
                  <a:gd name="connsiteX195" fmla="*/ 704790 w 1146492"/>
                  <a:gd name="connsiteY195" fmla="*/ 73552 h 1056698"/>
                  <a:gd name="connsiteX196" fmla="*/ 692809 w 1146492"/>
                  <a:gd name="connsiteY196" fmla="*/ 72629 h 1056698"/>
                  <a:gd name="connsiteX197" fmla="*/ 680828 w 1146492"/>
                  <a:gd name="connsiteY197" fmla="*/ 79085 h 1056698"/>
                  <a:gd name="connsiteX198" fmla="*/ 702025 w 1146492"/>
                  <a:gd name="connsiteY198" fmla="*/ 82774 h 1056698"/>
                  <a:gd name="connsiteX199" fmla="*/ 714007 w 1146492"/>
                  <a:gd name="connsiteY199" fmla="*/ 83697 h 1056698"/>
                  <a:gd name="connsiteX200" fmla="*/ 705712 w 1146492"/>
                  <a:gd name="connsiteY200" fmla="*/ 86463 h 1056698"/>
                  <a:gd name="connsiteX201" fmla="*/ 698339 w 1146492"/>
                  <a:gd name="connsiteY201" fmla="*/ 87386 h 1056698"/>
                  <a:gd name="connsiteX202" fmla="*/ 681749 w 1146492"/>
                  <a:gd name="connsiteY202" fmla="*/ 88308 h 1056698"/>
                  <a:gd name="connsiteX203" fmla="*/ 668847 w 1146492"/>
                  <a:gd name="connsiteY203" fmla="*/ 84619 h 1056698"/>
                  <a:gd name="connsiteX204" fmla="*/ 669768 w 1146492"/>
                  <a:gd name="connsiteY204" fmla="*/ 79085 h 1056698"/>
                  <a:gd name="connsiteX205" fmla="*/ 658708 w 1146492"/>
                  <a:gd name="connsiteY205" fmla="*/ 78163 h 1056698"/>
                  <a:gd name="connsiteX206" fmla="*/ 652257 w 1146492"/>
                  <a:gd name="connsiteY206" fmla="*/ 81852 h 1056698"/>
                  <a:gd name="connsiteX207" fmla="*/ 653179 w 1146492"/>
                  <a:gd name="connsiteY207" fmla="*/ 87386 h 1056698"/>
                  <a:gd name="connsiteX208" fmla="*/ 653179 w 1146492"/>
                  <a:gd name="connsiteY208" fmla="*/ 88308 h 1056698"/>
                  <a:gd name="connsiteX209" fmla="*/ 653179 w 1146492"/>
                  <a:gd name="connsiteY209" fmla="*/ 92919 h 1056698"/>
                  <a:gd name="connsiteX210" fmla="*/ 649492 w 1146492"/>
                  <a:gd name="connsiteY210" fmla="*/ 115976 h 1056698"/>
                  <a:gd name="connsiteX211" fmla="*/ 636589 w 1146492"/>
                  <a:gd name="connsiteY211" fmla="*/ 134422 h 1056698"/>
                  <a:gd name="connsiteX212" fmla="*/ 616313 w 1146492"/>
                  <a:gd name="connsiteY212" fmla="*/ 161168 h 1056698"/>
                  <a:gd name="connsiteX213" fmla="*/ 560093 w 1146492"/>
                  <a:gd name="connsiteY213" fmla="*/ 226649 h 1056698"/>
                  <a:gd name="connsiteX214" fmla="*/ 535210 w 1146492"/>
                  <a:gd name="connsiteY214" fmla="*/ 257084 h 1056698"/>
                  <a:gd name="connsiteX215" fmla="*/ 509404 w 1146492"/>
                  <a:gd name="connsiteY215" fmla="*/ 289364 h 1056698"/>
                  <a:gd name="connsiteX216" fmla="*/ 453184 w 1146492"/>
                  <a:gd name="connsiteY216" fmla="*/ 364069 h 1056698"/>
                  <a:gd name="connsiteX217" fmla="*/ 449497 w 1146492"/>
                  <a:gd name="connsiteY217" fmla="*/ 369602 h 1056698"/>
                  <a:gd name="connsiteX218" fmla="*/ 421848 w 1146492"/>
                  <a:gd name="connsiteY218" fmla="*/ 412949 h 1056698"/>
                  <a:gd name="connsiteX219" fmla="*/ 387748 w 1146492"/>
                  <a:gd name="connsiteY219" fmla="*/ 463674 h 1056698"/>
                  <a:gd name="connsiteX220" fmla="*/ 372080 w 1146492"/>
                  <a:gd name="connsiteY220" fmla="*/ 484887 h 1056698"/>
                  <a:gd name="connsiteX221" fmla="*/ 355491 w 1146492"/>
                  <a:gd name="connsiteY221" fmla="*/ 511633 h 1056698"/>
                  <a:gd name="connsiteX222" fmla="*/ 343509 w 1146492"/>
                  <a:gd name="connsiteY222" fmla="*/ 529156 h 1056698"/>
                  <a:gd name="connsiteX223" fmla="*/ 338901 w 1146492"/>
                  <a:gd name="connsiteY223" fmla="*/ 536534 h 1056698"/>
                  <a:gd name="connsiteX224" fmla="*/ 336136 w 1146492"/>
                  <a:gd name="connsiteY224" fmla="*/ 541146 h 1056698"/>
                  <a:gd name="connsiteX225" fmla="*/ 332450 w 1146492"/>
                  <a:gd name="connsiteY225" fmla="*/ 544835 h 1056698"/>
                  <a:gd name="connsiteX226" fmla="*/ 320468 w 1146492"/>
                  <a:gd name="connsiteY226" fmla="*/ 563280 h 1056698"/>
                  <a:gd name="connsiteX227" fmla="*/ 308487 w 1146492"/>
                  <a:gd name="connsiteY227" fmla="*/ 582648 h 1056698"/>
                  <a:gd name="connsiteX228" fmla="*/ 299271 w 1146492"/>
                  <a:gd name="connsiteY228" fmla="*/ 598327 h 1056698"/>
                  <a:gd name="connsiteX229" fmla="*/ 289133 w 1146492"/>
                  <a:gd name="connsiteY229" fmla="*/ 617694 h 1056698"/>
                  <a:gd name="connsiteX230" fmla="*/ 286368 w 1146492"/>
                  <a:gd name="connsiteY230" fmla="*/ 623228 h 1056698"/>
                  <a:gd name="connsiteX231" fmla="*/ 275308 w 1146492"/>
                  <a:gd name="connsiteY231" fmla="*/ 643518 h 1056698"/>
                  <a:gd name="connsiteX232" fmla="*/ 269779 w 1146492"/>
                  <a:gd name="connsiteY232" fmla="*/ 653663 h 1056698"/>
                  <a:gd name="connsiteX233" fmla="*/ 262406 w 1146492"/>
                  <a:gd name="connsiteY233" fmla="*/ 665653 h 1056698"/>
                  <a:gd name="connsiteX234" fmla="*/ 257797 w 1146492"/>
                  <a:gd name="connsiteY234" fmla="*/ 672109 h 1056698"/>
                  <a:gd name="connsiteX235" fmla="*/ 253189 w 1146492"/>
                  <a:gd name="connsiteY235" fmla="*/ 678565 h 1056698"/>
                  <a:gd name="connsiteX236" fmla="*/ 250424 w 1146492"/>
                  <a:gd name="connsiteY236" fmla="*/ 683176 h 1056698"/>
                  <a:gd name="connsiteX237" fmla="*/ 249503 w 1146492"/>
                  <a:gd name="connsiteY237" fmla="*/ 688710 h 1056698"/>
                  <a:gd name="connsiteX238" fmla="*/ 241208 w 1146492"/>
                  <a:gd name="connsiteY238" fmla="*/ 707155 h 1056698"/>
                  <a:gd name="connsiteX239" fmla="*/ 226462 w 1146492"/>
                  <a:gd name="connsiteY239" fmla="*/ 725601 h 1056698"/>
                  <a:gd name="connsiteX240" fmla="*/ 219089 w 1146492"/>
                  <a:gd name="connsiteY240" fmla="*/ 727446 h 1056698"/>
                  <a:gd name="connsiteX241" fmla="*/ 213559 w 1146492"/>
                  <a:gd name="connsiteY241" fmla="*/ 723756 h 1056698"/>
                  <a:gd name="connsiteX242" fmla="*/ 215402 w 1146492"/>
                  <a:gd name="connsiteY242" fmla="*/ 699777 h 1056698"/>
                  <a:gd name="connsiteX243" fmla="*/ 225540 w 1146492"/>
                  <a:gd name="connsiteY243" fmla="*/ 697933 h 1056698"/>
                  <a:gd name="connsiteX244" fmla="*/ 229227 w 1146492"/>
                  <a:gd name="connsiteY244" fmla="*/ 705311 h 1056698"/>
                  <a:gd name="connsiteX245" fmla="*/ 232913 w 1146492"/>
                  <a:gd name="connsiteY245" fmla="*/ 693321 h 1056698"/>
                  <a:gd name="connsiteX246" fmla="*/ 229227 w 1146492"/>
                  <a:gd name="connsiteY246" fmla="*/ 684098 h 1056698"/>
                  <a:gd name="connsiteX247" fmla="*/ 226462 w 1146492"/>
                  <a:gd name="connsiteY247" fmla="*/ 683176 h 1056698"/>
                  <a:gd name="connsiteX248" fmla="*/ 236600 w 1146492"/>
                  <a:gd name="connsiteY248" fmla="*/ 672109 h 1056698"/>
                  <a:gd name="connsiteX249" fmla="*/ 241208 w 1146492"/>
                  <a:gd name="connsiteY249" fmla="*/ 660119 h 1056698"/>
                  <a:gd name="connsiteX250" fmla="*/ 251346 w 1146492"/>
                  <a:gd name="connsiteY250" fmla="*/ 642596 h 1056698"/>
                  <a:gd name="connsiteX251" fmla="*/ 257797 w 1146492"/>
                  <a:gd name="connsiteY251" fmla="*/ 629684 h 1056698"/>
                  <a:gd name="connsiteX252" fmla="*/ 262406 w 1146492"/>
                  <a:gd name="connsiteY252" fmla="*/ 616772 h 1056698"/>
                  <a:gd name="connsiteX253" fmla="*/ 277152 w 1146492"/>
                  <a:gd name="connsiteY253" fmla="*/ 598327 h 1056698"/>
                  <a:gd name="connsiteX254" fmla="*/ 293741 w 1146492"/>
                  <a:gd name="connsiteY254" fmla="*/ 572503 h 1056698"/>
                  <a:gd name="connsiteX255" fmla="*/ 294663 w 1146492"/>
                  <a:gd name="connsiteY255" fmla="*/ 567892 h 1056698"/>
                  <a:gd name="connsiteX256" fmla="*/ 289133 w 1146492"/>
                  <a:gd name="connsiteY256" fmla="*/ 561436 h 1056698"/>
                  <a:gd name="connsiteX257" fmla="*/ 285446 w 1146492"/>
                  <a:gd name="connsiteY257" fmla="*/ 557747 h 1056698"/>
                  <a:gd name="connsiteX258" fmla="*/ 292819 w 1146492"/>
                  <a:gd name="connsiteY258" fmla="*/ 555902 h 1056698"/>
                  <a:gd name="connsiteX259" fmla="*/ 299271 w 1146492"/>
                  <a:gd name="connsiteY259" fmla="*/ 554980 h 1056698"/>
                  <a:gd name="connsiteX260" fmla="*/ 278074 w 1146492"/>
                  <a:gd name="connsiteY260" fmla="*/ 551291 h 1056698"/>
                  <a:gd name="connsiteX261" fmla="*/ 275308 w 1146492"/>
                  <a:gd name="connsiteY261" fmla="*/ 556824 h 1056698"/>
                  <a:gd name="connsiteX262" fmla="*/ 270700 w 1146492"/>
                  <a:gd name="connsiteY262" fmla="*/ 564203 h 1056698"/>
                  <a:gd name="connsiteX263" fmla="*/ 261484 w 1146492"/>
                  <a:gd name="connsiteY263" fmla="*/ 567892 h 1056698"/>
                  <a:gd name="connsiteX264" fmla="*/ 251346 w 1146492"/>
                  <a:gd name="connsiteY264" fmla="*/ 581726 h 1056698"/>
                  <a:gd name="connsiteX265" fmla="*/ 247659 w 1146492"/>
                  <a:gd name="connsiteY265" fmla="*/ 589104 h 1056698"/>
                  <a:gd name="connsiteX266" fmla="*/ 264249 w 1146492"/>
                  <a:gd name="connsiteY266" fmla="*/ 584493 h 1056698"/>
                  <a:gd name="connsiteX267" fmla="*/ 269779 w 1146492"/>
                  <a:gd name="connsiteY267" fmla="*/ 572503 h 1056698"/>
                  <a:gd name="connsiteX268" fmla="*/ 277152 w 1146492"/>
                  <a:gd name="connsiteY268" fmla="*/ 570659 h 1056698"/>
                  <a:gd name="connsiteX269" fmla="*/ 276230 w 1146492"/>
                  <a:gd name="connsiteY269" fmla="*/ 578037 h 1056698"/>
                  <a:gd name="connsiteX270" fmla="*/ 271622 w 1146492"/>
                  <a:gd name="connsiteY270" fmla="*/ 592793 h 1056698"/>
                  <a:gd name="connsiteX271" fmla="*/ 247659 w 1146492"/>
                  <a:gd name="connsiteY271" fmla="*/ 601094 h 1056698"/>
                  <a:gd name="connsiteX272" fmla="*/ 235678 w 1146492"/>
                  <a:gd name="connsiteY272" fmla="*/ 613083 h 1056698"/>
                  <a:gd name="connsiteX273" fmla="*/ 232913 w 1146492"/>
                  <a:gd name="connsiteY273" fmla="*/ 618617 h 1056698"/>
                  <a:gd name="connsiteX274" fmla="*/ 231992 w 1146492"/>
                  <a:gd name="connsiteY274" fmla="*/ 625995 h 1056698"/>
                  <a:gd name="connsiteX275" fmla="*/ 238443 w 1146492"/>
                  <a:gd name="connsiteY275" fmla="*/ 622306 h 1056698"/>
                  <a:gd name="connsiteX276" fmla="*/ 247659 w 1146492"/>
                  <a:gd name="connsiteY276" fmla="*/ 610316 h 1056698"/>
                  <a:gd name="connsiteX277" fmla="*/ 248581 w 1146492"/>
                  <a:gd name="connsiteY277" fmla="*/ 612161 h 1056698"/>
                  <a:gd name="connsiteX278" fmla="*/ 249503 w 1146492"/>
                  <a:gd name="connsiteY278" fmla="*/ 615850 h 1056698"/>
                  <a:gd name="connsiteX279" fmla="*/ 246738 w 1146492"/>
                  <a:gd name="connsiteY279" fmla="*/ 626917 h 1056698"/>
                  <a:gd name="connsiteX280" fmla="*/ 239365 w 1146492"/>
                  <a:gd name="connsiteY280" fmla="*/ 641674 h 1056698"/>
                  <a:gd name="connsiteX281" fmla="*/ 233835 w 1146492"/>
                  <a:gd name="connsiteY281" fmla="*/ 653663 h 1056698"/>
                  <a:gd name="connsiteX282" fmla="*/ 229227 w 1146492"/>
                  <a:gd name="connsiteY282" fmla="*/ 663808 h 1056698"/>
                  <a:gd name="connsiteX283" fmla="*/ 224619 w 1146492"/>
                  <a:gd name="connsiteY283" fmla="*/ 669342 h 1056698"/>
                  <a:gd name="connsiteX284" fmla="*/ 213559 w 1146492"/>
                  <a:gd name="connsiteY284" fmla="*/ 667498 h 1056698"/>
                  <a:gd name="connsiteX285" fmla="*/ 201578 w 1146492"/>
                  <a:gd name="connsiteY285" fmla="*/ 671187 h 1056698"/>
                  <a:gd name="connsiteX286" fmla="*/ 196048 w 1146492"/>
                  <a:gd name="connsiteY286" fmla="*/ 685021 h 1056698"/>
                  <a:gd name="connsiteX287" fmla="*/ 195126 w 1146492"/>
                  <a:gd name="connsiteY287" fmla="*/ 687788 h 1056698"/>
                  <a:gd name="connsiteX288" fmla="*/ 191440 w 1146492"/>
                  <a:gd name="connsiteY288" fmla="*/ 688710 h 1056698"/>
                  <a:gd name="connsiteX289" fmla="*/ 203421 w 1146492"/>
                  <a:gd name="connsiteY289" fmla="*/ 683176 h 1056698"/>
                  <a:gd name="connsiteX290" fmla="*/ 215402 w 1146492"/>
                  <a:gd name="connsiteY290" fmla="*/ 673953 h 1056698"/>
                  <a:gd name="connsiteX291" fmla="*/ 218167 w 1146492"/>
                  <a:gd name="connsiteY291" fmla="*/ 681332 h 1056698"/>
                  <a:gd name="connsiteX292" fmla="*/ 203421 w 1146492"/>
                  <a:gd name="connsiteY292" fmla="*/ 704389 h 1056698"/>
                  <a:gd name="connsiteX293" fmla="*/ 202499 w 1146492"/>
                  <a:gd name="connsiteY293" fmla="*/ 701622 h 1056698"/>
                  <a:gd name="connsiteX294" fmla="*/ 199735 w 1146492"/>
                  <a:gd name="connsiteY294" fmla="*/ 700699 h 1056698"/>
                  <a:gd name="connsiteX295" fmla="*/ 198813 w 1146492"/>
                  <a:gd name="connsiteY295" fmla="*/ 709000 h 1056698"/>
                  <a:gd name="connsiteX296" fmla="*/ 195126 w 1146492"/>
                  <a:gd name="connsiteY296" fmla="*/ 712689 h 1056698"/>
                  <a:gd name="connsiteX297" fmla="*/ 189597 w 1146492"/>
                  <a:gd name="connsiteY297" fmla="*/ 719145 h 1056698"/>
                  <a:gd name="connsiteX298" fmla="*/ 188675 w 1146492"/>
                  <a:gd name="connsiteY298" fmla="*/ 721912 h 1056698"/>
                  <a:gd name="connsiteX299" fmla="*/ 185910 w 1146492"/>
                  <a:gd name="connsiteY299" fmla="*/ 727446 h 1056698"/>
                  <a:gd name="connsiteX300" fmla="*/ 180380 w 1146492"/>
                  <a:gd name="connsiteY300" fmla="*/ 742202 h 1056698"/>
                  <a:gd name="connsiteX301" fmla="*/ 173007 w 1146492"/>
                  <a:gd name="connsiteY301" fmla="*/ 755114 h 1056698"/>
                  <a:gd name="connsiteX302" fmla="*/ 163791 w 1146492"/>
                  <a:gd name="connsiteY302" fmla="*/ 768026 h 1056698"/>
                  <a:gd name="connsiteX303" fmla="*/ 160104 w 1146492"/>
                  <a:gd name="connsiteY303" fmla="*/ 792927 h 1056698"/>
                  <a:gd name="connsiteX304" fmla="*/ 161026 w 1146492"/>
                  <a:gd name="connsiteY304" fmla="*/ 800305 h 1056698"/>
                  <a:gd name="connsiteX305" fmla="*/ 154574 w 1146492"/>
                  <a:gd name="connsiteY305" fmla="*/ 796616 h 1056698"/>
                  <a:gd name="connsiteX306" fmla="*/ 149966 w 1146492"/>
                  <a:gd name="connsiteY306" fmla="*/ 790160 h 1056698"/>
                  <a:gd name="connsiteX307" fmla="*/ 149045 w 1146492"/>
                  <a:gd name="connsiteY307" fmla="*/ 803072 h 1056698"/>
                  <a:gd name="connsiteX308" fmla="*/ 141671 w 1146492"/>
                  <a:gd name="connsiteY308" fmla="*/ 819673 h 1056698"/>
                  <a:gd name="connsiteX309" fmla="*/ 137985 w 1146492"/>
                  <a:gd name="connsiteY309" fmla="*/ 825207 h 1056698"/>
                  <a:gd name="connsiteX310" fmla="*/ 136142 w 1146492"/>
                  <a:gd name="connsiteY310" fmla="*/ 830740 h 1056698"/>
                  <a:gd name="connsiteX311" fmla="*/ 137063 w 1146492"/>
                  <a:gd name="connsiteY311" fmla="*/ 838119 h 1056698"/>
                  <a:gd name="connsiteX312" fmla="*/ 134298 w 1146492"/>
                  <a:gd name="connsiteY312" fmla="*/ 842730 h 1056698"/>
                  <a:gd name="connsiteX313" fmla="*/ 129690 w 1146492"/>
                  <a:gd name="connsiteY313" fmla="*/ 847341 h 1056698"/>
                  <a:gd name="connsiteX314" fmla="*/ 125082 w 1146492"/>
                  <a:gd name="connsiteY314" fmla="*/ 854720 h 1056698"/>
                  <a:gd name="connsiteX315" fmla="*/ 117709 w 1146492"/>
                  <a:gd name="connsiteY315" fmla="*/ 867631 h 1056698"/>
                  <a:gd name="connsiteX316" fmla="*/ 111258 w 1146492"/>
                  <a:gd name="connsiteY316" fmla="*/ 886999 h 1056698"/>
                  <a:gd name="connsiteX317" fmla="*/ 111258 w 1146492"/>
                  <a:gd name="connsiteY317" fmla="*/ 899911 h 1056698"/>
                  <a:gd name="connsiteX318" fmla="*/ 115866 w 1146492"/>
                  <a:gd name="connsiteY318" fmla="*/ 891611 h 1056698"/>
                  <a:gd name="connsiteX319" fmla="*/ 119552 w 1146492"/>
                  <a:gd name="connsiteY319" fmla="*/ 884233 h 1056698"/>
                  <a:gd name="connsiteX320" fmla="*/ 126004 w 1146492"/>
                  <a:gd name="connsiteY320" fmla="*/ 878699 h 1056698"/>
                  <a:gd name="connsiteX321" fmla="*/ 126004 w 1146492"/>
                  <a:gd name="connsiteY321" fmla="*/ 873165 h 1056698"/>
                  <a:gd name="connsiteX322" fmla="*/ 125082 w 1146492"/>
                  <a:gd name="connsiteY322" fmla="*/ 867631 h 1056698"/>
                  <a:gd name="connsiteX323" fmla="*/ 130612 w 1146492"/>
                  <a:gd name="connsiteY323" fmla="*/ 869476 h 1056698"/>
                  <a:gd name="connsiteX324" fmla="*/ 134298 w 1146492"/>
                  <a:gd name="connsiteY324" fmla="*/ 865787 h 1056698"/>
                  <a:gd name="connsiteX325" fmla="*/ 139828 w 1146492"/>
                  <a:gd name="connsiteY325" fmla="*/ 847341 h 1056698"/>
                  <a:gd name="connsiteX326" fmla="*/ 143515 w 1146492"/>
                  <a:gd name="connsiteY326" fmla="*/ 842730 h 1056698"/>
                  <a:gd name="connsiteX327" fmla="*/ 146280 w 1146492"/>
                  <a:gd name="connsiteY327" fmla="*/ 843652 h 1056698"/>
                  <a:gd name="connsiteX328" fmla="*/ 153653 w 1146492"/>
                  <a:gd name="connsiteY328" fmla="*/ 836274 h 1056698"/>
                  <a:gd name="connsiteX329" fmla="*/ 161026 w 1146492"/>
                  <a:gd name="connsiteY329" fmla="*/ 825207 h 1056698"/>
                  <a:gd name="connsiteX330" fmla="*/ 161947 w 1146492"/>
                  <a:gd name="connsiteY330" fmla="*/ 821518 h 1056698"/>
                  <a:gd name="connsiteX331" fmla="*/ 156418 w 1146492"/>
                  <a:gd name="connsiteY331" fmla="*/ 824285 h 1056698"/>
                  <a:gd name="connsiteX332" fmla="*/ 151809 w 1146492"/>
                  <a:gd name="connsiteY332" fmla="*/ 825207 h 1056698"/>
                  <a:gd name="connsiteX333" fmla="*/ 155496 w 1146492"/>
                  <a:gd name="connsiteY333" fmla="*/ 815984 h 1056698"/>
                  <a:gd name="connsiteX334" fmla="*/ 155496 w 1146492"/>
                  <a:gd name="connsiteY334" fmla="*/ 814139 h 1056698"/>
                  <a:gd name="connsiteX335" fmla="*/ 151809 w 1146492"/>
                  <a:gd name="connsiteY335" fmla="*/ 813217 h 1056698"/>
                  <a:gd name="connsiteX336" fmla="*/ 164712 w 1146492"/>
                  <a:gd name="connsiteY336" fmla="*/ 810450 h 1056698"/>
                  <a:gd name="connsiteX337" fmla="*/ 173007 w 1146492"/>
                  <a:gd name="connsiteY337" fmla="*/ 810450 h 1056698"/>
                  <a:gd name="connsiteX338" fmla="*/ 170242 w 1146492"/>
                  <a:gd name="connsiteY338" fmla="*/ 807683 h 1056698"/>
                  <a:gd name="connsiteX339" fmla="*/ 169320 w 1146492"/>
                  <a:gd name="connsiteY339" fmla="*/ 789238 h 1056698"/>
                  <a:gd name="connsiteX340" fmla="*/ 173007 w 1146492"/>
                  <a:gd name="connsiteY340" fmla="*/ 788316 h 1056698"/>
                  <a:gd name="connsiteX341" fmla="*/ 177615 w 1146492"/>
                  <a:gd name="connsiteY341" fmla="*/ 784627 h 1056698"/>
                  <a:gd name="connsiteX342" fmla="*/ 175772 w 1146492"/>
                  <a:gd name="connsiteY342" fmla="*/ 781860 h 1056698"/>
                  <a:gd name="connsiteX343" fmla="*/ 174850 w 1146492"/>
                  <a:gd name="connsiteY343" fmla="*/ 778171 h 1056698"/>
                  <a:gd name="connsiteX344" fmla="*/ 184988 w 1146492"/>
                  <a:gd name="connsiteY344" fmla="*/ 772637 h 1056698"/>
                  <a:gd name="connsiteX345" fmla="*/ 188675 w 1146492"/>
                  <a:gd name="connsiteY345" fmla="*/ 779093 h 1056698"/>
                  <a:gd name="connsiteX346" fmla="*/ 188675 w 1146492"/>
                  <a:gd name="connsiteY346" fmla="*/ 784627 h 1056698"/>
                  <a:gd name="connsiteX347" fmla="*/ 173929 w 1146492"/>
                  <a:gd name="connsiteY347" fmla="*/ 818751 h 1056698"/>
                  <a:gd name="connsiteX348" fmla="*/ 173007 w 1146492"/>
                  <a:gd name="connsiteY348" fmla="*/ 820595 h 1056698"/>
                  <a:gd name="connsiteX349" fmla="*/ 156418 w 1146492"/>
                  <a:gd name="connsiteY349" fmla="*/ 856564 h 1056698"/>
                  <a:gd name="connsiteX350" fmla="*/ 154574 w 1146492"/>
                  <a:gd name="connsiteY350" fmla="*/ 862098 h 1056698"/>
                  <a:gd name="connsiteX351" fmla="*/ 150888 w 1146492"/>
                  <a:gd name="connsiteY351" fmla="*/ 876854 h 1056698"/>
                  <a:gd name="connsiteX352" fmla="*/ 148123 w 1146492"/>
                  <a:gd name="connsiteY352" fmla="*/ 884233 h 1056698"/>
                  <a:gd name="connsiteX353" fmla="*/ 140750 w 1146492"/>
                  <a:gd name="connsiteY353" fmla="*/ 897144 h 1056698"/>
                  <a:gd name="connsiteX354" fmla="*/ 131534 w 1146492"/>
                  <a:gd name="connsiteY354" fmla="*/ 914668 h 1056698"/>
                  <a:gd name="connsiteX355" fmla="*/ 126925 w 1146492"/>
                  <a:gd name="connsiteY355" fmla="*/ 918357 h 1056698"/>
                  <a:gd name="connsiteX356" fmla="*/ 124160 w 1146492"/>
                  <a:gd name="connsiteY356" fmla="*/ 925735 h 1056698"/>
                  <a:gd name="connsiteX357" fmla="*/ 120474 w 1146492"/>
                  <a:gd name="connsiteY357" fmla="*/ 946947 h 1056698"/>
                  <a:gd name="connsiteX358" fmla="*/ 108493 w 1146492"/>
                  <a:gd name="connsiteY358" fmla="*/ 987527 h 1056698"/>
                  <a:gd name="connsiteX359" fmla="*/ 106649 w 1146492"/>
                  <a:gd name="connsiteY359" fmla="*/ 1020729 h 1056698"/>
                  <a:gd name="connsiteX360" fmla="*/ 117709 w 1146492"/>
                  <a:gd name="connsiteY360" fmla="*/ 1026263 h 1056698"/>
                  <a:gd name="connsiteX361" fmla="*/ 154574 w 1146492"/>
                  <a:gd name="connsiteY361" fmla="*/ 1013351 h 1056698"/>
                  <a:gd name="connsiteX362" fmla="*/ 186831 w 1146492"/>
                  <a:gd name="connsiteY362" fmla="*/ 1005051 h 1056698"/>
                  <a:gd name="connsiteX363" fmla="*/ 170242 w 1146492"/>
                  <a:gd name="connsiteY363" fmla="*/ 1028107 h 1056698"/>
                  <a:gd name="connsiteX364" fmla="*/ 164712 w 1146492"/>
                  <a:gd name="connsiteY364" fmla="*/ 1032719 h 1056698"/>
                  <a:gd name="connsiteX365" fmla="*/ 158261 w 1146492"/>
                  <a:gd name="connsiteY365" fmla="*/ 1037330 h 1056698"/>
                  <a:gd name="connsiteX366" fmla="*/ 145358 w 1146492"/>
                  <a:gd name="connsiteY366" fmla="*/ 1047475 h 1056698"/>
                  <a:gd name="connsiteX367" fmla="*/ 130612 w 1146492"/>
                  <a:gd name="connsiteY367" fmla="*/ 1056698 h 1056698"/>
                  <a:gd name="connsiteX368" fmla="*/ 98355 w 1146492"/>
                  <a:gd name="connsiteY368" fmla="*/ 1048398 h 1056698"/>
                  <a:gd name="connsiteX369" fmla="*/ 86373 w 1146492"/>
                  <a:gd name="connsiteY369" fmla="*/ 1041020 h 1056698"/>
                  <a:gd name="connsiteX370" fmla="*/ 55960 w 1146492"/>
                  <a:gd name="connsiteY370" fmla="*/ 1008740 h 1056698"/>
                  <a:gd name="connsiteX371" fmla="*/ 42135 w 1146492"/>
                  <a:gd name="connsiteY371" fmla="*/ 987527 h 1056698"/>
                  <a:gd name="connsiteX372" fmla="*/ 50430 w 1146492"/>
                  <a:gd name="connsiteY372" fmla="*/ 907289 h 1056698"/>
                  <a:gd name="connsiteX373" fmla="*/ 57803 w 1146492"/>
                  <a:gd name="connsiteY373" fmla="*/ 901756 h 1056698"/>
                  <a:gd name="connsiteX374" fmla="*/ 57803 w 1146492"/>
                  <a:gd name="connsiteY374" fmla="*/ 910056 h 1056698"/>
                  <a:gd name="connsiteX375" fmla="*/ 54116 w 1146492"/>
                  <a:gd name="connsiteY375" fmla="*/ 928502 h 1056698"/>
                  <a:gd name="connsiteX376" fmla="*/ 51351 w 1146492"/>
                  <a:gd name="connsiteY376" fmla="*/ 933113 h 1056698"/>
                  <a:gd name="connsiteX377" fmla="*/ 45821 w 1146492"/>
                  <a:gd name="connsiteY377" fmla="*/ 968159 h 1056698"/>
                  <a:gd name="connsiteX378" fmla="*/ 49508 w 1146492"/>
                  <a:gd name="connsiteY378" fmla="*/ 973693 h 1056698"/>
                  <a:gd name="connsiteX379" fmla="*/ 52273 w 1146492"/>
                  <a:gd name="connsiteY379" fmla="*/ 965393 h 1056698"/>
                  <a:gd name="connsiteX380" fmla="*/ 55960 w 1146492"/>
                  <a:gd name="connsiteY380" fmla="*/ 960781 h 1056698"/>
                  <a:gd name="connsiteX381" fmla="*/ 114944 w 1146492"/>
                  <a:gd name="connsiteY381" fmla="*/ 812295 h 1056698"/>
                  <a:gd name="connsiteX382" fmla="*/ 119552 w 1146492"/>
                  <a:gd name="connsiteY382" fmla="*/ 800305 h 1056698"/>
                  <a:gd name="connsiteX383" fmla="*/ 123239 w 1146492"/>
                  <a:gd name="connsiteY383" fmla="*/ 790160 h 1056698"/>
                  <a:gd name="connsiteX384" fmla="*/ 150888 w 1146492"/>
                  <a:gd name="connsiteY384" fmla="*/ 739435 h 1056698"/>
                  <a:gd name="connsiteX385" fmla="*/ 155496 w 1146492"/>
                  <a:gd name="connsiteY385" fmla="*/ 725601 h 1056698"/>
                  <a:gd name="connsiteX386" fmla="*/ 159183 w 1146492"/>
                  <a:gd name="connsiteY386" fmla="*/ 720067 h 1056698"/>
                  <a:gd name="connsiteX387" fmla="*/ 168399 w 1146492"/>
                  <a:gd name="connsiteY387" fmla="*/ 705311 h 1056698"/>
                  <a:gd name="connsiteX388" fmla="*/ 182223 w 1146492"/>
                  <a:gd name="connsiteY388" fmla="*/ 679487 h 1056698"/>
                  <a:gd name="connsiteX389" fmla="*/ 188675 w 1146492"/>
                  <a:gd name="connsiteY389" fmla="*/ 673953 h 1056698"/>
                  <a:gd name="connsiteX390" fmla="*/ 189597 w 1146492"/>
                  <a:gd name="connsiteY390" fmla="*/ 670264 h 1056698"/>
                  <a:gd name="connsiteX391" fmla="*/ 196969 w 1146492"/>
                  <a:gd name="connsiteY391" fmla="*/ 651819 h 1056698"/>
                  <a:gd name="connsiteX392" fmla="*/ 240286 w 1146492"/>
                  <a:gd name="connsiteY392" fmla="*/ 572503 h 1056698"/>
                  <a:gd name="connsiteX393" fmla="*/ 247659 w 1146492"/>
                  <a:gd name="connsiteY393" fmla="*/ 560513 h 1056698"/>
                  <a:gd name="connsiteX394" fmla="*/ 249503 w 1146492"/>
                  <a:gd name="connsiteY394" fmla="*/ 554980 h 1056698"/>
                  <a:gd name="connsiteX395" fmla="*/ 250424 w 1146492"/>
                  <a:gd name="connsiteY395" fmla="*/ 551291 h 1056698"/>
                  <a:gd name="connsiteX396" fmla="*/ 261484 w 1146492"/>
                  <a:gd name="connsiteY396" fmla="*/ 538379 h 1056698"/>
                  <a:gd name="connsiteX397" fmla="*/ 272544 w 1146492"/>
                  <a:gd name="connsiteY397" fmla="*/ 527311 h 1056698"/>
                  <a:gd name="connsiteX398" fmla="*/ 276230 w 1146492"/>
                  <a:gd name="connsiteY398" fmla="*/ 524545 h 1056698"/>
                  <a:gd name="connsiteX399" fmla="*/ 273465 w 1146492"/>
                  <a:gd name="connsiteY399" fmla="*/ 520856 h 1056698"/>
                  <a:gd name="connsiteX400" fmla="*/ 283603 w 1146492"/>
                  <a:gd name="connsiteY400" fmla="*/ 504255 h 1056698"/>
                  <a:gd name="connsiteX401" fmla="*/ 297428 w 1146492"/>
                  <a:gd name="connsiteY401" fmla="*/ 485809 h 1056698"/>
                  <a:gd name="connsiteX402" fmla="*/ 300193 w 1146492"/>
                  <a:gd name="connsiteY402" fmla="*/ 478431 h 1056698"/>
                  <a:gd name="connsiteX403" fmla="*/ 316782 w 1146492"/>
                  <a:gd name="connsiteY403" fmla="*/ 457218 h 1056698"/>
                  <a:gd name="connsiteX404" fmla="*/ 317704 w 1146492"/>
                  <a:gd name="connsiteY404" fmla="*/ 447073 h 1056698"/>
                  <a:gd name="connsiteX405" fmla="*/ 325077 w 1146492"/>
                  <a:gd name="connsiteY405" fmla="*/ 438773 h 1056698"/>
                  <a:gd name="connsiteX406" fmla="*/ 332450 w 1146492"/>
                  <a:gd name="connsiteY406" fmla="*/ 429550 h 1056698"/>
                  <a:gd name="connsiteX407" fmla="*/ 349961 w 1146492"/>
                  <a:gd name="connsiteY407" fmla="*/ 404649 h 1056698"/>
                  <a:gd name="connsiteX408" fmla="*/ 358256 w 1146492"/>
                  <a:gd name="connsiteY408" fmla="*/ 390815 h 1056698"/>
                  <a:gd name="connsiteX409" fmla="*/ 370237 w 1146492"/>
                  <a:gd name="connsiteY409" fmla="*/ 373291 h 1056698"/>
                  <a:gd name="connsiteX410" fmla="*/ 386826 w 1146492"/>
                  <a:gd name="connsiteY410" fmla="*/ 347468 h 1056698"/>
                  <a:gd name="connsiteX411" fmla="*/ 400651 w 1146492"/>
                  <a:gd name="connsiteY411" fmla="*/ 329944 h 1056698"/>
                  <a:gd name="connsiteX412" fmla="*/ 411711 w 1146492"/>
                  <a:gd name="connsiteY412" fmla="*/ 314266 h 1056698"/>
                  <a:gd name="connsiteX413" fmla="*/ 417240 w 1146492"/>
                  <a:gd name="connsiteY413" fmla="*/ 305965 h 1056698"/>
                  <a:gd name="connsiteX414" fmla="*/ 441203 w 1146492"/>
                  <a:gd name="connsiteY414" fmla="*/ 271841 h 1056698"/>
                  <a:gd name="connsiteX415" fmla="*/ 446733 w 1146492"/>
                  <a:gd name="connsiteY415" fmla="*/ 265385 h 1056698"/>
                  <a:gd name="connsiteX416" fmla="*/ 452262 w 1146492"/>
                  <a:gd name="connsiteY416" fmla="*/ 257084 h 1056698"/>
                  <a:gd name="connsiteX417" fmla="*/ 457792 w 1146492"/>
                  <a:gd name="connsiteY417" fmla="*/ 246940 h 1056698"/>
                  <a:gd name="connsiteX418" fmla="*/ 463322 w 1146492"/>
                  <a:gd name="connsiteY418" fmla="*/ 239561 h 1056698"/>
                  <a:gd name="connsiteX419" fmla="*/ 470695 w 1146492"/>
                  <a:gd name="connsiteY419" fmla="*/ 228494 h 1056698"/>
                  <a:gd name="connsiteX420" fmla="*/ 502952 w 1146492"/>
                  <a:gd name="connsiteY420" fmla="*/ 181458 h 1056698"/>
                  <a:gd name="connsiteX421" fmla="*/ 497422 w 1146492"/>
                  <a:gd name="connsiteY421" fmla="*/ 186992 h 1056698"/>
                  <a:gd name="connsiteX422" fmla="*/ 483598 w 1146492"/>
                  <a:gd name="connsiteY422" fmla="*/ 205437 h 1056698"/>
                  <a:gd name="connsiteX423" fmla="*/ 442124 w 1146492"/>
                  <a:gd name="connsiteY423" fmla="*/ 258007 h 1056698"/>
                  <a:gd name="connsiteX424" fmla="*/ 365629 w 1146492"/>
                  <a:gd name="connsiteY424" fmla="*/ 360379 h 1056698"/>
                  <a:gd name="connsiteX425" fmla="*/ 329685 w 1146492"/>
                  <a:gd name="connsiteY425" fmla="*/ 408338 h 1056698"/>
                  <a:gd name="connsiteX426" fmla="*/ 319547 w 1146492"/>
                  <a:gd name="connsiteY426" fmla="*/ 423094 h 1056698"/>
                  <a:gd name="connsiteX427" fmla="*/ 315860 w 1146492"/>
                  <a:gd name="connsiteY427" fmla="*/ 430472 h 1056698"/>
                  <a:gd name="connsiteX428" fmla="*/ 300193 w 1146492"/>
                  <a:gd name="connsiteY428" fmla="*/ 452607 h 1056698"/>
                  <a:gd name="connsiteX429" fmla="*/ 275308 w 1146492"/>
                  <a:gd name="connsiteY429" fmla="*/ 484887 h 1056698"/>
                  <a:gd name="connsiteX430" fmla="*/ 260562 w 1146492"/>
                  <a:gd name="connsiteY430" fmla="*/ 504255 h 1056698"/>
                  <a:gd name="connsiteX431" fmla="*/ 256876 w 1146492"/>
                  <a:gd name="connsiteY431" fmla="*/ 506099 h 1056698"/>
                  <a:gd name="connsiteX432" fmla="*/ 396043 w 1146492"/>
                  <a:gd name="connsiteY432" fmla="*/ 294898 h 1056698"/>
                  <a:gd name="connsiteX433" fmla="*/ 551799 w 1146492"/>
                  <a:gd name="connsiteY433" fmla="*/ 93842 h 1056698"/>
                  <a:gd name="connsiteX434" fmla="*/ 548112 w 1146492"/>
                  <a:gd name="connsiteY434" fmla="*/ 93842 h 1056698"/>
                  <a:gd name="connsiteX435" fmla="*/ 547191 w 1146492"/>
                  <a:gd name="connsiteY435" fmla="*/ 91997 h 1056698"/>
                  <a:gd name="connsiteX436" fmla="*/ 566545 w 1146492"/>
                  <a:gd name="connsiteY436" fmla="*/ 92919 h 1056698"/>
                  <a:gd name="connsiteX437" fmla="*/ 61489 w 1146492"/>
                  <a:gd name="connsiteY437" fmla="*/ 957092 h 1056698"/>
                  <a:gd name="connsiteX438" fmla="*/ 57803 w 1146492"/>
                  <a:gd name="connsiteY438" fmla="*/ 958015 h 1056698"/>
                  <a:gd name="connsiteX439" fmla="*/ 60568 w 1146492"/>
                  <a:gd name="connsiteY439" fmla="*/ 952481 h 1056698"/>
                  <a:gd name="connsiteX440" fmla="*/ 61489 w 1146492"/>
                  <a:gd name="connsiteY440" fmla="*/ 957092 h 1056698"/>
                  <a:gd name="connsiteX441" fmla="*/ 91903 w 1146492"/>
                  <a:gd name="connsiteY441" fmla="*/ 972771 h 1056698"/>
                  <a:gd name="connsiteX442" fmla="*/ 85452 w 1146492"/>
                  <a:gd name="connsiteY442" fmla="*/ 981072 h 1056698"/>
                  <a:gd name="connsiteX443" fmla="*/ 96511 w 1146492"/>
                  <a:gd name="connsiteY443" fmla="*/ 975538 h 1056698"/>
                  <a:gd name="connsiteX444" fmla="*/ 91903 w 1146492"/>
                  <a:gd name="connsiteY444" fmla="*/ 972771 h 1056698"/>
                  <a:gd name="connsiteX445" fmla="*/ 102963 w 1146492"/>
                  <a:gd name="connsiteY445" fmla="*/ 944180 h 1056698"/>
                  <a:gd name="connsiteX446" fmla="*/ 99276 w 1146492"/>
                  <a:gd name="connsiteY446" fmla="*/ 948792 h 1056698"/>
                  <a:gd name="connsiteX447" fmla="*/ 102041 w 1146492"/>
                  <a:gd name="connsiteY447" fmla="*/ 954325 h 1056698"/>
                  <a:gd name="connsiteX448" fmla="*/ 105728 w 1146492"/>
                  <a:gd name="connsiteY448" fmla="*/ 949714 h 1056698"/>
                  <a:gd name="connsiteX449" fmla="*/ 102963 w 1146492"/>
                  <a:gd name="connsiteY449" fmla="*/ 944180 h 1056698"/>
                  <a:gd name="connsiteX450" fmla="*/ 97433 w 1146492"/>
                  <a:gd name="connsiteY450" fmla="*/ 932191 h 1056698"/>
                  <a:gd name="connsiteX451" fmla="*/ 102963 w 1146492"/>
                  <a:gd name="connsiteY451" fmla="*/ 934958 h 1056698"/>
                  <a:gd name="connsiteX452" fmla="*/ 107571 w 1146492"/>
                  <a:gd name="connsiteY452" fmla="*/ 934035 h 1056698"/>
                  <a:gd name="connsiteX453" fmla="*/ 102041 w 1146492"/>
                  <a:gd name="connsiteY453" fmla="*/ 930346 h 1056698"/>
                  <a:gd name="connsiteX454" fmla="*/ 97433 w 1146492"/>
                  <a:gd name="connsiteY454" fmla="*/ 932191 h 1056698"/>
                  <a:gd name="connsiteX455" fmla="*/ 108493 w 1146492"/>
                  <a:gd name="connsiteY455" fmla="*/ 918357 h 1056698"/>
                  <a:gd name="connsiteX456" fmla="*/ 102963 w 1146492"/>
                  <a:gd name="connsiteY456" fmla="*/ 919279 h 1056698"/>
                  <a:gd name="connsiteX457" fmla="*/ 101120 w 1146492"/>
                  <a:gd name="connsiteY457" fmla="*/ 920201 h 1056698"/>
                  <a:gd name="connsiteX458" fmla="*/ 111258 w 1146492"/>
                  <a:gd name="connsiteY458" fmla="*/ 925735 h 1056698"/>
                  <a:gd name="connsiteX459" fmla="*/ 112179 w 1146492"/>
                  <a:gd name="connsiteY459" fmla="*/ 919279 h 1056698"/>
                  <a:gd name="connsiteX460" fmla="*/ 108493 w 1146492"/>
                  <a:gd name="connsiteY460" fmla="*/ 918357 h 1056698"/>
                  <a:gd name="connsiteX461" fmla="*/ 113101 w 1146492"/>
                  <a:gd name="connsiteY461" fmla="*/ 909134 h 1056698"/>
                  <a:gd name="connsiteX462" fmla="*/ 116787 w 1146492"/>
                  <a:gd name="connsiteY462" fmla="*/ 916512 h 1056698"/>
                  <a:gd name="connsiteX463" fmla="*/ 117709 w 1146492"/>
                  <a:gd name="connsiteY463" fmla="*/ 917434 h 1056698"/>
                  <a:gd name="connsiteX464" fmla="*/ 113101 w 1146492"/>
                  <a:gd name="connsiteY464" fmla="*/ 906367 h 1056698"/>
                  <a:gd name="connsiteX465" fmla="*/ 113101 w 1146492"/>
                  <a:gd name="connsiteY465" fmla="*/ 909134 h 1056698"/>
                  <a:gd name="connsiteX466" fmla="*/ 152731 w 1146492"/>
                  <a:gd name="connsiteY466" fmla="*/ 784627 h 1056698"/>
                  <a:gd name="connsiteX467" fmla="*/ 155496 w 1146492"/>
                  <a:gd name="connsiteY467" fmla="*/ 789238 h 1056698"/>
                  <a:gd name="connsiteX468" fmla="*/ 157339 w 1146492"/>
                  <a:gd name="connsiteY468" fmla="*/ 784627 h 1056698"/>
                  <a:gd name="connsiteX469" fmla="*/ 154574 w 1146492"/>
                  <a:gd name="connsiteY469" fmla="*/ 780015 h 1056698"/>
                  <a:gd name="connsiteX470" fmla="*/ 152731 w 1146492"/>
                  <a:gd name="connsiteY470" fmla="*/ 784627 h 1056698"/>
                  <a:gd name="connsiteX471" fmla="*/ 157339 w 1146492"/>
                  <a:gd name="connsiteY471" fmla="*/ 826129 h 1056698"/>
                  <a:gd name="connsiteX472" fmla="*/ 159183 w 1146492"/>
                  <a:gd name="connsiteY472" fmla="*/ 833507 h 1056698"/>
                  <a:gd name="connsiteX473" fmla="*/ 154574 w 1146492"/>
                  <a:gd name="connsiteY473" fmla="*/ 830740 h 1056698"/>
                  <a:gd name="connsiteX474" fmla="*/ 157339 w 1146492"/>
                  <a:gd name="connsiteY474" fmla="*/ 826129 h 1056698"/>
                  <a:gd name="connsiteX475" fmla="*/ 162869 w 1146492"/>
                  <a:gd name="connsiteY475" fmla="*/ 764337 h 1056698"/>
                  <a:gd name="connsiteX476" fmla="*/ 159183 w 1146492"/>
                  <a:gd name="connsiteY476" fmla="*/ 775404 h 1056698"/>
                  <a:gd name="connsiteX477" fmla="*/ 168399 w 1146492"/>
                  <a:gd name="connsiteY477" fmla="*/ 763414 h 1056698"/>
                  <a:gd name="connsiteX478" fmla="*/ 162869 w 1146492"/>
                  <a:gd name="connsiteY478" fmla="*/ 764337 h 1056698"/>
                  <a:gd name="connsiteX479" fmla="*/ 167477 w 1146492"/>
                  <a:gd name="connsiteY479" fmla="*/ 749580 h 1056698"/>
                  <a:gd name="connsiteX480" fmla="*/ 163791 w 1146492"/>
                  <a:gd name="connsiteY480" fmla="*/ 753269 h 1056698"/>
                  <a:gd name="connsiteX481" fmla="*/ 165634 w 1146492"/>
                  <a:gd name="connsiteY481" fmla="*/ 756958 h 1056698"/>
                  <a:gd name="connsiteX482" fmla="*/ 168399 w 1146492"/>
                  <a:gd name="connsiteY482" fmla="*/ 753269 h 1056698"/>
                  <a:gd name="connsiteX483" fmla="*/ 167477 w 1146492"/>
                  <a:gd name="connsiteY483" fmla="*/ 749580 h 1056698"/>
                  <a:gd name="connsiteX484" fmla="*/ 177615 w 1146492"/>
                  <a:gd name="connsiteY484" fmla="*/ 733901 h 1056698"/>
                  <a:gd name="connsiteX485" fmla="*/ 175772 w 1146492"/>
                  <a:gd name="connsiteY485" fmla="*/ 738513 h 1056698"/>
                  <a:gd name="connsiteX486" fmla="*/ 178537 w 1146492"/>
                  <a:gd name="connsiteY486" fmla="*/ 742202 h 1056698"/>
                  <a:gd name="connsiteX487" fmla="*/ 181302 w 1146492"/>
                  <a:gd name="connsiteY487" fmla="*/ 737590 h 1056698"/>
                  <a:gd name="connsiteX488" fmla="*/ 177615 w 1146492"/>
                  <a:gd name="connsiteY488" fmla="*/ 733901 h 1056698"/>
                  <a:gd name="connsiteX489" fmla="*/ 183145 w 1146492"/>
                  <a:gd name="connsiteY489" fmla="*/ 721912 h 1056698"/>
                  <a:gd name="connsiteX490" fmla="*/ 184988 w 1146492"/>
                  <a:gd name="connsiteY490" fmla="*/ 723756 h 1056698"/>
                  <a:gd name="connsiteX491" fmla="*/ 188675 w 1146492"/>
                  <a:gd name="connsiteY491" fmla="*/ 721912 h 1056698"/>
                  <a:gd name="connsiteX492" fmla="*/ 183145 w 1146492"/>
                  <a:gd name="connsiteY492" fmla="*/ 721912 h 1056698"/>
                  <a:gd name="connsiteX493" fmla="*/ 192361 w 1146492"/>
                  <a:gd name="connsiteY493" fmla="*/ 698855 h 1056698"/>
                  <a:gd name="connsiteX494" fmla="*/ 191440 w 1146492"/>
                  <a:gd name="connsiteY494" fmla="*/ 703466 h 1056698"/>
                  <a:gd name="connsiteX495" fmla="*/ 195126 w 1146492"/>
                  <a:gd name="connsiteY495" fmla="*/ 709000 h 1056698"/>
                  <a:gd name="connsiteX496" fmla="*/ 196048 w 1146492"/>
                  <a:gd name="connsiteY496" fmla="*/ 704389 h 1056698"/>
                  <a:gd name="connsiteX497" fmla="*/ 192361 w 1146492"/>
                  <a:gd name="connsiteY497" fmla="*/ 698855 h 1056698"/>
                  <a:gd name="connsiteX498" fmla="*/ 208951 w 1146492"/>
                  <a:gd name="connsiteY498" fmla="*/ 755114 h 1056698"/>
                  <a:gd name="connsiteX499" fmla="*/ 209872 w 1146492"/>
                  <a:gd name="connsiteY499" fmla="*/ 746813 h 1056698"/>
                  <a:gd name="connsiteX500" fmla="*/ 205264 w 1146492"/>
                  <a:gd name="connsiteY500" fmla="*/ 742202 h 1056698"/>
                  <a:gd name="connsiteX501" fmla="*/ 203421 w 1146492"/>
                  <a:gd name="connsiteY501" fmla="*/ 740357 h 1056698"/>
                  <a:gd name="connsiteX502" fmla="*/ 210794 w 1146492"/>
                  <a:gd name="connsiteY502" fmla="*/ 735746 h 1056698"/>
                  <a:gd name="connsiteX503" fmla="*/ 216324 w 1146492"/>
                  <a:gd name="connsiteY503" fmla="*/ 737590 h 1056698"/>
                  <a:gd name="connsiteX504" fmla="*/ 217246 w 1146492"/>
                  <a:gd name="connsiteY504" fmla="*/ 741280 h 1056698"/>
                  <a:gd name="connsiteX505" fmla="*/ 223697 w 1146492"/>
                  <a:gd name="connsiteY505" fmla="*/ 735746 h 1056698"/>
                  <a:gd name="connsiteX506" fmla="*/ 226462 w 1146492"/>
                  <a:gd name="connsiteY506" fmla="*/ 732979 h 1056698"/>
                  <a:gd name="connsiteX507" fmla="*/ 219089 w 1146492"/>
                  <a:gd name="connsiteY507" fmla="*/ 750502 h 1056698"/>
                  <a:gd name="connsiteX508" fmla="*/ 209872 w 1146492"/>
                  <a:gd name="connsiteY508" fmla="*/ 782782 h 1056698"/>
                  <a:gd name="connsiteX509" fmla="*/ 206186 w 1146492"/>
                  <a:gd name="connsiteY509" fmla="*/ 781860 h 1056698"/>
                  <a:gd name="connsiteX510" fmla="*/ 202499 w 1146492"/>
                  <a:gd name="connsiteY510" fmla="*/ 754192 h 1056698"/>
                  <a:gd name="connsiteX511" fmla="*/ 205264 w 1146492"/>
                  <a:gd name="connsiteY511" fmla="*/ 753269 h 1056698"/>
                  <a:gd name="connsiteX512" fmla="*/ 208951 w 1146492"/>
                  <a:gd name="connsiteY512" fmla="*/ 755114 h 1056698"/>
                  <a:gd name="connsiteX513" fmla="*/ 231070 w 1146492"/>
                  <a:gd name="connsiteY513" fmla="*/ 633373 h 1056698"/>
                  <a:gd name="connsiteX514" fmla="*/ 228305 w 1146492"/>
                  <a:gd name="connsiteY514" fmla="*/ 647207 h 1056698"/>
                  <a:gd name="connsiteX515" fmla="*/ 230148 w 1146492"/>
                  <a:gd name="connsiteY515" fmla="*/ 643518 h 1056698"/>
                  <a:gd name="connsiteX516" fmla="*/ 233835 w 1146492"/>
                  <a:gd name="connsiteY516" fmla="*/ 633373 h 1056698"/>
                  <a:gd name="connsiteX517" fmla="*/ 231070 w 1146492"/>
                  <a:gd name="connsiteY517" fmla="*/ 633373 h 1056698"/>
                  <a:gd name="connsiteX518" fmla="*/ 291898 w 1146492"/>
                  <a:gd name="connsiteY518" fmla="*/ 541146 h 1056698"/>
                  <a:gd name="connsiteX519" fmla="*/ 289133 w 1146492"/>
                  <a:gd name="connsiteY519" fmla="*/ 533768 h 1056698"/>
                  <a:gd name="connsiteX520" fmla="*/ 284525 w 1146492"/>
                  <a:gd name="connsiteY520" fmla="*/ 537457 h 1056698"/>
                  <a:gd name="connsiteX521" fmla="*/ 291898 w 1146492"/>
                  <a:gd name="connsiteY521" fmla="*/ 541146 h 1056698"/>
                  <a:gd name="connsiteX522" fmla="*/ 294663 w 1146492"/>
                  <a:gd name="connsiteY522" fmla="*/ 519011 h 1056698"/>
                  <a:gd name="connsiteX523" fmla="*/ 292819 w 1146492"/>
                  <a:gd name="connsiteY523" fmla="*/ 526389 h 1056698"/>
                  <a:gd name="connsiteX524" fmla="*/ 295585 w 1146492"/>
                  <a:gd name="connsiteY524" fmla="*/ 529156 h 1056698"/>
                  <a:gd name="connsiteX525" fmla="*/ 301114 w 1146492"/>
                  <a:gd name="connsiteY525" fmla="*/ 524545 h 1056698"/>
                  <a:gd name="connsiteX526" fmla="*/ 312174 w 1146492"/>
                  <a:gd name="connsiteY526" fmla="*/ 521778 h 1056698"/>
                  <a:gd name="connsiteX527" fmla="*/ 317704 w 1146492"/>
                  <a:gd name="connsiteY527" fmla="*/ 519933 h 1056698"/>
                  <a:gd name="connsiteX528" fmla="*/ 302957 w 1146492"/>
                  <a:gd name="connsiteY528" fmla="*/ 515322 h 1056698"/>
                  <a:gd name="connsiteX529" fmla="*/ 294663 w 1146492"/>
                  <a:gd name="connsiteY529" fmla="*/ 519011 h 1056698"/>
                  <a:gd name="connsiteX530" fmla="*/ 312174 w 1146492"/>
                  <a:gd name="connsiteY530" fmla="*/ 503332 h 1056698"/>
                  <a:gd name="connsiteX531" fmla="*/ 308487 w 1146492"/>
                  <a:gd name="connsiteY531" fmla="*/ 508866 h 1056698"/>
                  <a:gd name="connsiteX532" fmla="*/ 312174 w 1146492"/>
                  <a:gd name="connsiteY532" fmla="*/ 507944 h 1056698"/>
                  <a:gd name="connsiteX533" fmla="*/ 312174 w 1146492"/>
                  <a:gd name="connsiteY533" fmla="*/ 503332 h 1056698"/>
                  <a:gd name="connsiteX534" fmla="*/ 316782 w 1146492"/>
                  <a:gd name="connsiteY534" fmla="*/ 527311 h 1056698"/>
                  <a:gd name="connsiteX535" fmla="*/ 313096 w 1146492"/>
                  <a:gd name="connsiteY535" fmla="*/ 531001 h 1056698"/>
                  <a:gd name="connsiteX536" fmla="*/ 312174 w 1146492"/>
                  <a:gd name="connsiteY536" fmla="*/ 534690 h 1056698"/>
                  <a:gd name="connsiteX537" fmla="*/ 308487 w 1146492"/>
                  <a:gd name="connsiteY537" fmla="*/ 539301 h 1056698"/>
                  <a:gd name="connsiteX538" fmla="*/ 315860 w 1146492"/>
                  <a:gd name="connsiteY538" fmla="*/ 542990 h 1056698"/>
                  <a:gd name="connsiteX539" fmla="*/ 324155 w 1146492"/>
                  <a:gd name="connsiteY539" fmla="*/ 542068 h 1056698"/>
                  <a:gd name="connsiteX540" fmla="*/ 320468 w 1146492"/>
                  <a:gd name="connsiteY540" fmla="*/ 538379 h 1056698"/>
                  <a:gd name="connsiteX541" fmla="*/ 318625 w 1146492"/>
                  <a:gd name="connsiteY541" fmla="*/ 531923 h 1056698"/>
                  <a:gd name="connsiteX542" fmla="*/ 316782 w 1146492"/>
                  <a:gd name="connsiteY542" fmla="*/ 527311 h 1056698"/>
                  <a:gd name="connsiteX543" fmla="*/ 337058 w 1146492"/>
                  <a:gd name="connsiteY543" fmla="*/ 463674 h 1056698"/>
                  <a:gd name="connsiteX544" fmla="*/ 331528 w 1146492"/>
                  <a:gd name="connsiteY544" fmla="*/ 470130 h 1056698"/>
                  <a:gd name="connsiteX545" fmla="*/ 326920 w 1146492"/>
                  <a:gd name="connsiteY545" fmla="*/ 475664 h 1056698"/>
                  <a:gd name="connsiteX546" fmla="*/ 324155 w 1146492"/>
                  <a:gd name="connsiteY546" fmla="*/ 479353 h 1056698"/>
                  <a:gd name="connsiteX547" fmla="*/ 329685 w 1146492"/>
                  <a:gd name="connsiteY547" fmla="*/ 480275 h 1056698"/>
                  <a:gd name="connsiteX548" fmla="*/ 336136 w 1146492"/>
                  <a:gd name="connsiteY548" fmla="*/ 483965 h 1056698"/>
                  <a:gd name="connsiteX549" fmla="*/ 336136 w 1146492"/>
                  <a:gd name="connsiteY549" fmla="*/ 487654 h 1056698"/>
                  <a:gd name="connsiteX550" fmla="*/ 329685 w 1146492"/>
                  <a:gd name="connsiteY550" fmla="*/ 488576 h 1056698"/>
                  <a:gd name="connsiteX551" fmla="*/ 325998 w 1146492"/>
                  <a:gd name="connsiteY551" fmla="*/ 486731 h 1056698"/>
                  <a:gd name="connsiteX552" fmla="*/ 316782 w 1146492"/>
                  <a:gd name="connsiteY552" fmla="*/ 487654 h 1056698"/>
                  <a:gd name="connsiteX553" fmla="*/ 325077 w 1146492"/>
                  <a:gd name="connsiteY553" fmla="*/ 493187 h 1056698"/>
                  <a:gd name="connsiteX554" fmla="*/ 337980 w 1146492"/>
                  <a:gd name="connsiteY554" fmla="*/ 491343 h 1056698"/>
                  <a:gd name="connsiteX555" fmla="*/ 337058 w 1146492"/>
                  <a:gd name="connsiteY555" fmla="*/ 476586 h 1056698"/>
                  <a:gd name="connsiteX556" fmla="*/ 338901 w 1146492"/>
                  <a:gd name="connsiteY556" fmla="*/ 464597 h 1056698"/>
                  <a:gd name="connsiteX557" fmla="*/ 337058 w 1146492"/>
                  <a:gd name="connsiteY557" fmla="*/ 463674 h 1056698"/>
                  <a:gd name="connsiteX558" fmla="*/ 327842 w 1146492"/>
                  <a:gd name="connsiteY558" fmla="*/ 525467 h 1056698"/>
                  <a:gd name="connsiteX559" fmla="*/ 330607 w 1146492"/>
                  <a:gd name="connsiteY559" fmla="*/ 522700 h 1056698"/>
                  <a:gd name="connsiteX560" fmla="*/ 329685 w 1146492"/>
                  <a:gd name="connsiteY560" fmla="*/ 517166 h 1056698"/>
                  <a:gd name="connsiteX561" fmla="*/ 327842 w 1146492"/>
                  <a:gd name="connsiteY561" fmla="*/ 525467 h 1056698"/>
                  <a:gd name="connsiteX562" fmla="*/ 358256 w 1146492"/>
                  <a:gd name="connsiteY562" fmla="*/ 432317 h 1056698"/>
                  <a:gd name="connsiteX563" fmla="*/ 345353 w 1146492"/>
                  <a:gd name="connsiteY563" fmla="*/ 447996 h 1056698"/>
                  <a:gd name="connsiteX564" fmla="*/ 341666 w 1146492"/>
                  <a:gd name="connsiteY564" fmla="*/ 459063 h 1056698"/>
                  <a:gd name="connsiteX565" fmla="*/ 348118 w 1146492"/>
                  <a:gd name="connsiteY565" fmla="*/ 460908 h 1056698"/>
                  <a:gd name="connsiteX566" fmla="*/ 354569 w 1146492"/>
                  <a:gd name="connsiteY566" fmla="*/ 459985 h 1056698"/>
                  <a:gd name="connsiteX567" fmla="*/ 353647 w 1146492"/>
                  <a:gd name="connsiteY567" fmla="*/ 452607 h 1056698"/>
                  <a:gd name="connsiteX568" fmla="*/ 354569 w 1146492"/>
                  <a:gd name="connsiteY568" fmla="*/ 445229 h 1056698"/>
                  <a:gd name="connsiteX569" fmla="*/ 363785 w 1146492"/>
                  <a:gd name="connsiteY569" fmla="*/ 435084 h 1056698"/>
                  <a:gd name="connsiteX570" fmla="*/ 367472 w 1146492"/>
                  <a:gd name="connsiteY570" fmla="*/ 432317 h 1056698"/>
                  <a:gd name="connsiteX571" fmla="*/ 365629 w 1146492"/>
                  <a:gd name="connsiteY571" fmla="*/ 427706 h 1056698"/>
                  <a:gd name="connsiteX572" fmla="*/ 358256 w 1146492"/>
                  <a:gd name="connsiteY572" fmla="*/ 432317 h 1056698"/>
                  <a:gd name="connsiteX573" fmla="*/ 340745 w 1146492"/>
                  <a:gd name="connsiteY573" fmla="*/ 496876 h 1056698"/>
                  <a:gd name="connsiteX574" fmla="*/ 344431 w 1146492"/>
                  <a:gd name="connsiteY574" fmla="*/ 500566 h 1056698"/>
                  <a:gd name="connsiteX575" fmla="*/ 345353 w 1146492"/>
                  <a:gd name="connsiteY575" fmla="*/ 495032 h 1056698"/>
                  <a:gd name="connsiteX576" fmla="*/ 340745 w 1146492"/>
                  <a:gd name="connsiteY576" fmla="*/ 496876 h 1056698"/>
                  <a:gd name="connsiteX577" fmla="*/ 351804 w 1146492"/>
                  <a:gd name="connsiteY577" fmla="*/ 99375 h 1056698"/>
                  <a:gd name="connsiteX578" fmla="*/ 344431 w 1146492"/>
                  <a:gd name="connsiteY578" fmla="*/ 100298 h 1056698"/>
                  <a:gd name="connsiteX579" fmla="*/ 345353 w 1146492"/>
                  <a:gd name="connsiteY579" fmla="*/ 103987 h 1056698"/>
                  <a:gd name="connsiteX580" fmla="*/ 351804 w 1146492"/>
                  <a:gd name="connsiteY580" fmla="*/ 99375 h 1056698"/>
                  <a:gd name="connsiteX581" fmla="*/ 464244 w 1146492"/>
                  <a:gd name="connsiteY581" fmla="*/ 72629 h 1056698"/>
                  <a:gd name="connsiteX582" fmla="*/ 447654 w 1146492"/>
                  <a:gd name="connsiteY582" fmla="*/ 76318 h 1056698"/>
                  <a:gd name="connsiteX583" fmla="*/ 427378 w 1146492"/>
                  <a:gd name="connsiteY583" fmla="*/ 87386 h 1056698"/>
                  <a:gd name="connsiteX584" fmla="*/ 423692 w 1146492"/>
                  <a:gd name="connsiteY584" fmla="*/ 81852 h 1056698"/>
                  <a:gd name="connsiteX585" fmla="*/ 420005 w 1146492"/>
                  <a:gd name="connsiteY585" fmla="*/ 82774 h 1056698"/>
                  <a:gd name="connsiteX586" fmla="*/ 401572 w 1146492"/>
                  <a:gd name="connsiteY586" fmla="*/ 90153 h 1056698"/>
                  <a:gd name="connsiteX587" fmla="*/ 387748 w 1146492"/>
                  <a:gd name="connsiteY587" fmla="*/ 93842 h 1056698"/>
                  <a:gd name="connsiteX588" fmla="*/ 383140 w 1146492"/>
                  <a:gd name="connsiteY588" fmla="*/ 94764 h 1056698"/>
                  <a:gd name="connsiteX589" fmla="*/ 373923 w 1146492"/>
                  <a:gd name="connsiteY589" fmla="*/ 95686 h 1056698"/>
                  <a:gd name="connsiteX590" fmla="*/ 370237 w 1146492"/>
                  <a:gd name="connsiteY590" fmla="*/ 102142 h 1056698"/>
                  <a:gd name="connsiteX591" fmla="*/ 375767 w 1146492"/>
                  <a:gd name="connsiteY591" fmla="*/ 103064 h 1056698"/>
                  <a:gd name="connsiteX592" fmla="*/ 402494 w 1146492"/>
                  <a:gd name="connsiteY592" fmla="*/ 97531 h 1056698"/>
                  <a:gd name="connsiteX593" fmla="*/ 414475 w 1146492"/>
                  <a:gd name="connsiteY593" fmla="*/ 98453 h 1056698"/>
                  <a:gd name="connsiteX594" fmla="*/ 439360 w 1146492"/>
                  <a:gd name="connsiteY594" fmla="*/ 95686 h 1056698"/>
                  <a:gd name="connsiteX595" fmla="*/ 456871 w 1146492"/>
                  <a:gd name="connsiteY595" fmla="*/ 101220 h 1056698"/>
                  <a:gd name="connsiteX596" fmla="*/ 457792 w 1146492"/>
                  <a:gd name="connsiteY596" fmla="*/ 97531 h 1056698"/>
                  <a:gd name="connsiteX597" fmla="*/ 461479 w 1146492"/>
                  <a:gd name="connsiteY597" fmla="*/ 101220 h 1056698"/>
                  <a:gd name="connsiteX598" fmla="*/ 475303 w 1146492"/>
                  <a:gd name="connsiteY598" fmla="*/ 103064 h 1056698"/>
                  <a:gd name="connsiteX599" fmla="*/ 470695 w 1146492"/>
                  <a:gd name="connsiteY599" fmla="*/ 98453 h 1056698"/>
                  <a:gd name="connsiteX600" fmla="*/ 467930 w 1146492"/>
                  <a:gd name="connsiteY600" fmla="*/ 95686 h 1056698"/>
                  <a:gd name="connsiteX601" fmla="*/ 470695 w 1146492"/>
                  <a:gd name="connsiteY601" fmla="*/ 92919 h 1056698"/>
                  <a:gd name="connsiteX602" fmla="*/ 474382 w 1146492"/>
                  <a:gd name="connsiteY602" fmla="*/ 85541 h 1056698"/>
                  <a:gd name="connsiteX603" fmla="*/ 475303 w 1146492"/>
                  <a:gd name="connsiteY603" fmla="*/ 77241 h 1056698"/>
                  <a:gd name="connsiteX604" fmla="*/ 464244 w 1146492"/>
                  <a:gd name="connsiteY604" fmla="*/ 72629 h 1056698"/>
                  <a:gd name="connsiteX605" fmla="*/ 382218 w 1146492"/>
                  <a:gd name="connsiteY605" fmla="*/ 85541 h 1056698"/>
                  <a:gd name="connsiteX606" fmla="*/ 386826 w 1146492"/>
                  <a:gd name="connsiteY606" fmla="*/ 84619 h 1056698"/>
                  <a:gd name="connsiteX607" fmla="*/ 381296 w 1146492"/>
                  <a:gd name="connsiteY607" fmla="*/ 83697 h 1056698"/>
                  <a:gd name="connsiteX608" fmla="*/ 382218 w 1146492"/>
                  <a:gd name="connsiteY608" fmla="*/ 85541 h 1056698"/>
                  <a:gd name="connsiteX609" fmla="*/ 384061 w 1146492"/>
                  <a:gd name="connsiteY609" fmla="*/ 396348 h 1056698"/>
                  <a:gd name="connsiteX610" fmla="*/ 380375 w 1146492"/>
                  <a:gd name="connsiteY610" fmla="*/ 400037 h 1056698"/>
                  <a:gd name="connsiteX611" fmla="*/ 381296 w 1146492"/>
                  <a:gd name="connsiteY611" fmla="*/ 403727 h 1056698"/>
                  <a:gd name="connsiteX612" fmla="*/ 384983 w 1146492"/>
                  <a:gd name="connsiteY612" fmla="*/ 400037 h 1056698"/>
                  <a:gd name="connsiteX613" fmla="*/ 384061 w 1146492"/>
                  <a:gd name="connsiteY613" fmla="*/ 396348 h 1056698"/>
                  <a:gd name="connsiteX614" fmla="*/ 389591 w 1146492"/>
                  <a:gd name="connsiteY614" fmla="*/ 387126 h 1056698"/>
                  <a:gd name="connsiteX615" fmla="*/ 386826 w 1146492"/>
                  <a:gd name="connsiteY615" fmla="*/ 392659 h 1056698"/>
                  <a:gd name="connsiteX616" fmla="*/ 392356 w 1146492"/>
                  <a:gd name="connsiteY616" fmla="*/ 389892 h 1056698"/>
                  <a:gd name="connsiteX617" fmla="*/ 396043 w 1146492"/>
                  <a:gd name="connsiteY617" fmla="*/ 384359 h 1056698"/>
                  <a:gd name="connsiteX618" fmla="*/ 389591 w 1146492"/>
                  <a:gd name="connsiteY618" fmla="*/ 387126 h 1056698"/>
                  <a:gd name="connsiteX619" fmla="*/ 387748 w 1146492"/>
                  <a:gd name="connsiteY619" fmla="*/ 404649 h 1056698"/>
                  <a:gd name="connsiteX620" fmla="*/ 391434 w 1146492"/>
                  <a:gd name="connsiteY620" fmla="*/ 407416 h 1056698"/>
                  <a:gd name="connsiteX621" fmla="*/ 392356 w 1146492"/>
                  <a:gd name="connsiteY621" fmla="*/ 400037 h 1056698"/>
                  <a:gd name="connsiteX622" fmla="*/ 387748 w 1146492"/>
                  <a:gd name="connsiteY622" fmla="*/ 404649 h 1056698"/>
                  <a:gd name="connsiteX623" fmla="*/ 401572 w 1146492"/>
                  <a:gd name="connsiteY623" fmla="*/ 76318 h 1056698"/>
                  <a:gd name="connsiteX624" fmla="*/ 407102 w 1146492"/>
                  <a:gd name="connsiteY624" fmla="*/ 73552 h 1056698"/>
                  <a:gd name="connsiteX625" fmla="*/ 402494 w 1146492"/>
                  <a:gd name="connsiteY625" fmla="*/ 71707 h 1056698"/>
                  <a:gd name="connsiteX626" fmla="*/ 396964 w 1146492"/>
                  <a:gd name="connsiteY626" fmla="*/ 74474 h 1056698"/>
                  <a:gd name="connsiteX627" fmla="*/ 401572 w 1146492"/>
                  <a:gd name="connsiteY627" fmla="*/ 76318 h 1056698"/>
                  <a:gd name="connsiteX628" fmla="*/ 409867 w 1146492"/>
                  <a:gd name="connsiteY628" fmla="*/ 80930 h 1056698"/>
                  <a:gd name="connsiteX629" fmla="*/ 413554 w 1146492"/>
                  <a:gd name="connsiteY629" fmla="*/ 80007 h 1056698"/>
                  <a:gd name="connsiteX630" fmla="*/ 406181 w 1146492"/>
                  <a:gd name="connsiteY630" fmla="*/ 79085 h 1056698"/>
                  <a:gd name="connsiteX631" fmla="*/ 409867 w 1146492"/>
                  <a:gd name="connsiteY631" fmla="*/ 80930 h 1056698"/>
                  <a:gd name="connsiteX632" fmla="*/ 411711 w 1146492"/>
                  <a:gd name="connsiteY632" fmla="*/ 356690 h 1056698"/>
                  <a:gd name="connsiteX633" fmla="*/ 408024 w 1146492"/>
                  <a:gd name="connsiteY633" fmla="*/ 364069 h 1056698"/>
                  <a:gd name="connsiteX634" fmla="*/ 413554 w 1146492"/>
                  <a:gd name="connsiteY634" fmla="*/ 360379 h 1056698"/>
                  <a:gd name="connsiteX635" fmla="*/ 411711 w 1146492"/>
                  <a:gd name="connsiteY635" fmla="*/ 356690 h 1056698"/>
                  <a:gd name="connsiteX636" fmla="*/ 458714 w 1146492"/>
                  <a:gd name="connsiteY636" fmla="*/ 87386 h 1056698"/>
                  <a:gd name="connsiteX637" fmla="*/ 464244 w 1146492"/>
                  <a:gd name="connsiteY637" fmla="*/ 88308 h 1056698"/>
                  <a:gd name="connsiteX638" fmla="*/ 459635 w 1146492"/>
                  <a:gd name="connsiteY638" fmla="*/ 89230 h 1056698"/>
                  <a:gd name="connsiteX639" fmla="*/ 458714 w 1146492"/>
                  <a:gd name="connsiteY639" fmla="*/ 87386 h 1056698"/>
                  <a:gd name="connsiteX640" fmla="*/ 464244 w 1146492"/>
                  <a:gd name="connsiteY640" fmla="*/ 61562 h 1056698"/>
                  <a:gd name="connsiteX641" fmla="*/ 469773 w 1146492"/>
                  <a:gd name="connsiteY641" fmla="*/ 58795 h 1056698"/>
                  <a:gd name="connsiteX642" fmla="*/ 467009 w 1146492"/>
                  <a:gd name="connsiteY642" fmla="*/ 55106 h 1056698"/>
                  <a:gd name="connsiteX643" fmla="*/ 461479 w 1146492"/>
                  <a:gd name="connsiteY643" fmla="*/ 57873 h 1056698"/>
                  <a:gd name="connsiteX644" fmla="*/ 464244 w 1146492"/>
                  <a:gd name="connsiteY644" fmla="*/ 61562 h 1056698"/>
                  <a:gd name="connsiteX645" fmla="*/ 485441 w 1146492"/>
                  <a:gd name="connsiteY645" fmla="*/ 86463 h 1056698"/>
                  <a:gd name="connsiteX646" fmla="*/ 490049 w 1146492"/>
                  <a:gd name="connsiteY646" fmla="*/ 90153 h 1056698"/>
                  <a:gd name="connsiteX647" fmla="*/ 495579 w 1146492"/>
                  <a:gd name="connsiteY647" fmla="*/ 84619 h 1056698"/>
                  <a:gd name="connsiteX648" fmla="*/ 485441 w 1146492"/>
                  <a:gd name="connsiteY648" fmla="*/ 86463 h 1056698"/>
                  <a:gd name="connsiteX649" fmla="*/ 498344 w 1146492"/>
                  <a:gd name="connsiteY649" fmla="*/ 49572 h 1056698"/>
                  <a:gd name="connsiteX650" fmla="*/ 484520 w 1146492"/>
                  <a:gd name="connsiteY650" fmla="*/ 58795 h 1056698"/>
                  <a:gd name="connsiteX651" fmla="*/ 501109 w 1146492"/>
                  <a:gd name="connsiteY651" fmla="*/ 59717 h 1056698"/>
                  <a:gd name="connsiteX652" fmla="*/ 498344 w 1146492"/>
                  <a:gd name="connsiteY652" fmla="*/ 49572 h 1056698"/>
                  <a:gd name="connsiteX653" fmla="*/ 514012 w 1146492"/>
                  <a:gd name="connsiteY653" fmla="*/ 70785 h 1056698"/>
                  <a:gd name="connsiteX654" fmla="*/ 510325 w 1146492"/>
                  <a:gd name="connsiteY654" fmla="*/ 70785 h 1056698"/>
                  <a:gd name="connsiteX655" fmla="*/ 514012 w 1146492"/>
                  <a:gd name="connsiteY655" fmla="*/ 75396 h 1056698"/>
                  <a:gd name="connsiteX656" fmla="*/ 517698 w 1146492"/>
                  <a:gd name="connsiteY656" fmla="*/ 75396 h 1056698"/>
                  <a:gd name="connsiteX657" fmla="*/ 514012 w 1146492"/>
                  <a:gd name="connsiteY657" fmla="*/ 70785 h 1056698"/>
                  <a:gd name="connsiteX658" fmla="*/ 527836 w 1146492"/>
                  <a:gd name="connsiteY658" fmla="*/ 63406 h 1056698"/>
                  <a:gd name="connsiteX659" fmla="*/ 524150 w 1146492"/>
                  <a:gd name="connsiteY659" fmla="*/ 68940 h 1056698"/>
                  <a:gd name="connsiteX660" fmla="*/ 527836 w 1146492"/>
                  <a:gd name="connsiteY660" fmla="*/ 68018 h 1056698"/>
                  <a:gd name="connsiteX661" fmla="*/ 527836 w 1146492"/>
                  <a:gd name="connsiteY661" fmla="*/ 63406 h 1056698"/>
                  <a:gd name="connsiteX662" fmla="*/ 536131 w 1146492"/>
                  <a:gd name="connsiteY662" fmla="*/ 81852 h 1056698"/>
                  <a:gd name="connsiteX663" fmla="*/ 533366 w 1146492"/>
                  <a:gd name="connsiteY663" fmla="*/ 85541 h 1056698"/>
                  <a:gd name="connsiteX664" fmla="*/ 546269 w 1146492"/>
                  <a:gd name="connsiteY664" fmla="*/ 81852 h 1056698"/>
                  <a:gd name="connsiteX665" fmla="*/ 536131 w 1146492"/>
                  <a:gd name="connsiteY665" fmla="*/ 81852 h 1056698"/>
                  <a:gd name="connsiteX666" fmla="*/ 548112 w 1146492"/>
                  <a:gd name="connsiteY666" fmla="*/ 23749 h 1056698"/>
                  <a:gd name="connsiteX667" fmla="*/ 542582 w 1146492"/>
                  <a:gd name="connsiteY667" fmla="*/ 28360 h 1056698"/>
                  <a:gd name="connsiteX668" fmla="*/ 552721 w 1146492"/>
                  <a:gd name="connsiteY668" fmla="*/ 28360 h 1056698"/>
                  <a:gd name="connsiteX669" fmla="*/ 548112 w 1146492"/>
                  <a:gd name="connsiteY669" fmla="*/ 23749 h 1056698"/>
                  <a:gd name="connsiteX670" fmla="*/ 545348 w 1146492"/>
                  <a:gd name="connsiteY670" fmla="*/ 69862 h 1056698"/>
                  <a:gd name="connsiteX671" fmla="*/ 548112 w 1146492"/>
                  <a:gd name="connsiteY671" fmla="*/ 73552 h 1056698"/>
                  <a:gd name="connsiteX672" fmla="*/ 550877 w 1146492"/>
                  <a:gd name="connsiteY672" fmla="*/ 69862 h 1056698"/>
                  <a:gd name="connsiteX673" fmla="*/ 545348 w 1146492"/>
                  <a:gd name="connsiteY673" fmla="*/ 69862 h 1056698"/>
                  <a:gd name="connsiteX674" fmla="*/ 586821 w 1146492"/>
                  <a:gd name="connsiteY674" fmla="*/ 22826 h 1056698"/>
                  <a:gd name="connsiteX675" fmla="*/ 590508 w 1146492"/>
                  <a:gd name="connsiteY675" fmla="*/ 21904 h 1056698"/>
                  <a:gd name="connsiteX676" fmla="*/ 583134 w 1146492"/>
                  <a:gd name="connsiteY676" fmla="*/ 20982 h 1056698"/>
                  <a:gd name="connsiteX677" fmla="*/ 586821 w 1146492"/>
                  <a:gd name="connsiteY677" fmla="*/ 22826 h 1056698"/>
                  <a:gd name="connsiteX678" fmla="*/ 591429 w 1146492"/>
                  <a:gd name="connsiteY678" fmla="*/ 56028 h 1056698"/>
                  <a:gd name="connsiteX679" fmla="*/ 587743 w 1146492"/>
                  <a:gd name="connsiteY679" fmla="*/ 52339 h 1056698"/>
                  <a:gd name="connsiteX680" fmla="*/ 591429 w 1146492"/>
                  <a:gd name="connsiteY680" fmla="*/ 49572 h 1056698"/>
                  <a:gd name="connsiteX681" fmla="*/ 595116 w 1146492"/>
                  <a:gd name="connsiteY681" fmla="*/ 53262 h 1056698"/>
                  <a:gd name="connsiteX682" fmla="*/ 591429 w 1146492"/>
                  <a:gd name="connsiteY682" fmla="*/ 56028 h 1056698"/>
                  <a:gd name="connsiteX683" fmla="*/ 616313 w 1146492"/>
                  <a:gd name="connsiteY683" fmla="*/ 21904 h 1056698"/>
                  <a:gd name="connsiteX684" fmla="*/ 608940 w 1146492"/>
                  <a:gd name="connsiteY684" fmla="*/ 25593 h 1056698"/>
                  <a:gd name="connsiteX685" fmla="*/ 613548 w 1146492"/>
                  <a:gd name="connsiteY685" fmla="*/ 27438 h 1056698"/>
                  <a:gd name="connsiteX686" fmla="*/ 625530 w 1146492"/>
                  <a:gd name="connsiteY686" fmla="*/ 26515 h 1056698"/>
                  <a:gd name="connsiteX687" fmla="*/ 629216 w 1146492"/>
                  <a:gd name="connsiteY687" fmla="*/ 23749 h 1056698"/>
                  <a:gd name="connsiteX688" fmla="*/ 616313 w 1146492"/>
                  <a:gd name="connsiteY688" fmla="*/ 21904 h 1056698"/>
                  <a:gd name="connsiteX689" fmla="*/ 671611 w 1146492"/>
                  <a:gd name="connsiteY689" fmla="*/ 54184 h 1056698"/>
                  <a:gd name="connsiteX690" fmla="*/ 667925 w 1146492"/>
                  <a:gd name="connsiteY690" fmla="*/ 52339 h 1056698"/>
                  <a:gd name="connsiteX691" fmla="*/ 675298 w 1146492"/>
                  <a:gd name="connsiteY691" fmla="*/ 53262 h 1056698"/>
                  <a:gd name="connsiteX692" fmla="*/ 671611 w 1146492"/>
                  <a:gd name="connsiteY692" fmla="*/ 54184 h 1056698"/>
                  <a:gd name="connsiteX693" fmla="*/ 690044 w 1146492"/>
                  <a:gd name="connsiteY693" fmla="*/ 56028 h 1056698"/>
                  <a:gd name="connsiteX694" fmla="*/ 684514 w 1146492"/>
                  <a:gd name="connsiteY694" fmla="*/ 48650 h 1056698"/>
                  <a:gd name="connsiteX695" fmla="*/ 700182 w 1146492"/>
                  <a:gd name="connsiteY695" fmla="*/ 55106 h 1056698"/>
                  <a:gd name="connsiteX696" fmla="*/ 690044 w 1146492"/>
                  <a:gd name="connsiteY696" fmla="*/ 56028 h 1056698"/>
                  <a:gd name="connsiteX697" fmla="*/ 731518 w 1146492"/>
                  <a:gd name="connsiteY697" fmla="*/ 9914 h 1056698"/>
                  <a:gd name="connsiteX698" fmla="*/ 724145 w 1146492"/>
                  <a:gd name="connsiteY698" fmla="*/ 10837 h 1056698"/>
                  <a:gd name="connsiteX699" fmla="*/ 723223 w 1146492"/>
                  <a:gd name="connsiteY699" fmla="*/ 14526 h 1056698"/>
                  <a:gd name="connsiteX700" fmla="*/ 731518 w 1146492"/>
                  <a:gd name="connsiteY700" fmla="*/ 9914 h 1056698"/>
                  <a:gd name="connsiteX701" fmla="*/ 743499 w 1146492"/>
                  <a:gd name="connsiteY701" fmla="*/ 52339 h 1056698"/>
                  <a:gd name="connsiteX702" fmla="*/ 747185 w 1146492"/>
                  <a:gd name="connsiteY702" fmla="*/ 48650 h 1056698"/>
                  <a:gd name="connsiteX703" fmla="*/ 749950 w 1146492"/>
                  <a:gd name="connsiteY703" fmla="*/ 50495 h 1056698"/>
                  <a:gd name="connsiteX704" fmla="*/ 746264 w 1146492"/>
                  <a:gd name="connsiteY704" fmla="*/ 54184 h 1056698"/>
                  <a:gd name="connsiteX705" fmla="*/ 743499 w 1146492"/>
                  <a:gd name="connsiteY705" fmla="*/ 52339 h 1056698"/>
                  <a:gd name="connsiteX706" fmla="*/ 811700 w 1146492"/>
                  <a:gd name="connsiteY706" fmla="*/ 9914 h 1056698"/>
                  <a:gd name="connsiteX707" fmla="*/ 796954 w 1146492"/>
                  <a:gd name="connsiteY707" fmla="*/ 19137 h 1056698"/>
                  <a:gd name="connsiteX708" fmla="*/ 802484 w 1146492"/>
                  <a:gd name="connsiteY708" fmla="*/ 17293 h 1056698"/>
                  <a:gd name="connsiteX709" fmla="*/ 808935 w 1146492"/>
                  <a:gd name="connsiteY709" fmla="*/ 15448 h 1056698"/>
                  <a:gd name="connsiteX710" fmla="*/ 818151 w 1146492"/>
                  <a:gd name="connsiteY710" fmla="*/ 15448 h 1056698"/>
                  <a:gd name="connsiteX711" fmla="*/ 821838 w 1146492"/>
                  <a:gd name="connsiteY711" fmla="*/ 11759 h 1056698"/>
                  <a:gd name="connsiteX712" fmla="*/ 811700 w 1146492"/>
                  <a:gd name="connsiteY712" fmla="*/ 9914 h 1056698"/>
                  <a:gd name="connsiteX713" fmla="*/ 820916 w 1146492"/>
                  <a:gd name="connsiteY713" fmla="*/ 76318 h 1056698"/>
                  <a:gd name="connsiteX714" fmla="*/ 819995 w 1146492"/>
                  <a:gd name="connsiteY714" fmla="*/ 80007 h 1056698"/>
                  <a:gd name="connsiteX715" fmla="*/ 814465 w 1146492"/>
                  <a:gd name="connsiteY715" fmla="*/ 80007 h 1056698"/>
                  <a:gd name="connsiteX716" fmla="*/ 820916 w 1146492"/>
                  <a:gd name="connsiteY716" fmla="*/ 76318 h 1056698"/>
                  <a:gd name="connsiteX717" fmla="*/ 840271 w 1146492"/>
                  <a:gd name="connsiteY717" fmla="*/ 50495 h 1056698"/>
                  <a:gd name="connsiteX718" fmla="*/ 837506 w 1146492"/>
                  <a:gd name="connsiteY718" fmla="*/ 44961 h 1056698"/>
                  <a:gd name="connsiteX719" fmla="*/ 828289 w 1146492"/>
                  <a:gd name="connsiteY719" fmla="*/ 55106 h 1056698"/>
                  <a:gd name="connsiteX720" fmla="*/ 840271 w 1146492"/>
                  <a:gd name="connsiteY720" fmla="*/ 50495 h 1056698"/>
                  <a:gd name="connsiteX721" fmla="*/ 843035 w 1146492"/>
                  <a:gd name="connsiteY721" fmla="*/ 74474 h 1056698"/>
                  <a:gd name="connsiteX722" fmla="*/ 846722 w 1146492"/>
                  <a:gd name="connsiteY722" fmla="*/ 80007 h 1056698"/>
                  <a:gd name="connsiteX723" fmla="*/ 843035 w 1146492"/>
                  <a:gd name="connsiteY723" fmla="*/ 81852 h 1056698"/>
                  <a:gd name="connsiteX724" fmla="*/ 839349 w 1146492"/>
                  <a:gd name="connsiteY724" fmla="*/ 77241 h 1056698"/>
                  <a:gd name="connsiteX725" fmla="*/ 843035 w 1146492"/>
                  <a:gd name="connsiteY725" fmla="*/ 74474 h 1056698"/>
                  <a:gd name="connsiteX726" fmla="*/ 855938 w 1146492"/>
                  <a:gd name="connsiteY726" fmla="*/ 68018 h 1056698"/>
                  <a:gd name="connsiteX727" fmla="*/ 860546 w 1146492"/>
                  <a:gd name="connsiteY727" fmla="*/ 65251 h 1056698"/>
                  <a:gd name="connsiteX728" fmla="*/ 855938 w 1146492"/>
                  <a:gd name="connsiteY728" fmla="*/ 63406 h 1056698"/>
                  <a:gd name="connsiteX729" fmla="*/ 851330 w 1146492"/>
                  <a:gd name="connsiteY729" fmla="*/ 67096 h 1056698"/>
                  <a:gd name="connsiteX730" fmla="*/ 855938 w 1146492"/>
                  <a:gd name="connsiteY730" fmla="*/ 68018 h 1056698"/>
                  <a:gd name="connsiteX731" fmla="*/ 870684 w 1146492"/>
                  <a:gd name="connsiteY731" fmla="*/ 81852 h 1056698"/>
                  <a:gd name="connsiteX732" fmla="*/ 863311 w 1146492"/>
                  <a:gd name="connsiteY732" fmla="*/ 81852 h 1056698"/>
                  <a:gd name="connsiteX733" fmla="*/ 866998 w 1146492"/>
                  <a:gd name="connsiteY733" fmla="*/ 78163 h 1056698"/>
                  <a:gd name="connsiteX734" fmla="*/ 874371 w 1146492"/>
                  <a:gd name="connsiteY734" fmla="*/ 78163 h 1056698"/>
                  <a:gd name="connsiteX735" fmla="*/ 870684 w 1146492"/>
                  <a:gd name="connsiteY735" fmla="*/ 81852 h 1056698"/>
                  <a:gd name="connsiteX736" fmla="*/ 865155 w 1146492"/>
                  <a:gd name="connsiteY736" fmla="*/ 64329 h 1056698"/>
                  <a:gd name="connsiteX737" fmla="*/ 867920 w 1146492"/>
                  <a:gd name="connsiteY737" fmla="*/ 68018 h 1056698"/>
                  <a:gd name="connsiteX738" fmla="*/ 870684 w 1146492"/>
                  <a:gd name="connsiteY738" fmla="*/ 63406 h 1056698"/>
                  <a:gd name="connsiteX739" fmla="*/ 865155 w 1146492"/>
                  <a:gd name="connsiteY739" fmla="*/ 64329 h 1056698"/>
                  <a:gd name="connsiteX740" fmla="*/ 902942 w 1146492"/>
                  <a:gd name="connsiteY740" fmla="*/ 82774 h 1056698"/>
                  <a:gd name="connsiteX741" fmla="*/ 895569 w 1146492"/>
                  <a:gd name="connsiteY741" fmla="*/ 86463 h 1056698"/>
                  <a:gd name="connsiteX742" fmla="*/ 890039 w 1146492"/>
                  <a:gd name="connsiteY742" fmla="*/ 78163 h 1056698"/>
                  <a:gd name="connsiteX743" fmla="*/ 902942 w 1146492"/>
                  <a:gd name="connsiteY743" fmla="*/ 82774 h 1056698"/>
                  <a:gd name="connsiteX744" fmla="*/ 918610 w 1146492"/>
                  <a:gd name="connsiteY744" fmla="*/ 60640 h 1056698"/>
                  <a:gd name="connsiteX745" fmla="*/ 935199 w 1146492"/>
                  <a:gd name="connsiteY745" fmla="*/ 56951 h 1056698"/>
                  <a:gd name="connsiteX746" fmla="*/ 923218 w 1146492"/>
                  <a:gd name="connsiteY746" fmla="*/ 56028 h 1056698"/>
                  <a:gd name="connsiteX747" fmla="*/ 918610 w 1146492"/>
                  <a:gd name="connsiteY747" fmla="*/ 60640 h 1056698"/>
                  <a:gd name="connsiteX748" fmla="*/ 927826 w 1146492"/>
                  <a:gd name="connsiteY748" fmla="*/ 84619 h 1056698"/>
                  <a:gd name="connsiteX749" fmla="*/ 934277 w 1146492"/>
                  <a:gd name="connsiteY749" fmla="*/ 85541 h 1056698"/>
                  <a:gd name="connsiteX750" fmla="*/ 929669 w 1146492"/>
                  <a:gd name="connsiteY750" fmla="*/ 86463 h 1056698"/>
                  <a:gd name="connsiteX751" fmla="*/ 927826 w 1146492"/>
                  <a:gd name="connsiteY751" fmla="*/ 84619 h 1056698"/>
                  <a:gd name="connsiteX752" fmla="*/ 956396 w 1146492"/>
                  <a:gd name="connsiteY752" fmla="*/ 60640 h 1056698"/>
                  <a:gd name="connsiteX753" fmla="*/ 949945 w 1146492"/>
                  <a:gd name="connsiteY753" fmla="*/ 59717 h 1056698"/>
                  <a:gd name="connsiteX754" fmla="*/ 949023 w 1146492"/>
                  <a:gd name="connsiteY754" fmla="*/ 63406 h 1056698"/>
                  <a:gd name="connsiteX755" fmla="*/ 956396 w 1146492"/>
                  <a:gd name="connsiteY755" fmla="*/ 60640 h 1056698"/>
                  <a:gd name="connsiteX756" fmla="*/ 1031049 w 1146492"/>
                  <a:gd name="connsiteY756" fmla="*/ 55106 h 1056698"/>
                  <a:gd name="connsiteX757" fmla="*/ 1027362 w 1146492"/>
                  <a:gd name="connsiteY757" fmla="*/ 58795 h 1056698"/>
                  <a:gd name="connsiteX758" fmla="*/ 1028284 w 1146492"/>
                  <a:gd name="connsiteY758" fmla="*/ 62484 h 1056698"/>
                  <a:gd name="connsiteX759" fmla="*/ 1031970 w 1146492"/>
                  <a:gd name="connsiteY759" fmla="*/ 58795 h 1056698"/>
                  <a:gd name="connsiteX760" fmla="*/ 1031049 w 1146492"/>
                  <a:gd name="connsiteY760" fmla="*/ 55106 h 1056698"/>
                  <a:gd name="connsiteX761" fmla="*/ 1036579 w 1146492"/>
                  <a:gd name="connsiteY761" fmla="*/ 65251 h 1056698"/>
                  <a:gd name="connsiteX762" fmla="*/ 1046717 w 1146492"/>
                  <a:gd name="connsiteY762" fmla="*/ 68940 h 1056698"/>
                  <a:gd name="connsiteX763" fmla="*/ 1043030 w 1146492"/>
                  <a:gd name="connsiteY763" fmla="*/ 63406 h 1056698"/>
                  <a:gd name="connsiteX764" fmla="*/ 1036579 w 1146492"/>
                  <a:gd name="connsiteY764" fmla="*/ 65251 h 1056698"/>
                  <a:gd name="connsiteX765" fmla="*/ 1052247 w 1146492"/>
                  <a:gd name="connsiteY765" fmla="*/ 86463 h 1056698"/>
                  <a:gd name="connsiteX766" fmla="*/ 1048560 w 1146492"/>
                  <a:gd name="connsiteY766" fmla="*/ 87386 h 1056698"/>
                  <a:gd name="connsiteX767" fmla="*/ 1052247 w 1146492"/>
                  <a:gd name="connsiteY767" fmla="*/ 91075 h 1056698"/>
                  <a:gd name="connsiteX768" fmla="*/ 1055933 w 1146492"/>
                  <a:gd name="connsiteY768" fmla="*/ 90153 h 1056698"/>
                  <a:gd name="connsiteX769" fmla="*/ 1052247 w 1146492"/>
                  <a:gd name="connsiteY769" fmla="*/ 86463 h 10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Lst>
                <a:rect l="l" t="t" r="r" b="b"/>
                <a:pathLst>
                  <a:path w="1146492" h="1056698">
                    <a:moveTo>
                      <a:pt x="566545" y="92919"/>
                    </a:moveTo>
                    <a:cubicBezTo>
                      <a:pt x="571153" y="87386"/>
                      <a:pt x="574840" y="82774"/>
                      <a:pt x="578526" y="79085"/>
                    </a:cubicBezTo>
                    <a:cubicBezTo>
                      <a:pt x="565623" y="78163"/>
                      <a:pt x="561937" y="79085"/>
                      <a:pt x="561015" y="82774"/>
                    </a:cubicBezTo>
                    <a:cubicBezTo>
                      <a:pt x="561015" y="85541"/>
                      <a:pt x="559172" y="87386"/>
                      <a:pt x="556407" y="86463"/>
                    </a:cubicBezTo>
                    <a:cubicBezTo>
                      <a:pt x="553642" y="86463"/>
                      <a:pt x="550877" y="88308"/>
                      <a:pt x="549956" y="90153"/>
                    </a:cubicBezTo>
                    <a:cubicBezTo>
                      <a:pt x="548112" y="91997"/>
                      <a:pt x="549034" y="93842"/>
                      <a:pt x="550877" y="91075"/>
                    </a:cubicBezTo>
                    <a:cubicBezTo>
                      <a:pt x="553642" y="89230"/>
                      <a:pt x="554564" y="90153"/>
                      <a:pt x="553642" y="92919"/>
                    </a:cubicBezTo>
                    <a:cubicBezTo>
                      <a:pt x="552721" y="95686"/>
                      <a:pt x="548112" y="97531"/>
                      <a:pt x="543504" y="97531"/>
                    </a:cubicBezTo>
                    <a:cubicBezTo>
                      <a:pt x="537974" y="97531"/>
                      <a:pt x="535210" y="96608"/>
                      <a:pt x="537053" y="94764"/>
                    </a:cubicBezTo>
                    <a:cubicBezTo>
                      <a:pt x="538896" y="92919"/>
                      <a:pt x="537053" y="91075"/>
                      <a:pt x="534288" y="91075"/>
                    </a:cubicBezTo>
                    <a:cubicBezTo>
                      <a:pt x="531523" y="90153"/>
                      <a:pt x="530601" y="91997"/>
                      <a:pt x="530601" y="93842"/>
                    </a:cubicBezTo>
                    <a:cubicBezTo>
                      <a:pt x="531523" y="95686"/>
                      <a:pt x="527836" y="97531"/>
                      <a:pt x="523228" y="98453"/>
                    </a:cubicBezTo>
                    <a:cubicBezTo>
                      <a:pt x="518620" y="99375"/>
                      <a:pt x="502952" y="100298"/>
                      <a:pt x="489128" y="103064"/>
                    </a:cubicBezTo>
                    <a:cubicBezTo>
                      <a:pt x="475303" y="105831"/>
                      <a:pt x="453184" y="109520"/>
                      <a:pt x="441203" y="111365"/>
                    </a:cubicBezTo>
                    <a:cubicBezTo>
                      <a:pt x="428300" y="113209"/>
                      <a:pt x="413554" y="115054"/>
                      <a:pt x="408024" y="116899"/>
                    </a:cubicBezTo>
                    <a:cubicBezTo>
                      <a:pt x="402494" y="117821"/>
                      <a:pt x="393278" y="119665"/>
                      <a:pt x="385905" y="119665"/>
                    </a:cubicBezTo>
                    <a:cubicBezTo>
                      <a:pt x="379453" y="119665"/>
                      <a:pt x="371158" y="122432"/>
                      <a:pt x="367472" y="123354"/>
                    </a:cubicBezTo>
                    <a:cubicBezTo>
                      <a:pt x="355491" y="127044"/>
                      <a:pt x="294663" y="137189"/>
                      <a:pt x="250424" y="143644"/>
                    </a:cubicBezTo>
                    <a:cubicBezTo>
                      <a:pt x="236600" y="145489"/>
                      <a:pt x="218167" y="149178"/>
                      <a:pt x="209872" y="151023"/>
                    </a:cubicBezTo>
                    <a:cubicBezTo>
                      <a:pt x="201578" y="151945"/>
                      <a:pt x="186831" y="154712"/>
                      <a:pt x="177615" y="155634"/>
                    </a:cubicBezTo>
                    <a:cubicBezTo>
                      <a:pt x="114944" y="160245"/>
                      <a:pt x="102963" y="161168"/>
                      <a:pt x="97433" y="163935"/>
                    </a:cubicBezTo>
                    <a:cubicBezTo>
                      <a:pt x="90060" y="167624"/>
                      <a:pt x="69784" y="164857"/>
                      <a:pt x="46743" y="158401"/>
                    </a:cubicBezTo>
                    <a:cubicBezTo>
                      <a:pt x="28310" y="152867"/>
                      <a:pt x="15408" y="141800"/>
                      <a:pt x="9878" y="124277"/>
                    </a:cubicBezTo>
                    <a:cubicBezTo>
                      <a:pt x="4348" y="109520"/>
                      <a:pt x="-2103" y="52339"/>
                      <a:pt x="661" y="46805"/>
                    </a:cubicBezTo>
                    <a:cubicBezTo>
                      <a:pt x="4348" y="40350"/>
                      <a:pt x="15408" y="39427"/>
                      <a:pt x="31997" y="43116"/>
                    </a:cubicBezTo>
                    <a:cubicBezTo>
                      <a:pt x="43978" y="45883"/>
                      <a:pt x="44900" y="46805"/>
                      <a:pt x="43978" y="55106"/>
                    </a:cubicBezTo>
                    <a:lnTo>
                      <a:pt x="43057" y="63406"/>
                    </a:lnTo>
                    <a:lnTo>
                      <a:pt x="65176" y="65251"/>
                    </a:lnTo>
                    <a:cubicBezTo>
                      <a:pt x="77157" y="66173"/>
                      <a:pt x="95590" y="66173"/>
                      <a:pt x="105728" y="65251"/>
                    </a:cubicBezTo>
                    <a:cubicBezTo>
                      <a:pt x="115866" y="64329"/>
                      <a:pt x="140750" y="64329"/>
                      <a:pt x="160104" y="62484"/>
                    </a:cubicBezTo>
                    <a:cubicBezTo>
                      <a:pt x="192361" y="60640"/>
                      <a:pt x="213559" y="63406"/>
                      <a:pt x="258719" y="54184"/>
                    </a:cubicBezTo>
                    <a:cubicBezTo>
                      <a:pt x="268857" y="52339"/>
                      <a:pt x="274387" y="50495"/>
                      <a:pt x="273465" y="48650"/>
                    </a:cubicBezTo>
                    <a:cubicBezTo>
                      <a:pt x="272544" y="46805"/>
                      <a:pt x="272544" y="46805"/>
                      <a:pt x="274387" y="47728"/>
                    </a:cubicBezTo>
                    <a:cubicBezTo>
                      <a:pt x="276230" y="48650"/>
                      <a:pt x="284525" y="48650"/>
                      <a:pt x="290976" y="48650"/>
                    </a:cubicBezTo>
                    <a:cubicBezTo>
                      <a:pt x="302036" y="47728"/>
                      <a:pt x="345353" y="38505"/>
                      <a:pt x="357334" y="41272"/>
                    </a:cubicBezTo>
                    <a:cubicBezTo>
                      <a:pt x="361021" y="42194"/>
                      <a:pt x="369315" y="36661"/>
                      <a:pt x="380375" y="35738"/>
                    </a:cubicBezTo>
                    <a:cubicBezTo>
                      <a:pt x="384983" y="34816"/>
                      <a:pt x="389591" y="34816"/>
                      <a:pt x="392356" y="35738"/>
                    </a:cubicBezTo>
                    <a:cubicBezTo>
                      <a:pt x="395121" y="36661"/>
                      <a:pt x="399729" y="36661"/>
                      <a:pt x="404337" y="35738"/>
                    </a:cubicBezTo>
                    <a:cubicBezTo>
                      <a:pt x="415397" y="31127"/>
                      <a:pt x="430143" y="30205"/>
                      <a:pt x="449497" y="30205"/>
                    </a:cubicBezTo>
                    <a:cubicBezTo>
                      <a:pt x="456871" y="30205"/>
                      <a:pt x="459635" y="30205"/>
                      <a:pt x="455949" y="27438"/>
                    </a:cubicBezTo>
                    <a:cubicBezTo>
                      <a:pt x="450419" y="22826"/>
                      <a:pt x="452262" y="20982"/>
                      <a:pt x="465165" y="20060"/>
                    </a:cubicBezTo>
                    <a:cubicBezTo>
                      <a:pt x="474382" y="19137"/>
                      <a:pt x="475303" y="19137"/>
                      <a:pt x="471617" y="23749"/>
                    </a:cubicBezTo>
                    <a:cubicBezTo>
                      <a:pt x="467930" y="28360"/>
                      <a:pt x="467930" y="27438"/>
                      <a:pt x="478990" y="27438"/>
                    </a:cubicBezTo>
                    <a:cubicBezTo>
                      <a:pt x="485441" y="27438"/>
                      <a:pt x="493736" y="26515"/>
                      <a:pt x="496501" y="23749"/>
                    </a:cubicBezTo>
                    <a:cubicBezTo>
                      <a:pt x="499266" y="22826"/>
                      <a:pt x="508482" y="21904"/>
                      <a:pt x="514933" y="21904"/>
                    </a:cubicBezTo>
                    <a:cubicBezTo>
                      <a:pt x="522307" y="20982"/>
                      <a:pt x="532444" y="20982"/>
                      <a:pt x="537974" y="19137"/>
                    </a:cubicBezTo>
                    <a:cubicBezTo>
                      <a:pt x="557329" y="13604"/>
                      <a:pt x="598802" y="7148"/>
                      <a:pt x="619078" y="8992"/>
                    </a:cubicBezTo>
                    <a:cubicBezTo>
                      <a:pt x="634746" y="9914"/>
                      <a:pt x="640276" y="8992"/>
                      <a:pt x="648570" y="7148"/>
                    </a:cubicBezTo>
                    <a:cubicBezTo>
                      <a:pt x="653179" y="6225"/>
                      <a:pt x="668847" y="8070"/>
                      <a:pt x="693730" y="4381"/>
                    </a:cubicBezTo>
                    <a:cubicBezTo>
                      <a:pt x="699260" y="3459"/>
                      <a:pt x="704790" y="2536"/>
                      <a:pt x="707555" y="692"/>
                    </a:cubicBezTo>
                    <a:cubicBezTo>
                      <a:pt x="709398" y="-231"/>
                      <a:pt x="711242" y="-231"/>
                      <a:pt x="711242" y="692"/>
                    </a:cubicBezTo>
                    <a:cubicBezTo>
                      <a:pt x="711242" y="2536"/>
                      <a:pt x="725066" y="3459"/>
                      <a:pt x="743499" y="2536"/>
                    </a:cubicBezTo>
                    <a:cubicBezTo>
                      <a:pt x="785894" y="692"/>
                      <a:pt x="799718" y="1614"/>
                      <a:pt x="822759" y="2536"/>
                    </a:cubicBezTo>
                    <a:cubicBezTo>
                      <a:pt x="832897" y="3459"/>
                      <a:pt x="842114" y="3459"/>
                      <a:pt x="842114" y="1614"/>
                    </a:cubicBezTo>
                    <a:cubicBezTo>
                      <a:pt x="842114" y="-231"/>
                      <a:pt x="910315" y="8992"/>
                      <a:pt x="937964" y="13604"/>
                    </a:cubicBezTo>
                    <a:cubicBezTo>
                      <a:pt x="975751" y="20060"/>
                      <a:pt x="983124" y="21904"/>
                      <a:pt x="994183" y="26515"/>
                    </a:cubicBezTo>
                    <a:cubicBezTo>
                      <a:pt x="1000635" y="29282"/>
                      <a:pt x="1011694" y="32049"/>
                      <a:pt x="1019068" y="33894"/>
                    </a:cubicBezTo>
                    <a:cubicBezTo>
                      <a:pt x="1037500" y="39427"/>
                      <a:pt x="1068836" y="56951"/>
                      <a:pt x="1087269" y="73552"/>
                    </a:cubicBezTo>
                    <a:cubicBezTo>
                      <a:pt x="1103858" y="89230"/>
                      <a:pt x="1141645" y="144567"/>
                      <a:pt x="1135194" y="143644"/>
                    </a:cubicBezTo>
                    <a:cubicBezTo>
                      <a:pt x="1131507" y="143644"/>
                      <a:pt x="1134272" y="155634"/>
                      <a:pt x="1137037" y="160245"/>
                    </a:cubicBezTo>
                    <a:cubicBezTo>
                      <a:pt x="1137958" y="162090"/>
                      <a:pt x="1143488" y="175924"/>
                      <a:pt x="1146253" y="192525"/>
                    </a:cubicBezTo>
                    <a:cubicBezTo>
                      <a:pt x="1147175" y="197137"/>
                      <a:pt x="1145331" y="201748"/>
                      <a:pt x="1142567" y="204515"/>
                    </a:cubicBezTo>
                    <a:cubicBezTo>
                      <a:pt x="1138880" y="207282"/>
                      <a:pt x="1137037" y="211893"/>
                      <a:pt x="1137037" y="215582"/>
                    </a:cubicBezTo>
                    <a:cubicBezTo>
                      <a:pt x="1137037" y="219271"/>
                      <a:pt x="1135194" y="222038"/>
                      <a:pt x="1131507" y="221116"/>
                    </a:cubicBezTo>
                    <a:cubicBezTo>
                      <a:pt x="1127820" y="220193"/>
                      <a:pt x="1124134" y="222038"/>
                      <a:pt x="1121369" y="224805"/>
                    </a:cubicBezTo>
                    <a:cubicBezTo>
                      <a:pt x="1117682" y="228494"/>
                      <a:pt x="1117682" y="228494"/>
                      <a:pt x="1113996" y="222960"/>
                    </a:cubicBezTo>
                    <a:cubicBezTo>
                      <a:pt x="1110309" y="217427"/>
                      <a:pt x="1110309" y="217427"/>
                      <a:pt x="1111231" y="225727"/>
                    </a:cubicBezTo>
                    <a:cubicBezTo>
                      <a:pt x="1112153" y="233105"/>
                      <a:pt x="1112153" y="233105"/>
                      <a:pt x="1108466" y="226649"/>
                    </a:cubicBezTo>
                    <a:cubicBezTo>
                      <a:pt x="1106623" y="222960"/>
                      <a:pt x="1105701" y="222038"/>
                      <a:pt x="1103858" y="222038"/>
                    </a:cubicBezTo>
                    <a:cubicBezTo>
                      <a:pt x="1101093" y="222038"/>
                      <a:pt x="1097407" y="225727"/>
                      <a:pt x="1087269" y="233105"/>
                    </a:cubicBezTo>
                    <a:cubicBezTo>
                      <a:pt x="1068836" y="247862"/>
                      <a:pt x="1064228" y="249706"/>
                      <a:pt x="1064228" y="243250"/>
                    </a:cubicBezTo>
                    <a:cubicBezTo>
                      <a:pt x="1065149" y="241406"/>
                      <a:pt x="1061463" y="242328"/>
                      <a:pt x="1058698" y="244173"/>
                    </a:cubicBezTo>
                    <a:cubicBezTo>
                      <a:pt x="1055933" y="246017"/>
                      <a:pt x="1054090" y="247862"/>
                      <a:pt x="1053168" y="247862"/>
                    </a:cubicBezTo>
                    <a:cubicBezTo>
                      <a:pt x="1050403" y="247862"/>
                      <a:pt x="1055011" y="237717"/>
                      <a:pt x="1066071" y="224805"/>
                    </a:cubicBezTo>
                    <a:cubicBezTo>
                      <a:pt x="1081739" y="205437"/>
                      <a:pt x="1098328" y="175002"/>
                      <a:pt x="1102015" y="159323"/>
                    </a:cubicBezTo>
                    <a:cubicBezTo>
                      <a:pt x="1103858" y="149178"/>
                      <a:pt x="1102936" y="150101"/>
                      <a:pt x="1093720" y="143644"/>
                    </a:cubicBezTo>
                    <a:cubicBezTo>
                      <a:pt x="1088190" y="139955"/>
                      <a:pt x="1083582" y="136266"/>
                      <a:pt x="1083582" y="134422"/>
                    </a:cubicBezTo>
                    <a:cubicBezTo>
                      <a:pt x="1083582" y="132577"/>
                      <a:pt x="1078052" y="130733"/>
                      <a:pt x="1073444" y="129810"/>
                    </a:cubicBezTo>
                    <a:cubicBezTo>
                      <a:pt x="1067914" y="128888"/>
                      <a:pt x="1061463" y="127044"/>
                      <a:pt x="1061463" y="126121"/>
                    </a:cubicBezTo>
                    <a:cubicBezTo>
                      <a:pt x="1058698" y="122432"/>
                      <a:pt x="984967" y="102142"/>
                      <a:pt x="969299" y="100298"/>
                    </a:cubicBezTo>
                    <a:cubicBezTo>
                      <a:pt x="957318" y="99375"/>
                      <a:pt x="949023" y="95686"/>
                      <a:pt x="949023" y="91075"/>
                    </a:cubicBezTo>
                    <a:cubicBezTo>
                      <a:pt x="949023" y="89230"/>
                      <a:pt x="952710" y="89230"/>
                      <a:pt x="956396" y="90153"/>
                    </a:cubicBezTo>
                    <a:cubicBezTo>
                      <a:pt x="960083" y="91075"/>
                      <a:pt x="966534" y="91997"/>
                      <a:pt x="971143" y="91075"/>
                    </a:cubicBezTo>
                    <a:cubicBezTo>
                      <a:pt x="977594" y="89230"/>
                      <a:pt x="976672" y="90153"/>
                      <a:pt x="964691" y="86463"/>
                    </a:cubicBezTo>
                    <a:cubicBezTo>
                      <a:pt x="954553" y="84619"/>
                      <a:pt x="944415" y="83697"/>
                      <a:pt x="934277" y="80930"/>
                    </a:cubicBezTo>
                    <a:cubicBezTo>
                      <a:pt x="928747" y="80007"/>
                      <a:pt x="926904" y="79085"/>
                      <a:pt x="931512" y="77241"/>
                    </a:cubicBezTo>
                    <a:cubicBezTo>
                      <a:pt x="935199" y="75396"/>
                      <a:pt x="935199" y="73552"/>
                      <a:pt x="928747" y="74474"/>
                    </a:cubicBezTo>
                    <a:cubicBezTo>
                      <a:pt x="925061" y="74474"/>
                      <a:pt x="921374" y="75396"/>
                      <a:pt x="919531" y="76318"/>
                    </a:cubicBezTo>
                    <a:cubicBezTo>
                      <a:pt x="918610" y="77241"/>
                      <a:pt x="909393" y="77241"/>
                      <a:pt x="900177" y="77241"/>
                    </a:cubicBezTo>
                    <a:cubicBezTo>
                      <a:pt x="890039" y="76318"/>
                      <a:pt x="884509" y="74474"/>
                      <a:pt x="888195" y="72629"/>
                    </a:cubicBezTo>
                    <a:cubicBezTo>
                      <a:pt x="890961" y="71707"/>
                      <a:pt x="891882" y="68940"/>
                      <a:pt x="889117" y="68018"/>
                    </a:cubicBezTo>
                    <a:cubicBezTo>
                      <a:pt x="887274" y="67096"/>
                      <a:pt x="883587" y="68018"/>
                      <a:pt x="880822" y="70785"/>
                    </a:cubicBezTo>
                    <a:cubicBezTo>
                      <a:pt x="877136" y="73552"/>
                      <a:pt x="868841" y="74474"/>
                      <a:pt x="853173" y="74474"/>
                    </a:cubicBezTo>
                    <a:cubicBezTo>
                      <a:pt x="837506" y="73552"/>
                      <a:pt x="831976" y="72629"/>
                      <a:pt x="835662" y="70785"/>
                    </a:cubicBezTo>
                    <a:cubicBezTo>
                      <a:pt x="840271" y="68940"/>
                      <a:pt x="839349" y="67096"/>
                      <a:pt x="831054" y="67096"/>
                    </a:cubicBezTo>
                    <a:cubicBezTo>
                      <a:pt x="825524" y="66173"/>
                      <a:pt x="822759" y="68018"/>
                      <a:pt x="825524" y="69862"/>
                    </a:cubicBezTo>
                    <a:cubicBezTo>
                      <a:pt x="828289" y="71707"/>
                      <a:pt x="828289" y="72629"/>
                      <a:pt x="821838" y="73552"/>
                    </a:cubicBezTo>
                    <a:cubicBezTo>
                      <a:pt x="810778" y="76318"/>
                      <a:pt x="799718" y="72629"/>
                      <a:pt x="802484" y="69862"/>
                    </a:cubicBezTo>
                    <a:cubicBezTo>
                      <a:pt x="803405" y="68940"/>
                      <a:pt x="801562" y="66173"/>
                      <a:pt x="797875" y="66173"/>
                    </a:cubicBezTo>
                    <a:cubicBezTo>
                      <a:pt x="794189" y="66173"/>
                      <a:pt x="791424" y="67096"/>
                      <a:pt x="793267" y="68940"/>
                    </a:cubicBezTo>
                    <a:cubicBezTo>
                      <a:pt x="794189" y="69862"/>
                      <a:pt x="789581" y="72629"/>
                      <a:pt x="783129" y="72629"/>
                    </a:cubicBezTo>
                    <a:cubicBezTo>
                      <a:pt x="775756" y="73552"/>
                      <a:pt x="770226" y="73552"/>
                      <a:pt x="770226" y="69862"/>
                    </a:cubicBezTo>
                    <a:cubicBezTo>
                      <a:pt x="770226" y="68018"/>
                      <a:pt x="765618" y="66173"/>
                      <a:pt x="761932" y="65251"/>
                    </a:cubicBezTo>
                    <a:cubicBezTo>
                      <a:pt x="757323" y="64329"/>
                      <a:pt x="754558" y="62484"/>
                      <a:pt x="756402" y="61562"/>
                    </a:cubicBezTo>
                    <a:cubicBezTo>
                      <a:pt x="757323" y="60640"/>
                      <a:pt x="761932" y="58795"/>
                      <a:pt x="764696" y="59717"/>
                    </a:cubicBezTo>
                    <a:cubicBezTo>
                      <a:pt x="768383" y="59717"/>
                      <a:pt x="770226" y="58795"/>
                      <a:pt x="771148" y="52339"/>
                    </a:cubicBezTo>
                    <a:cubicBezTo>
                      <a:pt x="772069" y="43116"/>
                      <a:pt x="775756" y="42194"/>
                      <a:pt x="781286" y="52339"/>
                    </a:cubicBezTo>
                    <a:cubicBezTo>
                      <a:pt x="784973" y="58795"/>
                      <a:pt x="786816" y="58795"/>
                      <a:pt x="800640" y="57873"/>
                    </a:cubicBezTo>
                    <a:cubicBezTo>
                      <a:pt x="812622" y="56951"/>
                      <a:pt x="815386" y="56028"/>
                      <a:pt x="808935" y="53262"/>
                    </a:cubicBezTo>
                    <a:cubicBezTo>
                      <a:pt x="800640" y="49572"/>
                      <a:pt x="801562" y="41272"/>
                      <a:pt x="811700" y="43116"/>
                    </a:cubicBezTo>
                    <a:cubicBezTo>
                      <a:pt x="815386" y="44039"/>
                      <a:pt x="817230" y="42194"/>
                      <a:pt x="816308" y="39427"/>
                    </a:cubicBezTo>
                    <a:cubicBezTo>
                      <a:pt x="815386" y="36661"/>
                      <a:pt x="816308" y="37583"/>
                      <a:pt x="819995" y="38505"/>
                    </a:cubicBezTo>
                    <a:cubicBezTo>
                      <a:pt x="823681" y="39427"/>
                      <a:pt x="829211" y="42194"/>
                      <a:pt x="832897" y="43116"/>
                    </a:cubicBezTo>
                    <a:cubicBezTo>
                      <a:pt x="836584" y="44039"/>
                      <a:pt x="839349" y="45883"/>
                      <a:pt x="839349" y="49572"/>
                    </a:cubicBezTo>
                    <a:cubicBezTo>
                      <a:pt x="838427" y="53262"/>
                      <a:pt x="840271" y="55106"/>
                      <a:pt x="842114" y="55106"/>
                    </a:cubicBezTo>
                    <a:cubicBezTo>
                      <a:pt x="843957" y="55106"/>
                      <a:pt x="845800" y="54184"/>
                      <a:pt x="843957" y="51417"/>
                    </a:cubicBezTo>
                    <a:cubicBezTo>
                      <a:pt x="843035" y="50495"/>
                      <a:pt x="844879" y="48650"/>
                      <a:pt x="846722" y="48650"/>
                    </a:cubicBezTo>
                    <a:cubicBezTo>
                      <a:pt x="849487" y="48650"/>
                      <a:pt x="852252" y="47728"/>
                      <a:pt x="853173" y="44961"/>
                    </a:cubicBezTo>
                    <a:cubicBezTo>
                      <a:pt x="853173" y="42194"/>
                      <a:pt x="855017" y="44039"/>
                      <a:pt x="854095" y="47728"/>
                    </a:cubicBezTo>
                    <a:cubicBezTo>
                      <a:pt x="854095" y="51417"/>
                      <a:pt x="855938" y="56028"/>
                      <a:pt x="859625" y="57873"/>
                    </a:cubicBezTo>
                    <a:cubicBezTo>
                      <a:pt x="866076" y="60640"/>
                      <a:pt x="867920" y="58795"/>
                      <a:pt x="864233" y="51417"/>
                    </a:cubicBezTo>
                    <a:cubicBezTo>
                      <a:pt x="862390" y="47728"/>
                      <a:pt x="861468" y="46805"/>
                      <a:pt x="860546" y="50495"/>
                    </a:cubicBezTo>
                    <a:cubicBezTo>
                      <a:pt x="860546" y="53262"/>
                      <a:pt x="859625" y="54184"/>
                      <a:pt x="858703" y="52339"/>
                    </a:cubicBezTo>
                    <a:cubicBezTo>
                      <a:pt x="855017" y="48650"/>
                      <a:pt x="864233" y="42194"/>
                      <a:pt x="870684" y="44961"/>
                    </a:cubicBezTo>
                    <a:cubicBezTo>
                      <a:pt x="875293" y="45883"/>
                      <a:pt x="876214" y="48650"/>
                      <a:pt x="872528" y="49572"/>
                    </a:cubicBezTo>
                    <a:cubicBezTo>
                      <a:pt x="868841" y="50495"/>
                      <a:pt x="870684" y="52339"/>
                      <a:pt x="876214" y="53262"/>
                    </a:cubicBezTo>
                    <a:cubicBezTo>
                      <a:pt x="881744" y="54184"/>
                      <a:pt x="883587" y="55106"/>
                      <a:pt x="883587" y="56951"/>
                    </a:cubicBezTo>
                    <a:cubicBezTo>
                      <a:pt x="879901" y="62484"/>
                      <a:pt x="886352" y="64329"/>
                      <a:pt x="892804" y="60640"/>
                    </a:cubicBezTo>
                    <a:cubicBezTo>
                      <a:pt x="896490" y="57873"/>
                      <a:pt x="897412" y="56028"/>
                      <a:pt x="894647" y="55106"/>
                    </a:cubicBezTo>
                    <a:cubicBezTo>
                      <a:pt x="892804" y="54184"/>
                      <a:pt x="890961" y="54184"/>
                      <a:pt x="890961" y="56028"/>
                    </a:cubicBezTo>
                    <a:cubicBezTo>
                      <a:pt x="890039" y="57873"/>
                      <a:pt x="890039" y="57873"/>
                      <a:pt x="886352" y="55106"/>
                    </a:cubicBezTo>
                    <a:cubicBezTo>
                      <a:pt x="881744" y="50495"/>
                      <a:pt x="883587" y="43116"/>
                      <a:pt x="889117" y="45883"/>
                    </a:cubicBezTo>
                    <a:cubicBezTo>
                      <a:pt x="893725" y="49572"/>
                      <a:pt x="943494" y="54184"/>
                      <a:pt x="951788" y="53262"/>
                    </a:cubicBezTo>
                    <a:cubicBezTo>
                      <a:pt x="955475" y="52339"/>
                      <a:pt x="961005" y="52339"/>
                      <a:pt x="963770" y="54184"/>
                    </a:cubicBezTo>
                    <a:cubicBezTo>
                      <a:pt x="967456" y="56028"/>
                      <a:pt x="967456" y="57873"/>
                      <a:pt x="965613" y="57873"/>
                    </a:cubicBezTo>
                    <a:cubicBezTo>
                      <a:pt x="961926" y="56951"/>
                      <a:pt x="961926" y="57873"/>
                      <a:pt x="964691" y="61562"/>
                    </a:cubicBezTo>
                    <a:cubicBezTo>
                      <a:pt x="965613" y="64329"/>
                      <a:pt x="967456" y="67096"/>
                      <a:pt x="965613" y="68018"/>
                    </a:cubicBezTo>
                    <a:cubicBezTo>
                      <a:pt x="964691" y="68940"/>
                      <a:pt x="964691" y="69862"/>
                      <a:pt x="966534" y="70785"/>
                    </a:cubicBezTo>
                    <a:cubicBezTo>
                      <a:pt x="968378" y="70785"/>
                      <a:pt x="972064" y="69862"/>
                      <a:pt x="973908" y="67096"/>
                    </a:cubicBezTo>
                    <a:cubicBezTo>
                      <a:pt x="975751" y="64329"/>
                      <a:pt x="981281" y="63406"/>
                      <a:pt x="985889" y="63406"/>
                    </a:cubicBezTo>
                    <a:cubicBezTo>
                      <a:pt x="989575" y="63406"/>
                      <a:pt x="993262" y="64329"/>
                      <a:pt x="991419" y="67096"/>
                    </a:cubicBezTo>
                    <a:cubicBezTo>
                      <a:pt x="989575" y="69862"/>
                      <a:pt x="990497" y="69862"/>
                      <a:pt x="1008930" y="68018"/>
                    </a:cubicBezTo>
                    <a:cubicBezTo>
                      <a:pt x="1030127" y="65251"/>
                      <a:pt x="1004321" y="55106"/>
                      <a:pt x="949945" y="44039"/>
                    </a:cubicBezTo>
                    <a:cubicBezTo>
                      <a:pt x="931512" y="40350"/>
                      <a:pt x="913080" y="36661"/>
                      <a:pt x="911236" y="36661"/>
                    </a:cubicBezTo>
                    <a:cubicBezTo>
                      <a:pt x="910315" y="37583"/>
                      <a:pt x="891882" y="35738"/>
                      <a:pt x="872528" y="34816"/>
                    </a:cubicBezTo>
                    <a:cubicBezTo>
                      <a:pt x="864233" y="33894"/>
                      <a:pt x="831054" y="31127"/>
                      <a:pt x="802484" y="31127"/>
                    </a:cubicBezTo>
                    <a:cubicBezTo>
                      <a:pt x="781286" y="31127"/>
                      <a:pt x="761010" y="32971"/>
                      <a:pt x="758245" y="36661"/>
                    </a:cubicBezTo>
                    <a:cubicBezTo>
                      <a:pt x="754558" y="41272"/>
                      <a:pt x="753637" y="41272"/>
                      <a:pt x="754558" y="35738"/>
                    </a:cubicBezTo>
                    <a:cubicBezTo>
                      <a:pt x="754558" y="29282"/>
                      <a:pt x="752715" y="27438"/>
                      <a:pt x="738891" y="32049"/>
                    </a:cubicBezTo>
                    <a:cubicBezTo>
                      <a:pt x="733361" y="33894"/>
                      <a:pt x="723223" y="33894"/>
                      <a:pt x="717693" y="32971"/>
                    </a:cubicBezTo>
                    <a:cubicBezTo>
                      <a:pt x="712163" y="32049"/>
                      <a:pt x="706634" y="32049"/>
                      <a:pt x="705712" y="34816"/>
                    </a:cubicBezTo>
                    <a:cubicBezTo>
                      <a:pt x="704790" y="36661"/>
                      <a:pt x="699260" y="37583"/>
                      <a:pt x="691887" y="34816"/>
                    </a:cubicBezTo>
                    <a:cubicBezTo>
                      <a:pt x="684514" y="32049"/>
                      <a:pt x="677141" y="32971"/>
                      <a:pt x="670690" y="34816"/>
                    </a:cubicBezTo>
                    <a:cubicBezTo>
                      <a:pt x="665160" y="36661"/>
                      <a:pt x="659630" y="38505"/>
                      <a:pt x="655944" y="36661"/>
                    </a:cubicBezTo>
                    <a:cubicBezTo>
                      <a:pt x="653179" y="35738"/>
                      <a:pt x="646727" y="35738"/>
                      <a:pt x="641197" y="38505"/>
                    </a:cubicBezTo>
                    <a:cubicBezTo>
                      <a:pt x="635668" y="41272"/>
                      <a:pt x="628295" y="40350"/>
                      <a:pt x="622765" y="39427"/>
                    </a:cubicBezTo>
                    <a:cubicBezTo>
                      <a:pt x="617235" y="38505"/>
                      <a:pt x="610783" y="38505"/>
                      <a:pt x="608019" y="40350"/>
                    </a:cubicBezTo>
                    <a:cubicBezTo>
                      <a:pt x="605254" y="42194"/>
                      <a:pt x="600646" y="42194"/>
                      <a:pt x="598802" y="41272"/>
                    </a:cubicBezTo>
                    <a:cubicBezTo>
                      <a:pt x="596037" y="40350"/>
                      <a:pt x="589586" y="40350"/>
                      <a:pt x="585899" y="42194"/>
                    </a:cubicBezTo>
                    <a:cubicBezTo>
                      <a:pt x="580370" y="44961"/>
                      <a:pt x="575761" y="44039"/>
                      <a:pt x="575761" y="43116"/>
                    </a:cubicBezTo>
                    <a:cubicBezTo>
                      <a:pt x="574840" y="41272"/>
                      <a:pt x="571153" y="41272"/>
                      <a:pt x="567467" y="44039"/>
                    </a:cubicBezTo>
                    <a:cubicBezTo>
                      <a:pt x="563780" y="45883"/>
                      <a:pt x="559172" y="46805"/>
                      <a:pt x="555485" y="47728"/>
                    </a:cubicBezTo>
                    <a:cubicBezTo>
                      <a:pt x="551799" y="48650"/>
                      <a:pt x="548112" y="48650"/>
                      <a:pt x="546269" y="49572"/>
                    </a:cubicBezTo>
                    <a:cubicBezTo>
                      <a:pt x="544426" y="50495"/>
                      <a:pt x="538896" y="52339"/>
                      <a:pt x="531523" y="52339"/>
                    </a:cubicBezTo>
                    <a:cubicBezTo>
                      <a:pt x="525993" y="52339"/>
                      <a:pt x="519542" y="53262"/>
                      <a:pt x="517698" y="53262"/>
                    </a:cubicBezTo>
                    <a:cubicBezTo>
                      <a:pt x="515855" y="54184"/>
                      <a:pt x="512169" y="54184"/>
                      <a:pt x="510325" y="54184"/>
                    </a:cubicBezTo>
                    <a:cubicBezTo>
                      <a:pt x="504795" y="55106"/>
                      <a:pt x="498344" y="59717"/>
                      <a:pt x="501109" y="63406"/>
                    </a:cubicBezTo>
                    <a:cubicBezTo>
                      <a:pt x="502031" y="64329"/>
                      <a:pt x="503874" y="64329"/>
                      <a:pt x="505717" y="62484"/>
                    </a:cubicBezTo>
                    <a:cubicBezTo>
                      <a:pt x="508482" y="59717"/>
                      <a:pt x="546269" y="63406"/>
                      <a:pt x="550877" y="67096"/>
                    </a:cubicBezTo>
                    <a:cubicBezTo>
                      <a:pt x="552721" y="68018"/>
                      <a:pt x="558250" y="66173"/>
                      <a:pt x="561015" y="63406"/>
                    </a:cubicBezTo>
                    <a:cubicBezTo>
                      <a:pt x="564702" y="59717"/>
                      <a:pt x="568388" y="58795"/>
                      <a:pt x="568388" y="60640"/>
                    </a:cubicBezTo>
                    <a:cubicBezTo>
                      <a:pt x="567467" y="62484"/>
                      <a:pt x="571153" y="64329"/>
                      <a:pt x="573918" y="64329"/>
                    </a:cubicBezTo>
                    <a:cubicBezTo>
                      <a:pt x="577605" y="65251"/>
                      <a:pt x="579448" y="66173"/>
                      <a:pt x="577605" y="69862"/>
                    </a:cubicBezTo>
                    <a:cubicBezTo>
                      <a:pt x="576683" y="73552"/>
                      <a:pt x="576683" y="75396"/>
                      <a:pt x="579448" y="74474"/>
                    </a:cubicBezTo>
                    <a:cubicBezTo>
                      <a:pt x="588664" y="65251"/>
                      <a:pt x="607097" y="51417"/>
                      <a:pt x="620921" y="51417"/>
                    </a:cubicBezTo>
                    <a:cubicBezTo>
                      <a:pt x="626451" y="51417"/>
                      <a:pt x="638432" y="54184"/>
                      <a:pt x="643041" y="58795"/>
                    </a:cubicBezTo>
                    <a:cubicBezTo>
                      <a:pt x="643962" y="57873"/>
                      <a:pt x="645806" y="56951"/>
                      <a:pt x="647649" y="56951"/>
                    </a:cubicBezTo>
                    <a:cubicBezTo>
                      <a:pt x="650414" y="56951"/>
                      <a:pt x="651336" y="59717"/>
                      <a:pt x="649492" y="62484"/>
                    </a:cubicBezTo>
                    <a:cubicBezTo>
                      <a:pt x="648570" y="65251"/>
                      <a:pt x="649492" y="66173"/>
                      <a:pt x="652257" y="66173"/>
                    </a:cubicBezTo>
                    <a:cubicBezTo>
                      <a:pt x="654100" y="66173"/>
                      <a:pt x="664238" y="65251"/>
                      <a:pt x="673455" y="65251"/>
                    </a:cubicBezTo>
                    <a:cubicBezTo>
                      <a:pt x="683593" y="65251"/>
                      <a:pt x="692809" y="64329"/>
                      <a:pt x="694652" y="64329"/>
                    </a:cubicBezTo>
                    <a:cubicBezTo>
                      <a:pt x="703869" y="62484"/>
                      <a:pt x="747185" y="65251"/>
                      <a:pt x="747185" y="68018"/>
                    </a:cubicBezTo>
                    <a:cubicBezTo>
                      <a:pt x="747185" y="68940"/>
                      <a:pt x="743499" y="69862"/>
                      <a:pt x="738891" y="70785"/>
                    </a:cubicBezTo>
                    <a:lnTo>
                      <a:pt x="729674" y="71707"/>
                    </a:lnTo>
                    <a:lnTo>
                      <a:pt x="738891" y="72629"/>
                    </a:lnTo>
                    <a:cubicBezTo>
                      <a:pt x="743499" y="73552"/>
                      <a:pt x="746264" y="75396"/>
                      <a:pt x="745342" y="77241"/>
                    </a:cubicBezTo>
                    <a:cubicBezTo>
                      <a:pt x="744420" y="79085"/>
                      <a:pt x="749029" y="80930"/>
                      <a:pt x="760088" y="80930"/>
                    </a:cubicBezTo>
                    <a:cubicBezTo>
                      <a:pt x="769305" y="81852"/>
                      <a:pt x="780364" y="82774"/>
                      <a:pt x="784051" y="84619"/>
                    </a:cubicBezTo>
                    <a:cubicBezTo>
                      <a:pt x="791424" y="88308"/>
                      <a:pt x="791424" y="88308"/>
                      <a:pt x="783129" y="86463"/>
                    </a:cubicBezTo>
                    <a:cubicBezTo>
                      <a:pt x="778521" y="85541"/>
                      <a:pt x="773913" y="85541"/>
                      <a:pt x="772991" y="86463"/>
                    </a:cubicBezTo>
                    <a:cubicBezTo>
                      <a:pt x="771148" y="90153"/>
                      <a:pt x="731518" y="85541"/>
                      <a:pt x="724145" y="80007"/>
                    </a:cubicBezTo>
                    <a:cubicBezTo>
                      <a:pt x="721380" y="78163"/>
                      <a:pt x="720458" y="76318"/>
                      <a:pt x="720458" y="74474"/>
                    </a:cubicBezTo>
                    <a:cubicBezTo>
                      <a:pt x="721380" y="72629"/>
                      <a:pt x="720458" y="70785"/>
                      <a:pt x="716771" y="70785"/>
                    </a:cubicBezTo>
                    <a:cubicBezTo>
                      <a:pt x="714007" y="70785"/>
                      <a:pt x="712163" y="71707"/>
                      <a:pt x="713085" y="73552"/>
                    </a:cubicBezTo>
                    <a:cubicBezTo>
                      <a:pt x="714007" y="75396"/>
                      <a:pt x="713085" y="77241"/>
                      <a:pt x="710320" y="77241"/>
                    </a:cubicBezTo>
                    <a:cubicBezTo>
                      <a:pt x="706634" y="76318"/>
                      <a:pt x="704790" y="75396"/>
                      <a:pt x="704790" y="73552"/>
                    </a:cubicBezTo>
                    <a:cubicBezTo>
                      <a:pt x="705712" y="72629"/>
                      <a:pt x="700182" y="72629"/>
                      <a:pt x="692809" y="72629"/>
                    </a:cubicBezTo>
                    <a:cubicBezTo>
                      <a:pt x="686358" y="73552"/>
                      <a:pt x="680828" y="76318"/>
                      <a:pt x="680828" y="79085"/>
                    </a:cubicBezTo>
                    <a:cubicBezTo>
                      <a:pt x="679906" y="84619"/>
                      <a:pt x="687279" y="85541"/>
                      <a:pt x="702025" y="82774"/>
                    </a:cubicBezTo>
                    <a:cubicBezTo>
                      <a:pt x="707555" y="81852"/>
                      <a:pt x="713085" y="81852"/>
                      <a:pt x="714007" y="83697"/>
                    </a:cubicBezTo>
                    <a:cubicBezTo>
                      <a:pt x="714928" y="85541"/>
                      <a:pt x="710320" y="86463"/>
                      <a:pt x="705712" y="86463"/>
                    </a:cubicBezTo>
                    <a:cubicBezTo>
                      <a:pt x="700182" y="85541"/>
                      <a:pt x="697417" y="86463"/>
                      <a:pt x="698339" y="87386"/>
                    </a:cubicBezTo>
                    <a:cubicBezTo>
                      <a:pt x="699260" y="89230"/>
                      <a:pt x="691887" y="90153"/>
                      <a:pt x="681749" y="88308"/>
                    </a:cubicBezTo>
                    <a:cubicBezTo>
                      <a:pt x="669768" y="87386"/>
                      <a:pt x="665160" y="85541"/>
                      <a:pt x="668847" y="84619"/>
                    </a:cubicBezTo>
                    <a:cubicBezTo>
                      <a:pt x="673455" y="83697"/>
                      <a:pt x="673455" y="81852"/>
                      <a:pt x="669768" y="79085"/>
                    </a:cubicBezTo>
                    <a:cubicBezTo>
                      <a:pt x="664238" y="74474"/>
                      <a:pt x="656865" y="73552"/>
                      <a:pt x="658708" y="78163"/>
                    </a:cubicBezTo>
                    <a:cubicBezTo>
                      <a:pt x="659630" y="79085"/>
                      <a:pt x="656865" y="81852"/>
                      <a:pt x="652257" y="81852"/>
                    </a:cubicBezTo>
                    <a:cubicBezTo>
                      <a:pt x="652257" y="83697"/>
                      <a:pt x="652257" y="85541"/>
                      <a:pt x="653179" y="87386"/>
                    </a:cubicBezTo>
                    <a:cubicBezTo>
                      <a:pt x="659630" y="88308"/>
                      <a:pt x="660552" y="88308"/>
                      <a:pt x="653179" y="88308"/>
                    </a:cubicBezTo>
                    <a:cubicBezTo>
                      <a:pt x="653179" y="89230"/>
                      <a:pt x="653179" y="91997"/>
                      <a:pt x="653179" y="92919"/>
                    </a:cubicBezTo>
                    <a:cubicBezTo>
                      <a:pt x="654100" y="105831"/>
                      <a:pt x="653179" y="112287"/>
                      <a:pt x="649492" y="115976"/>
                    </a:cubicBezTo>
                    <a:cubicBezTo>
                      <a:pt x="645806" y="119665"/>
                      <a:pt x="641197" y="127044"/>
                      <a:pt x="636589" y="134422"/>
                    </a:cubicBezTo>
                    <a:cubicBezTo>
                      <a:pt x="631981" y="140878"/>
                      <a:pt x="623686" y="152867"/>
                      <a:pt x="616313" y="161168"/>
                    </a:cubicBezTo>
                    <a:cubicBezTo>
                      <a:pt x="606175" y="173157"/>
                      <a:pt x="584978" y="194370"/>
                      <a:pt x="560093" y="226649"/>
                    </a:cubicBezTo>
                    <a:cubicBezTo>
                      <a:pt x="556407" y="232183"/>
                      <a:pt x="545348" y="245095"/>
                      <a:pt x="535210" y="257084"/>
                    </a:cubicBezTo>
                    <a:cubicBezTo>
                      <a:pt x="525071" y="269074"/>
                      <a:pt x="514012" y="283831"/>
                      <a:pt x="509404" y="289364"/>
                    </a:cubicBezTo>
                    <a:cubicBezTo>
                      <a:pt x="485441" y="326255"/>
                      <a:pt x="455949" y="364069"/>
                      <a:pt x="453184" y="364069"/>
                    </a:cubicBezTo>
                    <a:cubicBezTo>
                      <a:pt x="452262" y="364069"/>
                      <a:pt x="449497" y="367758"/>
                      <a:pt x="449497" y="369602"/>
                    </a:cubicBezTo>
                    <a:cubicBezTo>
                      <a:pt x="447654" y="375136"/>
                      <a:pt x="443046" y="384359"/>
                      <a:pt x="421848" y="412949"/>
                    </a:cubicBezTo>
                    <a:cubicBezTo>
                      <a:pt x="407102" y="432317"/>
                      <a:pt x="395121" y="452607"/>
                      <a:pt x="387748" y="463674"/>
                    </a:cubicBezTo>
                    <a:cubicBezTo>
                      <a:pt x="384061" y="469208"/>
                      <a:pt x="376688" y="478431"/>
                      <a:pt x="372080" y="484887"/>
                    </a:cubicBezTo>
                    <a:cubicBezTo>
                      <a:pt x="367472" y="491343"/>
                      <a:pt x="360099" y="503332"/>
                      <a:pt x="355491" y="511633"/>
                    </a:cubicBezTo>
                    <a:cubicBezTo>
                      <a:pt x="350883" y="519933"/>
                      <a:pt x="346274" y="528234"/>
                      <a:pt x="343509" y="529156"/>
                    </a:cubicBezTo>
                    <a:cubicBezTo>
                      <a:pt x="340745" y="530078"/>
                      <a:pt x="339823" y="532845"/>
                      <a:pt x="338901" y="536534"/>
                    </a:cubicBezTo>
                    <a:cubicBezTo>
                      <a:pt x="338901" y="539301"/>
                      <a:pt x="337980" y="541146"/>
                      <a:pt x="336136" y="541146"/>
                    </a:cubicBezTo>
                    <a:cubicBezTo>
                      <a:pt x="334293" y="541146"/>
                      <a:pt x="332450" y="542990"/>
                      <a:pt x="332450" y="544835"/>
                    </a:cubicBezTo>
                    <a:cubicBezTo>
                      <a:pt x="332450" y="546679"/>
                      <a:pt x="326920" y="554980"/>
                      <a:pt x="320468" y="563280"/>
                    </a:cubicBezTo>
                    <a:cubicBezTo>
                      <a:pt x="314017" y="571581"/>
                      <a:pt x="308487" y="580803"/>
                      <a:pt x="308487" y="582648"/>
                    </a:cubicBezTo>
                    <a:cubicBezTo>
                      <a:pt x="309409" y="583570"/>
                      <a:pt x="303879" y="590949"/>
                      <a:pt x="299271" y="598327"/>
                    </a:cubicBezTo>
                    <a:cubicBezTo>
                      <a:pt x="294663" y="605705"/>
                      <a:pt x="290055" y="614005"/>
                      <a:pt x="289133" y="617694"/>
                    </a:cubicBezTo>
                    <a:cubicBezTo>
                      <a:pt x="289133" y="621384"/>
                      <a:pt x="288211" y="624151"/>
                      <a:pt x="286368" y="623228"/>
                    </a:cubicBezTo>
                    <a:cubicBezTo>
                      <a:pt x="282682" y="621384"/>
                      <a:pt x="274387" y="638907"/>
                      <a:pt x="275308" y="643518"/>
                    </a:cubicBezTo>
                    <a:cubicBezTo>
                      <a:pt x="276230" y="645363"/>
                      <a:pt x="274387" y="650896"/>
                      <a:pt x="269779" y="653663"/>
                    </a:cubicBezTo>
                    <a:cubicBezTo>
                      <a:pt x="264249" y="657353"/>
                      <a:pt x="262406" y="661964"/>
                      <a:pt x="262406" y="665653"/>
                    </a:cubicBezTo>
                    <a:cubicBezTo>
                      <a:pt x="262406" y="668420"/>
                      <a:pt x="260562" y="672109"/>
                      <a:pt x="257797" y="672109"/>
                    </a:cubicBezTo>
                    <a:cubicBezTo>
                      <a:pt x="255033" y="673031"/>
                      <a:pt x="254111" y="675798"/>
                      <a:pt x="253189" y="678565"/>
                    </a:cubicBezTo>
                    <a:cubicBezTo>
                      <a:pt x="253189" y="681332"/>
                      <a:pt x="252268" y="683176"/>
                      <a:pt x="250424" y="683176"/>
                    </a:cubicBezTo>
                    <a:cubicBezTo>
                      <a:pt x="248581" y="683176"/>
                      <a:pt x="248581" y="686865"/>
                      <a:pt x="249503" y="688710"/>
                    </a:cubicBezTo>
                    <a:cubicBezTo>
                      <a:pt x="250424" y="693321"/>
                      <a:pt x="248581" y="698855"/>
                      <a:pt x="241208" y="707155"/>
                    </a:cubicBezTo>
                    <a:cubicBezTo>
                      <a:pt x="235678" y="714533"/>
                      <a:pt x="229227" y="722834"/>
                      <a:pt x="226462" y="725601"/>
                    </a:cubicBezTo>
                    <a:cubicBezTo>
                      <a:pt x="222775" y="730212"/>
                      <a:pt x="221854" y="731135"/>
                      <a:pt x="219089" y="727446"/>
                    </a:cubicBezTo>
                    <a:cubicBezTo>
                      <a:pt x="217246" y="724679"/>
                      <a:pt x="215402" y="723756"/>
                      <a:pt x="213559" y="723756"/>
                    </a:cubicBezTo>
                    <a:cubicBezTo>
                      <a:pt x="208029" y="725601"/>
                      <a:pt x="209872" y="710844"/>
                      <a:pt x="215402" y="699777"/>
                    </a:cubicBezTo>
                    <a:cubicBezTo>
                      <a:pt x="222775" y="685021"/>
                      <a:pt x="226462" y="685021"/>
                      <a:pt x="225540" y="697933"/>
                    </a:cubicBezTo>
                    <a:cubicBezTo>
                      <a:pt x="224619" y="704389"/>
                      <a:pt x="226462" y="707155"/>
                      <a:pt x="229227" y="705311"/>
                    </a:cubicBezTo>
                    <a:cubicBezTo>
                      <a:pt x="231070" y="704389"/>
                      <a:pt x="232913" y="698855"/>
                      <a:pt x="232913" y="693321"/>
                    </a:cubicBezTo>
                    <a:cubicBezTo>
                      <a:pt x="231992" y="687788"/>
                      <a:pt x="231992" y="683176"/>
                      <a:pt x="229227" y="684098"/>
                    </a:cubicBezTo>
                    <a:cubicBezTo>
                      <a:pt x="228305" y="685021"/>
                      <a:pt x="226462" y="684098"/>
                      <a:pt x="226462" y="683176"/>
                    </a:cubicBezTo>
                    <a:cubicBezTo>
                      <a:pt x="226462" y="677642"/>
                      <a:pt x="231070" y="673031"/>
                      <a:pt x="236600" y="672109"/>
                    </a:cubicBezTo>
                    <a:cubicBezTo>
                      <a:pt x="242130" y="671187"/>
                      <a:pt x="243051" y="669342"/>
                      <a:pt x="241208" y="660119"/>
                    </a:cubicBezTo>
                    <a:cubicBezTo>
                      <a:pt x="239365" y="648130"/>
                      <a:pt x="244895" y="640751"/>
                      <a:pt x="251346" y="642596"/>
                    </a:cubicBezTo>
                    <a:cubicBezTo>
                      <a:pt x="253189" y="643518"/>
                      <a:pt x="256876" y="637062"/>
                      <a:pt x="257797" y="629684"/>
                    </a:cubicBezTo>
                    <a:cubicBezTo>
                      <a:pt x="258719" y="621384"/>
                      <a:pt x="261484" y="615850"/>
                      <a:pt x="262406" y="616772"/>
                    </a:cubicBezTo>
                    <a:cubicBezTo>
                      <a:pt x="266092" y="620461"/>
                      <a:pt x="278995" y="602938"/>
                      <a:pt x="277152" y="598327"/>
                    </a:cubicBezTo>
                    <a:cubicBezTo>
                      <a:pt x="274387" y="592793"/>
                      <a:pt x="289133" y="570659"/>
                      <a:pt x="293741" y="572503"/>
                    </a:cubicBezTo>
                    <a:cubicBezTo>
                      <a:pt x="294663" y="573425"/>
                      <a:pt x="294663" y="571581"/>
                      <a:pt x="294663" y="567892"/>
                    </a:cubicBezTo>
                    <a:cubicBezTo>
                      <a:pt x="293741" y="564203"/>
                      <a:pt x="290976" y="561436"/>
                      <a:pt x="289133" y="561436"/>
                    </a:cubicBezTo>
                    <a:cubicBezTo>
                      <a:pt x="286368" y="561436"/>
                      <a:pt x="285446" y="559591"/>
                      <a:pt x="285446" y="557747"/>
                    </a:cubicBezTo>
                    <a:cubicBezTo>
                      <a:pt x="286368" y="555902"/>
                      <a:pt x="289133" y="555902"/>
                      <a:pt x="292819" y="555902"/>
                    </a:cubicBezTo>
                    <a:cubicBezTo>
                      <a:pt x="296506" y="556824"/>
                      <a:pt x="299271" y="555902"/>
                      <a:pt x="299271" y="554980"/>
                    </a:cubicBezTo>
                    <a:cubicBezTo>
                      <a:pt x="299271" y="552213"/>
                      <a:pt x="293741" y="551291"/>
                      <a:pt x="278074" y="551291"/>
                    </a:cubicBezTo>
                    <a:cubicBezTo>
                      <a:pt x="277152" y="551291"/>
                      <a:pt x="275308" y="553135"/>
                      <a:pt x="275308" y="556824"/>
                    </a:cubicBezTo>
                    <a:cubicBezTo>
                      <a:pt x="275308" y="567892"/>
                      <a:pt x="275308" y="568814"/>
                      <a:pt x="270700" y="564203"/>
                    </a:cubicBezTo>
                    <a:cubicBezTo>
                      <a:pt x="267014" y="560513"/>
                      <a:pt x="267014" y="560513"/>
                      <a:pt x="261484" y="567892"/>
                    </a:cubicBezTo>
                    <a:cubicBezTo>
                      <a:pt x="257797" y="572503"/>
                      <a:pt x="254111" y="578037"/>
                      <a:pt x="251346" y="581726"/>
                    </a:cubicBezTo>
                    <a:cubicBezTo>
                      <a:pt x="248581" y="585415"/>
                      <a:pt x="247659" y="588182"/>
                      <a:pt x="247659" y="589104"/>
                    </a:cubicBezTo>
                    <a:cubicBezTo>
                      <a:pt x="250424" y="591871"/>
                      <a:pt x="265170" y="587259"/>
                      <a:pt x="264249" y="584493"/>
                    </a:cubicBezTo>
                    <a:cubicBezTo>
                      <a:pt x="261484" y="579881"/>
                      <a:pt x="266092" y="569736"/>
                      <a:pt x="269779" y="572503"/>
                    </a:cubicBezTo>
                    <a:cubicBezTo>
                      <a:pt x="271622" y="573425"/>
                      <a:pt x="275308" y="572503"/>
                      <a:pt x="277152" y="570659"/>
                    </a:cubicBezTo>
                    <a:cubicBezTo>
                      <a:pt x="279917" y="568814"/>
                      <a:pt x="278995" y="571581"/>
                      <a:pt x="276230" y="578037"/>
                    </a:cubicBezTo>
                    <a:cubicBezTo>
                      <a:pt x="272544" y="583570"/>
                      <a:pt x="270700" y="590949"/>
                      <a:pt x="271622" y="592793"/>
                    </a:cubicBezTo>
                    <a:cubicBezTo>
                      <a:pt x="272544" y="596482"/>
                      <a:pt x="251346" y="604783"/>
                      <a:pt x="247659" y="601094"/>
                    </a:cubicBezTo>
                    <a:cubicBezTo>
                      <a:pt x="243973" y="597405"/>
                      <a:pt x="234757" y="605705"/>
                      <a:pt x="235678" y="613083"/>
                    </a:cubicBezTo>
                    <a:cubicBezTo>
                      <a:pt x="236600" y="616772"/>
                      <a:pt x="234757" y="618617"/>
                      <a:pt x="232913" y="618617"/>
                    </a:cubicBezTo>
                    <a:cubicBezTo>
                      <a:pt x="231992" y="618617"/>
                      <a:pt x="231070" y="622306"/>
                      <a:pt x="231992" y="625995"/>
                    </a:cubicBezTo>
                    <a:cubicBezTo>
                      <a:pt x="233835" y="631529"/>
                      <a:pt x="233835" y="631529"/>
                      <a:pt x="238443" y="622306"/>
                    </a:cubicBezTo>
                    <a:cubicBezTo>
                      <a:pt x="241208" y="616772"/>
                      <a:pt x="244895" y="611239"/>
                      <a:pt x="247659" y="610316"/>
                    </a:cubicBezTo>
                    <a:cubicBezTo>
                      <a:pt x="251346" y="609394"/>
                      <a:pt x="252268" y="609394"/>
                      <a:pt x="248581" y="612161"/>
                    </a:cubicBezTo>
                    <a:cubicBezTo>
                      <a:pt x="244895" y="614928"/>
                      <a:pt x="244895" y="614928"/>
                      <a:pt x="249503" y="615850"/>
                    </a:cubicBezTo>
                    <a:cubicBezTo>
                      <a:pt x="254111" y="616772"/>
                      <a:pt x="253189" y="618617"/>
                      <a:pt x="246738" y="626917"/>
                    </a:cubicBezTo>
                    <a:cubicBezTo>
                      <a:pt x="242130" y="632451"/>
                      <a:pt x="239365" y="638907"/>
                      <a:pt x="239365" y="641674"/>
                    </a:cubicBezTo>
                    <a:cubicBezTo>
                      <a:pt x="239365" y="643518"/>
                      <a:pt x="237521" y="649052"/>
                      <a:pt x="233835" y="653663"/>
                    </a:cubicBezTo>
                    <a:cubicBezTo>
                      <a:pt x="230148" y="658275"/>
                      <a:pt x="228305" y="662886"/>
                      <a:pt x="229227" y="663808"/>
                    </a:cubicBezTo>
                    <a:cubicBezTo>
                      <a:pt x="230148" y="664731"/>
                      <a:pt x="228305" y="667498"/>
                      <a:pt x="224619" y="669342"/>
                    </a:cubicBezTo>
                    <a:cubicBezTo>
                      <a:pt x="220010" y="672109"/>
                      <a:pt x="218167" y="672109"/>
                      <a:pt x="213559" y="667498"/>
                    </a:cubicBezTo>
                    <a:cubicBezTo>
                      <a:pt x="208951" y="662886"/>
                      <a:pt x="208029" y="661964"/>
                      <a:pt x="201578" y="671187"/>
                    </a:cubicBezTo>
                    <a:cubicBezTo>
                      <a:pt x="197891" y="676720"/>
                      <a:pt x="195126" y="682254"/>
                      <a:pt x="196048" y="685021"/>
                    </a:cubicBezTo>
                    <a:cubicBezTo>
                      <a:pt x="197891" y="688710"/>
                      <a:pt x="196969" y="688710"/>
                      <a:pt x="195126" y="687788"/>
                    </a:cubicBezTo>
                    <a:cubicBezTo>
                      <a:pt x="193283" y="686865"/>
                      <a:pt x="191440" y="686865"/>
                      <a:pt x="191440" y="688710"/>
                    </a:cubicBezTo>
                    <a:cubicBezTo>
                      <a:pt x="191440" y="695166"/>
                      <a:pt x="196969" y="692399"/>
                      <a:pt x="203421" y="683176"/>
                    </a:cubicBezTo>
                    <a:cubicBezTo>
                      <a:pt x="207108" y="677642"/>
                      <a:pt x="211716" y="673953"/>
                      <a:pt x="215402" y="673953"/>
                    </a:cubicBezTo>
                    <a:cubicBezTo>
                      <a:pt x="218167" y="673953"/>
                      <a:pt x="219089" y="676720"/>
                      <a:pt x="218167" y="681332"/>
                    </a:cubicBezTo>
                    <a:cubicBezTo>
                      <a:pt x="216324" y="690555"/>
                      <a:pt x="208029" y="704389"/>
                      <a:pt x="203421" y="704389"/>
                    </a:cubicBezTo>
                    <a:cubicBezTo>
                      <a:pt x="202499" y="704389"/>
                      <a:pt x="201578" y="703466"/>
                      <a:pt x="202499" y="701622"/>
                    </a:cubicBezTo>
                    <a:cubicBezTo>
                      <a:pt x="203421" y="699777"/>
                      <a:pt x="202499" y="699777"/>
                      <a:pt x="199735" y="700699"/>
                    </a:cubicBezTo>
                    <a:cubicBezTo>
                      <a:pt x="194205" y="702544"/>
                      <a:pt x="194205" y="706233"/>
                      <a:pt x="198813" y="709000"/>
                    </a:cubicBezTo>
                    <a:cubicBezTo>
                      <a:pt x="200656" y="709922"/>
                      <a:pt x="199735" y="711767"/>
                      <a:pt x="195126" y="712689"/>
                    </a:cubicBezTo>
                    <a:cubicBezTo>
                      <a:pt x="190518" y="713611"/>
                      <a:pt x="189597" y="716378"/>
                      <a:pt x="189597" y="719145"/>
                    </a:cubicBezTo>
                    <a:cubicBezTo>
                      <a:pt x="190518" y="722834"/>
                      <a:pt x="190518" y="723756"/>
                      <a:pt x="188675" y="721912"/>
                    </a:cubicBezTo>
                    <a:cubicBezTo>
                      <a:pt x="186831" y="720067"/>
                      <a:pt x="185910" y="722834"/>
                      <a:pt x="185910" y="727446"/>
                    </a:cubicBezTo>
                    <a:cubicBezTo>
                      <a:pt x="186831" y="732979"/>
                      <a:pt x="184988" y="737590"/>
                      <a:pt x="180380" y="742202"/>
                    </a:cubicBezTo>
                    <a:cubicBezTo>
                      <a:pt x="176694" y="745891"/>
                      <a:pt x="173007" y="752347"/>
                      <a:pt x="173007" y="755114"/>
                    </a:cubicBezTo>
                    <a:cubicBezTo>
                      <a:pt x="172085" y="758803"/>
                      <a:pt x="168399" y="764337"/>
                      <a:pt x="163791" y="768026"/>
                    </a:cubicBezTo>
                    <a:cubicBezTo>
                      <a:pt x="156418" y="775404"/>
                      <a:pt x="153653" y="786471"/>
                      <a:pt x="160104" y="792927"/>
                    </a:cubicBezTo>
                    <a:cubicBezTo>
                      <a:pt x="161947" y="794772"/>
                      <a:pt x="163791" y="798461"/>
                      <a:pt x="161026" y="800305"/>
                    </a:cubicBezTo>
                    <a:cubicBezTo>
                      <a:pt x="159183" y="803072"/>
                      <a:pt x="157339" y="802150"/>
                      <a:pt x="154574" y="796616"/>
                    </a:cubicBezTo>
                    <a:cubicBezTo>
                      <a:pt x="151809" y="792005"/>
                      <a:pt x="149966" y="789238"/>
                      <a:pt x="149966" y="790160"/>
                    </a:cubicBezTo>
                    <a:cubicBezTo>
                      <a:pt x="149966" y="791083"/>
                      <a:pt x="149045" y="797538"/>
                      <a:pt x="149045" y="803072"/>
                    </a:cubicBezTo>
                    <a:cubicBezTo>
                      <a:pt x="149045" y="808606"/>
                      <a:pt x="145358" y="816906"/>
                      <a:pt x="141671" y="819673"/>
                    </a:cubicBezTo>
                    <a:cubicBezTo>
                      <a:pt x="137985" y="823362"/>
                      <a:pt x="136142" y="825207"/>
                      <a:pt x="137985" y="825207"/>
                    </a:cubicBezTo>
                    <a:cubicBezTo>
                      <a:pt x="138907" y="825207"/>
                      <a:pt x="137985" y="827974"/>
                      <a:pt x="136142" y="830740"/>
                    </a:cubicBezTo>
                    <a:cubicBezTo>
                      <a:pt x="132455" y="834429"/>
                      <a:pt x="132455" y="836274"/>
                      <a:pt x="137063" y="838119"/>
                    </a:cubicBezTo>
                    <a:cubicBezTo>
                      <a:pt x="140750" y="839041"/>
                      <a:pt x="138907" y="840885"/>
                      <a:pt x="134298" y="842730"/>
                    </a:cubicBezTo>
                    <a:cubicBezTo>
                      <a:pt x="130612" y="843652"/>
                      <a:pt x="128769" y="845497"/>
                      <a:pt x="129690" y="847341"/>
                    </a:cubicBezTo>
                    <a:cubicBezTo>
                      <a:pt x="130612" y="849186"/>
                      <a:pt x="128769" y="852875"/>
                      <a:pt x="125082" y="854720"/>
                    </a:cubicBezTo>
                    <a:cubicBezTo>
                      <a:pt x="121395" y="856564"/>
                      <a:pt x="117709" y="862098"/>
                      <a:pt x="117709" y="867631"/>
                    </a:cubicBezTo>
                    <a:cubicBezTo>
                      <a:pt x="117709" y="872243"/>
                      <a:pt x="114022" y="880543"/>
                      <a:pt x="111258" y="886999"/>
                    </a:cubicBezTo>
                    <a:cubicBezTo>
                      <a:pt x="103884" y="900833"/>
                      <a:pt x="104806" y="901756"/>
                      <a:pt x="111258" y="899911"/>
                    </a:cubicBezTo>
                    <a:cubicBezTo>
                      <a:pt x="114944" y="898989"/>
                      <a:pt x="116787" y="897144"/>
                      <a:pt x="115866" y="891611"/>
                    </a:cubicBezTo>
                    <a:cubicBezTo>
                      <a:pt x="115866" y="886999"/>
                      <a:pt x="117709" y="884233"/>
                      <a:pt x="119552" y="884233"/>
                    </a:cubicBezTo>
                    <a:cubicBezTo>
                      <a:pt x="121395" y="885155"/>
                      <a:pt x="125082" y="883310"/>
                      <a:pt x="126004" y="878699"/>
                    </a:cubicBezTo>
                    <a:cubicBezTo>
                      <a:pt x="126925" y="875010"/>
                      <a:pt x="127847" y="873165"/>
                      <a:pt x="126004" y="873165"/>
                    </a:cubicBezTo>
                    <a:cubicBezTo>
                      <a:pt x="125082" y="873165"/>
                      <a:pt x="124160" y="870398"/>
                      <a:pt x="125082" y="867631"/>
                    </a:cubicBezTo>
                    <a:cubicBezTo>
                      <a:pt x="126004" y="863020"/>
                      <a:pt x="127847" y="863020"/>
                      <a:pt x="130612" y="869476"/>
                    </a:cubicBezTo>
                    <a:cubicBezTo>
                      <a:pt x="134298" y="875932"/>
                      <a:pt x="134298" y="875932"/>
                      <a:pt x="134298" y="865787"/>
                    </a:cubicBezTo>
                    <a:cubicBezTo>
                      <a:pt x="135220" y="848264"/>
                      <a:pt x="135220" y="846419"/>
                      <a:pt x="139828" y="847341"/>
                    </a:cubicBezTo>
                    <a:cubicBezTo>
                      <a:pt x="141671" y="847341"/>
                      <a:pt x="143515" y="845497"/>
                      <a:pt x="143515" y="842730"/>
                    </a:cubicBezTo>
                    <a:cubicBezTo>
                      <a:pt x="143515" y="839963"/>
                      <a:pt x="143515" y="839963"/>
                      <a:pt x="146280" y="843652"/>
                    </a:cubicBezTo>
                    <a:cubicBezTo>
                      <a:pt x="148123" y="846419"/>
                      <a:pt x="149966" y="844574"/>
                      <a:pt x="153653" y="836274"/>
                    </a:cubicBezTo>
                    <a:cubicBezTo>
                      <a:pt x="156418" y="829818"/>
                      <a:pt x="160104" y="825207"/>
                      <a:pt x="161026" y="825207"/>
                    </a:cubicBezTo>
                    <a:cubicBezTo>
                      <a:pt x="162869" y="825207"/>
                      <a:pt x="162869" y="824285"/>
                      <a:pt x="161947" y="821518"/>
                    </a:cubicBezTo>
                    <a:cubicBezTo>
                      <a:pt x="161026" y="819673"/>
                      <a:pt x="158261" y="820595"/>
                      <a:pt x="156418" y="824285"/>
                    </a:cubicBezTo>
                    <a:cubicBezTo>
                      <a:pt x="152731" y="829818"/>
                      <a:pt x="152731" y="829818"/>
                      <a:pt x="151809" y="825207"/>
                    </a:cubicBezTo>
                    <a:cubicBezTo>
                      <a:pt x="150888" y="822440"/>
                      <a:pt x="153653" y="817829"/>
                      <a:pt x="155496" y="815984"/>
                    </a:cubicBezTo>
                    <a:cubicBezTo>
                      <a:pt x="158261" y="812295"/>
                      <a:pt x="159183" y="812295"/>
                      <a:pt x="155496" y="814139"/>
                    </a:cubicBezTo>
                    <a:cubicBezTo>
                      <a:pt x="153653" y="815062"/>
                      <a:pt x="151809" y="815062"/>
                      <a:pt x="151809" y="813217"/>
                    </a:cubicBezTo>
                    <a:cubicBezTo>
                      <a:pt x="151809" y="807683"/>
                      <a:pt x="161947" y="805839"/>
                      <a:pt x="164712" y="810450"/>
                    </a:cubicBezTo>
                    <a:cubicBezTo>
                      <a:pt x="168399" y="816906"/>
                      <a:pt x="173007" y="816906"/>
                      <a:pt x="173007" y="810450"/>
                    </a:cubicBezTo>
                    <a:cubicBezTo>
                      <a:pt x="173929" y="807683"/>
                      <a:pt x="172085" y="806761"/>
                      <a:pt x="170242" y="807683"/>
                    </a:cubicBezTo>
                    <a:cubicBezTo>
                      <a:pt x="167477" y="808606"/>
                      <a:pt x="167477" y="803994"/>
                      <a:pt x="169320" y="789238"/>
                    </a:cubicBezTo>
                    <a:cubicBezTo>
                      <a:pt x="169320" y="788316"/>
                      <a:pt x="170242" y="787394"/>
                      <a:pt x="173007" y="788316"/>
                    </a:cubicBezTo>
                    <a:cubicBezTo>
                      <a:pt x="173929" y="789238"/>
                      <a:pt x="176694" y="788316"/>
                      <a:pt x="177615" y="784627"/>
                    </a:cubicBezTo>
                    <a:cubicBezTo>
                      <a:pt x="178537" y="780937"/>
                      <a:pt x="178537" y="780937"/>
                      <a:pt x="175772" y="781860"/>
                    </a:cubicBezTo>
                    <a:cubicBezTo>
                      <a:pt x="173007" y="782782"/>
                      <a:pt x="172085" y="782782"/>
                      <a:pt x="174850" y="778171"/>
                    </a:cubicBezTo>
                    <a:cubicBezTo>
                      <a:pt x="176694" y="774481"/>
                      <a:pt x="180380" y="772637"/>
                      <a:pt x="184988" y="772637"/>
                    </a:cubicBezTo>
                    <a:cubicBezTo>
                      <a:pt x="191440" y="771715"/>
                      <a:pt x="193283" y="775404"/>
                      <a:pt x="188675" y="779093"/>
                    </a:cubicBezTo>
                    <a:cubicBezTo>
                      <a:pt x="186831" y="780015"/>
                      <a:pt x="186831" y="782782"/>
                      <a:pt x="188675" y="784627"/>
                    </a:cubicBezTo>
                    <a:cubicBezTo>
                      <a:pt x="192361" y="790160"/>
                      <a:pt x="178537" y="821518"/>
                      <a:pt x="173929" y="818751"/>
                    </a:cubicBezTo>
                    <a:cubicBezTo>
                      <a:pt x="173007" y="817829"/>
                      <a:pt x="172085" y="818751"/>
                      <a:pt x="173007" y="820595"/>
                    </a:cubicBezTo>
                    <a:cubicBezTo>
                      <a:pt x="176694" y="825207"/>
                      <a:pt x="161947" y="854720"/>
                      <a:pt x="156418" y="856564"/>
                    </a:cubicBezTo>
                    <a:cubicBezTo>
                      <a:pt x="153653" y="856564"/>
                      <a:pt x="152731" y="858409"/>
                      <a:pt x="154574" y="862098"/>
                    </a:cubicBezTo>
                    <a:cubicBezTo>
                      <a:pt x="155496" y="865787"/>
                      <a:pt x="153653" y="872243"/>
                      <a:pt x="150888" y="876854"/>
                    </a:cubicBezTo>
                    <a:cubicBezTo>
                      <a:pt x="149045" y="881466"/>
                      <a:pt x="147201" y="884233"/>
                      <a:pt x="148123" y="884233"/>
                    </a:cubicBezTo>
                    <a:cubicBezTo>
                      <a:pt x="149045" y="884233"/>
                      <a:pt x="147201" y="889766"/>
                      <a:pt x="140750" y="897144"/>
                    </a:cubicBezTo>
                    <a:cubicBezTo>
                      <a:pt x="135220" y="904522"/>
                      <a:pt x="131534" y="911901"/>
                      <a:pt x="131534" y="914668"/>
                    </a:cubicBezTo>
                    <a:cubicBezTo>
                      <a:pt x="131534" y="917434"/>
                      <a:pt x="129690" y="919279"/>
                      <a:pt x="126925" y="918357"/>
                    </a:cubicBezTo>
                    <a:cubicBezTo>
                      <a:pt x="123239" y="918357"/>
                      <a:pt x="123239" y="920201"/>
                      <a:pt x="124160" y="925735"/>
                    </a:cubicBezTo>
                    <a:cubicBezTo>
                      <a:pt x="125082" y="930346"/>
                      <a:pt x="124160" y="938647"/>
                      <a:pt x="120474" y="946947"/>
                    </a:cubicBezTo>
                    <a:cubicBezTo>
                      <a:pt x="116787" y="954325"/>
                      <a:pt x="112179" y="972771"/>
                      <a:pt x="108493" y="987527"/>
                    </a:cubicBezTo>
                    <a:cubicBezTo>
                      <a:pt x="102041" y="1010584"/>
                      <a:pt x="102041" y="1013351"/>
                      <a:pt x="106649" y="1020729"/>
                    </a:cubicBezTo>
                    <a:cubicBezTo>
                      <a:pt x="109414" y="1024418"/>
                      <a:pt x="112179" y="1026263"/>
                      <a:pt x="117709" y="1026263"/>
                    </a:cubicBezTo>
                    <a:cubicBezTo>
                      <a:pt x="125082" y="1026263"/>
                      <a:pt x="136142" y="1021652"/>
                      <a:pt x="154574" y="1013351"/>
                    </a:cubicBezTo>
                    <a:cubicBezTo>
                      <a:pt x="175772" y="1003206"/>
                      <a:pt x="188675" y="998595"/>
                      <a:pt x="186831" y="1005051"/>
                    </a:cubicBezTo>
                    <a:cubicBezTo>
                      <a:pt x="181302" y="1016118"/>
                      <a:pt x="173007" y="1028107"/>
                      <a:pt x="170242" y="1028107"/>
                    </a:cubicBezTo>
                    <a:cubicBezTo>
                      <a:pt x="168399" y="1028107"/>
                      <a:pt x="165634" y="1029952"/>
                      <a:pt x="164712" y="1032719"/>
                    </a:cubicBezTo>
                    <a:cubicBezTo>
                      <a:pt x="163791" y="1035486"/>
                      <a:pt x="161026" y="1037330"/>
                      <a:pt x="158261" y="1037330"/>
                    </a:cubicBezTo>
                    <a:cubicBezTo>
                      <a:pt x="155496" y="1038253"/>
                      <a:pt x="150888" y="1041020"/>
                      <a:pt x="145358" y="1047475"/>
                    </a:cubicBezTo>
                    <a:cubicBezTo>
                      <a:pt x="140750" y="1053009"/>
                      <a:pt x="134298" y="1056698"/>
                      <a:pt x="130612" y="1056698"/>
                    </a:cubicBezTo>
                    <a:cubicBezTo>
                      <a:pt x="114944" y="1056698"/>
                      <a:pt x="102963" y="1053931"/>
                      <a:pt x="98355" y="1048398"/>
                    </a:cubicBezTo>
                    <a:cubicBezTo>
                      <a:pt x="94668" y="1044709"/>
                      <a:pt x="89138" y="1041942"/>
                      <a:pt x="86373" y="1041020"/>
                    </a:cubicBezTo>
                    <a:cubicBezTo>
                      <a:pt x="76235" y="1040097"/>
                      <a:pt x="66097" y="1028107"/>
                      <a:pt x="55960" y="1008740"/>
                    </a:cubicBezTo>
                    <a:cubicBezTo>
                      <a:pt x="50430" y="998595"/>
                      <a:pt x="43978" y="988450"/>
                      <a:pt x="42135" y="987527"/>
                    </a:cubicBezTo>
                    <a:cubicBezTo>
                      <a:pt x="36605" y="983838"/>
                      <a:pt x="41213" y="931268"/>
                      <a:pt x="50430" y="907289"/>
                    </a:cubicBezTo>
                    <a:cubicBezTo>
                      <a:pt x="53195" y="899911"/>
                      <a:pt x="54116" y="899911"/>
                      <a:pt x="57803" y="901756"/>
                    </a:cubicBezTo>
                    <a:cubicBezTo>
                      <a:pt x="61489" y="904522"/>
                      <a:pt x="61489" y="906367"/>
                      <a:pt x="57803" y="910056"/>
                    </a:cubicBezTo>
                    <a:cubicBezTo>
                      <a:pt x="54116" y="913745"/>
                      <a:pt x="52273" y="921124"/>
                      <a:pt x="54116" y="928502"/>
                    </a:cubicBezTo>
                    <a:cubicBezTo>
                      <a:pt x="54116" y="929424"/>
                      <a:pt x="53195" y="932191"/>
                      <a:pt x="51351" y="933113"/>
                    </a:cubicBezTo>
                    <a:cubicBezTo>
                      <a:pt x="47665" y="935880"/>
                      <a:pt x="45821" y="954325"/>
                      <a:pt x="45821" y="968159"/>
                    </a:cubicBezTo>
                    <a:cubicBezTo>
                      <a:pt x="46743" y="981994"/>
                      <a:pt x="51351" y="985683"/>
                      <a:pt x="49508" y="973693"/>
                    </a:cubicBezTo>
                    <a:cubicBezTo>
                      <a:pt x="48586" y="969082"/>
                      <a:pt x="50430" y="965393"/>
                      <a:pt x="52273" y="965393"/>
                    </a:cubicBezTo>
                    <a:cubicBezTo>
                      <a:pt x="54116" y="965393"/>
                      <a:pt x="55960" y="963548"/>
                      <a:pt x="55960" y="960781"/>
                    </a:cubicBezTo>
                    <a:cubicBezTo>
                      <a:pt x="55038" y="944180"/>
                      <a:pt x="103884" y="830740"/>
                      <a:pt x="114944" y="812295"/>
                    </a:cubicBezTo>
                    <a:cubicBezTo>
                      <a:pt x="116787" y="808606"/>
                      <a:pt x="118631" y="803072"/>
                      <a:pt x="119552" y="800305"/>
                    </a:cubicBezTo>
                    <a:cubicBezTo>
                      <a:pt x="120474" y="796616"/>
                      <a:pt x="120474" y="792005"/>
                      <a:pt x="123239" y="790160"/>
                    </a:cubicBezTo>
                    <a:cubicBezTo>
                      <a:pt x="125082" y="789238"/>
                      <a:pt x="149045" y="744046"/>
                      <a:pt x="150888" y="739435"/>
                    </a:cubicBezTo>
                    <a:cubicBezTo>
                      <a:pt x="152731" y="734824"/>
                      <a:pt x="156418" y="729290"/>
                      <a:pt x="155496" y="725601"/>
                    </a:cubicBezTo>
                    <a:cubicBezTo>
                      <a:pt x="155496" y="721912"/>
                      <a:pt x="156418" y="720067"/>
                      <a:pt x="159183" y="720067"/>
                    </a:cubicBezTo>
                    <a:cubicBezTo>
                      <a:pt x="160104" y="720067"/>
                      <a:pt x="164712" y="712689"/>
                      <a:pt x="168399" y="705311"/>
                    </a:cubicBezTo>
                    <a:cubicBezTo>
                      <a:pt x="172085" y="696088"/>
                      <a:pt x="176694" y="687788"/>
                      <a:pt x="182223" y="679487"/>
                    </a:cubicBezTo>
                    <a:cubicBezTo>
                      <a:pt x="184988" y="675798"/>
                      <a:pt x="187753" y="672109"/>
                      <a:pt x="188675" y="673953"/>
                    </a:cubicBezTo>
                    <a:cubicBezTo>
                      <a:pt x="189597" y="674876"/>
                      <a:pt x="190518" y="673031"/>
                      <a:pt x="189597" y="670264"/>
                    </a:cubicBezTo>
                    <a:cubicBezTo>
                      <a:pt x="188675" y="667498"/>
                      <a:pt x="192361" y="659197"/>
                      <a:pt x="196969" y="651819"/>
                    </a:cubicBezTo>
                    <a:cubicBezTo>
                      <a:pt x="208951" y="633373"/>
                      <a:pt x="238443" y="583570"/>
                      <a:pt x="240286" y="572503"/>
                    </a:cubicBezTo>
                    <a:cubicBezTo>
                      <a:pt x="241208" y="566969"/>
                      <a:pt x="245816" y="561436"/>
                      <a:pt x="247659" y="560513"/>
                    </a:cubicBezTo>
                    <a:cubicBezTo>
                      <a:pt x="249503" y="559591"/>
                      <a:pt x="250424" y="556824"/>
                      <a:pt x="249503" y="554980"/>
                    </a:cubicBezTo>
                    <a:cubicBezTo>
                      <a:pt x="248581" y="553135"/>
                      <a:pt x="248581" y="551291"/>
                      <a:pt x="250424" y="551291"/>
                    </a:cubicBezTo>
                    <a:cubicBezTo>
                      <a:pt x="252268" y="551291"/>
                      <a:pt x="256876" y="545757"/>
                      <a:pt x="261484" y="538379"/>
                    </a:cubicBezTo>
                    <a:cubicBezTo>
                      <a:pt x="266092" y="531001"/>
                      <a:pt x="270700" y="526389"/>
                      <a:pt x="272544" y="527311"/>
                    </a:cubicBezTo>
                    <a:cubicBezTo>
                      <a:pt x="275308" y="528234"/>
                      <a:pt x="276230" y="526389"/>
                      <a:pt x="276230" y="524545"/>
                    </a:cubicBezTo>
                    <a:cubicBezTo>
                      <a:pt x="276230" y="521778"/>
                      <a:pt x="275308" y="519933"/>
                      <a:pt x="273465" y="520856"/>
                    </a:cubicBezTo>
                    <a:cubicBezTo>
                      <a:pt x="272544" y="521778"/>
                      <a:pt x="277152" y="514400"/>
                      <a:pt x="283603" y="504255"/>
                    </a:cubicBezTo>
                    <a:cubicBezTo>
                      <a:pt x="290055" y="494109"/>
                      <a:pt x="296506" y="485809"/>
                      <a:pt x="297428" y="485809"/>
                    </a:cubicBezTo>
                    <a:cubicBezTo>
                      <a:pt x="298349" y="486731"/>
                      <a:pt x="300193" y="482120"/>
                      <a:pt x="300193" y="478431"/>
                    </a:cubicBezTo>
                    <a:cubicBezTo>
                      <a:pt x="301114" y="470130"/>
                      <a:pt x="314939" y="452607"/>
                      <a:pt x="316782" y="457218"/>
                    </a:cubicBezTo>
                    <a:cubicBezTo>
                      <a:pt x="317704" y="459063"/>
                      <a:pt x="318625" y="453529"/>
                      <a:pt x="317704" y="447073"/>
                    </a:cubicBezTo>
                    <a:cubicBezTo>
                      <a:pt x="317704" y="446151"/>
                      <a:pt x="321390" y="442462"/>
                      <a:pt x="325077" y="438773"/>
                    </a:cubicBezTo>
                    <a:cubicBezTo>
                      <a:pt x="328763" y="434162"/>
                      <a:pt x="332450" y="431395"/>
                      <a:pt x="332450" y="429550"/>
                    </a:cubicBezTo>
                    <a:cubicBezTo>
                      <a:pt x="332450" y="427706"/>
                      <a:pt x="337980" y="417561"/>
                      <a:pt x="349961" y="404649"/>
                    </a:cubicBezTo>
                    <a:cubicBezTo>
                      <a:pt x="352726" y="401882"/>
                      <a:pt x="355491" y="395426"/>
                      <a:pt x="358256" y="390815"/>
                    </a:cubicBezTo>
                    <a:cubicBezTo>
                      <a:pt x="361021" y="386203"/>
                      <a:pt x="365629" y="378825"/>
                      <a:pt x="370237" y="373291"/>
                    </a:cubicBezTo>
                    <a:cubicBezTo>
                      <a:pt x="378532" y="363146"/>
                      <a:pt x="384061" y="354846"/>
                      <a:pt x="386826" y="347468"/>
                    </a:cubicBezTo>
                    <a:cubicBezTo>
                      <a:pt x="387748" y="344701"/>
                      <a:pt x="394199" y="337323"/>
                      <a:pt x="400651" y="329944"/>
                    </a:cubicBezTo>
                    <a:cubicBezTo>
                      <a:pt x="406181" y="322566"/>
                      <a:pt x="411711" y="315188"/>
                      <a:pt x="411711" y="314266"/>
                    </a:cubicBezTo>
                    <a:cubicBezTo>
                      <a:pt x="411711" y="313343"/>
                      <a:pt x="414475" y="308732"/>
                      <a:pt x="417240" y="305965"/>
                    </a:cubicBezTo>
                    <a:cubicBezTo>
                      <a:pt x="426456" y="295820"/>
                      <a:pt x="441203" y="274608"/>
                      <a:pt x="441203" y="271841"/>
                    </a:cubicBezTo>
                    <a:cubicBezTo>
                      <a:pt x="441203" y="270919"/>
                      <a:pt x="443046" y="266307"/>
                      <a:pt x="446733" y="265385"/>
                    </a:cubicBezTo>
                    <a:cubicBezTo>
                      <a:pt x="450419" y="264463"/>
                      <a:pt x="452262" y="259851"/>
                      <a:pt x="452262" y="257084"/>
                    </a:cubicBezTo>
                    <a:cubicBezTo>
                      <a:pt x="453184" y="254318"/>
                      <a:pt x="454105" y="248784"/>
                      <a:pt x="457792" y="246940"/>
                    </a:cubicBezTo>
                    <a:cubicBezTo>
                      <a:pt x="461479" y="245095"/>
                      <a:pt x="463322" y="240483"/>
                      <a:pt x="463322" y="239561"/>
                    </a:cubicBezTo>
                    <a:cubicBezTo>
                      <a:pt x="463322" y="238639"/>
                      <a:pt x="467009" y="233105"/>
                      <a:pt x="470695" y="228494"/>
                    </a:cubicBezTo>
                    <a:cubicBezTo>
                      <a:pt x="482676" y="213738"/>
                      <a:pt x="504795" y="183302"/>
                      <a:pt x="502952" y="181458"/>
                    </a:cubicBezTo>
                    <a:cubicBezTo>
                      <a:pt x="502031" y="180536"/>
                      <a:pt x="499266" y="183302"/>
                      <a:pt x="497422" y="186992"/>
                    </a:cubicBezTo>
                    <a:cubicBezTo>
                      <a:pt x="494658" y="190681"/>
                      <a:pt x="489128" y="198981"/>
                      <a:pt x="483598" y="205437"/>
                    </a:cubicBezTo>
                    <a:cubicBezTo>
                      <a:pt x="478068" y="211893"/>
                      <a:pt x="460557" y="235872"/>
                      <a:pt x="442124" y="258007"/>
                    </a:cubicBezTo>
                    <a:cubicBezTo>
                      <a:pt x="416319" y="291209"/>
                      <a:pt x="389591" y="325333"/>
                      <a:pt x="365629" y="360379"/>
                    </a:cubicBezTo>
                    <a:cubicBezTo>
                      <a:pt x="351804" y="381592"/>
                      <a:pt x="345353" y="390815"/>
                      <a:pt x="329685" y="408338"/>
                    </a:cubicBezTo>
                    <a:cubicBezTo>
                      <a:pt x="324155" y="413871"/>
                      <a:pt x="320468" y="420327"/>
                      <a:pt x="319547" y="423094"/>
                    </a:cubicBezTo>
                    <a:cubicBezTo>
                      <a:pt x="319547" y="424939"/>
                      <a:pt x="318625" y="428628"/>
                      <a:pt x="315860" y="430472"/>
                    </a:cubicBezTo>
                    <a:cubicBezTo>
                      <a:pt x="313096" y="432317"/>
                      <a:pt x="305723" y="442462"/>
                      <a:pt x="300193" y="452607"/>
                    </a:cubicBezTo>
                    <a:cubicBezTo>
                      <a:pt x="294663" y="462752"/>
                      <a:pt x="282682" y="475664"/>
                      <a:pt x="275308" y="484887"/>
                    </a:cubicBezTo>
                    <a:cubicBezTo>
                      <a:pt x="267935" y="494109"/>
                      <a:pt x="260562" y="501488"/>
                      <a:pt x="260562" y="504255"/>
                    </a:cubicBezTo>
                    <a:cubicBezTo>
                      <a:pt x="259641" y="507021"/>
                      <a:pt x="257797" y="507944"/>
                      <a:pt x="256876" y="506099"/>
                    </a:cubicBezTo>
                    <a:cubicBezTo>
                      <a:pt x="252268" y="502410"/>
                      <a:pt x="339823" y="375136"/>
                      <a:pt x="396043" y="294898"/>
                    </a:cubicBezTo>
                    <a:cubicBezTo>
                      <a:pt x="444889" y="224805"/>
                      <a:pt x="495579" y="158401"/>
                      <a:pt x="551799" y="93842"/>
                    </a:cubicBezTo>
                    <a:cubicBezTo>
                      <a:pt x="550877" y="93842"/>
                      <a:pt x="549956" y="93842"/>
                      <a:pt x="548112" y="93842"/>
                    </a:cubicBezTo>
                    <a:cubicBezTo>
                      <a:pt x="544426" y="92919"/>
                      <a:pt x="544426" y="92919"/>
                      <a:pt x="547191" y="91997"/>
                    </a:cubicBezTo>
                    <a:cubicBezTo>
                      <a:pt x="562859" y="91997"/>
                      <a:pt x="565623" y="91997"/>
                      <a:pt x="566545" y="92919"/>
                    </a:cubicBezTo>
                    <a:close/>
                    <a:moveTo>
                      <a:pt x="61489" y="957092"/>
                    </a:moveTo>
                    <a:cubicBezTo>
                      <a:pt x="59646" y="959859"/>
                      <a:pt x="57803" y="960781"/>
                      <a:pt x="57803" y="958015"/>
                    </a:cubicBezTo>
                    <a:cubicBezTo>
                      <a:pt x="57803" y="955248"/>
                      <a:pt x="58724" y="952481"/>
                      <a:pt x="60568" y="952481"/>
                    </a:cubicBezTo>
                    <a:cubicBezTo>
                      <a:pt x="65176" y="949714"/>
                      <a:pt x="65176" y="951559"/>
                      <a:pt x="61489" y="957092"/>
                    </a:cubicBezTo>
                    <a:close/>
                    <a:moveTo>
                      <a:pt x="91903" y="972771"/>
                    </a:moveTo>
                    <a:cubicBezTo>
                      <a:pt x="87295" y="972771"/>
                      <a:pt x="83609" y="978305"/>
                      <a:pt x="85452" y="981072"/>
                    </a:cubicBezTo>
                    <a:cubicBezTo>
                      <a:pt x="87295" y="983838"/>
                      <a:pt x="96511" y="979227"/>
                      <a:pt x="96511" y="975538"/>
                    </a:cubicBezTo>
                    <a:cubicBezTo>
                      <a:pt x="96511" y="974616"/>
                      <a:pt x="94668" y="973693"/>
                      <a:pt x="91903" y="972771"/>
                    </a:cubicBezTo>
                    <a:close/>
                    <a:moveTo>
                      <a:pt x="102963" y="944180"/>
                    </a:moveTo>
                    <a:cubicBezTo>
                      <a:pt x="102963" y="944180"/>
                      <a:pt x="101120" y="946025"/>
                      <a:pt x="99276" y="948792"/>
                    </a:cubicBezTo>
                    <a:cubicBezTo>
                      <a:pt x="96511" y="952481"/>
                      <a:pt x="96511" y="954325"/>
                      <a:pt x="102041" y="954325"/>
                    </a:cubicBezTo>
                    <a:cubicBezTo>
                      <a:pt x="106649" y="955248"/>
                      <a:pt x="107571" y="955248"/>
                      <a:pt x="105728" y="949714"/>
                    </a:cubicBezTo>
                    <a:cubicBezTo>
                      <a:pt x="104806" y="946947"/>
                      <a:pt x="102963" y="944180"/>
                      <a:pt x="102963" y="944180"/>
                    </a:cubicBezTo>
                    <a:close/>
                    <a:moveTo>
                      <a:pt x="97433" y="932191"/>
                    </a:moveTo>
                    <a:cubicBezTo>
                      <a:pt x="97433" y="933113"/>
                      <a:pt x="99276" y="934958"/>
                      <a:pt x="102963" y="934958"/>
                    </a:cubicBezTo>
                    <a:cubicBezTo>
                      <a:pt x="105728" y="935880"/>
                      <a:pt x="107571" y="934958"/>
                      <a:pt x="107571" y="934035"/>
                    </a:cubicBezTo>
                    <a:cubicBezTo>
                      <a:pt x="107571" y="933113"/>
                      <a:pt x="104806" y="931268"/>
                      <a:pt x="102041" y="930346"/>
                    </a:cubicBezTo>
                    <a:cubicBezTo>
                      <a:pt x="99276" y="929424"/>
                      <a:pt x="97433" y="930346"/>
                      <a:pt x="97433" y="932191"/>
                    </a:cubicBezTo>
                    <a:close/>
                    <a:moveTo>
                      <a:pt x="108493" y="918357"/>
                    </a:moveTo>
                    <a:cubicBezTo>
                      <a:pt x="106649" y="920201"/>
                      <a:pt x="103884" y="920201"/>
                      <a:pt x="102963" y="919279"/>
                    </a:cubicBezTo>
                    <a:cubicBezTo>
                      <a:pt x="102041" y="918357"/>
                      <a:pt x="100198" y="918357"/>
                      <a:pt x="101120" y="920201"/>
                    </a:cubicBezTo>
                    <a:cubicBezTo>
                      <a:pt x="101120" y="923890"/>
                      <a:pt x="108493" y="927579"/>
                      <a:pt x="111258" y="925735"/>
                    </a:cubicBezTo>
                    <a:cubicBezTo>
                      <a:pt x="112179" y="924813"/>
                      <a:pt x="113101" y="922046"/>
                      <a:pt x="112179" y="919279"/>
                    </a:cubicBezTo>
                    <a:cubicBezTo>
                      <a:pt x="112179" y="916512"/>
                      <a:pt x="112179" y="914668"/>
                      <a:pt x="108493" y="918357"/>
                    </a:cubicBezTo>
                    <a:close/>
                    <a:moveTo>
                      <a:pt x="113101" y="909134"/>
                    </a:moveTo>
                    <a:cubicBezTo>
                      <a:pt x="116787" y="911901"/>
                      <a:pt x="117709" y="914668"/>
                      <a:pt x="116787" y="916512"/>
                    </a:cubicBezTo>
                    <a:cubicBezTo>
                      <a:pt x="115866" y="919279"/>
                      <a:pt x="115866" y="919279"/>
                      <a:pt x="117709" y="917434"/>
                    </a:cubicBezTo>
                    <a:cubicBezTo>
                      <a:pt x="123239" y="913745"/>
                      <a:pt x="120474" y="907289"/>
                      <a:pt x="113101" y="906367"/>
                    </a:cubicBezTo>
                    <a:cubicBezTo>
                      <a:pt x="107571" y="906367"/>
                      <a:pt x="108493" y="905445"/>
                      <a:pt x="113101" y="909134"/>
                    </a:cubicBezTo>
                    <a:close/>
                    <a:moveTo>
                      <a:pt x="152731" y="784627"/>
                    </a:moveTo>
                    <a:cubicBezTo>
                      <a:pt x="152731" y="788316"/>
                      <a:pt x="153653" y="790160"/>
                      <a:pt x="155496" y="789238"/>
                    </a:cubicBezTo>
                    <a:cubicBezTo>
                      <a:pt x="156418" y="788316"/>
                      <a:pt x="157339" y="786471"/>
                      <a:pt x="157339" y="784627"/>
                    </a:cubicBezTo>
                    <a:cubicBezTo>
                      <a:pt x="157339" y="783704"/>
                      <a:pt x="156418" y="780937"/>
                      <a:pt x="154574" y="780015"/>
                    </a:cubicBezTo>
                    <a:cubicBezTo>
                      <a:pt x="153653" y="779093"/>
                      <a:pt x="152731" y="781860"/>
                      <a:pt x="152731" y="784627"/>
                    </a:cubicBezTo>
                    <a:close/>
                    <a:moveTo>
                      <a:pt x="157339" y="826129"/>
                    </a:moveTo>
                    <a:cubicBezTo>
                      <a:pt x="162869" y="826129"/>
                      <a:pt x="162869" y="829818"/>
                      <a:pt x="159183" y="833507"/>
                    </a:cubicBezTo>
                    <a:cubicBezTo>
                      <a:pt x="158261" y="834429"/>
                      <a:pt x="155496" y="833507"/>
                      <a:pt x="154574" y="830740"/>
                    </a:cubicBezTo>
                    <a:cubicBezTo>
                      <a:pt x="153653" y="827974"/>
                      <a:pt x="155496" y="826129"/>
                      <a:pt x="157339" y="826129"/>
                    </a:cubicBezTo>
                    <a:close/>
                    <a:moveTo>
                      <a:pt x="162869" y="764337"/>
                    </a:moveTo>
                    <a:cubicBezTo>
                      <a:pt x="156418" y="766181"/>
                      <a:pt x="153653" y="774481"/>
                      <a:pt x="159183" y="775404"/>
                    </a:cubicBezTo>
                    <a:cubicBezTo>
                      <a:pt x="161947" y="775404"/>
                      <a:pt x="167477" y="767103"/>
                      <a:pt x="168399" y="763414"/>
                    </a:cubicBezTo>
                    <a:cubicBezTo>
                      <a:pt x="169320" y="763414"/>
                      <a:pt x="166556" y="763414"/>
                      <a:pt x="162869" y="764337"/>
                    </a:cubicBezTo>
                    <a:close/>
                    <a:moveTo>
                      <a:pt x="167477" y="749580"/>
                    </a:moveTo>
                    <a:cubicBezTo>
                      <a:pt x="166556" y="749580"/>
                      <a:pt x="164712" y="750502"/>
                      <a:pt x="163791" y="753269"/>
                    </a:cubicBezTo>
                    <a:cubicBezTo>
                      <a:pt x="162869" y="755114"/>
                      <a:pt x="163791" y="756958"/>
                      <a:pt x="165634" y="756958"/>
                    </a:cubicBezTo>
                    <a:cubicBezTo>
                      <a:pt x="166556" y="756958"/>
                      <a:pt x="169320" y="756036"/>
                      <a:pt x="168399" y="753269"/>
                    </a:cubicBezTo>
                    <a:cubicBezTo>
                      <a:pt x="168399" y="751425"/>
                      <a:pt x="167477" y="749580"/>
                      <a:pt x="167477" y="749580"/>
                    </a:cubicBezTo>
                    <a:close/>
                    <a:moveTo>
                      <a:pt x="177615" y="733901"/>
                    </a:moveTo>
                    <a:cubicBezTo>
                      <a:pt x="176694" y="733901"/>
                      <a:pt x="175772" y="734824"/>
                      <a:pt x="175772" y="738513"/>
                    </a:cubicBezTo>
                    <a:cubicBezTo>
                      <a:pt x="174850" y="741280"/>
                      <a:pt x="176694" y="743124"/>
                      <a:pt x="178537" y="742202"/>
                    </a:cubicBezTo>
                    <a:cubicBezTo>
                      <a:pt x="179458" y="741280"/>
                      <a:pt x="181302" y="738513"/>
                      <a:pt x="181302" y="737590"/>
                    </a:cubicBezTo>
                    <a:cubicBezTo>
                      <a:pt x="180380" y="734824"/>
                      <a:pt x="179458" y="733901"/>
                      <a:pt x="177615" y="733901"/>
                    </a:cubicBezTo>
                    <a:close/>
                    <a:moveTo>
                      <a:pt x="183145" y="721912"/>
                    </a:moveTo>
                    <a:cubicBezTo>
                      <a:pt x="180380" y="722834"/>
                      <a:pt x="181302" y="722834"/>
                      <a:pt x="184988" y="723756"/>
                    </a:cubicBezTo>
                    <a:cubicBezTo>
                      <a:pt x="188675" y="723756"/>
                      <a:pt x="190518" y="722834"/>
                      <a:pt x="188675" y="721912"/>
                    </a:cubicBezTo>
                    <a:cubicBezTo>
                      <a:pt x="187753" y="720990"/>
                      <a:pt x="184988" y="720990"/>
                      <a:pt x="183145" y="721912"/>
                    </a:cubicBezTo>
                    <a:close/>
                    <a:moveTo>
                      <a:pt x="192361" y="698855"/>
                    </a:moveTo>
                    <a:cubicBezTo>
                      <a:pt x="191440" y="698855"/>
                      <a:pt x="191440" y="700699"/>
                      <a:pt x="191440" y="703466"/>
                    </a:cubicBezTo>
                    <a:cubicBezTo>
                      <a:pt x="192361" y="706233"/>
                      <a:pt x="192361" y="709000"/>
                      <a:pt x="195126" y="709000"/>
                    </a:cubicBezTo>
                    <a:cubicBezTo>
                      <a:pt x="196048" y="709000"/>
                      <a:pt x="196048" y="707155"/>
                      <a:pt x="196048" y="704389"/>
                    </a:cubicBezTo>
                    <a:cubicBezTo>
                      <a:pt x="194205" y="700699"/>
                      <a:pt x="193283" y="698855"/>
                      <a:pt x="192361" y="698855"/>
                    </a:cubicBezTo>
                    <a:close/>
                    <a:moveTo>
                      <a:pt x="208951" y="755114"/>
                    </a:moveTo>
                    <a:cubicBezTo>
                      <a:pt x="209872" y="754192"/>
                      <a:pt x="209872" y="750502"/>
                      <a:pt x="209872" y="746813"/>
                    </a:cubicBezTo>
                    <a:cubicBezTo>
                      <a:pt x="208951" y="743124"/>
                      <a:pt x="207108" y="741280"/>
                      <a:pt x="205264" y="742202"/>
                    </a:cubicBezTo>
                    <a:cubicBezTo>
                      <a:pt x="203421" y="743124"/>
                      <a:pt x="202499" y="743124"/>
                      <a:pt x="203421" y="740357"/>
                    </a:cubicBezTo>
                    <a:cubicBezTo>
                      <a:pt x="203421" y="737590"/>
                      <a:pt x="208029" y="736668"/>
                      <a:pt x="210794" y="735746"/>
                    </a:cubicBezTo>
                    <a:cubicBezTo>
                      <a:pt x="214480" y="734824"/>
                      <a:pt x="216324" y="736668"/>
                      <a:pt x="216324" y="737590"/>
                    </a:cubicBezTo>
                    <a:cubicBezTo>
                      <a:pt x="215402" y="739435"/>
                      <a:pt x="216324" y="741280"/>
                      <a:pt x="217246" y="741280"/>
                    </a:cubicBezTo>
                    <a:cubicBezTo>
                      <a:pt x="219089" y="741280"/>
                      <a:pt x="220932" y="738513"/>
                      <a:pt x="223697" y="735746"/>
                    </a:cubicBezTo>
                    <a:cubicBezTo>
                      <a:pt x="225540" y="732979"/>
                      <a:pt x="226462" y="732057"/>
                      <a:pt x="226462" y="732979"/>
                    </a:cubicBezTo>
                    <a:cubicBezTo>
                      <a:pt x="227384" y="734824"/>
                      <a:pt x="222775" y="743124"/>
                      <a:pt x="219089" y="750502"/>
                    </a:cubicBezTo>
                    <a:cubicBezTo>
                      <a:pt x="214480" y="761570"/>
                      <a:pt x="211716" y="770792"/>
                      <a:pt x="209872" y="782782"/>
                    </a:cubicBezTo>
                    <a:cubicBezTo>
                      <a:pt x="209872" y="783704"/>
                      <a:pt x="208951" y="783704"/>
                      <a:pt x="206186" y="781860"/>
                    </a:cubicBezTo>
                    <a:cubicBezTo>
                      <a:pt x="201578" y="776326"/>
                      <a:pt x="198813" y="760647"/>
                      <a:pt x="202499" y="754192"/>
                    </a:cubicBezTo>
                    <a:cubicBezTo>
                      <a:pt x="204343" y="750502"/>
                      <a:pt x="205264" y="750502"/>
                      <a:pt x="205264" y="753269"/>
                    </a:cubicBezTo>
                    <a:cubicBezTo>
                      <a:pt x="205264" y="755114"/>
                      <a:pt x="207108" y="756958"/>
                      <a:pt x="208951" y="755114"/>
                    </a:cubicBezTo>
                    <a:close/>
                    <a:moveTo>
                      <a:pt x="231070" y="633373"/>
                    </a:moveTo>
                    <a:cubicBezTo>
                      <a:pt x="223697" y="642596"/>
                      <a:pt x="222775" y="649052"/>
                      <a:pt x="228305" y="647207"/>
                    </a:cubicBezTo>
                    <a:cubicBezTo>
                      <a:pt x="230148" y="646285"/>
                      <a:pt x="231070" y="645363"/>
                      <a:pt x="230148" y="643518"/>
                    </a:cubicBezTo>
                    <a:cubicBezTo>
                      <a:pt x="230148" y="642596"/>
                      <a:pt x="231070" y="637985"/>
                      <a:pt x="233835" y="633373"/>
                    </a:cubicBezTo>
                    <a:cubicBezTo>
                      <a:pt x="241208" y="623228"/>
                      <a:pt x="238443" y="623228"/>
                      <a:pt x="231070" y="633373"/>
                    </a:cubicBezTo>
                    <a:close/>
                    <a:moveTo>
                      <a:pt x="291898" y="541146"/>
                    </a:moveTo>
                    <a:cubicBezTo>
                      <a:pt x="295585" y="537457"/>
                      <a:pt x="293741" y="533768"/>
                      <a:pt x="289133" y="533768"/>
                    </a:cubicBezTo>
                    <a:cubicBezTo>
                      <a:pt x="286368" y="533768"/>
                      <a:pt x="284525" y="534690"/>
                      <a:pt x="284525" y="537457"/>
                    </a:cubicBezTo>
                    <a:cubicBezTo>
                      <a:pt x="285446" y="540223"/>
                      <a:pt x="290055" y="543912"/>
                      <a:pt x="291898" y="541146"/>
                    </a:cubicBezTo>
                    <a:close/>
                    <a:moveTo>
                      <a:pt x="294663" y="519011"/>
                    </a:moveTo>
                    <a:cubicBezTo>
                      <a:pt x="295585" y="521778"/>
                      <a:pt x="294663" y="524545"/>
                      <a:pt x="292819" y="526389"/>
                    </a:cubicBezTo>
                    <a:cubicBezTo>
                      <a:pt x="290055" y="530078"/>
                      <a:pt x="290055" y="530078"/>
                      <a:pt x="295585" y="529156"/>
                    </a:cubicBezTo>
                    <a:cubicBezTo>
                      <a:pt x="299271" y="529156"/>
                      <a:pt x="301114" y="526389"/>
                      <a:pt x="301114" y="524545"/>
                    </a:cubicBezTo>
                    <a:cubicBezTo>
                      <a:pt x="301114" y="521778"/>
                      <a:pt x="304801" y="521778"/>
                      <a:pt x="312174" y="521778"/>
                    </a:cubicBezTo>
                    <a:cubicBezTo>
                      <a:pt x="322312" y="522700"/>
                      <a:pt x="322312" y="522700"/>
                      <a:pt x="317704" y="519933"/>
                    </a:cubicBezTo>
                    <a:cubicBezTo>
                      <a:pt x="314017" y="518089"/>
                      <a:pt x="307566" y="515322"/>
                      <a:pt x="302957" y="515322"/>
                    </a:cubicBezTo>
                    <a:cubicBezTo>
                      <a:pt x="295585" y="514400"/>
                      <a:pt x="294663" y="515322"/>
                      <a:pt x="294663" y="519011"/>
                    </a:cubicBezTo>
                    <a:close/>
                    <a:moveTo>
                      <a:pt x="312174" y="503332"/>
                    </a:moveTo>
                    <a:cubicBezTo>
                      <a:pt x="310331" y="504255"/>
                      <a:pt x="308487" y="507021"/>
                      <a:pt x="308487" y="508866"/>
                    </a:cubicBezTo>
                    <a:cubicBezTo>
                      <a:pt x="308487" y="510710"/>
                      <a:pt x="309409" y="510710"/>
                      <a:pt x="312174" y="507944"/>
                    </a:cubicBezTo>
                    <a:cubicBezTo>
                      <a:pt x="314939" y="501488"/>
                      <a:pt x="315860" y="501488"/>
                      <a:pt x="312174" y="503332"/>
                    </a:cubicBezTo>
                    <a:close/>
                    <a:moveTo>
                      <a:pt x="316782" y="527311"/>
                    </a:moveTo>
                    <a:cubicBezTo>
                      <a:pt x="314017" y="526389"/>
                      <a:pt x="312174" y="529156"/>
                      <a:pt x="313096" y="531001"/>
                    </a:cubicBezTo>
                    <a:cubicBezTo>
                      <a:pt x="314017" y="531923"/>
                      <a:pt x="314017" y="534690"/>
                      <a:pt x="312174" y="534690"/>
                    </a:cubicBezTo>
                    <a:cubicBezTo>
                      <a:pt x="310331" y="534690"/>
                      <a:pt x="308487" y="535612"/>
                      <a:pt x="308487" y="539301"/>
                    </a:cubicBezTo>
                    <a:cubicBezTo>
                      <a:pt x="307566" y="542990"/>
                      <a:pt x="310331" y="543912"/>
                      <a:pt x="315860" y="542990"/>
                    </a:cubicBezTo>
                    <a:cubicBezTo>
                      <a:pt x="319547" y="542068"/>
                      <a:pt x="323234" y="542068"/>
                      <a:pt x="324155" y="542068"/>
                    </a:cubicBezTo>
                    <a:cubicBezTo>
                      <a:pt x="325077" y="542068"/>
                      <a:pt x="323234" y="541146"/>
                      <a:pt x="320468" y="538379"/>
                    </a:cubicBezTo>
                    <a:cubicBezTo>
                      <a:pt x="318625" y="537457"/>
                      <a:pt x="316782" y="533768"/>
                      <a:pt x="318625" y="531923"/>
                    </a:cubicBezTo>
                    <a:cubicBezTo>
                      <a:pt x="320468" y="528234"/>
                      <a:pt x="320468" y="527311"/>
                      <a:pt x="316782" y="527311"/>
                    </a:cubicBezTo>
                    <a:close/>
                    <a:moveTo>
                      <a:pt x="337058" y="463674"/>
                    </a:moveTo>
                    <a:cubicBezTo>
                      <a:pt x="333372" y="462752"/>
                      <a:pt x="331528" y="466441"/>
                      <a:pt x="331528" y="470130"/>
                    </a:cubicBezTo>
                    <a:cubicBezTo>
                      <a:pt x="331528" y="473819"/>
                      <a:pt x="329685" y="476586"/>
                      <a:pt x="326920" y="475664"/>
                    </a:cubicBezTo>
                    <a:cubicBezTo>
                      <a:pt x="324155" y="475664"/>
                      <a:pt x="322312" y="477509"/>
                      <a:pt x="324155" y="479353"/>
                    </a:cubicBezTo>
                    <a:cubicBezTo>
                      <a:pt x="325077" y="480275"/>
                      <a:pt x="327842" y="481198"/>
                      <a:pt x="329685" y="480275"/>
                    </a:cubicBezTo>
                    <a:cubicBezTo>
                      <a:pt x="332450" y="479353"/>
                      <a:pt x="335215" y="481198"/>
                      <a:pt x="336136" y="483965"/>
                    </a:cubicBezTo>
                    <a:cubicBezTo>
                      <a:pt x="337058" y="487654"/>
                      <a:pt x="337058" y="488576"/>
                      <a:pt x="336136" y="487654"/>
                    </a:cubicBezTo>
                    <a:cubicBezTo>
                      <a:pt x="335215" y="486731"/>
                      <a:pt x="331528" y="486731"/>
                      <a:pt x="329685" y="488576"/>
                    </a:cubicBezTo>
                    <a:cubicBezTo>
                      <a:pt x="325998" y="491343"/>
                      <a:pt x="325998" y="490420"/>
                      <a:pt x="325998" y="486731"/>
                    </a:cubicBezTo>
                    <a:cubicBezTo>
                      <a:pt x="325077" y="479353"/>
                      <a:pt x="321390" y="481198"/>
                      <a:pt x="316782" y="487654"/>
                    </a:cubicBezTo>
                    <a:cubicBezTo>
                      <a:pt x="313096" y="492265"/>
                      <a:pt x="315860" y="494109"/>
                      <a:pt x="325077" y="493187"/>
                    </a:cubicBezTo>
                    <a:cubicBezTo>
                      <a:pt x="331528" y="493187"/>
                      <a:pt x="337058" y="492265"/>
                      <a:pt x="337980" y="491343"/>
                    </a:cubicBezTo>
                    <a:cubicBezTo>
                      <a:pt x="340745" y="485809"/>
                      <a:pt x="340745" y="474742"/>
                      <a:pt x="337058" y="476586"/>
                    </a:cubicBezTo>
                    <a:cubicBezTo>
                      <a:pt x="333372" y="479353"/>
                      <a:pt x="335215" y="467364"/>
                      <a:pt x="338901" y="464597"/>
                    </a:cubicBezTo>
                    <a:cubicBezTo>
                      <a:pt x="340745" y="464597"/>
                      <a:pt x="340745" y="463674"/>
                      <a:pt x="337058" y="463674"/>
                    </a:cubicBezTo>
                    <a:close/>
                    <a:moveTo>
                      <a:pt x="327842" y="525467"/>
                    </a:moveTo>
                    <a:cubicBezTo>
                      <a:pt x="328763" y="526389"/>
                      <a:pt x="331528" y="525467"/>
                      <a:pt x="330607" y="522700"/>
                    </a:cubicBezTo>
                    <a:cubicBezTo>
                      <a:pt x="329685" y="519933"/>
                      <a:pt x="329685" y="517166"/>
                      <a:pt x="329685" y="517166"/>
                    </a:cubicBezTo>
                    <a:cubicBezTo>
                      <a:pt x="325998" y="517166"/>
                      <a:pt x="325077" y="523622"/>
                      <a:pt x="327842" y="525467"/>
                    </a:cubicBezTo>
                    <a:close/>
                    <a:moveTo>
                      <a:pt x="358256" y="432317"/>
                    </a:moveTo>
                    <a:cubicBezTo>
                      <a:pt x="355491" y="436006"/>
                      <a:pt x="349039" y="442462"/>
                      <a:pt x="345353" y="447996"/>
                    </a:cubicBezTo>
                    <a:cubicBezTo>
                      <a:pt x="337058" y="458141"/>
                      <a:pt x="336136" y="462752"/>
                      <a:pt x="341666" y="459063"/>
                    </a:cubicBezTo>
                    <a:cubicBezTo>
                      <a:pt x="343509" y="458141"/>
                      <a:pt x="347196" y="459063"/>
                      <a:pt x="348118" y="460908"/>
                    </a:cubicBezTo>
                    <a:cubicBezTo>
                      <a:pt x="349039" y="462752"/>
                      <a:pt x="351804" y="463674"/>
                      <a:pt x="354569" y="459985"/>
                    </a:cubicBezTo>
                    <a:cubicBezTo>
                      <a:pt x="360099" y="454452"/>
                      <a:pt x="359177" y="450763"/>
                      <a:pt x="353647" y="452607"/>
                    </a:cubicBezTo>
                    <a:cubicBezTo>
                      <a:pt x="349039" y="453529"/>
                      <a:pt x="349961" y="453529"/>
                      <a:pt x="354569" y="445229"/>
                    </a:cubicBezTo>
                    <a:cubicBezTo>
                      <a:pt x="358256" y="439695"/>
                      <a:pt x="361942" y="435084"/>
                      <a:pt x="363785" y="435084"/>
                    </a:cubicBezTo>
                    <a:cubicBezTo>
                      <a:pt x="368394" y="436006"/>
                      <a:pt x="371158" y="434162"/>
                      <a:pt x="367472" y="432317"/>
                    </a:cubicBezTo>
                    <a:cubicBezTo>
                      <a:pt x="365629" y="431395"/>
                      <a:pt x="363785" y="428628"/>
                      <a:pt x="365629" y="427706"/>
                    </a:cubicBezTo>
                    <a:cubicBezTo>
                      <a:pt x="369315" y="421250"/>
                      <a:pt x="362864" y="426783"/>
                      <a:pt x="358256" y="432317"/>
                    </a:cubicBezTo>
                    <a:close/>
                    <a:moveTo>
                      <a:pt x="340745" y="496876"/>
                    </a:moveTo>
                    <a:cubicBezTo>
                      <a:pt x="339823" y="500566"/>
                      <a:pt x="340745" y="502410"/>
                      <a:pt x="344431" y="500566"/>
                    </a:cubicBezTo>
                    <a:cubicBezTo>
                      <a:pt x="349039" y="497799"/>
                      <a:pt x="349961" y="496876"/>
                      <a:pt x="345353" y="495032"/>
                    </a:cubicBezTo>
                    <a:cubicBezTo>
                      <a:pt x="343509" y="492265"/>
                      <a:pt x="341666" y="494109"/>
                      <a:pt x="340745" y="496876"/>
                    </a:cubicBezTo>
                    <a:close/>
                    <a:moveTo>
                      <a:pt x="351804" y="99375"/>
                    </a:moveTo>
                    <a:cubicBezTo>
                      <a:pt x="349961" y="98453"/>
                      <a:pt x="346274" y="98453"/>
                      <a:pt x="344431" y="100298"/>
                    </a:cubicBezTo>
                    <a:cubicBezTo>
                      <a:pt x="341666" y="103064"/>
                      <a:pt x="342588" y="103987"/>
                      <a:pt x="345353" y="103987"/>
                    </a:cubicBezTo>
                    <a:cubicBezTo>
                      <a:pt x="351804" y="105831"/>
                      <a:pt x="356412" y="102142"/>
                      <a:pt x="351804" y="99375"/>
                    </a:cubicBezTo>
                    <a:close/>
                    <a:moveTo>
                      <a:pt x="464244" y="72629"/>
                    </a:moveTo>
                    <a:cubicBezTo>
                      <a:pt x="457792" y="71707"/>
                      <a:pt x="443046" y="76318"/>
                      <a:pt x="447654" y="76318"/>
                    </a:cubicBezTo>
                    <a:cubicBezTo>
                      <a:pt x="453184" y="77241"/>
                      <a:pt x="432908" y="88308"/>
                      <a:pt x="427378" y="87386"/>
                    </a:cubicBezTo>
                    <a:cubicBezTo>
                      <a:pt x="422770" y="86463"/>
                      <a:pt x="421848" y="85541"/>
                      <a:pt x="423692" y="81852"/>
                    </a:cubicBezTo>
                    <a:cubicBezTo>
                      <a:pt x="424613" y="77241"/>
                      <a:pt x="423692" y="78163"/>
                      <a:pt x="420005" y="82774"/>
                    </a:cubicBezTo>
                    <a:cubicBezTo>
                      <a:pt x="416319" y="86463"/>
                      <a:pt x="408024" y="90153"/>
                      <a:pt x="401572" y="90153"/>
                    </a:cubicBezTo>
                    <a:cubicBezTo>
                      <a:pt x="395121" y="90153"/>
                      <a:pt x="388670" y="91075"/>
                      <a:pt x="387748" y="93842"/>
                    </a:cubicBezTo>
                    <a:cubicBezTo>
                      <a:pt x="386826" y="95686"/>
                      <a:pt x="384983" y="96608"/>
                      <a:pt x="383140" y="94764"/>
                    </a:cubicBezTo>
                    <a:cubicBezTo>
                      <a:pt x="382218" y="93842"/>
                      <a:pt x="377610" y="94764"/>
                      <a:pt x="373923" y="95686"/>
                    </a:cubicBezTo>
                    <a:cubicBezTo>
                      <a:pt x="368394" y="97531"/>
                      <a:pt x="368394" y="99375"/>
                      <a:pt x="370237" y="102142"/>
                    </a:cubicBezTo>
                    <a:cubicBezTo>
                      <a:pt x="372080" y="105831"/>
                      <a:pt x="373923" y="105831"/>
                      <a:pt x="375767" y="103064"/>
                    </a:cubicBezTo>
                    <a:cubicBezTo>
                      <a:pt x="380375" y="96608"/>
                      <a:pt x="398807" y="92919"/>
                      <a:pt x="402494" y="97531"/>
                    </a:cubicBezTo>
                    <a:cubicBezTo>
                      <a:pt x="407102" y="103064"/>
                      <a:pt x="413554" y="103064"/>
                      <a:pt x="414475" y="98453"/>
                    </a:cubicBezTo>
                    <a:cubicBezTo>
                      <a:pt x="415397" y="92919"/>
                      <a:pt x="437516" y="91075"/>
                      <a:pt x="439360" y="95686"/>
                    </a:cubicBezTo>
                    <a:cubicBezTo>
                      <a:pt x="441203" y="100298"/>
                      <a:pt x="457792" y="105831"/>
                      <a:pt x="456871" y="101220"/>
                    </a:cubicBezTo>
                    <a:cubicBezTo>
                      <a:pt x="455949" y="99375"/>
                      <a:pt x="455949" y="97531"/>
                      <a:pt x="457792" y="97531"/>
                    </a:cubicBezTo>
                    <a:cubicBezTo>
                      <a:pt x="459635" y="97531"/>
                      <a:pt x="461479" y="98453"/>
                      <a:pt x="461479" y="101220"/>
                    </a:cubicBezTo>
                    <a:cubicBezTo>
                      <a:pt x="461479" y="104909"/>
                      <a:pt x="471617" y="104909"/>
                      <a:pt x="475303" y="103064"/>
                    </a:cubicBezTo>
                    <a:cubicBezTo>
                      <a:pt x="476225" y="102142"/>
                      <a:pt x="475303" y="99375"/>
                      <a:pt x="470695" y="98453"/>
                    </a:cubicBezTo>
                    <a:cubicBezTo>
                      <a:pt x="467009" y="97531"/>
                      <a:pt x="465165" y="95686"/>
                      <a:pt x="467930" y="95686"/>
                    </a:cubicBezTo>
                    <a:cubicBezTo>
                      <a:pt x="470695" y="95686"/>
                      <a:pt x="471617" y="94764"/>
                      <a:pt x="470695" y="92919"/>
                    </a:cubicBezTo>
                    <a:cubicBezTo>
                      <a:pt x="469773" y="91997"/>
                      <a:pt x="470695" y="87386"/>
                      <a:pt x="474382" y="85541"/>
                    </a:cubicBezTo>
                    <a:cubicBezTo>
                      <a:pt x="479911" y="80930"/>
                      <a:pt x="479911" y="80007"/>
                      <a:pt x="475303" y="77241"/>
                    </a:cubicBezTo>
                    <a:cubicBezTo>
                      <a:pt x="471617" y="74474"/>
                      <a:pt x="467930" y="72629"/>
                      <a:pt x="464244" y="72629"/>
                    </a:cubicBezTo>
                    <a:close/>
                    <a:moveTo>
                      <a:pt x="382218" y="85541"/>
                    </a:moveTo>
                    <a:cubicBezTo>
                      <a:pt x="385905" y="86463"/>
                      <a:pt x="387748" y="85541"/>
                      <a:pt x="386826" y="84619"/>
                    </a:cubicBezTo>
                    <a:cubicBezTo>
                      <a:pt x="385905" y="83697"/>
                      <a:pt x="383140" y="82774"/>
                      <a:pt x="381296" y="83697"/>
                    </a:cubicBezTo>
                    <a:cubicBezTo>
                      <a:pt x="378532" y="83697"/>
                      <a:pt x="379453" y="85541"/>
                      <a:pt x="382218" y="85541"/>
                    </a:cubicBezTo>
                    <a:close/>
                    <a:moveTo>
                      <a:pt x="384061" y="396348"/>
                    </a:moveTo>
                    <a:cubicBezTo>
                      <a:pt x="383140" y="396348"/>
                      <a:pt x="381296" y="398193"/>
                      <a:pt x="380375" y="400037"/>
                    </a:cubicBezTo>
                    <a:cubicBezTo>
                      <a:pt x="379453" y="401882"/>
                      <a:pt x="379453" y="403727"/>
                      <a:pt x="381296" y="403727"/>
                    </a:cubicBezTo>
                    <a:cubicBezTo>
                      <a:pt x="383140" y="403727"/>
                      <a:pt x="384983" y="402804"/>
                      <a:pt x="384983" y="400037"/>
                    </a:cubicBezTo>
                    <a:cubicBezTo>
                      <a:pt x="384983" y="398193"/>
                      <a:pt x="384983" y="396348"/>
                      <a:pt x="384061" y="396348"/>
                    </a:cubicBezTo>
                    <a:close/>
                    <a:moveTo>
                      <a:pt x="389591" y="387126"/>
                    </a:moveTo>
                    <a:cubicBezTo>
                      <a:pt x="386826" y="388048"/>
                      <a:pt x="385905" y="391737"/>
                      <a:pt x="386826" y="392659"/>
                    </a:cubicBezTo>
                    <a:cubicBezTo>
                      <a:pt x="387748" y="393581"/>
                      <a:pt x="390513" y="392659"/>
                      <a:pt x="392356" y="389892"/>
                    </a:cubicBezTo>
                    <a:cubicBezTo>
                      <a:pt x="395121" y="387126"/>
                      <a:pt x="396043" y="384359"/>
                      <a:pt x="396043" y="384359"/>
                    </a:cubicBezTo>
                    <a:cubicBezTo>
                      <a:pt x="394199" y="383436"/>
                      <a:pt x="392356" y="385281"/>
                      <a:pt x="389591" y="387126"/>
                    </a:cubicBezTo>
                    <a:close/>
                    <a:moveTo>
                      <a:pt x="387748" y="404649"/>
                    </a:moveTo>
                    <a:cubicBezTo>
                      <a:pt x="386826" y="407416"/>
                      <a:pt x="386826" y="408338"/>
                      <a:pt x="391434" y="407416"/>
                    </a:cubicBezTo>
                    <a:cubicBezTo>
                      <a:pt x="396043" y="406493"/>
                      <a:pt x="396964" y="400037"/>
                      <a:pt x="392356" y="400037"/>
                    </a:cubicBezTo>
                    <a:cubicBezTo>
                      <a:pt x="389591" y="399115"/>
                      <a:pt x="388670" y="401882"/>
                      <a:pt x="387748" y="404649"/>
                    </a:cubicBezTo>
                    <a:close/>
                    <a:moveTo>
                      <a:pt x="401572" y="76318"/>
                    </a:moveTo>
                    <a:cubicBezTo>
                      <a:pt x="404337" y="75396"/>
                      <a:pt x="406181" y="74474"/>
                      <a:pt x="407102" y="73552"/>
                    </a:cubicBezTo>
                    <a:cubicBezTo>
                      <a:pt x="407102" y="72629"/>
                      <a:pt x="405259" y="72629"/>
                      <a:pt x="402494" y="71707"/>
                    </a:cubicBezTo>
                    <a:cubicBezTo>
                      <a:pt x="399729" y="71707"/>
                      <a:pt x="396964" y="72629"/>
                      <a:pt x="396964" y="74474"/>
                    </a:cubicBezTo>
                    <a:cubicBezTo>
                      <a:pt x="396964" y="76318"/>
                      <a:pt x="398807" y="76318"/>
                      <a:pt x="401572" y="76318"/>
                    </a:cubicBezTo>
                    <a:close/>
                    <a:moveTo>
                      <a:pt x="409867" y="80930"/>
                    </a:moveTo>
                    <a:cubicBezTo>
                      <a:pt x="413554" y="81852"/>
                      <a:pt x="415397" y="81852"/>
                      <a:pt x="413554" y="80007"/>
                    </a:cubicBezTo>
                    <a:cubicBezTo>
                      <a:pt x="411711" y="78163"/>
                      <a:pt x="408024" y="78163"/>
                      <a:pt x="406181" y="79085"/>
                    </a:cubicBezTo>
                    <a:cubicBezTo>
                      <a:pt x="403416" y="80007"/>
                      <a:pt x="405259" y="80930"/>
                      <a:pt x="409867" y="80930"/>
                    </a:cubicBezTo>
                    <a:close/>
                    <a:moveTo>
                      <a:pt x="411711" y="356690"/>
                    </a:moveTo>
                    <a:cubicBezTo>
                      <a:pt x="408024" y="359457"/>
                      <a:pt x="407102" y="362224"/>
                      <a:pt x="408024" y="364069"/>
                    </a:cubicBezTo>
                    <a:cubicBezTo>
                      <a:pt x="408945" y="365913"/>
                      <a:pt x="411711" y="363146"/>
                      <a:pt x="413554" y="360379"/>
                    </a:cubicBezTo>
                    <a:cubicBezTo>
                      <a:pt x="419083" y="351157"/>
                      <a:pt x="419083" y="350234"/>
                      <a:pt x="411711" y="356690"/>
                    </a:cubicBezTo>
                    <a:close/>
                    <a:moveTo>
                      <a:pt x="458714" y="87386"/>
                    </a:moveTo>
                    <a:cubicBezTo>
                      <a:pt x="460557" y="86463"/>
                      <a:pt x="463322" y="87386"/>
                      <a:pt x="464244" y="88308"/>
                    </a:cubicBezTo>
                    <a:cubicBezTo>
                      <a:pt x="465165" y="89230"/>
                      <a:pt x="463322" y="89230"/>
                      <a:pt x="459635" y="89230"/>
                    </a:cubicBezTo>
                    <a:cubicBezTo>
                      <a:pt x="455949" y="90153"/>
                      <a:pt x="455027" y="89230"/>
                      <a:pt x="458714" y="87386"/>
                    </a:cubicBezTo>
                    <a:close/>
                    <a:moveTo>
                      <a:pt x="464244" y="61562"/>
                    </a:moveTo>
                    <a:cubicBezTo>
                      <a:pt x="467930" y="62484"/>
                      <a:pt x="469773" y="60640"/>
                      <a:pt x="469773" y="58795"/>
                    </a:cubicBezTo>
                    <a:cubicBezTo>
                      <a:pt x="469773" y="57873"/>
                      <a:pt x="468852" y="55106"/>
                      <a:pt x="467009" y="55106"/>
                    </a:cubicBezTo>
                    <a:cubicBezTo>
                      <a:pt x="465165" y="55106"/>
                      <a:pt x="462400" y="56028"/>
                      <a:pt x="461479" y="57873"/>
                    </a:cubicBezTo>
                    <a:cubicBezTo>
                      <a:pt x="460557" y="60640"/>
                      <a:pt x="462400" y="61562"/>
                      <a:pt x="464244" y="61562"/>
                    </a:cubicBezTo>
                    <a:close/>
                    <a:moveTo>
                      <a:pt x="485441" y="86463"/>
                    </a:moveTo>
                    <a:cubicBezTo>
                      <a:pt x="482676" y="88308"/>
                      <a:pt x="484520" y="90153"/>
                      <a:pt x="490049" y="90153"/>
                    </a:cubicBezTo>
                    <a:cubicBezTo>
                      <a:pt x="500187" y="91075"/>
                      <a:pt x="504795" y="86463"/>
                      <a:pt x="495579" y="84619"/>
                    </a:cubicBezTo>
                    <a:cubicBezTo>
                      <a:pt x="491893" y="83697"/>
                      <a:pt x="487284" y="84619"/>
                      <a:pt x="485441" y="86463"/>
                    </a:cubicBezTo>
                    <a:close/>
                    <a:moveTo>
                      <a:pt x="498344" y="49572"/>
                    </a:moveTo>
                    <a:cubicBezTo>
                      <a:pt x="492814" y="50495"/>
                      <a:pt x="484520" y="55106"/>
                      <a:pt x="484520" y="58795"/>
                    </a:cubicBezTo>
                    <a:cubicBezTo>
                      <a:pt x="484520" y="61562"/>
                      <a:pt x="498344" y="62484"/>
                      <a:pt x="501109" y="59717"/>
                    </a:cubicBezTo>
                    <a:cubicBezTo>
                      <a:pt x="505717" y="56951"/>
                      <a:pt x="503874" y="49572"/>
                      <a:pt x="498344" y="49572"/>
                    </a:cubicBezTo>
                    <a:close/>
                    <a:moveTo>
                      <a:pt x="514012" y="70785"/>
                    </a:moveTo>
                    <a:cubicBezTo>
                      <a:pt x="510325" y="68018"/>
                      <a:pt x="510325" y="68018"/>
                      <a:pt x="510325" y="70785"/>
                    </a:cubicBezTo>
                    <a:cubicBezTo>
                      <a:pt x="509404" y="73552"/>
                      <a:pt x="512169" y="75396"/>
                      <a:pt x="514012" y="75396"/>
                    </a:cubicBezTo>
                    <a:cubicBezTo>
                      <a:pt x="515855" y="76318"/>
                      <a:pt x="517698" y="76318"/>
                      <a:pt x="517698" y="75396"/>
                    </a:cubicBezTo>
                    <a:cubicBezTo>
                      <a:pt x="517698" y="74474"/>
                      <a:pt x="516777" y="72629"/>
                      <a:pt x="514012" y="70785"/>
                    </a:cubicBezTo>
                    <a:close/>
                    <a:moveTo>
                      <a:pt x="527836" y="63406"/>
                    </a:moveTo>
                    <a:cubicBezTo>
                      <a:pt x="526915" y="64329"/>
                      <a:pt x="525071" y="67096"/>
                      <a:pt x="524150" y="68940"/>
                    </a:cubicBezTo>
                    <a:cubicBezTo>
                      <a:pt x="524150" y="71707"/>
                      <a:pt x="525071" y="71707"/>
                      <a:pt x="527836" y="68018"/>
                    </a:cubicBezTo>
                    <a:cubicBezTo>
                      <a:pt x="531523" y="63406"/>
                      <a:pt x="532444" y="61562"/>
                      <a:pt x="527836" y="63406"/>
                    </a:cubicBezTo>
                    <a:close/>
                    <a:moveTo>
                      <a:pt x="536131" y="81852"/>
                    </a:moveTo>
                    <a:cubicBezTo>
                      <a:pt x="530601" y="82774"/>
                      <a:pt x="530601" y="85541"/>
                      <a:pt x="533366" y="85541"/>
                    </a:cubicBezTo>
                    <a:cubicBezTo>
                      <a:pt x="540739" y="86463"/>
                      <a:pt x="550877" y="82774"/>
                      <a:pt x="546269" y="81852"/>
                    </a:cubicBezTo>
                    <a:cubicBezTo>
                      <a:pt x="545348" y="80007"/>
                      <a:pt x="540739" y="80930"/>
                      <a:pt x="536131" y="81852"/>
                    </a:cubicBezTo>
                    <a:close/>
                    <a:moveTo>
                      <a:pt x="548112" y="23749"/>
                    </a:moveTo>
                    <a:cubicBezTo>
                      <a:pt x="544426" y="24671"/>
                      <a:pt x="542582" y="27438"/>
                      <a:pt x="542582" y="28360"/>
                    </a:cubicBezTo>
                    <a:cubicBezTo>
                      <a:pt x="542582" y="32971"/>
                      <a:pt x="550877" y="32971"/>
                      <a:pt x="552721" y="28360"/>
                    </a:cubicBezTo>
                    <a:cubicBezTo>
                      <a:pt x="554564" y="23749"/>
                      <a:pt x="554564" y="22826"/>
                      <a:pt x="548112" y="23749"/>
                    </a:cubicBezTo>
                    <a:close/>
                    <a:moveTo>
                      <a:pt x="545348" y="69862"/>
                    </a:moveTo>
                    <a:cubicBezTo>
                      <a:pt x="544426" y="70785"/>
                      <a:pt x="545348" y="73552"/>
                      <a:pt x="548112" y="73552"/>
                    </a:cubicBezTo>
                    <a:cubicBezTo>
                      <a:pt x="553642" y="74474"/>
                      <a:pt x="554564" y="72629"/>
                      <a:pt x="550877" y="69862"/>
                    </a:cubicBezTo>
                    <a:cubicBezTo>
                      <a:pt x="548112" y="68018"/>
                      <a:pt x="546269" y="68940"/>
                      <a:pt x="545348" y="69862"/>
                    </a:cubicBezTo>
                    <a:close/>
                    <a:moveTo>
                      <a:pt x="586821" y="22826"/>
                    </a:moveTo>
                    <a:cubicBezTo>
                      <a:pt x="590508" y="23749"/>
                      <a:pt x="592351" y="22826"/>
                      <a:pt x="590508" y="21904"/>
                    </a:cubicBezTo>
                    <a:cubicBezTo>
                      <a:pt x="588664" y="20982"/>
                      <a:pt x="584978" y="20982"/>
                      <a:pt x="583134" y="20982"/>
                    </a:cubicBezTo>
                    <a:cubicBezTo>
                      <a:pt x="580370" y="20982"/>
                      <a:pt x="582213" y="21904"/>
                      <a:pt x="586821" y="22826"/>
                    </a:cubicBezTo>
                    <a:close/>
                    <a:moveTo>
                      <a:pt x="591429" y="56028"/>
                    </a:moveTo>
                    <a:cubicBezTo>
                      <a:pt x="589586" y="55106"/>
                      <a:pt x="587743" y="54184"/>
                      <a:pt x="587743" y="52339"/>
                    </a:cubicBezTo>
                    <a:cubicBezTo>
                      <a:pt x="587743" y="51417"/>
                      <a:pt x="588664" y="49572"/>
                      <a:pt x="591429" y="49572"/>
                    </a:cubicBezTo>
                    <a:cubicBezTo>
                      <a:pt x="594194" y="49572"/>
                      <a:pt x="595116" y="51417"/>
                      <a:pt x="595116" y="53262"/>
                    </a:cubicBezTo>
                    <a:cubicBezTo>
                      <a:pt x="594194" y="54184"/>
                      <a:pt x="592351" y="56028"/>
                      <a:pt x="591429" y="56028"/>
                    </a:cubicBezTo>
                    <a:close/>
                    <a:moveTo>
                      <a:pt x="616313" y="21904"/>
                    </a:moveTo>
                    <a:cubicBezTo>
                      <a:pt x="611705" y="22826"/>
                      <a:pt x="608940" y="24671"/>
                      <a:pt x="608940" y="25593"/>
                    </a:cubicBezTo>
                    <a:cubicBezTo>
                      <a:pt x="608940" y="27438"/>
                      <a:pt x="610783" y="28360"/>
                      <a:pt x="613548" y="27438"/>
                    </a:cubicBezTo>
                    <a:cubicBezTo>
                      <a:pt x="617235" y="26515"/>
                      <a:pt x="620921" y="26515"/>
                      <a:pt x="625530" y="26515"/>
                    </a:cubicBezTo>
                    <a:cubicBezTo>
                      <a:pt x="631059" y="26515"/>
                      <a:pt x="631059" y="25593"/>
                      <a:pt x="629216" y="23749"/>
                    </a:cubicBezTo>
                    <a:cubicBezTo>
                      <a:pt x="627373" y="21904"/>
                      <a:pt x="620000" y="21904"/>
                      <a:pt x="616313" y="21904"/>
                    </a:cubicBezTo>
                    <a:close/>
                    <a:moveTo>
                      <a:pt x="671611" y="54184"/>
                    </a:moveTo>
                    <a:cubicBezTo>
                      <a:pt x="667003" y="53262"/>
                      <a:pt x="665160" y="52339"/>
                      <a:pt x="667925" y="52339"/>
                    </a:cubicBezTo>
                    <a:cubicBezTo>
                      <a:pt x="670690" y="51417"/>
                      <a:pt x="673455" y="51417"/>
                      <a:pt x="675298" y="53262"/>
                    </a:cubicBezTo>
                    <a:cubicBezTo>
                      <a:pt x="678063" y="54184"/>
                      <a:pt x="676219" y="54184"/>
                      <a:pt x="671611" y="54184"/>
                    </a:cubicBezTo>
                    <a:close/>
                    <a:moveTo>
                      <a:pt x="690044" y="56028"/>
                    </a:moveTo>
                    <a:cubicBezTo>
                      <a:pt x="681749" y="55106"/>
                      <a:pt x="678063" y="50495"/>
                      <a:pt x="684514" y="48650"/>
                    </a:cubicBezTo>
                    <a:cubicBezTo>
                      <a:pt x="688201" y="46805"/>
                      <a:pt x="700182" y="51417"/>
                      <a:pt x="700182" y="55106"/>
                    </a:cubicBezTo>
                    <a:cubicBezTo>
                      <a:pt x="700182" y="56028"/>
                      <a:pt x="695574" y="56951"/>
                      <a:pt x="690044" y="56028"/>
                    </a:cubicBezTo>
                    <a:close/>
                    <a:moveTo>
                      <a:pt x="731518" y="9914"/>
                    </a:moveTo>
                    <a:cubicBezTo>
                      <a:pt x="730596" y="8992"/>
                      <a:pt x="727831" y="8992"/>
                      <a:pt x="724145" y="10837"/>
                    </a:cubicBezTo>
                    <a:cubicBezTo>
                      <a:pt x="719536" y="13604"/>
                      <a:pt x="719536" y="14526"/>
                      <a:pt x="723223" y="14526"/>
                    </a:cubicBezTo>
                    <a:cubicBezTo>
                      <a:pt x="729674" y="15448"/>
                      <a:pt x="734283" y="12681"/>
                      <a:pt x="731518" y="9914"/>
                    </a:cubicBezTo>
                    <a:close/>
                    <a:moveTo>
                      <a:pt x="743499" y="52339"/>
                    </a:moveTo>
                    <a:cubicBezTo>
                      <a:pt x="743499" y="50495"/>
                      <a:pt x="744420" y="48650"/>
                      <a:pt x="747185" y="48650"/>
                    </a:cubicBezTo>
                    <a:cubicBezTo>
                      <a:pt x="748107" y="49572"/>
                      <a:pt x="749950" y="49572"/>
                      <a:pt x="749950" y="50495"/>
                    </a:cubicBezTo>
                    <a:cubicBezTo>
                      <a:pt x="749950" y="51417"/>
                      <a:pt x="749029" y="52339"/>
                      <a:pt x="746264" y="54184"/>
                    </a:cubicBezTo>
                    <a:cubicBezTo>
                      <a:pt x="745342" y="54184"/>
                      <a:pt x="743499" y="54184"/>
                      <a:pt x="743499" y="52339"/>
                    </a:cubicBezTo>
                    <a:close/>
                    <a:moveTo>
                      <a:pt x="811700" y="9914"/>
                    </a:moveTo>
                    <a:cubicBezTo>
                      <a:pt x="804327" y="10837"/>
                      <a:pt x="792345" y="18215"/>
                      <a:pt x="796954" y="19137"/>
                    </a:cubicBezTo>
                    <a:cubicBezTo>
                      <a:pt x="798797" y="19137"/>
                      <a:pt x="800640" y="18215"/>
                      <a:pt x="802484" y="17293"/>
                    </a:cubicBezTo>
                    <a:cubicBezTo>
                      <a:pt x="803405" y="16370"/>
                      <a:pt x="807092" y="15448"/>
                      <a:pt x="808935" y="15448"/>
                    </a:cubicBezTo>
                    <a:cubicBezTo>
                      <a:pt x="810778" y="15448"/>
                      <a:pt x="814465" y="16370"/>
                      <a:pt x="818151" y="15448"/>
                    </a:cubicBezTo>
                    <a:cubicBezTo>
                      <a:pt x="821838" y="15448"/>
                      <a:pt x="822759" y="14526"/>
                      <a:pt x="821838" y="11759"/>
                    </a:cubicBezTo>
                    <a:cubicBezTo>
                      <a:pt x="820916" y="9914"/>
                      <a:pt x="816308" y="8992"/>
                      <a:pt x="811700" y="9914"/>
                    </a:cubicBezTo>
                    <a:close/>
                    <a:moveTo>
                      <a:pt x="820916" y="76318"/>
                    </a:moveTo>
                    <a:cubicBezTo>
                      <a:pt x="823681" y="77241"/>
                      <a:pt x="822759" y="77241"/>
                      <a:pt x="819995" y="80007"/>
                    </a:cubicBezTo>
                    <a:cubicBezTo>
                      <a:pt x="818151" y="80930"/>
                      <a:pt x="815386" y="80930"/>
                      <a:pt x="814465" y="80007"/>
                    </a:cubicBezTo>
                    <a:cubicBezTo>
                      <a:pt x="811700" y="77241"/>
                      <a:pt x="816308" y="74474"/>
                      <a:pt x="820916" y="76318"/>
                    </a:cubicBezTo>
                    <a:close/>
                    <a:moveTo>
                      <a:pt x="840271" y="50495"/>
                    </a:moveTo>
                    <a:cubicBezTo>
                      <a:pt x="840271" y="47728"/>
                      <a:pt x="839349" y="44961"/>
                      <a:pt x="837506" y="44961"/>
                    </a:cubicBezTo>
                    <a:cubicBezTo>
                      <a:pt x="833819" y="44039"/>
                      <a:pt x="825524" y="53262"/>
                      <a:pt x="828289" y="55106"/>
                    </a:cubicBezTo>
                    <a:cubicBezTo>
                      <a:pt x="831054" y="59717"/>
                      <a:pt x="839349" y="56028"/>
                      <a:pt x="840271" y="50495"/>
                    </a:cubicBezTo>
                    <a:close/>
                    <a:moveTo>
                      <a:pt x="843035" y="74474"/>
                    </a:moveTo>
                    <a:cubicBezTo>
                      <a:pt x="845800" y="74474"/>
                      <a:pt x="846722" y="77241"/>
                      <a:pt x="846722" y="80007"/>
                    </a:cubicBezTo>
                    <a:cubicBezTo>
                      <a:pt x="846722" y="81852"/>
                      <a:pt x="844879" y="82774"/>
                      <a:pt x="843035" y="81852"/>
                    </a:cubicBezTo>
                    <a:cubicBezTo>
                      <a:pt x="840271" y="80930"/>
                      <a:pt x="838427" y="78163"/>
                      <a:pt x="839349" y="77241"/>
                    </a:cubicBezTo>
                    <a:cubicBezTo>
                      <a:pt x="838427" y="75396"/>
                      <a:pt x="840271" y="74474"/>
                      <a:pt x="843035" y="74474"/>
                    </a:cubicBezTo>
                    <a:close/>
                    <a:moveTo>
                      <a:pt x="855938" y="68018"/>
                    </a:moveTo>
                    <a:cubicBezTo>
                      <a:pt x="857782" y="67096"/>
                      <a:pt x="860546" y="66173"/>
                      <a:pt x="860546" y="65251"/>
                    </a:cubicBezTo>
                    <a:cubicBezTo>
                      <a:pt x="860546" y="64329"/>
                      <a:pt x="858703" y="64329"/>
                      <a:pt x="855938" y="63406"/>
                    </a:cubicBezTo>
                    <a:cubicBezTo>
                      <a:pt x="853173" y="63406"/>
                      <a:pt x="851330" y="64329"/>
                      <a:pt x="851330" y="67096"/>
                    </a:cubicBezTo>
                    <a:cubicBezTo>
                      <a:pt x="851330" y="68018"/>
                      <a:pt x="853173" y="68940"/>
                      <a:pt x="855938" y="68018"/>
                    </a:cubicBezTo>
                    <a:close/>
                    <a:moveTo>
                      <a:pt x="870684" y="81852"/>
                    </a:moveTo>
                    <a:cubicBezTo>
                      <a:pt x="866998" y="82774"/>
                      <a:pt x="864233" y="82774"/>
                      <a:pt x="863311" y="81852"/>
                    </a:cubicBezTo>
                    <a:cubicBezTo>
                      <a:pt x="862390" y="80930"/>
                      <a:pt x="864233" y="79085"/>
                      <a:pt x="866998" y="78163"/>
                    </a:cubicBezTo>
                    <a:cubicBezTo>
                      <a:pt x="870684" y="77241"/>
                      <a:pt x="873449" y="77241"/>
                      <a:pt x="874371" y="78163"/>
                    </a:cubicBezTo>
                    <a:cubicBezTo>
                      <a:pt x="875293" y="80007"/>
                      <a:pt x="874371" y="80930"/>
                      <a:pt x="870684" y="81852"/>
                    </a:cubicBezTo>
                    <a:close/>
                    <a:moveTo>
                      <a:pt x="865155" y="64329"/>
                    </a:moveTo>
                    <a:cubicBezTo>
                      <a:pt x="864233" y="66173"/>
                      <a:pt x="865155" y="68018"/>
                      <a:pt x="867920" y="68018"/>
                    </a:cubicBezTo>
                    <a:cubicBezTo>
                      <a:pt x="873449" y="68940"/>
                      <a:pt x="874371" y="67096"/>
                      <a:pt x="870684" y="63406"/>
                    </a:cubicBezTo>
                    <a:cubicBezTo>
                      <a:pt x="868841" y="62484"/>
                      <a:pt x="866076" y="62484"/>
                      <a:pt x="865155" y="64329"/>
                    </a:cubicBezTo>
                    <a:close/>
                    <a:moveTo>
                      <a:pt x="902942" y="82774"/>
                    </a:moveTo>
                    <a:cubicBezTo>
                      <a:pt x="902942" y="85541"/>
                      <a:pt x="899255" y="87386"/>
                      <a:pt x="895569" y="86463"/>
                    </a:cubicBezTo>
                    <a:cubicBezTo>
                      <a:pt x="886352" y="85541"/>
                      <a:pt x="883587" y="80007"/>
                      <a:pt x="890039" y="78163"/>
                    </a:cubicBezTo>
                    <a:cubicBezTo>
                      <a:pt x="898333" y="75396"/>
                      <a:pt x="902942" y="77241"/>
                      <a:pt x="902942" y="82774"/>
                    </a:cubicBezTo>
                    <a:close/>
                    <a:moveTo>
                      <a:pt x="918610" y="60640"/>
                    </a:moveTo>
                    <a:cubicBezTo>
                      <a:pt x="929669" y="60640"/>
                      <a:pt x="935199" y="59717"/>
                      <a:pt x="935199" y="56951"/>
                    </a:cubicBezTo>
                    <a:cubicBezTo>
                      <a:pt x="935199" y="56028"/>
                      <a:pt x="929669" y="56028"/>
                      <a:pt x="923218" y="56028"/>
                    </a:cubicBezTo>
                    <a:cubicBezTo>
                      <a:pt x="906628" y="55106"/>
                      <a:pt x="903863" y="58795"/>
                      <a:pt x="918610" y="60640"/>
                    </a:cubicBezTo>
                    <a:close/>
                    <a:moveTo>
                      <a:pt x="927826" y="84619"/>
                    </a:moveTo>
                    <a:cubicBezTo>
                      <a:pt x="930591" y="83697"/>
                      <a:pt x="933355" y="83697"/>
                      <a:pt x="934277" y="85541"/>
                    </a:cubicBezTo>
                    <a:cubicBezTo>
                      <a:pt x="935199" y="86463"/>
                      <a:pt x="933355" y="87386"/>
                      <a:pt x="929669" y="86463"/>
                    </a:cubicBezTo>
                    <a:cubicBezTo>
                      <a:pt x="925983" y="85541"/>
                      <a:pt x="925061" y="85541"/>
                      <a:pt x="927826" y="84619"/>
                    </a:cubicBezTo>
                    <a:close/>
                    <a:moveTo>
                      <a:pt x="956396" y="60640"/>
                    </a:moveTo>
                    <a:cubicBezTo>
                      <a:pt x="955475" y="59717"/>
                      <a:pt x="952710" y="58795"/>
                      <a:pt x="949945" y="59717"/>
                    </a:cubicBezTo>
                    <a:cubicBezTo>
                      <a:pt x="946259" y="60640"/>
                      <a:pt x="946259" y="61562"/>
                      <a:pt x="949023" y="63406"/>
                    </a:cubicBezTo>
                    <a:cubicBezTo>
                      <a:pt x="952710" y="67096"/>
                      <a:pt x="958240" y="65251"/>
                      <a:pt x="956396" y="60640"/>
                    </a:cubicBezTo>
                    <a:close/>
                    <a:moveTo>
                      <a:pt x="1031049" y="55106"/>
                    </a:moveTo>
                    <a:cubicBezTo>
                      <a:pt x="1030127" y="55106"/>
                      <a:pt x="1030127" y="56028"/>
                      <a:pt x="1027362" y="58795"/>
                    </a:cubicBezTo>
                    <a:cubicBezTo>
                      <a:pt x="1026441" y="59717"/>
                      <a:pt x="1026441" y="62484"/>
                      <a:pt x="1028284" y="62484"/>
                    </a:cubicBezTo>
                    <a:cubicBezTo>
                      <a:pt x="1029206" y="62484"/>
                      <a:pt x="1031970" y="61562"/>
                      <a:pt x="1031970" y="58795"/>
                    </a:cubicBezTo>
                    <a:cubicBezTo>
                      <a:pt x="1031970" y="56951"/>
                      <a:pt x="1031970" y="55106"/>
                      <a:pt x="1031049" y="55106"/>
                    </a:cubicBezTo>
                    <a:close/>
                    <a:moveTo>
                      <a:pt x="1036579" y="65251"/>
                    </a:moveTo>
                    <a:cubicBezTo>
                      <a:pt x="1037500" y="67096"/>
                      <a:pt x="1042109" y="68940"/>
                      <a:pt x="1046717" y="68940"/>
                    </a:cubicBezTo>
                    <a:cubicBezTo>
                      <a:pt x="1056855" y="69862"/>
                      <a:pt x="1054090" y="66173"/>
                      <a:pt x="1043030" y="63406"/>
                    </a:cubicBezTo>
                    <a:cubicBezTo>
                      <a:pt x="1038422" y="63406"/>
                      <a:pt x="1036579" y="63406"/>
                      <a:pt x="1036579" y="65251"/>
                    </a:cubicBezTo>
                    <a:close/>
                    <a:moveTo>
                      <a:pt x="1052247" y="86463"/>
                    </a:moveTo>
                    <a:cubicBezTo>
                      <a:pt x="1050403" y="86463"/>
                      <a:pt x="1048560" y="87386"/>
                      <a:pt x="1048560" y="87386"/>
                    </a:cubicBezTo>
                    <a:cubicBezTo>
                      <a:pt x="1048560" y="87386"/>
                      <a:pt x="1050403" y="89230"/>
                      <a:pt x="1052247" y="91075"/>
                    </a:cubicBezTo>
                    <a:cubicBezTo>
                      <a:pt x="1053168" y="91997"/>
                      <a:pt x="1055011" y="91997"/>
                      <a:pt x="1055933" y="90153"/>
                    </a:cubicBezTo>
                    <a:cubicBezTo>
                      <a:pt x="1055933" y="88308"/>
                      <a:pt x="1054090" y="86463"/>
                      <a:pt x="1052247" y="8646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2" name="Freeform 21">
                <a:extLst>
                  <a:ext uri="{FF2B5EF4-FFF2-40B4-BE49-F238E27FC236}">
                    <a16:creationId xmlns:a16="http://schemas.microsoft.com/office/drawing/2014/main" id="{615260A4-7A8D-4A56-B00F-B5D4047ED246}"/>
                  </a:ext>
                </a:extLst>
              </p:cNvPr>
              <p:cNvSpPr/>
              <p:nvPr/>
            </p:nvSpPr>
            <p:spPr>
              <a:xfrm>
                <a:off x="6069799" y="1049135"/>
                <a:ext cx="125654" cy="137844"/>
              </a:xfrm>
              <a:custGeom>
                <a:avLst/>
                <a:gdLst>
                  <a:gd name="connsiteX0" fmla="*/ 24001 w 125654"/>
                  <a:gd name="connsiteY0" fmla="*/ 48384 h 137844"/>
                  <a:gd name="connsiteX1" fmla="*/ 79299 w 125654"/>
                  <a:gd name="connsiteY1" fmla="*/ 425 h 137844"/>
                  <a:gd name="connsiteX2" fmla="*/ 118929 w 125654"/>
                  <a:gd name="connsiteY2" fmla="*/ 35472 h 137844"/>
                  <a:gd name="connsiteX3" fmla="*/ 101418 w 125654"/>
                  <a:gd name="connsiteY3" fmla="*/ 103720 h 137844"/>
                  <a:gd name="connsiteX4" fmla="*/ 93123 w 125654"/>
                  <a:gd name="connsiteY4" fmla="*/ 109254 h 137844"/>
                  <a:gd name="connsiteX5" fmla="*/ 78377 w 125654"/>
                  <a:gd name="connsiteY5" fmla="*/ 124010 h 137844"/>
                  <a:gd name="connsiteX6" fmla="*/ 45198 w 125654"/>
                  <a:gd name="connsiteY6" fmla="*/ 137845 h 137844"/>
                  <a:gd name="connsiteX7" fmla="*/ 23079 w 125654"/>
                  <a:gd name="connsiteY7" fmla="*/ 133233 h 137844"/>
                  <a:gd name="connsiteX8" fmla="*/ 12019 w 125654"/>
                  <a:gd name="connsiteY8" fmla="*/ 120321 h 137844"/>
                  <a:gd name="connsiteX9" fmla="*/ 24001 w 125654"/>
                  <a:gd name="connsiteY9" fmla="*/ 48384 h 13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54" h="137844">
                    <a:moveTo>
                      <a:pt x="24001" y="48384"/>
                    </a:moveTo>
                    <a:cubicBezTo>
                      <a:pt x="51650" y="7804"/>
                      <a:pt x="65474" y="-2342"/>
                      <a:pt x="79299" y="425"/>
                    </a:cubicBezTo>
                    <a:cubicBezTo>
                      <a:pt x="90358" y="1347"/>
                      <a:pt x="108791" y="17949"/>
                      <a:pt x="118929" y="35472"/>
                    </a:cubicBezTo>
                    <a:cubicBezTo>
                      <a:pt x="132754" y="57606"/>
                      <a:pt x="124459" y="95420"/>
                      <a:pt x="101418" y="103720"/>
                    </a:cubicBezTo>
                    <a:cubicBezTo>
                      <a:pt x="96810" y="105565"/>
                      <a:pt x="93123" y="108332"/>
                      <a:pt x="93123" y="109254"/>
                    </a:cubicBezTo>
                    <a:cubicBezTo>
                      <a:pt x="93123" y="111098"/>
                      <a:pt x="86672" y="117554"/>
                      <a:pt x="78377" y="124010"/>
                    </a:cubicBezTo>
                    <a:cubicBezTo>
                      <a:pt x="64552" y="135078"/>
                      <a:pt x="59944" y="136922"/>
                      <a:pt x="45198" y="137845"/>
                    </a:cubicBezTo>
                    <a:cubicBezTo>
                      <a:pt x="33217" y="137845"/>
                      <a:pt x="26766" y="137845"/>
                      <a:pt x="23079" y="133233"/>
                    </a:cubicBezTo>
                    <a:cubicBezTo>
                      <a:pt x="21236" y="130466"/>
                      <a:pt x="16628" y="125855"/>
                      <a:pt x="12019" y="120321"/>
                    </a:cubicBezTo>
                    <a:cubicBezTo>
                      <a:pt x="-6413" y="100953"/>
                      <a:pt x="-4570" y="89886"/>
                      <a:pt x="24001" y="48384"/>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3" name="Freeform 22">
                <a:extLst>
                  <a:ext uri="{FF2B5EF4-FFF2-40B4-BE49-F238E27FC236}">
                    <a16:creationId xmlns:a16="http://schemas.microsoft.com/office/drawing/2014/main" id="{2680B4D0-5645-8AF6-740B-668BE6E5CF28}"/>
                  </a:ext>
                </a:extLst>
              </p:cNvPr>
              <p:cNvSpPr/>
              <p:nvPr/>
            </p:nvSpPr>
            <p:spPr>
              <a:xfrm>
                <a:off x="6664165" y="243443"/>
                <a:ext cx="1094395" cy="1130758"/>
              </a:xfrm>
              <a:custGeom>
                <a:avLst/>
                <a:gdLst>
                  <a:gd name="connsiteX0" fmla="*/ 1048 w 1094395"/>
                  <a:gd name="connsiteY0" fmla="*/ 924169 h 1130758"/>
                  <a:gd name="connsiteX1" fmla="*/ 3813 w 1094395"/>
                  <a:gd name="connsiteY1" fmla="*/ 916790 h 1130758"/>
                  <a:gd name="connsiteX2" fmla="*/ 43443 w 1094395"/>
                  <a:gd name="connsiteY2" fmla="*/ 823641 h 1130758"/>
                  <a:gd name="connsiteX3" fmla="*/ 49895 w 1094395"/>
                  <a:gd name="connsiteY3" fmla="*/ 809807 h 1130758"/>
                  <a:gd name="connsiteX4" fmla="*/ 54503 w 1094395"/>
                  <a:gd name="connsiteY4" fmla="*/ 802428 h 1130758"/>
                  <a:gd name="connsiteX5" fmla="*/ 61876 w 1094395"/>
                  <a:gd name="connsiteY5" fmla="*/ 790439 h 1130758"/>
                  <a:gd name="connsiteX6" fmla="*/ 84917 w 1094395"/>
                  <a:gd name="connsiteY6" fmla="*/ 748936 h 1130758"/>
                  <a:gd name="connsiteX7" fmla="*/ 111644 w 1094395"/>
                  <a:gd name="connsiteY7" fmla="*/ 704667 h 1130758"/>
                  <a:gd name="connsiteX8" fmla="*/ 140215 w 1094395"/>
                  <a:gd name="connsiteY8" fmla="*/ 656709 h 1130758"/>
                  <a:gd name="connsiteX9" fmla="*/ 165099 w 1094395"/>
                  <a:gd name="connsiteY9" fmla="*/ 615206 h 1130758"/>
                  <a:gd name="connsiteX10" fmla="*/ 197356 w 1094395"/>
                  <a:gd name="connsiteY10" fmla="*/ 561714 h 1130758"/>
                  <a:gd name="connsiteX11" fmla="*/ 219475 w 1094395"/>
                  <a:gd name="connsiteY11" fmla="*/ 522979 h 1130758"/>
                  <a:gd name="connsiteX12" fmla="*/ 225005 w 1094395"/>
                  <a:gd name="connsiteY12" fmla="*/ 515600 h 1130758"/>
                  <a:gd name="connsiteX13" fmla="*/ 233300 w 1094395"/>
                  <a:gd name="connsiteY13" fmla="*/ 502688 h 1130758"/>
                  <a:gd name="connsiteX14" fmla="*/ 253576 w 1094395"/>
                  <a:gd name="connsiteY14" fmla="*/ 465797 h 1130758"/>
                  <a:gd name="connsiteX15" fmla="*/ 274774 w 1094395"/>
                  <a:gd name="connsiteY15" fmla="*/ 433518 h 1130758"/>
                  <a:gd name="connsiteX16" fmla="*/ 284912 w 1094395"/>
                  <a:gd name="connsiteY16" fmla="*/ 418761 h 1130758"/>
                  <a:gd name="connsiteX17" fmla="*/ 296893 w 1094395"/>
                  <a:gd name="connsiteY17" fmla="*/ 400316 h 1130758"/>
                  <a:gd name="connsiteX18" fmla="*/ 347583 w 1094395"/>
                  <a:gd name="connsiteY18" fmla="*/ 318233 h 1130758"/>
                  <a:gd name="connsiteX19" fmla="*/ 368780 w 1094395"/>
                  <a:gd name="connsiteY19" fmla="*/ 285031 h 1130758"/>
                  <a:gd name="connsiteX20" fmla="*/ 385370 w 1094395"/>
                  <a:gd name="connsiteY20" fmla="*/ 257363 h 1130758"/>
                  <a:gd name="connsiteX21" fmla="*/ 397351 w 1094395"/>
                  <a:gd name="connsiteY21" fmla="*/ 238917 h 1130758"/>
                  <a:gd name="connsiteX22" fmla="*/ 430530 w 1094395"/>
                  <a:gd name="connsiteY22" fmla="*/ 190037 h 1130758"/>
                  <a:gd name="connsiteX23" fmla="*/ 433295 w 1094395"/>
                  <a:gd name="connsiteY23" fmla="*/ 184503 h 1130758"/>
                  <a:gd name="connsiteX24" fmla="*/ 436060 w 1094395"/>
                  <a:gd name="connsiteY24" fmla="*/ 179892 h 1130758"/>
                  <a:gd name="connsiteX25" fmla="*/ 448962 w 1094395"/>
                  <a:gd name="connsiteY25" fmla="*/ 162369 h 1130758"/>
                  <a:gd name="connsiteX26" fmla="*/ 463709 w 1094395"/>
                  <a:gd name="connsiteY26" fmla="*/ 141156 h 1130758"/>
                  <a:gd name="connsiteX27" fmla="*/ 475690 w 1094395"/>
                  <a:gd name="connsiteY27" fmla="*/ 122711 h 1130758"/>
                  <a:gd name="connsiteX28" fmla="*/ 492279 w 1094395"/>
                  <a:gd name="connsiteY28" fmla="*/ 99654 h 1130758"/>
                  <a:gd name="connsiteX29" fmla="*/ 507025 w 1094395"/>
                  <a:gd name="connsiteY29" fmla="*/ 79364 h 1130758"/>
                  <a:gd name="connsiteX30" fmla="*/ 523615 w 1094395"/>
                  <a:gd name="connsiteY30" fmla="*/ 53540 h 1130758"/>
                  <a:gd name="connsiteX31" fmla="*/ 540204 w 1094395"/>
                  <a:gd name="connsiteY31" fmla="*/ 30483 h 1130758"/>
                  <a:gd name="connsiteX32" fmla="*/ 554950 w 1094395"/>
                  <a:gd name="connsiteY32" fmla="*/ 13882 h 1130758"/>
                  <a:gd name="connsiteX33" fmla="*/ 596424 w 1094395"/>
                  <a:gd name="connsiteY33" fmla="*/ 970 h 1130758"/>
                  <a:gd name="connsiteX34" fmla="*/ 633289 w 1094395"/>
                  <a:gd name="connsiteY34" fmla="*/ 11115 h 1130758"/>
                  <a:gd name="connsiteX35" fmla="*/ 684901 w 1094395"/>
                  <a:gd name="connsiteY35" fmla="*/ 54462 h 1130758"/>
                  <a:gd name="connsiteX36" fmla="*/ 665547 w 1094395"/>
                  <a:gd name="connsiteY36" fmla="*/ 97809 h 1130758"/>
                  <a:gd name="connsiteX37" fmla="*/ 597346 w 1094395"/>
                  <a:gd name="connsiteY37" fmla="*/ 214016 h 1130758"/>
                  <a:gd name="connsiteX38" fmla="*/ 594581 w 1094395"/>
                  <a:gd name="connsiteY38" fmla="*/ 219550 h 1130758"/>
                  <a:gd name="connsiteX39" fmla="*/ 589972 w 1094395"/>
                  <a:gd name="connsiteY39" fmla="*/ 225083 h 1130758"/>
                  <a:gd name="connsiteX40" fmla="*/ 582599 w 1094395"/>
                  <a:gd name="connsiteY40" fmla="*/ 241684 h 1130758"/>
                  <a:gd name="connsiteX41" fmla="*/ 570618 w 1094395"/>
                  <a:gd name="connsiteY41" fmla="*/ 270275 h 1130758"/>
                  <a:gd name="connsiteX42" fmla="*/ 560480 w 1094395"/>
                  <a:gd name="connsiteY42" fmla="*/ 293332 h 1130758"/>
                  <a:gd name="connsiteX43" fmla="*/ 553107 w 1094395"/>
                  <a:gd name="connsiteY43" fmla="*/ 311777 h 1130758"/>
                  <a:gd name="connsiteX44" fmla="*/ 539283 w 1094395"/>
                  <a:gd name="connsiteY44" fmla="*/ 346824 h 1130758"/>
                  <a:gd name="connsiteX45" fmla="*/ 536518 w 1094395"/>
                  <a:gd name="connsiteY45" fmla="*/ 352357 h 1130758"/>
                  <a:gd name="connsiteX46" fmla="*/ 529145 w 1094395"/>
                  <a:gd name="connsiteY46" fmla="*/ 381870 h 1130758"/>
                  <a:gd name="connsiteX47" fmla="*/ 492279 w 1094395"/>
                  <a:gd name="connsiteY47" fmla="*/ 592149 h 1130758"/>
                  <a:gd name="connsiteX48" fmla="*/ 500574 w 1094395"/>
                  <a:gd name="connsiteY48" fmla="*/ 639185 h 1130758"/>
                  <a:gd name="connsiteX49" fmla="*/ 577070 w 1094395"/>
                  <a:gd name="connsiteY49" fmla="*/ 583849 h 1130758"/>
                  <a:gd name="connsiteX50" fmla="*/ 684901 w 1094395"/>
                  <a:gd name="connsiteY50" fmla="*/ 449196 h 1130758"/>
                  <a:gd name="connsiteX51" fmla="*/ 824068 w 1094395"/>
                  <a:gd name="connsiteY51" fmla="*/ 278575 h 1130758"/>
                  <a:gd name="connsiteX52" fmla="*/ 835127 w 1094395"/>
                  <a:gd name="connsiteY52" fmla="*/ 257363 h 1130758"/>
                  <a:gd name="connsiteX53" fmla="*/ 836049 w 1094395"/>
                  <a:gd name="connsiteY53" fmla="*/ 255518 h 1130758"/>
                  <a:gd name="connsiteX54" fmla="*/ 838814 w 1094395"/>
                  <a:gd name="connsiteY54" fmla="*/ 258285 h 1130758"/>
                  <a:gd name="connsiteX55" fmla="*/ 877523 w 1094395"/>
                  <a:gd name="connsiteY55" fmla="*/ 211249 h 1130758"/>
                  <a:gd name="connsiteX56" fmla="*/ 911623 w 1094395"/>
                  <a:gd name="connsiteY56" fmla="*/ 167902 h 1130758"/>
                  <a:gd name="connsiteX57" fmla="*/ 999178 w 1094395"/>
                  <a:gd name="connsiteY57" fmla="*/ 58151 h 1130758"/>
                  <a:gd name="connsiteX58" fmla="*/ 1002865 w 1094395"/>
                  <a:gd name="connsiteY58" fmla="*/ 54462 h 1130758"/>
                  <a:gd name="connsiteX59" fmla="*/ 1010238 w 1094395"/>
                  <a:gd name="connsiteY59" fmla="*/ 46162 h 1130758"/>
                  <a:gd name="connsiteX60" fmla="*/ 1015768 w 1094395"/>
                  <a:gd name="connsiteY60" fmla="*/ 39706 h 1130758"/>
                  <a:gd name="connsiteX61" fmla="*/ 1018532 w 1094395"/>
                  <a:gd name="connsiteY61" fmla="*/ 37861 h 1130758"/>
                  <a:gd name="connsiteX62" fmla="*/ 1024062 w 1094395"/>
                  <a:gd name="connsiteY62" fmla="*/ 34172 h 1130758"/>
                  <a:gd name="connsiteX63" fmla="*/ 1048025 w 1094395"/>
                  <a:gd name="connsiteY63" fmla="*/ 44317 h 1130758"/>
                  <a:gd name="connsiteX64" fmla="*/ 1060006 w 1094395"/>
                  <a:gd name="connsiteY64" fmla="*/ 51695 h 1130758"/>
                  <a:gd name="connsiteX65" fmla="*/ 1087655 w 1094395"/>
                  <a:gd name="connsiteY65" fmla="*/ 69219 h 1130758"/>
                  <a:gd name="connsiteX66" fmla="*/ 1093185 w 1094395"/>
                  <a:gd name="connsiteY66" fmla="*/ 85820 h 1130758"/>
                  <a:gd name="connsiteX67" fmla="*/ 1091342 w 1094395"/>
                  <a:gd name="connsiteY67" fmla="*/ 111643 h 1130758"/>
                  <a:gd name="connsiteX68" fmla="*/ 1082126 w 1094395"/>
                  <a:gd name="connsiteY68" fmla="*/ 138389 h 1130758"/>
                  <a:gd name="connsiteX69" fmla="*/ 1063693 w 1094395"/>
                  <a:gd name="connsiteY69" fmla="*/ 170669 h 1130758"/>
                  <a:gd name="connsiteX70" fmla="*/ 1056320 w 1094395"/>
                  <a:gd name="connsiteY70" fmla="*/ 178970 h 1130758"/>
                  <a:gd name="connsiteX71" fmla="*/ 1043417 w 1094395"/>
                  <a:gd name="connsiteY71" fmla="*/ 195571 h 1130758"/>
                  <a:gd name="connsiteX72" fmla="*/ 1037887 w 1094395"/>
                  <a:gd name="connsiteY72" fmla="*/ 204793 h 1130758"/>
                  <a:gd name="connsiteX73" fmla="*/ 1035122 w 1094395"/>
                  <a:gd name="connsiteY73" fmla="*/ 210327 h 1130758"/>
                  <a:gd name="connsiteX74" fmla="*/ 1020376 w 1094395"/>
                  <a:gd name="connsiteY74" fmla="*/ 231539 h 1130758"/>
                  <a:gd name="connsiteX75" fmla="*/ 1004708 w 1094395"/>
                  <a:gd name="connsiteY75" fmla="*/ 254596 h 1130758"/>
                  <a:gd name="connsiteX76" fmla="*/ 975216 w 1094395"/>
                  <a:gd name="connsiteY76" fmla="*/ 297943 h 1130758"/>
                  <a:gd name="connsiteX77" fmla="*/ 953097 w 1094395"/>
                  <a:gd name="connsiteY77" fmla="*/ 330223 h 1130758"/>
                  <a:gd name="connsiteX78" fmla="*/ 936507 w 1094395"/>
                  <a:gd name="connsiteY78" fmla="*/ 356969 h 1130758"/>
                  <a:gd name="connsiteX79" fmla="*/ 926369 w 1094395"/>
                  <a:gd name="connsiteY79" fmla="*/ 371725 h 1130758"/>
                  <a:gd name="connsiteX80" fmla="*/ 916231 w 1094395"/>
                  <a:gd name="connsiteY80" fmla="*/ 388326 h 1130758"/>
                  <a:gd name="connsiteX81" fmla="*/ 901485 w 1094395"/>
                  <a:gd name="connsiteY81" fmla="*/ 413228 h 1130758"/>
                  <a:gd name="connsiteX82" fmla="*/ 878444 w 1094395"/>
                  <a:gd name="connsiteY82" fmla="*/ 452886 h 1130758"/>
                  <a:gd name="connsiteX83" fmla="*/ 861855 w 1094395"/>
                  <a:gd name="connsiteY83" fmla="*/ 479632 h 1130758"/>
                  <a:gd name="connsiteX84" fmla="*/ 850795 w 1094395"/>
                  <a:gd name="connsiteY84" fmla="*/ 497155 h 1130758"/>
                  <a:gd name="connsiteX85" fmla="*/ 837892 w 1094395"/>
                  <a:gd name="connsiteY85" fmla="*/ 507300 h 1130758"/>
                  <a:gd name="connsiteX86" fmla="*/ 834206 w 1094395"/>
                  <a:gd name="connsiteY86" fmla="*/ 506378 h 1130758"/>
                  <a:gd name="connsiteX87" fmla="*/ 831441 w 1094395"/>
                  <a:gd name="connsiteY87" fmla="*/ 511911 h 1130758"/>
                  <a:gd name="connsiteX88" fmla="*/ 834206 w 1094395"/>
                  <a:gd name="connsiteY88" fmla="*/ 512834 h 1130758"/>
                  <a:gd name="connsiteX89" fmla="*/ 838814 w 1094395"/>
                  <a:gd name="connsiteY89" fmla="*/ 514678 h 1130758"/>
                  <a:gd name="connsiteX90" fmla="*/ 835127 w 1094395"/>
                  <a:gd name="connsiteY90" fmla="*/ 518367 h 1130758"/>
                  <a:gd name="connsiteX91" fmla="*/ 824068 w 1094395"/>
                  <a:gd name="connsiteY91" fmla="*/ 523901 h 1130758"/>
                  <a:gd name="connsiteX92" fmla="*/ 823146 w 1094395"/>
                  <a:gd name="connsiteY92" fmla="*/ 527590 h 1130758"/>
                  <a:gd name="connsiteX93" fmla="*/ 829597 w 1094395"/>
                  <a:gd name="connsiteY93" fmla="*/ 528512 h 1130758"/>
                  <a:gd name="connsiteX94" fmla="*/ 819460 w 1094395"/>
                  <a:gd name="connsiteY94" fmla="*/ 540502 h 1130758"/>
                  <a:gd name="connsiteX95" fmla="*/ 818538 w 1094395"/>
                  <a:gd name="connsiteY95" fmla="*/ 546958 h 1130758"/>
                  <a:gd name="connsiteX96" fmla="*/ 810243 w 1094395"/>
                  <a:gd name="connsiteY96" fmla="*/ 556181 h 1130758"/>
                  <a:gd name="connsiteX97" fmla="*/ 808400 w 1094395"/>
                  <a:gd name="connsiteY97" fmla="*/ 559870 h 1130758"/>
                  <a:gd name="connsiteX98" fmla="*/ 790889 w 1094395"/>
                  <a:gd name="connsiteY98" fmla="*/ 600450 h 1130758"/>
                  <a:gd name="connsiteX99" fmla="*/ 779829 w 1094395"/>
                  <a:gd name="connsiteY99" fmla="*/ 621662 h 1130758"/>
                  <a:gd name="connsiteX100" fmla="*/ 768770 w 1094395"/>
                  <a:gd name="connsiteY100" fmla="*/ 644719 h 1130758"/>
                  <a:gd name="connsiteX101" fmla="*/ 747572 w 1094395"/>
                  <a:gd name="connsiteY101" fmla="*/ 680688 h 1130758"/>
                  <a:gd name="connsiteX102" fmla="*/ 721766 w 1094395"/>
                  <a:gd name="connsiteY102" fmla="*/ 708356 h 1130758"/>
                  <a:gd name="connsiteX103" fmla="*/ 720845 w 1094395"/>
                  <a:gd name="connsiteY103" fmla="*/ 719423 h 1130758"/>
                  <a:gd name="connsiteX104" fmla="*/ 702412 w 1094395"/>
                  <a:gd name="connsiteY104" fmla="*/ 763693 h 1130758"/>
                  <a:gd name="connsiteX105" fmla="*/ 690431 w 1094395"/>
                  <a:gd name="connsiteY105" fmla="*/ 784905 h 1130758"/>
                  <a:gd name="connsiteX106" fmla="*/ 687666 w 1094395"/>
                  <a:gd name="connsiteY106" fmla="*/ 792283 h 1130758"/>
                  <a:gd name="connsiteX107" fmla="*/ 683979 w 1094395"/>
                  <a:gd name="connsiteY107" fmla="*/ 805195 h 1130758"/>
                  <a:gd name="connsiteX108" fmla="*/ 673841 w 1094395"/>
                  <a:gd name="connsiteY108" fmla="*/ 828252 h 1130758"/>
                  <a:gd name="connsiteX109" fmla="*/ 667390 w 1094395"/>
                  <a:gd name="connsiteY109" fmla="*/ 840242 h 1130758"/>
                  <a:gd name="connsiteX110" fmla="*/ 666468 w 1094395"/>
                  <a:gd name="connsiteY110" fmla="*/ 842086 h 1130758"/>
                  <a:gd name="connsiteX111" fmla="*/ 660017 w 1094395"/>
                  <a:gd name="connsiteY111" fmla="*/ 850387 h 1130758"/>
                  <a:gd name="connsiteX112" fmla="*/ 652644 w 1094395"/>
                  <a:gd name="connsiteY112" fmla="*/ 857765 h 1130758"/>
                  <a:gd name="connsiteX113" fmla="*/ 648957 w 1094395"/>
                  <a:gd name="connsiteY113" fmla="*/ 863299 h 1130758"/>
                  <a:gd name="connsiteX114" fmla="*/ 643427 w 1094395"/>
                  <a:gd name="connsiteY114" fmla="*/ 870677 h 1130758"/>
                  <a:gd name="connsiteX115" fmla="*/ 647114 w 1094395"/>
                  <a:gd name="connsiteY115" fmla="*/ 849464 h 1130758"/>
                  <a:gd name="connsiteX116" fmla="*/ 649879 w 1094395"/>
                  <a:gd name="connsiteY116" fmla="*/ 844853 h 1130758"/>
                  <a:gd name="connsiteX117" fmla="*/ 655409 w 1094395"/>
                  <a:gd name="connsiteY117" fmla="*/ 828252 h 1130758"/>
                  <a:gd name="connsiteX118" fmla="*/ 662782 w 1094395"/>
                  <a:gd name="connsiteY118" fmla="*/ 811651 h 1130758"/>
                  <a:gd name="connsiteX119" fmla="*/ 667390 w 1094395"/>
                  <a:gd name="connsiteY119" fmla="*/ 807962 h 1130758"/>
                  <a:gd name="connsiteX120" fmla="*/ 670155 w 1094395"/>
                  <a:gd name="connsiteY120" fmla="*/ 800584 h 1130758"/>
                  <a:gd name="connsiteX121" fmla="*/ 672920 w 1094395"/>
                  <a:gd name="connsiteY121" fmla="*/ 790439 h 1130758"/>
                  <a:gd name="connsiteX122" fmla="*/ 677528 w 1094395"/>
                  <a:gd name="connsiteY122" fmla="*/ 783060 h 1130758"/>
                  <a:gd name="connsiteX123" fmla="*/ 683979 w 1094395"/>
                  <a:gd name="connsiteY123" fmla="*/ 777527 h 1130758"/>
                  <a:gd name="connsiteX124" fmla="*/ 691352 w 1094395"/>
                  <a:gd name="connsiteY124" fmla="*/ 771993 h 1130758"/>
                  <a:gd name="connsiteX125" fmla="*/ 686744 w 1094395"/>
                  <a:gd name="connsiteY125" fmla="*/ 771071 h 1130758"/>
                  <a:gd name="connsiteX126" fmla="*/ 680293 w 1094395"/>
                  <a:gd name="connsiteY126" fmla="*/ 771071 h 1130758"/>
                  <a:gd name="connsiteX127" fmla="*/ 674763 w 1094395"/>
                  <a:gd name="connsiteY127" fmla="*/ 769226 h 1130758"/>
                  <a:gd name="connsiteX128" fmla="*/ 671076 w 1094395"/>
                  <a:gd name="connsiteY128" fmla="*/ 763693 h 1130758"/>
                  <a:gd name="connsiteX129" fmla="*/ 667390 w 1094395"/>
                  <a:gd name="connsiteY129" fmla="*/ 767382 h 1130758"/>
                  <a:gd name="connsiteX130" fmla="*/ 666468 w 1094395"/>
                  <a:gd name="connsiteY130" fmla="*/ 782138 h 1130758"/>
                  <a:gd name="connsiteX131" fmla="*/ 667390 w 1094395"/>
                  <a:gd name="connsiteY131" fmla="*/ 783983 h 1130758"/>
                  <a:gd name="connsiteX132" fmla="*/ 665547 w 1094395"/>
                  <a:gd name="connsiteY132" fmla="*/ 788594 h 1130758"/>
                  <a:gd name="connsiteX133" fmla="*/ 660017 w 1094395"/>
                  <a:gd name="connsiteY133" fmla="*/ 794128 h 1130758"/>
                  <a:gd name="connsiteX134" fmla="*/ 654487 w 1094395"/>
                  <a:gd name="connsiteY134" fmla="*/ 795972 h 1130758"/>
                  <a:gd name="connsiteX135" fmla="*/ 648036 w 1094395"/>
                  <a:gd name="connsiteY135" fmla="*/ 801506 h 1130758"/>
                  <a:gd name="connsiteX136" fmla="*/ 636054 w 1094395"/>
                  <a:gd name="connsiteY136" fmla="*/ 816262 h 1130758"/>
                  <a:gd name="connsiteX137" fmla="*/ 640662 w 1094395"/>
                  <a:gd name="connsiteY137" fmla="*/ 817185 h 1130758"/>
                  <a:gd name="connsiteX138" fmla="*/ 644349 w 1094395"/>
                  <a:gd name="connsiteY138" fmla="*/ 820874 h 1130758"/>
                  <a:gd name="connsiteX139" fmla="*/ 647114 w 1094395"/>
                  <a:gd name="connsiteY139" fmla="*/ 824563 h 1130758"/>
                  <a:gd name="connsiteX140" fmla="*/ 648036 w 1094395"/>
                  <a:gd name="connsiteY140" fmla="*/ 837475 h 1130758"/>
                  <a:gd name="connsiteX141" fmla="*/ 645271 w 1094395"/>
                  <a:gd name="connsiteY141" fmla="*/ 844853 h 1130758"/>
                  <a:gd name="connsiteX142" fmla="*/ 640662 w 1094395"/>
                  <a:gd name="connsiteY142" fmla="*/ 859609 h 1130758"/>
                  <a:gd name="connsiteX143" fmla="*/ 628681 w 1094395"/>
                  <a:gd name="connsiteY143" fmla="*/ 897423 h 1130758"/>
                  <a:gd name="connsiteX144" fmla="*/ 625916 w 1094395"/>
                  <a:gd name="connsiteY144" fmla="*/ 905723 h 1130758"/>
                  <a:gd name="connsiteX145" fmla="*/ 627760 w 1094395"/>
                  <a:gd name="connsiteY145" fmla="*/ 906646 h 1130758"/>
                  <a:gd name="connsiteX146" fmla="*/ 633289 w 1094395"/>
                  <a:gd name="connsiteY146" fmla="*/ 904801 h 1130758"/>
                  <a:gd name="connsiteX147" fmla="*/ 635133 w 1094395"/>
                  <a:gd name="connsiteY147" fmla="*/ 903879 h 1130758"/>
                  <a:gd name="connsiteX148" fmla="*/ 632368 w 1094395"/>
                  <a:gd name="connsiteY148" fmla="*/ 899267 h 1130758"/>
                  <a:gd name="connsiteX149" fmla="*/ 640662 w 1094395"/>
                  <a:gd name="connsiteY149" fmla="*/ 880822 h 1130758"/>
                  <a:gd name="connsiteX150" fmla="*/ 646192 w 1094395"/>
                  <a:gd name="connsiteY150" fmla="*/ 892811 h 1130758"/>
                  <a:gd name="connsiteX151" fmla="*/ 638819 w 1094395"/>
                  <a:gd name="connsiteY151" fmla="*/ 893734 h 1130758"/>
                  <a:gd name="connsiteX152" fmla="*/ 637898 w 1094395"/>
                  <a:gd name="connsiteY152" fmla="*/ 894656 h 1130758"/>
                  <a:gd name="connsiteX153" fmla="*/ 634211 w 1094395"/>
                  <a:gd name="connsiteY153" fmla="*/ 917713 h 1130758"/>
                  <a:gd name="connsiteX154" fmla="*/ 610249 w 1094395"/>
                  <a:gd name="connsiteY154" fmla="*/ 1003485 h 1130758"/>
                  <a:gd name="connsiteX155" fmla="*/ 604719 w 1094395"/>
                  <a:gd name="connsiteY155" fmla="*/ 1021930 h 1130758"/>
                  <a:gd name="connsiteX156" fmla="*/ 604719 w 1094395"/>
                  <a:gd name="connsiteY156" fmla="*/ 1096634 h 1130758"/>
                  <a:gd name="connsiteX157" fmla="*/ 613013 w 1094395"/>
                  <a:gd name="connsiteY157" fmla="*/ 1109546 h 1130758"/>
                  <a:gd name="connsiteX158" fmla="*/ 612092 w 1094395"/>
                  <a:gd name="connsiteY158" fmla="*/ 1125225 h 1130758"/>
                  <a:gd name="connsiteX159" fmla="*/ 602876 w 1094395"/>
                  <a:gd name="connsiteY159" fmla="*/ 1130759 h 1130758"/>
                  <a:gd name="connsiteX160" fmla="*/ 585364 w 1094395"/>
                  <a:gd name="connsiteY160" fmla="*/ 1120614 h 1130758"/>
                  <a:gd name="connsiteX161" fmla="*/ 538361 w 1094395"/>
                  <a:gd name="connsiteY161" fmla="*/ 1056977 h 1130758"/>
                  <a:gd name="connsiteX162" fmla="*/ 537439 w 1094395"/>
                  <a:gd name="connsiteY162" fmla="*/ 951837 h 1130758"/>
                  <a:gd name="connsiteX163" fmla="*/ 542048 w 1094395"/>
                  <a:gd name="connsiteY163" fmla="*/ 935236 h 1130758"/>
                  <a:gd name="connsiteX164" fmla="*/ 554029 w 1094395"/>
                  <a:gd name="connsiteY164" fmla="*/ 893734 h 1130758"/>
                  <a:gd name="connsiteX165" fmla="*/ 564167 w 1094395"/>
                  <a:gd name="connsiteY165" fmla="*/ 864221 h 1130758"/>
                  <a:gd name="connsiteX166" fmla="*/ 572461 w 1094395"/>
                  <a:gd name="connsiteY166" fmla="*/ 844853 h 1130758"/>
                  <a:gd name="connsiteX167" fmla="*/ 574305 w 1094395"/>
                  <a:gd name="connsiteY167" fmla="*/ 842086 h 1130758"/>
                  <a:gd name="connsiteX168" fmla="*/ 575227 w 1094395"/>
                  <a:gd name="connsiteY168" fmla="*/ 828252 h 1130758"/>
                  <a:gd name="connsiteX169" fmla="*/ 580756 w 1094395"/>
                  <a:gd name="connsiteY169" fmla="*/ 819951 h 1130758"/>
                  <a:gd name="connsiteX170" fmla="*/ 581678 w 1094395"/>
                  <a:gd name="connsiteY170" fmla="*/ 816262 h 1130758"/>
                  <a:gd name="connsiteX171" fmla="*/ 600110 w 1094395"/>
                  <a:gd name="connsiteY171" fmla="*/ 761848 h 1130758"/>
                  <a:gd name="connsiteX172" fmla="*/ 607484 w 1094395"/>
                  <a:gd name="connsiteY172" fmla="*/ 745247 h 1130758"/>
                  <a:gd name="connsiteX173" fmla="*/ 622230 w 1094395"/>
                  <a:gd name="connsiteY173" fmla="*/ 712968 h 1130758"/>
                  <a:gd name="connsiteX174" fmla="*/ 628681 w 1094395"/>
                  <a:gd name="connsiteY174" fmla="*/ 709278 h 1130758"/>
                  <a:gd name="connsiteX175" fmla="*/ 634211 w 1094395"/>
                  <a:gd name="connsiteY175" fmla="*/ 706512 h 1130758"/>
                  <a:gd name="connsiteX176" fmla="*/ 633289 w 1094395"/>
                  <a:gd name="connsiteY176" fmla="*/ 702822 h 1130758"/>
                  <a:gd name="connsiteX177" fmla="*/ 641584 w 1094395"/>
                  <a:gd name="connsiteY177" fmla="*/ 682532 h 1130758"/>
                  <a:gd name="connsiteX178" fmla="*/ 646192 w 1094395"/>
                  <a:gd name="connsiteY178" fmla="*/ 672387 h 1130758"/>
                  <a:gd name="connsiteX179" fmla="*/ 648036 w 1094395"/>
                  <a:gd name="connsiteY179" fmla="*/ 662242 h 1130758"/>
                  <a:gd name="connsiteX180" fmla="*/ 656330 w 1094395"/>
                  <a:gd name="connsiteY180" fmla="*/ 655786 h 1130758"/>
                  <a:gd name="connsiteX181" fmla="*/ 674763 w 1094395"/>
                  <a:gd name="connsiteY181" fmla="*/ 629963 h 1130758"/>
                  <a:gd name="connsiteX182" fmla="*/ 680293 w 1094395"/>
                  <a:gd name="connsiteY182" fmla="*/ 610595 h 1130758"/>
                  <a:gd name="connsiteX183" fmla="*/ 674763 w 1094395"/>
                  <a:gd name="connsiteY183" fmla="*/ 612439 h 1130758"/>
                  <a:gd name="connsiteX184" fmla="*/ 675685 w 1094395"/>
                  <a:gd name="connsiteY184" fmla="*/ 616129 h 1130758"/>
                  <a:gd name="connsiteX185" fmla="*/ 674763 w 1094395"/>
                  <a:gd name="connsiteY185" fmla="*/ 621662 h 1130758"/>
                  <a:gd name="connsiteX186" fmla="*/ 671076 w 1094395"/>
                  <a:gd name="connsiteY186" fmla="*/ 618895 h 1130758"/>
                  <a:gd name="connsiteX187" fmla="*/ 685823 w 1094395"/>
                  <a:gd name="connsiteY187" fmla="*/ 603216 h 1130758"/>
                  <a:gd name="connsiteX188" fmla="*/ 711628 w 1094395"/>
                  <a:gd name="connsiteY188" fmla="*/ 557103 h 1130758"/>
                  <a:gd name="connsiteX189" fmla="*/ 715315 w 1094395"/>
                  <a:gd name="connsiteY189" fmla="*/ 549725 h 1130758"/>
                  <a:gd name="connsiteX190" fmla="*/ 731904 w 1094395"/>
                  <a:gd name="connsiteY190" fmla="*/ 528512 h 1130758"/>
                  <a:gd name="connsiteX191" fmla="*/ 730061 w 1094395"/>
                  <a:gd name="connsiteY191" fmla="*/ 518367 h 1130758"/>
                  <a:gd name="connsiteX192" fmla="*/ 730983 w 1094395"/>
                  <a:gd name="connsiteY192" fmla="*/ 517445 h 1130758"/>
                  <a:gd name="connsiteX193" fmla="*/ 742964 w 1094395"/>
                  <a:gd name="connsiteY193" fmla="*/ 498999 h 1130758"/>
                  <a:gd name="connsiteX194" fmla="*/ 743886 w 1094395"/>
                  <a:gd name="connsiteY194" fmla="*/ 491621 h 1130758"/>
                  <a:gd name="connsiteX195" fmla="*/ 744807 w 1094395"/>
                  <a:gd name="connsiteY195" fmla="*/ 495310 h 1130758"/>
                  <a:gd name="connsiteX196" fmla="*/ 745729 w 1094395"/>
                  <a:gd name="connsiteY196" fmla="*/ 500844 h 1130758"/>
                  <a:gd name="connsiteX197" fmla="*/ 752180 w 1094395"/>
                  <a:gd name="connsiteY197" fmla="*/ 488854 h 1130758"/>
                  <a:gd name="connsiteX198" fmla="*/ 758632 w 1094395"/>
                  <a:gd name="connsiteY198" fmla="*/ 476865 h 1130758"/>
                  <a:gd name="connsiteX199" fmla="*/ 759553 w 1094395"/>
                  <a:gd name="connsiteY199" fmla="*/ 470409 h 1130758"/>
                  <a:gd name="connsiteX200" fmla="*/ 762318 w 1094395"/>
                  <a:gd name="connsiteY200" fmla="*/ 464875 h 1130758"/>
                  <a:gd name="connsiteX201" fmla="*/ 772456 w 1094395"/>
                  <a:gd name="connsiteY201" fmla="*/ 451963 h 1130758"/>
                  <a:gd name="connsiteX202" fmla="*/ 785359 w 1094395"/>
                  <a:gd name="connsiteY202" fmla="*/ 428906 h 1130758"/>
                  <a:gd name="connsiteX203" fmla="*/ 789046 w 1094395"/>
                  <a:gd name="connsiteY203" fmla="*/ 414150 h 1130758"/>
                  <a:gd name="connsiteX204" fmla="*/ 782594 w 1094395"/>
                  <a:gd name="connsiteY204" fmla="*/ 410461 h 1130758"/>
                  <a:gd name="connsiteX205" fmla="*/ 783516 w 1094395"/>
                  <a:gd name="connsiteY205" fmla="*/ 412305 h 1130758"/>
                  <a:gd name="connsiteX206" fmla="*/ 787202 w 1094395"/>
                  <a:gd name="connsiteY206" fmla="*/ 419684 h 1130758"/>
                  <a:gd name="connsiteX207" fmla="*/ 780751 w 1094395"/>
                  <a:gd name="connsiteY207" fmla="*/ 424295 h 1130758"/>
                  <a:gd name="connsiteX208" fmla="*/ 732826 w 1094395"/>
                  <a:gd name="connsiteY208" fmla="*/ 475020 h 1130758"/>
                  <a:gd name="connsiteX209" fmla="*/ 699647 w 1094395"/>
                  <a:gd name="connsiteY209" fmla="*/ 519289 h 1130758"/>
                  <a:gd name="connsiteX210" fmla="*/ 673841 w 1094395"/>
                  <a:gd name="connsiteY210" fmla="*/ 561714 h 1130758"/>
                  <a:gd name="connsiteX211" fmla="*/ 672920 w 1094395"/>
                  <a:gd name="connsiteY211" fmla="*/ 562636 h 1130758"/>
                  <a:gd name="connsiteX212" fmla="*/ 656330 w 1094395"/>
                  <a:gd name="connsiteY212" fmla="*/ 577393 h 1130758"/>
                  <a:gd name="connsiteX213" fmla="*/ 656330 w 1094395"/>
                  <a:gd name="connsiteY213" fmla="*/ 581082 h 1130758"/>
                  <a:gd name="connsiteX214" fmla="*/ 658174 w 1094395"/>
                  <a:gd name="connsiteY214" fmla="*/ 583849 h 1130758"/>
                  <a:gd name="connsiteX215" fmla="*/ 652644 w 1094395"/>
                  <a:gd name="connsiteY215" fmla="*/ 589382 h 1130758"/>
                  <a:gd name="connsiteX216" fmla="*/ 631446 w 1094395"/>
                  <a:gd name="connsiteY216" fmla="*/ 612439 h 1130758"/>
                  <a:gd name="connsiteX217" fmla="*/ 539283 w 1094395"/>
                  <a:gd name="connsiteY217" fmla="*/ 687144 h 1130758"/>
                  <a:gd name="connsiteX218" fmla="*/ 526380 w 1094395"/>
                  <a:gd name="connsiteY218" fmla="*/ 691755 h 1130758"/>
                  <a:gd name="connsiteX219" fmla="*/ 484906 w 1094395"/>
                  <a:gd name="connsiteY219" fmla="*/ 679766 h 1130758"/>
                  <a:gd name="connsiteX220" fmla="*/ 472925 w 1094395"/>
                  <a:gd name="connsiteY220" fmla="*/ 671465 h 1130758"/>
                  <a:gd name="connsiteX221" fmla="*/ 443433 w 1094395"/>
                  <a:gd name="connsiteY221" fmla="*/ 630885 h 1130758"/>
                  <a:gd name="connsiteX222" fmla="*/ 430530 w 1094395"/>
                  <a:gd name="connsiteY222" fmla="*/ 529434 h 1130758"/>
                  <a:gd name="connsiteX223" fmla="*/ 437903 w 1094395"/>
                  <a:gd name="connsiteY223" fmla="*/ 459341 h 1130758"/>
                  <a:gd name="connsiteX224" fmla="*/ 442511 w 1094395"/>
                  <a:gd name="connsiteY224" fmla="*/ 433518 h 1130758"/>
                  <a:gd name="connsiteX225" fmla="*/ 443433 w 1094395"/>
                  <a:gd name="connsiteY225" fmla="*/ 421528 h 1130758"/>
                  <a:gd name="connsiteX226" fmla="*/ 455414 w 1094395"/>
                  <a:gd name="connsiteY226" fmla="*/ 370803 h 1130758"/>
                  <a:gd name="connsiteX227" fmla="*/ 458179 w 1094395"/>
                  <a:gd name="connsiteY227" fmla="*/ 362502 h 1130758"/>
                  <a:gd name="connsiteX228" fmla="*/ 468317 w 1094395"/>
                  <a:gd name="connsiteY228" fmla="*/ 314544 h 1130758"/>
                  <a:gd name="connsiteX229" fmla="*/ 470160 w 1094395"/>
                  <a:gd name="connsiteY229" fmla="*/ 309933 h 1130758"/>
                  <a:gd name="connsiteX230" fmla="*/ 475690 w 1094395"/>
                  <a:gd name="connsiteY230" fmla="*/ 301632 h 1130758"/>
                  <a:gd name="connsiteX231" fmla="*/ 473847 w 1094395"/>
                  <a:gd name="connsiteY231" fmla="*/ 292410 h 1130758"/>
                  <a:gd name="connsiteX232" fmla="*/ 470160 w 1094395"/>
                  <a:gd name="connsiteY232" fmla="*/ 299788 h 1130758"/>
                  <a:gd name="connsiteX233" fmla="*/ 466473 w 1094395"/>
                  <a:gd name="connsiteY233" fmla="*/ 304399 h 1130758"/>
                  <a:gd name="connsiteX234" fmla="*/ 463709 w 1094395"/>
                  <a:gd name="connsiteY234" fmla="*/ 307166 h 1130758"/>
                  <a:gd name="connsiteX235" fmla="*/ 458179 w 1094395"/>
                  <a:gd name="connsiteY235" fmla="*/ 315466 h 1130758"/>
                  <a:gd name="connsiteX236" fmla="*/ 452649 w 1094395"/>
                  <a:gd name="connsiteY236" fmla="*/ 323767 h 1130758"/>
                  <a:gd name="connsiteX237" fmla="*/ 428686 w 1094395"/>
                  <a:gd name="connsiteY237" fmla="*/ 362502 h 1130758"/>
                  <a:gd name="connsiteX238" fmla="*/ 423157 w 1094395"/>
                  <a:gd name="connsiteY238" fmla="*/ 371725 h 1130758"/>
                  <a:gd name="connsiteX239" fmla="*/ 417627 w 1094395"/>
                  <a:gd name="connsiteY239" fmla="*/ 380948 h 1130758"/>
                  <a:gd name="connsiteX240" fmla="*/ 396429 w 1094395"/>
                  <a:gd name="connsiteY240" fmla="*/ 414150 h 1130758"/>
                  <a:gd name="connsiteX241" fmla="*/ 393664 w 1094395"/>
                  <a:gd name="connsiteY241" fmla="*/ 417839 h 1130758"/>
                  <a:gd name="connsiteX242" fmla="*/ 390900 w 1094395"/>
                  <a:gd name="connsiteY242" fmla="*/ 423373 h 1130758"/>
                  <a:gd name="connsiteX243" fmla="*/ 386291 w 1094395"/>
                  <a:gd name="connsiteY243" fmla="*/ 427984 h 1130758"/>
                  <a:gd name="connsiteX244" fmla="*/ 382605 w 1094395"/>
                  <a:gd name="connsiteY244" fmla="*/ 433518 h 1130758"/>
                  <a:gd name="connsiteX245" fmla="*/ 377075 w 1094395"/>
                  <a:gd name="connsiteY245" fmla="*/ 443663 h 1130758"/>
                  <a:gd name="connsiteX246" fmla="*/ 372467 w 1094395"/>
                  <a:gd name="connsiteY246" fmla="*/ 451041 h 1130758"/>
                  <a:gd name="connsiteX247" fmla="*/ 371545 w 1094395"/>
                  <a:gd name="connsiteY247" fmla="*/ 456575 h 1130758"/>
                  <a:gd name="connsiteX248" fmla="*/ 366015 w 1094395"/>
                  <a:gd name="connsiteY248" fmla="*/ 466720 h 1130758"/>
                  <a:gd name="connsiteX249" fmla="*/ 360485 w 1094395"/>
                  <a:gd name="connsiteY249" fmla="*/ 474098 h 1130758"/>
                  <a:gd name="connsiteX250" fmla="*/ 355877 w 1094395"/>
                  <a:gd name="connsiteY250" fmla="*/ 479632 h 1130758"/>
                  <a:gd name="connsiteX251" fmla="*/ 333758 w 1094395"/>
                  <a:gd name="connsiteY251" fmla="*/ 515600 h 1130758"/>
                  <a:gd name="connsiteX252" fmla="*/ 326385 w 1094395"/>
                  <a:gd name="connsiteY252" fmla="*/ 527590 h 1130758"/>
                  <a:gd name="connsiteX253" fmla="*/ 319012 w 1094395"/>
                  <a:gd name="connsiteY253" fmla="*/ 540502 h 1130758"/>
                  <a:gd name="connsiteX254" fmla="*/ 311639 w 1094395"/>
                  <a:gd name="connsiteY254" fmla="*/ 551569 h 1130758"/>
                  <a:gd name="connsiteX255" fmla="*/ 303344 w 1094395"/>
                  <a:gd name="connsiteY255" fmla="*/ 565403 h 1130758"/>
                  <a:gd name="connsiteX256" fmla="*/ 295971 w 1094395"/>
                  <a:gd name="connsiteY256" fmla="*/ 580160 h 1130758"/>
                  <a:gd name="connsiteX257" fmla="*/ 293206 w 1094395"/>
                  <a:gd name="connsiteY257" fmla="*/ 585693 h 1130758"/>
                  <a:gd name="connsiteX258" fmla="*/ 259106 w 1094395"/>
                  <a:gd name="connsiteY258" fmla="*/ 639185 h 1130758"/>
                  <a:gd name="connsiteX259" fmla="*/ 248968 w 1094395"/>
                  <a:gd name="connsiteY259" fmla="*/ 655786 h 1130758"/>
                  <a:gd name="connsiteX260" fmla="*/ 238830 w 1094395"/>
                  <a:gd name="connsiteY260" fmla="*/ 669620 h 1130758"/>
                  <a:gd name="connsiteX261" fmla="*/ 189061 w 1094395"/>
                  <a:gd name="connsiteY261" fmla="*/ 755392 h 1130758"/>
                  <a:gd name="connsiteX262" fmla="*/ 174315 w 1094395"/>
                  <a:gd name="connsiteY262" fmla="*/ 781216 h 1130758"/>
                  <a:gd name="connsiteX263" fmla="*/ 166021 w 1094395"/>
                  <a:gd name="connsiteY263" fmla="*/ 797817 h 1130758"/>
                  <a:gd name="connsiteX264" fmla="*/ 149431 w 1094395"/>
                  <a:gd name="connsiteY264" fmla="*/ 825485 h 1130758"/>
                  <a:gd name="connsiteX265" fmla="*/ 121782 w 1094395"/>
                  <a:gd name="connsiteY265" fmla="*/ 874366 h 1130758"/>
                  <a:gd name="connsiteX266" fmla="*/ 102428 w 1094395"/>
                  <a:gd name="connsiteY266" fmla="*/ 913101 h 1130758"/>
                  <a:gd name="connsiteX267" fmla="*/ 96898 w 1094395"/>
                  <a:gd name="connsiteY267" fmla="*/ 925091 h 1130758"/>
                  <a:gd name="connsiteX268" fmla="*/ 91368 w 1094395"/>
                  <a:gd name="connsiteY268" fmla="*/ 937081 h 1130758"/>
                  <a:gd name="connsiteX269" fmla="*/ 94133 w 1094395"/>
                  <a:gd name="connsiteY269" fmla="*/ 937081 h 1130758"/>
                  <a:gd name="connsiteX270" fmla="*/ 126390 w 1094395"/>
                  <a:gd name="connsiteY270" fmla="*/ 910335 h 1130758"/>
                  <a:gd name="connsiteX271" fmla="*/ 127312 w 1094395"/>
                  <a:gd name="connsiteY271" fmla="*/ 914024 h 1130758"/>
                  <a:gd name="connsiteX272" fmla="*/ 92290 w 1094395"/>
                  <a:gd name="connsiteY272" fmla="*/ 982272 h 1130758"/>
                  <a:gd name="connsiteX273" fmla="*/ 84917 w 1094395"/>
                  <a:gd name="connsiteY273" fmla="*/ 993340 h 1130758"/>
                  <a:gd name="connsiteX274" fmla="*/ 83995 w 1094395"/>
                  <a:gd name="connsiteY274" fmla="*/ 997951 h 1130758"/>
                  <a:gd name="connsiteX275" fmla="*/ 83073 w 1094395"/>
                  <a:gd name="connsiteY275" fmla="*/ 1009940 h 1130758"/>
                  <a:gd name="connsiteX276" fmla="*/ 77544 w 1094395"/>
                  <a:gd name="connsiteY276" fmla="*/ 1022852 h 1130758"/>
                  <a:gd name="connsiteX277" fmla="*/ 34227 w 1094395"/>
                  <a:gd name="connsiteY277" fmla="*/ 999795 h 1130758"/>
                  <a:gd name="connsiteX278" fmla="*/ 27775 w 1094395"/>
                  <a:gd name="connsiteY278" fmla="*/ 994262 h 1130758"/>
                  <a:gd name="connsiteX279" fmla="*/ 13951 w 1094395"/>
                  <a:gd name="connsiteY279" fmla="*/ 979505 h 1130758"/>
                  <a:gd name="connsiteX280" fmla="*/ 1048 w 1094395"/>
                  <a:gd name="connsiteY280" fmla="*/ 924169 h 1130758"/>
                  <a:gd name="connsiteX281" fmla="*/ 40678 w 1094395"/>
                  <a:gd name="connsiteY281" fmla="*/ 908490 h 1130758"/>
                  <a:gd name="connsiteX282" fmla="*/ 45287 w 1094395"/>
                  <a:gd name="connsiteY282" fmla="*/ 902956 h 1130758"/>
                  <a:gd name="connsiteX283" fmla="*/ 42522 w 1094395"/>
                  <a:gd name="connsiteY283" fmla="*/ 902034 h 1130758"/>
                  <a:gd name="connsiteX284" fmla="*/ 40678 w 1094395"/>
                  <a:gd name="connsiteY284" fmla="*/ 908490 h 1130758"/>
                  <a:gd name="connsiteX285" fmla="*/ 49895 w 1094395"/>
                  <a:gd name="connsiteY285" fmla="*/ 891889 h 1130758"/>
                  <a:gd name="connsiteX286" fmla="*/ 54503 w 1094395"/>
                  <a:gd name="connsiteY286" fmla="*/ 885433 h 1130758"/>
                  <a:gd name="connsiteX287" fmla="*/ 50816 w 1094395"/>
                  <a:gd name="connsiteY287" fmla="*/ 884511 h 1130758"/>
                  <a:gd name="connsiteX288" fmla="*/ 49895 w 1094395"/>
                  <a:gd name="connsiteY288" fmla="*/ 891889 h 1130758"/>
                  <a:gd name="connsiteX289" fmla="*/ 58189 w 1094395"/>
                  <a:gd name="connsiteY289" fmla="*/ 871599 h 1130758"/>
                  <a:gd name="connsiteX290" fmla="*/ 63719 w 1094395"/>
                  <a:gd name="connsiteY290" fmla="*/ 864221 h 1130758"/>
                  <a:gd name="connsiteX291" fmla="*/ 69249 w 1094395"/>
                  <a:gd name="connsiteY291" fmla="*/ 854076 h 1130758"/>
                  <a:gd name="connsiteX292" fmla="*/ 68327 w 1094395"/>
                  <a:gd name="connsiteY292" fmla="*/ 847620 h 1130758"/>
                  <a:gd name="connsiteX293" fmla="*/ 55424 w 1094395"/>
                  <a:gd name="connsiteY293" fmla="*/ 870677 h 1130758"/>
                  <a:gd name="connsiteX294" fmla="*/ 58189 w 1094395"/>
                  <a:gd name="connsiteY294" fmla="*/ 871599 h 1130758"/>
                  <a:gd name="connsiteX295" fmla="*/ 76622 w 1094395"/>
                  <a:gd name="connsiteY295" fmla="*/ 837475 h 1130758"/>
                  <a:gd name="connsiteX296" fmla="*/ 81230 w 1094395"/>
                  <a:gd name="connsiteY296" fmla="*/ 827330 h 1130758"/>
                  <a:gd name="connsiteX297" fmla="*/ 75700 w 1094395"/>
                  <a:gd name="connsiteY297" fmla="*/ 834708 h 1130758"/>
                  <a:gd name="connsiteX298" fmla="*/ 76622 w 1094395"/>
                  <a:gd name="connsiteY298" fmla="*/ 837475 h 1130758"/>
                  <a:gd name="connsiteX299" fmla="*/ 104271 w 1094395"/>
                  <a:gd name="connsiteY299" fmla="*/ 790439 h 1130758"/>
                  <a:gd name="connsiteX300" fmla="*/ 116252 w 1094395"/>
                  <a:gd name="connsiteY300" fmla="*/ 774760 h 1130758"/>
                  <a:gd name="connsiteX301" fmla="*/ 119939 w 1094395"/>
                  <a:gd name="connsiteY301" fmla="*/ 768304 h 1130758"/>
                  <a:gd name="connsiteX302" fmla="*/ 123626 w 1094395"/>
                  <a:gd name="connsiteY302" fmla="*/ 760926 h 1130758"/>
                  <a:gd name="connsiteX303" fmla="*/ 127312 w 1094395"/>
                  <a:gd name="connsiteY303" fmla="*/ 757237 h 1130758"/>
                  <a:gd name="connsiteX304" fmla="*/ 128234 w 1094395"/>
                  <a:gd name="connsiteY304" fmla="*/ 748936 h 1130758"/>
                  <a:gd name="connsiteX305" fmla="*/ 127312 w 1094395"/>
                  <a:gd name="connsiteY305" fmla="*/ 745247 h 1130758"/>
                  <a:gd name="connsiteX306" fmla="*/ 122704 w 1094395"/>
                  <a:gd name="connsiteY306" fmla="*/ 751703 h 1130758"/>
                  <a:gd name="connsiteX307" fmla="*/ 115331 w 1094395"/>
                  <a:gd name="connsiteY307" fmla="*/ 763693 h 1130758"/>
                  <a:gd name="connsiteX308" fmla="*/ 107958 w 1094395"/>
                  <a:gd name="connsiteY308" fmla="*/ 776605 h 1130758"/>
                  <a:gd name="connsiteX309" fmla="*/ 105193 w 1094395"/>
                  <a:gd name="connsiteY309" fmla="*/ 779371 h 1130758"/>
                  <a:gd name="connsiteX310" fmla="*/ 100585 w 1094395"/>
                  <a:gd name="connsiteY310" fmla="*/ 784905 h 1130758"/>
                  <a:gd name="connsiteX311" fmla="*/ 93211 w 1094395"/>
                  <a:gd name="connsiteY311" fmla="*/ 800584 h 1130758"/>
                  <a:gd name="connsiteX312" fmla="*/ 85838 w 1094395"/>
                  <a:gd name="connsiteY312" fmla="*/ 815340 h 1130758"/>
                  <a:gd name="connsiteX313" fmla="*/ 104271 w 1094395"/>
                  <a:gd name="connsiteY313" fmla="*/ 790439 h 1130758"/>
                  <a:gd name="connsiteX314" fmla="*/ 136528 w 1094395"/>
                  <a:gd name="connsiteY314" fmla="*/ 737869 h 1130758"/>
                  <a:gd name="connsiteX315" fmla="*/ 142058 w 1094395"/>
                  <a:gd name="connsiteY315" fmla="*/ 730491 h 1130758"/>
                  <a:gd name="connsiteX316" fmla="*/ 145745 w 1094395"/>
                  <a:gd name="connsiteY316" fmla="*/ 729568 h 1130758"/>
                  <a:gd name="connsiteX317" fmla="*/ 147588 w 1094395"/>
                  <a:gd name="connsiteY317" fmla="*/ 725879 h 1130758"/>
                  <a:gd name="connsiteX318" fmla="*/ 145745 w 1094395"/>
                  <a:gd name="connsiteY318" fmla="*/ 716657 h 1130758"/>
                  <a:gd name="connsiteX319" fmla="*/ 132842 w 1094395"/>
                  <a:gd name="connsiteY319" fmla="*/ 735102 h 1130758"/>
                  <a:gd name="connsiteX320" fmla="*/ 136528 w 1094395"/>
                  <a:gd name="connsiteY320" fmla="*/ 737869 h 1130758"/>
                  <a:gd name="connsiteX321" fmla="*/ 154961 w 1094395"/>
                  <a:gd name="connsiteY321" fmla="*/ 703745 h 1130758"/>
                  <a:gd name="connsiteX322" fmla="*/ 159569 w 1094395"/>
                  <a:gd name="connsiteY322" fmla="*/ 702822 h 1130758"/>
                  <a:gd name="connsiteX323" fmla="*/ 161412 w 1094395"/>
                  <a:gd name="connsiteY323" fmla="*/ 701900 h 1130758"/>
                  <a:gd name="connsiteX324" fmla="*/ 172472 w 1094395"/>
                  <a:gd name="connsiteY324" fmla="*/ 680688 h 1130758"/>
                  <a:gd name="connsiteX325" fmla="*/ 178924 w 1094395"/>
                  <a:gd name="connsiteY325" fmla="*/ 673310 h 1130758"/>
                  <a:gd name="connsiteX326" fmla="*/ 184453 w 1094395"/>
                  <a:gd name="connsiteY326" fmla="*/ 656709 h 1130758"/>
                  <a:gd name="connsiteX327" fmla="*/ 187218 w 1094395"/>
                  <a:gd name="connsiteY327" fmla="*/ 653020 h 1130758"/>
                  <a:gd name="connsiteX328" fmla="*/ 184453 w 1094395"/>
                  <a:gd name="connsiteY328" fmla="*/ 649330 h 1130758"/>
                  <a:gd name="connsiteX329" fmla="*/ 174315 w 1094395"/>
                  <a:gd name="connsiteY329" fmla="*/ 663164 h 1130758"/>
                  <a:gd name="connsiteX330" fmla="*/ 166021 w 1094395"/>
                  <a:gd name="connsiteY330" fmla="*/ 676077 h 1130758"/>
                  <a:gd name="connsiteX331" fmla="*/ 158648 w 1094395"/>
                  <a:gd name="connsiteY331" fmla="*/ 688066 h 1130758"/>
                  <a:gd name="connsiteX332" fmla="*/ 151275 w 1094395"/>
                  <a:gd name="connsiteY332" fmla="*/ 700055 h 1130758"/>
                  <a:gd name="connsiteX333" fmla="*/ 147588 w 1094395"/>
                  <a:gd name="connsiteY333" fmla="*/ 703745 h 1130758"/>
                  <a:gd name="connsiteX334" fmla="*/ 154961 w 1094395"/>
                  <a:gd name="connsiteY334" fmla="*/ 703745 h 1130758"/>
                  <a:gd name="connsiteX335" fmla="*/ 188140 w 1094395"/>
                  <a:gd name="connsiteY335" fmla="*/ 646564 h 1130758"/>
                  <a:gd name="connsiteX336" fmla="*/ 195513 w 1094395"/>
                  <a:gd name="connsiteY336" fmla="*/ 636418 h 1130758"/>
                  <a:gd name="connsiteX337" fmla="*/ 202886 w 1094395"/>
                  <a:gd name="connsiteY337" fmla="*/ 628118 h 1130758"/>
                  <a:gd name="connsiteX338" fmla="*/ 203808 w 1094395"/>
                  <a:gd name="connsiteY338" fmla="*/ 624429 h 1130758"/>
                  <a:gd name="connsiteX339" fmla="*/ 204729 w 1094395"/>
                  <a:gd name="connsiteY339" fmla="*/ 618895 h 1130758"/>
                  <a:gd name="connsiteX340" fmla="*/ 208416 w 1094395"/>
                  <a:gd name="connsiteY340" fmla="*/ 615206 h 1130758"/>
                  <a:gd name="connsiteX341" fmla="*/ 216710 w 1094395"/>
                  <a:gd name="connsiteY341" fmla="*/ 597683 h 1130758"/>
                  <a:gd name="connsiteX342" fmla="*/ 226848 w 1094395"/>
                  <a:gd name="connsiteY342" fmla="*/ 576471 h 1130758"/>
                  <a:gd name="connsiteX343" fmla="*/ 208416 w 1094395"/>
                  <a:gd name="connsiteY343" fmla="*/ 601372 h 1130758"/>
                  <a:gd name="connsiteX344" fmla="*/ 196435 w 1094395"/>
                  <a:gd name="connsiteY344" fmla="*/ 623507 h 1130758"/>
                  <a:gd name="connsiteX345" fmla="*/ 188140 w 1094395"/>
                  <a:gd name="connsiteY345" fmla="*/ 646564 h 1130758"/>
                  <a:gd name="connsiteX346" fmla="*/ 235143 w 1094395"/>
                  <a:gd name="connsiteY346" fmla="*/ 569092 h 1130758"/>
                  <a:gd name="connsiteX347" fmla="*/ 240673 w 1094395"/>
                  <a:gd name="connsiteY347" fmla="*/ 561714 h 1130758"/>
                  <a:gd name="connsiteX348" fmla="*/ 250811 w 1094395"/>
                  <a:gd name="connsiteY348" fmla="*/ 546958 h 1130758"/>
                  <a:gd name="connsiteX349" fmla="*/ 256341 w 1094395"/>
                  <a:gd name="connsiteY349" fmla="*/ 539579 h 1130758"/>
                  <a:gd name="connsiteX350" fmla="*/ 260027 w 1094395"/>
                  <a:gd name="connsiteY350" fmla="*/ 534046 h 1130758"/>
                  <a:gd name="connsiteX351" fmla="*/ 259106 w 1094395"/>
                  <a:gd name="connsiteY351" fmla="*/ 528512 h 1130758"/>
                  <a:gd name="connsiteX352" fmla="*/ 247125 w 1094395"/>
                  <a:gd name="connsiteY352" fmla="*/ 541424 h 1130758"/>
                  <a:gd name="connsiteX353" fmla="*/ 236986 w 1094395"/>
                  <a:gd name="connsiteY353" fmla="*/ 558025 h 1130758"/>
                  <a:gd name="connsiteX354" fmla="*/ 235143 w 1094395"/>
                  <a:gd name="connsiteY354" fmla="*/ 569092 h 1130758"/>
                  <a:gd name="connsiteX355" fmla="*/ 272930 w 1094395"/>
                  <a:gd name="connsiteY355" fmla="*/ 515600 h 1130758"/>
                  <a:gd name="connsiteX356" fmla="*/ 275695 w 1094395"/>
                  <a:gd name="connsiteY356" fmla="*/ 510989 h 1130758"/>
                  <a:gd name="connsiteX357" fmla="*/ 272930 w 1094395"/>
                  <a:gd name="connsiteY357" fmla="*/ 508222 h 1130758"/>
                  <a:gd name="connsiteX358" fmla="*/ 263714 w 1094395"/>
                  <a:gd name="connsiteY358" fmla="*/ 511911 h 1130758"/>
                  <a:gd name="connsiteX359" fmla="*/ 272930 w 1094395"/>
                  <a:gd name="connsiteY359" fmla="*/ 515600 h 1130758"/>
                  <a:gd name="connsiteX360" fmla="*/ 272930 w 1094395"/>
                  <a:gd name="connsiteY360" fmla="*/ 493466 h 1130758"/>
                  <a:gd name="connsiteX361" fmla="*/ 279382 w 1094395"/>
                  <a:gd name="connsiteY361" fmla="*/ 494388 h 1130758"/>
                  <a:gd name="connsiteX362" fmla="*/ 283990 w 1094395"/>
                  <a:gd name="connsiteY362" fmla="*/ 485165 h 1130758"/>
                  <a:gd name="connsiteX363" fmla="*/ 291363 w 1094395"/>
                  <a:gd name="connsiteY363" fmla="*/ 478709 h 1130758"/>
                  <a:gd name="connsiteX364" fmla="*/ 296893 w 1094395"/>
                  <a:gd name="connsiteY364" fmla="*/ 472253 h 1130758"/>
                  <a:gd name="connsiteX365" fmla="*/ 307952 w 1094395"/>
                  <a:gd name="connsiteY365" fmla="*/ 447352 h 1130758"/>
                  <a:gd name="connsiteX366" fmla="*/ 308874 w 1094395"/>
                  <a:gd name="connsiteY366" fmla="*/ 442740 h 1130758"/>
                  <a:gd name="connsiteX367" fmla="*/ 302423 w 1094395"/>
                  <a:gd name="connsiteY367" fmla="*/ 446430 h 1130758"/>
                  <a:gd name="connsiteX368" fmla="*/ 299658 w 1094395"/>
                  <a:gd name="connsiteY368" fmla="*/ 453808 h 1130758"/>
                  <a:gd name="connsiteX369" fmla="*/ 298736 w 1094395"/>
                  <a:gd name="connsiteY369" fmla="*/ 455652 h 1130758"/>
                  <a:gd name="connsiteX370" fmla="*/ 293206 w 1094395"/>
                  <a:gd name="connsiteY370" fmla="*/ 463953 h 1130758"/>
                  <a:gd name="connsiteX371" fmla="*/ 285833 w 1094395"/>
                  <a:gd name="connsiteY371" fmla="*/ 469487 h 1130758"/>
                  <a:gd name="connsiteX372" fmla="*/ 282147 w 1094395"/>
                  <a:gd name="connsiteY372" fmla="*/ 473176 h 1130758"/>
                  <a:gd name="connsiteX373" fmla="*/ 277538 w 1094395"/>
                  <a:gd name="connsiteY373" fmla="*/ 483321 h 1130758"/>
                  <a:gd name="connsiteX374" fmla="*/ 272930 w 1094395"/>
                  <a:gd name="connsiteY374" fmla="*/ 493466 h 1130758"/>
                  <a:gd name="connsiteX375" fmla="*/ 315325 w 1094395"/>
                  <a:gd name="connsiteY375" fmla="*/ 438129 h 1130758"/>
                  <a:gd name="connsiteX376" fmla="*/ 322698 w 1094395"/>
                  <a:gd name="connsiteY376" fmla="*/ 434440 h 1130758"/>
                  <a:gd name="connsiteX377" fmla="*/ 320855 w 1094395"/>
                  <a:gd name="connsiteY377" fmla="*/ 430751 h 1130758"/>
                  <a:gd name="connsiteX378" fmla="*/ 319934 w 1094395"/>
                  <a:gd name="connsiteY378" fmla="*/ 425217 h 1130758"/>
                  <a:gd name="connsiteX379" fmla="*/ 312561 w 1094395"/>
                  <a:gd name="connsiteY379" fmla="*/ 430751 h 1130758"/>
                  <a:gd name="connsiteX380" fmla="*/ 315325 w 1094395"/>
                  <a:gd name="connsiteY380" fmla="*/ 438129 h 1130758"/>
                  <a:gd name="connsiteX381" fmla="*/ 329150 w 1094395"/>
                  <a:gd name="connsiteY381" fmla="*/ 420606 h 1130758"/>
                  <a:gd name="connsiteX382" fmla="*/ 329150 w 1094395"/>
                  <a:gd name="connsiteY382" fmla="*/ 414150 h 1130758"/>
                  <a:gd name="connsiteX383" fmla="*/ 328228 w 1094395"/>
                  <a:gd name="connsiteY383" fmla="*/ 415994 h 1130758"/>
                  <a:gd name="connsiteX384" fmla="*/ 329150 w 1094395"/>
                  <a:gd name="connsiteY384" fmla="*/ 420606 h 1130758"/>
                  <a:gd name="connsiteX385" fmla="*/ 334680 w 1094395"/>
                  <a:gd name="connsiteY385" fmla="*/ 404005 h 1130758"/>
                  <a:gd name="connsiteX386" fmla="*/ 344818 w 1094395"/>
                  <a:gd name="connsiteY386" fmla="*/ 389249 h 1130758"/>
                  <a:gd name="connsiteX387" fmla="*/ 336523 w 1094395"/>
                  <a:gd name="connsiteY387" fmla="*/ 392938 h 1130758"/>
                  <a:gd name="connsiteX388" fmla="*/ 334680 w 1094395"/>
                  <a:gd name="connsiteY388" fmla="*/ 404005 h 1130758"/>
                  <a:gd name="connsiteX389" fmla="*/ 350347 w 1094395"/>
                  <a:gd name="connsiteY389" fmla="*/ 370803 h 1130758"/>
                  <a:gd name="connsiteX390" fmla="*/ 354034 w 1094395"/>
                  <a:gd name="connsiteY390" fmla="*/ 368958 h 1130758"/>
                  <a:gd name="connsiteX391" fmla="*/ 353113 w 1094395"/>
                  <a:gd name="connsiteY391" fmla="*/ 365269 h 1130758"/>
                  <a:gd name="connsiteX392" fmla="*/ 350347 w 1094395"/>
                  <a:gd name="connsiteY392" fmla="*/ 370803 h 1130758"/>
                  <a:gd name="connsiteX393" fmla="*/ 359564 w 1094395"/>
                  <a:gd name="connsiteY393" fmla="*/ 357891 h 1130758"/>
                  <a:gd name="connsiteX394" fmla="*/ 363251 w 1094395"/>
                  <a:gd name="connsiteY394" fmla="*/ 356969 h 1130758"/>
                  <a:gd name="connsiteX395" fmla="*/ 370624 w 1094395"/>
                  <a:gd name="connsiteY395" fmla="*/ 351435 h 1130758"/>
                  <a:gd name="connsiteX396" fmla="*/ 374310 w 1094395"/>
                  <a:gd name="connsiteY396" fmla="*/ 345901 h 1130758"/>
                  <a:gd name="connsiteX397" fmla="*/ 372467 w 1094395"/>
                  <a:gd name="connsiteY397" fmla="*/ 340368 h 1130758"/>
                  <a:gd name="connsiteX398" fmla="*/ 359564 w 1094395"/>
                  <a:gd name="connsiteY398" fmla="*/ 357891 h 1130758"/>
                  <a:gd name="connsiteX399" fmla="*/ 372467 w 1094395"/>
                  <a:gd name="connsiteY399" fmla="*/ 337601 h 1130758"/>
                  <a:gd name="connsiteX400" fmla="*/ 380762 w 1094395"/>
                  <a:gd name="connsiteY400" fmla="*/ 328378 h 1130758"/>
                  <a:gd name="connsiteX401" fmla="*/ 392743 w 1094395"/>
                  <a:gd name="connsiteY401" fmla="*/ 310855 h 1130758"/>
                  <a:gd name="connsiteX402" fmla="*/ 398273 w 1094395"/>
                  <a:gd name="connsiteY402" fmla="*/ 297021 h 1130758"/>
                  <a:gd name="connsiteX403" fmla="*/ 386291 w 1094395"/>
                  <a:gd name="connsiteY403" fmla="*/ 314544 h 1130758"/>
                  <a:gd name="connsiteX404" fmla="*/ 371545 w 1094395"/>
                  <a:gd name="connsiteY404" fmla="*/ 334834 h 1130758"/>
                  <a:gd name="connsiteX405" fmla="*/ 372467 w 1094395"/>
                  <a:gd name="connsiteY405" fmla="*/ 337601 h 1130758"/>
                  <a:gd name="connsiteX406" fmla="*/ 406567 w 1094395"/>
                  <a:gd name="connsiteY406" fmla="*/ 286876 h 1130758"/>
                  <a:gd name="connsiteX407" fmla="*/ 412097 w 1094395"/>
                  <a:gd name="connsiteY407" fmla="*/ 281342 h 1130758"/>
                  <a:gd name="connsiteX408" fmla="*/ 411175 w 1094395"/>
                  <a:gd name="connsiteY408" fmla="*/ 280420 h 1130758"/>
                  <a:gd name="connsiteX409" fmla="*/ 406567 w 1094395"/>
                  <a:gd name="connsiteY409" fmla="*/ 286876 h 1130758"/>
                  <a:gd name="connsiteX410" fmla="*/ 558637 w 1094395"/>
                  <a:gd name="connsiteY410" fmla="*/ 1009018 h 1130758"/>
                  <a:gd name="connsiteX411" fmla="*/ 562323 w 1094395"/>
                  <a:gd name="connsiteY411" fmla="*/ 1009940 h 1130758"/>
                  <a:gd name="connsiteX412" fmla="*/ 565088 w 1094395"/>
                  <a:gd name="connsiteY412" fmla="*/ 1002562 h 1130758"/>
                  <a:gd name="connsiteX413" fmla="*/ 562323 w 1094395"/>
                  <a:gd name="connsiteY413" fmla="*/ 1001640 h 1130758"/>
                  <a:gd name="connsiteX414" fmla="*/ 558637 w 1094395"/>
                  <a:gd name="connsiteY414" fmla="*/ 1009018 h 1130758"/>
                  <a:gd name="connsiteX415" fmla="*/ 567853 w 1094395"/>
                  <a:gd name="connsiteY415" fmla="*/ 977661 h 1130758"/>
                  <a:gd name="connsiteX416" fmla="*/ 571540 w 1094395"/>
                  <a:gd name="connsiteY416" fmla="*/ 973049 h 1130758"/>
                  <a:gd name="connsiteX417" fmla="*/ 566010 w 1094395"/>
                  <a:gd name="connsiteY417" fmla="*/ 975816 h 1130758"/>
                  <a:gd name="connsiteX418" fmla="*/ 567853 w 1094395"/>
                  <a:gd name="connsiteY418" fmla="*/ 977661 h 1130758"/>
                  <a:gd name="connsiteX419" fmla="*/ 573383 w 1094395"/>
                  <a:gd name="connsiteY419" fmla="*/ 938925 h 1130758"/>
                  <a:gd name="connsiteX420" fmla="*/ 577070 w 1094395"/>
                  <a:gd name="connsiteY420" fmla="*/ 939847 h 1130758"/>
                  <a:gd name="connsiteX421" fmla="*/ 581678 w 1094395"/>
                  <a:gd name="connsiteY421" fmla="*/ 937081 h 1130758"/>
                  <a:gd name="connsiteX422" fmla="*/ 577070 w 1094395"/>
                  <a:gd name="connsiteY422" fmla="*/ 935236 h 1130758"/>
                  <a:gd name="connsiteX423" fmla="*/ 573383 w 1094395"/>
                  <a:gd name="connsiteY423" fmla="*/ 938925 h 1130758"/>
                  <a:gd name="connsiteX424" fmla="*/ 579835 w 1094395"/>
                  <a:gd name="connsiteY424" fmla="*/ 927858 h 1130758"/>
                  <a:gd name="connsiteX425" fmla="*/ 583521 w 1094395"/>
                  <a:gd name="connsiteY425" fmla="*/ 925091 h 1130758"/>
                  <a:gd name="connsiteX426" fmla="*/ 578913 w 1094395"/>
                  <a:gd name="connsiteY426" fmla="*/ 922324 h 1130758"/>
                  <a:gd name="connsiteX427" fmla="*/ 576148 w 1094395"/>
                  <a:gd name="connsiteY427" fmla="*/ 925091 h 1130758"/>
                  <a:gd name="connsiteX428" fmla="*/ 579835 w 1094395"/>
                  <a:gd name="connsiteY428" fmla="*/ 927858 h 1130758"/>
                  <a:gd name="connsiteX429" fmla="*/ 585364 w 1094395"/>
                  <a:gd name="connsiteY429" fmla="*/ 942614 h 1130758"/>
                  <a:gd name="connsiteX430" fmla="*/ 586286 w 1094395"/>
                  <a:gd name="connsiteY430" fmla="*/ 943537 h 1130758"/>
                  <a:gd name="connsiteX431" fmla="*/ 589972 w 1094395"/>
                  <a:gd name="connsiteY431" fmla="*/ 940770 h 1130758"/>
                  <a:gd name="connsiteX432" fmla="*/ 590894 w 1094395"/>
                  <a:gd name="connsiteY432" fmla="*/ 935236 h 1130758"/>
                  <a:gd name="connsiteX433" fmla="*/ 587208 w 1094395"/>
                  <a:gd name="connsiteY433" fmla="*/ 932469 h 1130758"/>
                  <a:gd name="connsiteX434" fmla="*/ 585364 w 1094395"/>
                  <a:gd name="connsiteY434" fmla="*/ 942614 h 1130758"/>
                  <a:gd name="connsiteX435" fmla="*/ 590894 w 1094395"/>
                  <a:gd name="connsiteY435" fmla="*/ 896501 h 1130758"/>
                  <a:gd name="connsiteX436" fmla="*/ 589051 w 1094395"/>
                  <a:gd name="connsiteY436" fmla="*/ 890044 h 1130758"/>
                  <a:gd name="connsiteX437" fmla="*/ 585364 w 1094395"/>
                  <a:gd name="connsiteY437" fmla="*/ 897423 h 1130758"/>
                  <a:gd name="connsiteX438" fmla="*/ 590894 w 1094395"/>
                  <a:gd name="connsiteY438" fmla="*/ 896501 h 1130758"/>
                  <a:gd name="connsiteX439" fmla="*/ 597346 w 1094395"/>
                  <a:gd name="connsiteY439" fmla="*/ 919557 h 1130758"/>
                  <a:gd name="connsiteX440" fmla="*/ 601032 w 1094395"/>
                  <a:gd name="connsiteY440" fmla="*/ 907568 h 1130758"/>
                  <a:gd name="connsiteX441" fmla="*/ 606562 w 1094395"/>
                  <a:gd name="connsiteY441" fmla="*/ 890044 h 1130758"/>
                  <a:gd name="connsiteX442" fmla="*/ 610249 w 1094395"/>
                  <a:gd name="connsiteY442" fmla="*/ 877133 h 1130758"/>
                  <a:gd name="connsiteX443" fmla="*/ 613013 w 1094395"/>
                  <a:gd name="connsiteY443" fmla="*/ 871599 h 1130758"/>
                  <a:gd name="connsiteX444" fmla="*/ 616700 w 1094395"/>
                  <a:gd name="connsiteY444" fmla="*/ 883589 h 1130758"/>
                  <a:gd name="connsiteX445" fmla="*/ 616700 w 1094395"/>
                  <a:gd name="connsiteY445" fmla="*/ 890967 h 1130758"/>
                  <a:gd name="connsiteX446" fmla="*/ 620387 w 1094395"/>
                  <a:gd name="connsiteY446" fmla="*/ 887278 h 1130758"/>
                  <a:gd name="connsiteX447" fmla="*/ 621308 w 1094395"/>
                  <a:gd name="connsiteY447" fmla="*/ 876210 h 1130758"/>
                  <a:gd name="connsiteX448" fmla="*/ 622230 w 1094395"/>
                  <a:gd name="connsiteY448" fmla="*/ 866065 h 1130758"/>
                  <a:gd name="connsiteX449" fmla="*/ 625916 w 1094395"/>
                  <a:gd name="connsiteY449" fmla="*/ 863299 h 1130758"/>
                  <a:gd name="connsiteX450" fmla="*/ 630525 w 1094395"/>
                  <a:gd name="connsiteY450" fmla="*/ 862376 h 1130758"/>
                  <a:gd name="connsiteX451" fmla="*/ 626838 w 1094395"/>
                  <a:gd name="connsiteY451" fmla="*/ 858687 h 1130758"/>
                  <a:gd name="connsiteX452" fmla="*/ 619465 w 1094395"/>
                  <a:gd name="connsiteY452" fmla="*/ 864221 h 1130758"/>
                  <a:gd name="connsiteX453" fmla="*/ 613935 w 1094395"/>
                  <a:gd name="connsiteY453" fmla="*/ 868832 h 1130758"/>
                  <a:gd name="connsiteX454" fmla="*/ 613013 w 1094395"/>
                  <a:gd name="connsiteY454" fmla="*/ 866065 h 1130758"/>
                  <a:gd name="connsiteX455" fmla="*/ 618543 w 1094395"/>
                  <a:gd name="connsiteY455" fmla="*/ 852231 h 1130758"/>
                  <a:gd name="connsiteX456" fmla="*/ 611170 w 1094395"/>
                  <a:gd name="connsiteY456" fmla="*/ 862376 h 1130758"/>
                  <a:gd name="connsiteX457" fmla="*/ 599189 w 1094395"/>
                  <a:gd name="connsiteY457" fmla="*/ 886355 h 1130758"/>
                  <a:gd name="connsiteX458" fmla="*/ 597346 w 1094395"/>
                  <a:gd name="connsiteY458" fmla="*/ 892811 h 1130758"/>
                  <a:gd name="connsiteX459" fmla="*/ 594581 w 1094395"/>
                  <a:gd name="connsiteY459" fmla="*/ 910335 h 1130758"/>
                  <a:gd name="connsiteX460" fmla="*/ 597346 w 1094395"/>
                  <a:gd name="connsiteY460" fmla="*/ 919557 h 1130758"/>
                  <a:gd name="connsiteX461" fmla="*/ 603797 w 1094395"/>
                  <a:gd name="connsiteY461" fmla="*/ 862376 h 1130758"/>
                  <a:gd name="connsiteX462" fmla="*/ 607484 w 1094395"/>
                  <a:gd name="connsiteY462" fmla="*/ 858687 h 1130758"/>
                  <a:gd name="connsiteX463" fmla="*/ 606562 w 1094395"/>
                  <a:gd name="connsiteY463" fmla="*/ 854998 h 1130758"/>
                  <a:gd name="connsiteX464" fmla="*/ 602876 w 1094395"/>
                  <a:gd name="connsiteY464" fmla="*/ 858687 h 1130758"/>
                  <a:gd name="connsiteX465" fmla="*/ 603797 w 1094395"/>
                  <a:gd name="connsiteY465" fmla="*/ 862376 h 1130758"/>
                  <a:gd name="connsiteX466" fmla="*/ 605640 w 1094395"/>
                  <a:gd name="connsiteY466" fmla="*/ 949070 h 1130758"/>
                  <a:gd name="connsiteX467" fmla="*/ 610249 w 1094395"/>
                  <a:gd name="connsiteY467" fmla="*/ 943537 h 1130758"/>
                  <a:gd name="connsiteX468" fmla="*/ 611170 w 1094395"/>
                  <a:gd name="connsiteY468" fmla="*/ 938925 h 1130758"/>
                  <a:gd name="connsiteX469" fmla="*/ 606562 w 1094395"/>
                  <a:gd name="connsiteY469" fmla="*/ 943537 h 1130758"/>
                  <a:gd name="connsiteX470" fmla="*/ 605640 w 1094395"/>
                  <a:gd name="connsiteY470" fmla="*/ 949070 h 1130758"/>
                  <a:gd name="connsiteX471" fmla="*/ 612092 w 1094395"/>
                  <a:gd name="connsiteY471" fmla="*/ 750781 h 1130758"/>
                  <a:gd name="connsiteX472" fmla="*/ 611170 w 1094395"/>
                  <a:gd name="connsiteY472" fmla="*/ 745247 h 1130758"/>
                  <a:gd name="connsiteX473" fmla="*/ 606562 w 1094395"/>
                  <a:gd name="connsiteY473" fmla="*/ 748936 h 1130758"/>
                  <a:gd name="connsiteX474" fmla="*/ 612092 w 1094395"/>
                  <a:gd name="connsiteY474" fmla="*/ 750781 h 1130758"/>
                  <a:gd name="connsiteX475" fmla="*/ 613935 w 1094395"/>
                  <a:gd name="connsiteY475" fmla="*/ 935236 h 1130758"/>
                  <a:gd name="connsiteX476" fmla="*/ 616700 w 1094395"/>
                  <a:gd name="connsiteY476" fmla="*/ 928780 h 1130758"/>
                  <a:gd name="connsiteX477" fmla="*/ 613935 w 1094395"/>
                  <a:gd name="connsiteY477" fmla="*/ 923246 h 1130758"/>
                  <a:gd name="connsiteX478" fmla="*/ 610249 w 1094395"/>
                  <a:gd name="connsiteY478" fmla="*/ 930625 h 1130758"/>
                  <a:gd name="connsiteX479" fmla="*/ 613935 w 1094395"/>
                  <a:gd name="connsiteY479" fmla="*/ 935236 h 1130758"/>
                  <a:gd name="connsiteX480" fmla="*/ 627760 w 1094395"/>
                  <a:gd name="connsiteY480" fmla="*/ 852231 h 1130758"/>
                  <a:gd name="connsiteX481" fmla="*/ 630525 w 1094395"/>
                  <a:gd name="connsiteY481" fmla="*/ 848542 h 1130758"/>
                  <a:gd name="connsiteX482" fmla="*/ 629603 w 1094395"/>
                  <a:gd name="connsiteY482" fmla="*/ 844853 h 1130758"/>
                  <a:gd name="connsiteX483" fmla="*/ 626838 w 1094395"/>
                  <a:gd name="connsiteY483" fmla="*/ 848542 h 1130758"/>
                  <a:gd name="connsiteX484" fmla="*/ 627760 w 1094395"/>
                  <a:gd name="connsiteY484" fmla="*/ 852231 h 1130758"/>
                  <a:gd name="connsiteX485" fmla="*/ 632368 w 1094395"/>
                  <a:gd name="connsiteY485" fmla="*/ 842086 h 1130758"/>
                  <a:gd name="connsiteX486" fmla="*/ 639741 w 1094395"/>
                  <a:gd name="connsiteY486" fmla="*/ 837475 h 1130758"/>
                  <a:gd name="connsiteX487" fmla="*/ 640662 w 1094395"/>
                  <a:gd name="connsiteY487" fmla="*/ 831019 h 1130758"/>
                  <a:gd name="connsiteX488" fmla="*/ 633289 w 1094395"/>
                  <a:gd name="connsiteY488" fmla="*/ 835630 h 1130758"/>
                  <a:gd name="connsiteX489" fmla="*/ 632368 w 1094395"/>
                  <a:gd name="connsiteY489" fmla="*/ 842086 h 1130758"/>
                  <a:gd name="connsiteX490" fmla="*/ 654487 w 1094395"/>
                  <a:gd name="connsiteY490" fmla="*/ 775682 h 1130758"/>
                  <a:gd name="connsiteX491" fmla="*/ 657252 w 1094395"/>
                  <a:gd name="connsiteY491" fmla="*/ 770149 h 1130758"/>
                  <a:gd name="connsiteX492" fmla="*/ 654487 w 1094395"/>
                  <a:gd name="connsiteY492" fmla="*/ 769226 h 1130758"/>
                  <a:gd name="connsiteX493" fmla="*/ 650800 w 1094395"/>
                  <a:gd name="connsiteY493" fmla="*/ 774760 h 1130758"/>
                  <a:gd name="connsiteX494" fmla="*/ 654487 w 1094395"/>
                  <a:gd name="connsiteY494" fmla="*/ 775682 h 1130758"/>
                  <a:gd name="connsiteX495" fmla="*/ 671998 w 1094395"/>
                  <a:gd name="connsiteY495" fmla="*/ 752625 h 1130758"/>
                  <a:gd name="connsiteX496" fmla="*/ 679371 w 1094395"/>
                  <a:gd name="connsiteY496" fmla="*/ 758159 h 1130758"/>
                  <a:gd name="connsiteX497" fmla="*/ 683058 w 1094395"/>
                  <a:gd name="connsiteY497" fmla="*/ 754470 h 1130758"/>
                  <a:gd name="connsiteX498" fmla="*/ 691352 w 1094395"/>
                  <a:gd name="connsiteY498" fmla="*/ 740636 h 1130758"/>
                  <a:gd name="connsiteX499" fmla="*/ 696882 w 1094395"/>
                  <a:gd name="connsiteY499" fmla="*/ 729568 h 1130758"/>
                  <a:gd name="connsiteX500" fmla="*/ 707020 w 1094395"/>
                  <a:gd name="connsiteY500" fmla="*/ 717579 h 1130758"/>
                  <a:gd name="connsiteX501" fmla="*/ 709785 w 1094395"/>
                  <a:gd name="connsiteY501" fmla="*/ 713890 h 1130758"/>
                  <a:gd name="connsiteX502" fmla="*/ 707942 w 1094395"/>
                  <a:gd name="connsiteY502" fmla="*/ 707434 h 1130758"/>
                  <a:gd name="connsiteX503" fmla="*/ 704255 w 1094395"/>
                  <a:gd name="connsiteY503" fmla="*/ 700055 h 1130758"/>
                  <a:gd name="connsiteX504" fmla="*/ 699647 w 1094395"/>
                  <a:gd name="connsiteY504" fmla="*/ 696366 h 1130758"/>
                  <a:gd name="connsiteX505" fmla="*/ 695960 w 1094395"/>
                  <a:gd name="connsiteY505" fmla="*/ 698211 h 1130758"/>
                  <a:gd name="connsiteX506" fmla="*/ 696882 w 1094395"/>
                  <a:gd name="connsiteY506" fmla="*/ 708356 h 1130758"/>
                  <a:gd name="connsiteX507" fmla="*/ 693196 w 1094395"/>
                  <a:gd name="connsiteY507" fmla="*/ 723112 h 1130758"/>
                  <a:gd name="connsiteX508" fmla="*/ 685823 w 1094395"/>
                  <a:gd name="connsiteY508" fmla="*/ 736947 h 1130758"/>
                  <a:gd name="connsiteX509" fmla="*/ 683058 w 1094395"/>
                  <a:gd name="connsiteY509" fmla="*/ 743403 h 1130758"/>
                  <a:gd name="connsiteX510" fmla="*/ 681214 w 1094395"/>
                  <a:gd name="connsiteY510" fmla="*/ 742480 h 1130758"/>
                  <a:gd name="connsiteX511" fmla="*/ 680293 w 1094395"/>
                  <a:gd name="connsiteY511" fmla="*/ 735102 h 1130758"/>
                  <a:gd name="connsiteX512" fmla="*/ 674763 w 1094395"/>
                  <a:gd name="connsiteY512" fmla="*/ 739714 h 1130758"/>
                  <a:gd name="connsiteX513" fmla="*/ 669233 w 1094395"/>
                  <a:gd name="connsiteY513" fmla="*/ 748936 h 1130758"/>
                  <a:gd name="connsiteX514" fmla="*/ 670155 w 1094395"/>
                  <a:gd name="connsiteY514" fmla="*/ 741558 h 1130758"/>
                  <a:gd name="connsiteX515" fmla="*/ 670155 w 1094395"/>
                  <a:gd name="connsiteY515" fmla="*/ 735102 h 1130758"/>
                  <a:gd name="connsiteX516" fmla="*/ 660938 w 1094395"/>
                  <a:gd name="connsiteY516" fmla="*/ 751703 h 1130758"/>
                  <a:gd name="connsiteX517" fmla="*/ 671998 w 1094395"/>
                  <a:gd name="connsiteY517" fmla="*/ 752625 h 1130758"/>
                  <a:gd name="connsiteX518" fmla="*/ 687666 w 1094395"/>
                  <a:gd name="connsiteY518" fmla="*/ 721268 h 1130758"/>
                  <a:gd name="connsiteX519" fmla="*/ 692274 w 1094395"/>
                  <a:gd name="connsiteY519" fmla="*/ 722190 h 1130758"/>
                  <a:gd name="connsiteX520" fmla="*/ 693196 w 1094395"/>
                  <a:gd name="connsiteY520" fmla="*/ 716657 h 1130758"/>
                  <a:gd name="connsiteX521" fmla="*/ 688587 w 1094395"/>
                  <a:gd name="connsiteY521" fmla="*/ 715734 h 1130758"/>
                  <a:gd name="connsiteX522" fmla="*/ 687666 w 1094395"/>
                  <a:gd name="connsiteY522" fmla="*/ 721268 h 1130758"/>
                  <a:gd name="connsiteX523" fmla="*/ 715315 w 1094395"/>
                  <a:gd name="connsiteY523" fmla="*/ 690833 h 1130758"/>
                  <a:gd name="connsiteX524" fmla="*/ 720845 w 1094395"/>
                  <a:gd name="connsiteY524" fmla="*/ 683455 h 1130758"/>
                  <a:gd name="connsiteX525" fmla="*/ 722688 w 1094395"/>
                  <a:gd name="connsiteY525" fmla="*/ 677921 h 1130758"/>
                  <a:gd name="connsiteX526" fmla="*/ 720845 w 1094395"/>
                  <a:gd name="connsiteY526" fmla="*/ 672387 h 1130758"/>
                  <a:gd name="connsiteX527" fmla="*/ 711628 w 1094395"/>
                  <a:gd name="connsiteY527" fmla="*/ 693600 h 1130758"/>
                  <a:gd name="connsiteX528" fmla="*/ 715315 w 1094395"/>
                  <a:gd name="connsiteY528" fmla="*/ 690833 h 1130758"/>
                  <a:gd name="connsiteX529" fmla="*/ 726375 w 1094395"/>
                  <a:gd name="connsiteY529" fmla="*/ 663164 h 1130758"/>
                  <a:gd name="connsiteX530" fmla="*/ 728218 w 1094395"/>
                  <a:gd name="connsiteY530" fmla="*/ 664087 h 1130758"/>
                  <a:gd name="connsiteX531" fmla="*/ 732826 w 1094395"/>
                  <a:gd name="connsiteY531" fmla="*/ 653942 h 1130758"/>
                  <a:gd name="connsiteX532" fmla="*/ 731904 w 1094395"/>
                  <a:gd name="connsiteY532" fmla="*/ 653020 h 1130758"/>
                  <a:gd name="connsiteX533" fmla="*/ 726375 w 1094395"/>
                  <a:gd name="connsiteY533" fmla="*/ 663164 h 1130758"/>
                  <a:gd name="connsiteX534" fmla="*/ 729139 w 1094395"/>
                  <a:gd name="connsiteY534" fmla="*/ 638263 h 1130758"/>
                  <a:gd name="connsiteX535" fmla="*/ 732826 w 1094395"/>
                  <a:gd name="connsiteY535" fmla="*/ 636418 h 1130758"/>
                  <a:gd name="connsiteX536" fmla="*/ 735591 w 1094395"/>
                  <a:gd name="connsiteY536" fmla="*/ 628118 h 1130758"/>
                  <a:gd name="connsiteX537" fmla="*/ 732826 w 1094395"/>
                  <a:gd name="connsiteY537" fmla="*/ 629963 h 1130758"/>
                  <a:gd name="connsiteX538" fmla="*/ 729139 w 1094395"/>
                  <a:gd name="connsiteY538" fmla="*/ 638263 h 1130758"/>
                  <a:gd name="connsiteX539" fmla="*/ 734669 w 1094395"/>
                  <a:gd name="connsiteY539" fmla="*/ 644719 h 1130758"/>
                  <a:gd name="connsiteX540" fmla="*/ 745729 w 1094395"/>
                  <a:gd name="connsiteY540" fmla="*/ 634574 h 1130758"/>
                  <a:gd name="connsiteX541" fmla="*/ 749415 w 1094395"/>
                  <a:gd name="connsiteY541" fmla="*/ 619818 h 1130758"/>
                  <a:gd name="connsiteX542" fmla="*/ 734669 w 1094395"/>
                  <a:gd name="connsiteY542" fmla="*/ 644719 h 1130758"/>
                  <a:gd name="connsiteX543" fmla="*/ 738356 w 1094395"/>
                  <a:gd name="connsiteY543" fmla="*/ 452886 h 1130758"/>
                  <a:gd name="connsiteX544" fmla="*/ 739277 w 1094395"/>
                  <a:gd name="connsiteY544" fmla="*/ 454730 h 1130758"/>
                  <a:gd name="connsiteX545" fmla="*/ 744807 w 1094395"/>
                  <a:gd name="connsiteY545" fmla="*/ 447352 h 1130758"/>
                  <a:gd name="connsiteX546" fmla="*/ 743886 w 1094395"/>
                  <a:gd name="connsiteY546" fmla="*/ 445507 h 1130758"/>
                  <a:gd name="connsiteX547" fmla="*/ 738356 w 1094395"/>
                  <a:gd name="connsiteY547" fmla="*/ 452886 h 1130758"/>
                  <a:gd name="connsiteX548" fmla="*/ 747572 w 1094395"/>
                  <a:gd name="connsiteY548" fmla="*/ 607828 h 1130758"/>
                  <a:gd name="connsiteX549" fmla="*/ 746650 w 1094395"/>
                  <a:gd name="connsiteY549" fmla="*/ 604139 h 1130758"/>
                  <a:gd name="connsiteX550" fmla="*/ 742964 w 1094395"/>
                  <a:gd name="connsiteY550" fmla="*/ 609673 h 1130758"/>
                  <a:gd name="connsiteX551" fmla="*/ 747572 w 1094395"/>
                  <a:gd name="connsiteY551" fmla="*/ 607828 h 1130758"/>
                  <a:gd name="connsiteX552" fmla="*/ 747572 w 1094395"/>
                  <a:gd name="connsiteY552" fmla="*/ 595838 h 1130758"/>
                  <a:gd name="connsiteX553" fmla="*/ 751258 w 1094395"/>
                  <a:gd name="connsiteY553" fmla="*/ 599527 h 1130758"/>
                  <a:gd name="connsiteX554" fmla="*/ 752180 w 1094395"/>
                  <a:gd name="connsiteY554" fmla="*/ 595838 h 1130758"/>
                  <a:gd name="connsiteX555" fmla="*/ 748494 w 1094395"/>
                  <a:gd name="connsiteY555" fmla="*/ 592149 h 1130758"/>
                  <a:gd name="connsiteX556" fmla="*/ 747572 w 1094395"/>
                  <a:gd name="connsiteY556" fmla="*/ 595838 h 1130758"/>
                  <a:gd name="connsiteX557" fmla="*/ 754945 w 1094395"/>
                  <a:gd name="connsiteY557" fmla="*/ 613362 h 1130758"/>
                  <a:gd name="connsiteX558" fmla="*/ 758632 w 1094395"/>
                  <a:gd name="connsiteY558" fmla="*/ 609673 h 1130758"/>
                  <a:gd name="connsiteX559" fmla="*/ 757710 w 1094395"/>
                  <a:gd name="connsiteY559" fmla="*/ 605983 h 1130758"/>
                  <a:gd name="connsiteX560" fmla="*/ 754024 w 1094395"/>
                  <a:gd name="connsiteY560" fmla="*/ 609673 h 1130758"/>
                  <a:gd name="connsiteX561" fmla="*/ 754945 w 1094395"/>
                  <a:gd name="connsiteY561" fmla="*/ 613362 h 1130758"/>
                  <a:gd name="connsiteX562" fmla="*/ 755867 w 1094395"/>
                  <a:gd name="connsiteY562" fmla="*/ 432595 h 1130758"/>
                  <a:gd name="connsiteX563" fmla="*/ 757710 w 1094395"/>
                  <a:gd name="connsiteY563" fmla="*/ 427062 h 1130758"/>
                  <a:gd name="connsiteX564" fmla="*/ 754024 w 1094395"/>
                  <a:gd name="connsiteY564" fmla="*/ 430751 h 1130758"/>
                  <a:gd name="connsiteX565" fmla="*/ 755867 w 1094395"/>
                  <a:gd name="connsiteY565" fmla="*/ 432595 h 1130758"/>
                  <a:gd name="connsiteX566" fmla="*/ 778908 w 1094395"/>
                  <a:gd name="connsiteY566" fmla="*/ 397549 h 1130758"/>
                  <a:gd name="connsiteX567" fmla="*/ 791811 w 1094395"/>
                  <a:gd name="connsiteY567" fmla="*/ 402160 h 1130758"/>
                  <a:gd name="connsiteX568" fmla="*/ 799184 w 1094395"/>
                  <a:gd name="connsiteY568" fmla="*/ 390171 h 1130758"/>
                  <a:gd name="connsiteX569" fmla="*/ 809322 w 1094395"/>
                  <a:gd name="connsiteY569" fmla="*/ 380026 h 1130758"/>
                  <a:gd name="connsiteX570" fmla="*/ 813008 w 1094395"/>
                  <a:gd name="connsiteY570" fmla="*/ 378181 h 1130758"/>
                  <a:gd name="connsiteX571" fmla="*/ 810243 w 1094395"/>
                  <a:gd name="connsiteY571" fmla="*/ 374492 h 1130758"/>
                  <a:gd name="connsiteX572" fmla="*/ 813008 w 1094395"/>
                  <a:gd name="connsiteY572" fmla="*/ 370803 h 1130758"/>
                  <a:gd name="connsiteX573" fmla="*/ 815773 w 1094395"/>
                  <a:gd name="connsiteY573" fmla="*/ 374492 h 1130758"/>
                  <a:gd name="connsiteX574" fmla="*/ 814851 w 1094395"/>
                  <a:gd name="connsiteY574" fmla="*/ 376337 h 1130758"/>
                  <a:gd name="connsiteX575" fmla="*/ 830519 w 1094395"/>
                  <a:gd name="connsiteY575" fmla="*/ 352357 h 1130758"/>
                  <a:gd name="connsiteX576" fmla="*/ 834206 w 1094395"/>
                  <a:gd name="connsiteY576" fmla="*/ 344979 h 1130758"/>
                  <a:gd name="connsiteX577" fmla="*/ 850795 w 1094395"/>
                  <a:gd name="connsiteY577" fmla="*/ 312700 h 1130758"/>
                  <a:gd name="connsiteX578" fmla="*/ 851717 w 1094395"/>
                  <a:gd name="connsiteY578" fmla="*/ 311777 h 1130758"/>
                  <a:gd name="connsiteX579" fmla="*/ 860012 w 1094395"/>
                  <a:gd name="connsiteY579" fmla="*/ 304399 h 1130758"/>
                  <a:gd name="connsiteX580" fmla="*/ 867384 w 1094395"/>
                  <a:gd name="connsiteY580" fmla="*/ 294254 h 1130758"/>
                  <a:gd name="connsiteX581" fmla="*/ 870150 w 1094395"/>
                  <a:gd name="connsiteY581" fmla="*/ 286876 h 1130758"/>
                  <a:gd name="connsiteX582" fmla="*/ 870150 w 1094395"/>
                  <a:gd name="connsiteY582" fmla="*/ 279498 h 1130758"/>
                  <a:gd name="connsiteX583" fmla="*/ 864620 w 1094395"/>
                  <a:gd name="connsiteY583" fmla="*/ 286876 h 1130758"/>
                  <a:gd name="connsiteX584" fmla="*/ 855403 w 1094395"/>
                  <a:gd name="connsiteY584" fmla="*/ 294254 h 1130758"/>
                  <a:gd name="connsiteX585" fmla="*/ 852638 w 1094395"/>
                  <a:gd name="connsiteY585" fmla="*/ 298865 h 1130758"/>
                  <a:gd name="connsiteX586" fmla="*/ 837892 w 1094395"/>
                  <a:gd name="connsiteY586" fmla="*/ 321000 h 1130758"/>
                  <a:gd name="connsiteX587" fmla="*/ 822224 w 1094395"/>
                  <a:gd name="connsiteY587" fmla="*/ 340368 h 1130758"/>
                  <a:gd name="connsiteX588" fmla="*/ 810243 w 1094395"/>
                  <a:gd name="connsiteY588" fmla="*/ 356969 h 1130758"/>
                  <a:gd name="connsiteX589" fmla="*/ 799184 w 1094395"/>
                  <a:gd name="connsiteY589" fmla="*/ 374492 h 1130758"/>
                  <a:gd name="connsiteX590" fmla="*/ 796419 w 1094395"/>
                  <a:gd name="connsiteY590" fmla="*/ 375414 h 1130758"/>
                  <a:gd name="connsiteX591" fmla="*/ 791811 w 1094395"/>
                  <a:gd name="connsiteY591" fmla="*/ 385559 h 1130758"/>
                  <a:gd name="connsiteX592" fmla="*/ 789967 w 1094395"/>
                  <a:gd name="connsiteY592" fmla="*/ 386482 h 1130758"/>
                  <a:gd name="connsiteX593" fmla="*/ 778908 w 1094395"/>
                  <a:gd name="connsiteY593" fmla="*/ 397549 h 1130758"/>
                  <a:gd name="connsiteX594" fmla="*/ 784437 w 1094395"/>
                  <a:gd name="connsiteY594" fmla="*/ 565403 h 1130758"/>
                  <a:gd name="connsiteX595" fmla="*/ 783516 w 1094395"/>
                  <a:gd name="connsiteY595" fmla="*/ 561714 h 1130758"/>
                  <a:gd name="connsiteX596" fmla="*/ 778908 w 1094395"/>
                  <a:gd name="connsiteY596" fmla="*/ 569092 h 1130758"/>
                  <a:gd name="connsiteX597" fmla="*/ 784437 w 1094395"/>
                  <a:gd name="connsiteY597" fmla="*/ 565403 h 1130758"/>
                  <a:gd name="connsiteX598" fmla="*/ 785359 w 1094395"/>
                  <a:gd name="connsiteY598" fmla="*/ 530357 h 1130758"/>
                  <a:gd name="connsiteX599" fmla="*/ 789046 w 1094395"/>
                  <a:gd name="connsiteY599" fmla="*/ 526668 h 1130758"/>
                  <a:gd name="connsiteX600" fmla="*/ 783516 w 1094395"/>
                  <a:gd name="connsiteY600" fmla="*/ 529434 h 1130758"/>
                  <a:gd name="connsiteX601" fmla="*/ 785359 w 1094395"/>
                  <a:gd name="connsiteY601" fmla="*/ 530357 h 1130758"/>
                  <a:gd name="connsiteX602" fmla="*/ 876601 w 1094395"/>
                  <a:gd name="connsiteY602" fmla="*/ 281342 h 1130758"/>
                  <a:gd name="connsiteX603" fmla="*/ 878444 w 1094395"/>
                  <a:gd name="connsiteY603" fmla="*/ 275809 h 1130758"/>
                  <a:gd name="connsiteX604" fmla="*/ 874758 w 1094395"/>
                  <a:gd name="connsiteY604" fmla="*/ 279498 h 1130758"/>
                  <a:gd name="connsiteX605" fmla="*/ 876601 w 1094395"/>
                  <a:gd name="connsiteY605" fmla="*/ 281342 h 113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1094395" h="1130758">
                    <a:moveTo>
                      <a:pt x="1048" y="924169"/>
                    </a:moveTo>
                    <a:cubicBezTo>
                      <a:pt x="1970" y="923246"/>
                      <a:pt x="3813" y="919557"/>
                      <a:pt x="3813" y="916790"/>
                    </a:cubicBezTo>
                    <a:cubicBezTo>
                      <a:pt x="3813" y="909412"/>
                      <a:pt x="35149" y="838397"/>
                      <a:pt x="43443" y="823641"/>
                    </a:cubicBezTo>
                    <a:cubicBezTo>
                      <a:pt x="47130" y="818107"/>
                      <a:pt x="49895" y="811651"/>
                      <a:pt x="49895" y="809807"/>
                    </a:cubicBezTo>
                    <a:cubicBezTo>
                      <a:pt x="49895" y="807962"/>
                      <a:pt x="51738" y="804273"/>
                      <a:pt x="54503" y="802428"/>
                    </a:cubicBezTo>
                    <a:cubicBezTo>
                      <a:pt x="58189" y="800584"/>
                      <a:pt x="60033" y="795050"/>
                      <a:pt x="61876" y="790439"/>
                    </a:cubicBezTo>
                    <a:cubicBezTo>
                      <a:pt x="64641" y="783060"/>
                      <a:pt x="69249" y="771993"/>
                      <a:pt x="84917" y="748936"/>
                    </a:cubicBezTo>
                    <a:cubicBezTo>
                      <a:pt x="90447" y="740636"/>
                      <a:pt x="102428" y="720346"/>
                      <a:pt x="111644" y="704667"/>
                    </a:cubicBezTo>
                    <a:cubicBezTo>
                      <a:pt x="120860" y="688066"/>
                      <a:pt x="133763" y="667776"/>
                      <a:pt x="140215" y="656709"/>
                    </a:cubicBezTo>
                    <a:cubicBezTo>
                      <a:pt x="146666" y="645641"/>
                      <a:pt x="157726" y="628118"/>
                      <a:pt x="165099" y="615206"/>
                    </a:cubicBezTo>
                    <a:cubicBezTo>
                      <a:pt x="172472" y="603216"/>
                      <a:pt x="186297" y="578315"/>
                      <a:pt x="197356" y="561714"/>
                    </a:cubicBezTo>
                    <a:cubicBezTo>
                      <a:pt x="207494" y="545113"/>
                      <a:pt x="218554" y="527590"/>
                      <a:pt x="219475" y="522979"/>
                    </a:cubicBezTo>
                    <a:cubicBezTo>
                      <a:pt x="220397" y="519289"/>
                      <a:pt x="224084" y="515600"/>
                      <a:pt x="225005" y="515600"/>
                    </a:cubicBezTo>
                    <a:cubicBezTo>
                      <a:pt x="226848" y="515600"/>
                      <a:pt x="230535" y="510067"/>
                      <a:pt x="233300" y="502688"/>
                    </a:cubicBezTo>
                    <a:cubicBezTo>
                      <a:pt x="236065" y="495310"/>
                      <a:pt x="245281" y="479632"/>
                      <a:pt x="253576" y="465797"/>
                    </a:cubicBezTo>
                    <a:cubicBezTo>
                      <a:pt x="260949" y="453808"/>
                      <a:pt x="271087" y="439051"/>
                      <a:pt x="274774" y="433518"/>
                    </a:cubicBezTo>
                    <a:cubicBezTo>
                      <a:pt x="277538" y="427984"/>
                      <a:pt x="282147" y="421528"/>
                      <a:pt x="284912" y="418761"/>
                    </a:cubicBezTo>
                    <a:cubicBezTo>
                      <a:pt x="287676" y="415994"/>
                      <a:pt x="292285" y="407694"/>
                      <a:pt x="296893" y="400316"/>
                    </a:cubicBezTo>
                    <a:cubicBezTo>
                      <a:pt x="308874" y="379103"/>
                      <a:pt x="335602" y="334834"/>
                      <a:pt x="347583" y="318233"/>
                    </a:cubicBezTo>
                    <a:cubicBezTo>
                      <a:pt x="353113" y="309933"/>
                      <a:pt x="363251" y="295176"/>
                      <a:pt x="368780" y="285031"/>
                    </a:cubicBezTo>
                    <a:cubicBezTo>
                      <a:pt x="374310" y="274886"/>
                      <a:pt x="381683" y="261974"/>
                      <a:pt x="385370" y="257363"/>
                    </a:cubicBezTo>
                    <a:cubicBezTo>
                      <a:pt x="389056" y="251829"/>
                      <a:pt x="394586" y="244451"/>
                      <a:pt x="397351" y="238917"/>
                    </a:cubicBezTo>
                    <a:cubicBezTo>
                      <a:pt x="415784" y="209405"/>
                      <a:pt x="427765" y="190037"/>
                      <a:pt x="430530" y="190037"/>
                    </a:cubicBezTo>
                    <a:cubicBezTo>
                      <a:pt x="431451" y="190037"/>
                      <a:pt x="433295" y="188192"/>
                      <a:pt x="433295" y="184503"/>
                    </a:cubicBezTo>
                    <a:cubicBezTo>
                      <a:pt x="433295" y="181736"/>
                      <a:pt x="434216" y="179892"/>
                      <a:pt x="436060" y="179892"/>
                    </a:cubicBezTo>
                    <a:cubicBezTo>
                      <a:pt x="437903" y="179892"/>
                      <a:pt x="443433" y="171591"/>
                      <a:pt x="448962" y="162369"/>
                    </a:cubicBezTo>
                    <a:lnTo>
                      <a:pt x="463709" y="141156"/>
                    </a:lnTo>
                    <a:cubicBezTo>
                      <a:pt x="465552" y="140234"/>
                      <a:pt x="471082" y="131011"/>
                      <a:pt x="475690" y="122711"/>
                    </a:cubicBezTo>
                    <a:cubicBezTo>
                      <a:pt x="480298" y="114410"/>
                      <a:pt x="487671" y="104265"/>
                      <a:pt x="492279" y="99654"/>
                    </a:cubicBezTo>
                    <a:cubicBezTo>
                      <a:pt x="495966" y="95042"/>
                      <a:pt x="502417" y="85820"/>
                      <a:pt x="507025" y="79364"/>
                    </a:cubicBezTo>
                    <a:cubicBezTo>
                      <a:pt x="510712" y="72908"/>
                      <a:pt x="519007" y="60918"/>
                      <a:pt x="523615" y="53540"/>
                    </a:cubicBezTo>
                    <a:cubicBezTo>
                      <a:pt x="528223" y="46162"/>
                      <a:pt x="536518" y="36017"/>
                      <a:pt x="540204" y="30483"/>
                    </a:cubicBezTo>
                    <a:cubicBezTo>
                      <a:pt x="543891" y="25872"/>
                      <a:pt x="549421" y="18493"/>
                      <a:pt x="554950" y="13882"/>
                    </a:cubicBezTo>
                    <a:cubicBezTo>
                      <a:pt x="565088" y="4659"/>
                      <a:pt x="589972" y="-2719"/>
                      <a:pt x="596424" y="970"/>
                    </a:cubicBezTo>
                    <a:cubicBezTo>
                      <a:pt x="609327" y="8348"/>
                      <a:pt x="622230" y="12960"/>
                      <a:pt x="633289" y="11115"/>
                    </a:cubicBezTo>
                    <a:cubicBezTo>
                      <a:pt x="654487" y="10193"/>
                      <a:pt x="680293" y="31405"/>
                      <a:pt x="684901" y="54462"/>
                    </a:cubicBezTo>
                    <a:cubicBezTo>
                      <a:pt x="686744" y="64607"/>
                      <a:pt x="680293" y="79364"/>
                      <a:pt x="665547" y="97809"/>
                    </a:cubicBezTo>
                    <a:cubicBezTo>
                      <a:pt x="654487" y="111643"/>
                      <a:pt x="597346" y="209405"/>
                      <a:pt x="597346" y="214016"/>
                    </a:cubicBezTo>
                    <a:cubicBezTo>
                      <a:pt x="597346" y="216783"/>
                      <a:pt x="596424" y="219550"/>
                      <a:pt x="594581" y="219550"/>
                    </a:cubicBezTo>
                    <a:cubicBezTo>
                      <a:pt x="593659" y="219550"/>
                      <a:pt x="590894" y="222316"/>
                      <a:pt x="589972" y="225083"/>
                    </a:cubicBezTo>
                    <a:cubicBezTo>
                      <a:pt x="589051" y="228772"/>
                      <a:pt x="585364" y="236151"/>
                      <a:pt x="582599" y="241684"/>
                    </a:cubicBezTo>
                    <a:cubicBezTo>
                      <a:pt x="578913" y="248140"/>
                      <a:pt x="574305" y="261052"/>
                      <a:pt x="570618" y="270275"/>
                    </a:cubicBezTo>
                    <a:cubicBezTo>
                      <a:pt x="566932" y="280420"/>
                      <a:pt x="563245" y="289643"/>
                      <a:pt x="560480" y="293332"/>
                    </a:cubicBezTo>
                    <a:cubicBezTo>
                      <a:pt x="557715" y="297021"/>
                      <a:pt x="554950" y="304399"/>
                      <a:pt x="553107" y="311777"/>
                    </a:cubicBezTo>
                    <a:cubicBezTo>
                      <a:pt x="547577" y="332990"/>
                      <a:pt x="542048" y="346824"/>
                      <a:pt x="539283" y="346824"/>
                    </a:cubicBezTo>
                    <a:cubicBezTo>
                      <a:pt x="538361" y="346824"/>
                      <a:pt x="536518" y="349591"/>
                      <a:pt x="536518" y="352357"/>
                    </a:cubicBezTo>
                    <a:cubicBezTo>
                      <a:pt x="537439" y="356047"/>
                      <a:pt x="532831" y="368958"/>
                      <a:pt x="529145" y="381870"/>
                    </a:cubicBezTo>
                    <a:cubicBezTo>
                      <a:pt x="510712" y="445507"/>
                      <a:pt x="492279" y="525745"/>
                      <a:pt x="492279" y="592149"/>
                    </a:cubicBezTo>
                    <a:cubicBezTo>
                      <a:pt x="492279" y="628118"/>
                      <a:pt x="493201" y="639185"/>
                      <a:pt x="500574" y="639185"/>
                    </a:cubicBezTo>
                    <a:cubicBezTo>
                      <a:pt x="520850" y="639185"/>
                      <a:pt x="565088" y="597683"/>
                      <a:pt x="577070" y="583849"/>
                    </a:cubicBezTo>
                    <a:cubicBezTo>
                      <a:pt x="598267" y="558025"/>
                      <a:pt x="648957" y="496233"/>
                      <a:pt x="684901" y="449196"/>
                    </a:cubicBezTo>
                    <a:cubicBezTo>
                      <a:pt x="729139" y="391093"/>
                      <a:pt x="776143" y="333912"/>
                      <a:pt x="824068" y="278575"/>
                    </a:cubicBezTo>
                    <a:cubicBezTo>
                      <a:pt x="833284" y="268430"/>
                      <a:pt x="836049" y="262897"/>
                      <a:pt x="835127" y="257363"/>
                    </a:cubicBezTo>
                    <a:cubicBezTo>
                      <a:pt x="834206" y="251829"/>
                      <a:pt x="833284" y="251829"/>
                      <a:pt x="836049" y="255518"/>
                    </a:cubicBezTo>
                    <a:cubicBezTo>
                      <a:pt x="836971" y="256441"/>
                      <a:pt x="836971" y="258285"/>
                      <a:pt x="838814" y="258285"/>
                    </a:cubicBezTo>
                    <a:cubicBezTo>
                      <a:pt x="842501" y="258285"/>
                      <a:pt x="848030" y="248140"/>
                      <a:pt x="877523" y="211249"/>
                    </a:cubicBezTo>
                    <a:cubicBezTo>
                      <a:pt x="889504" y="195571"/>
                      <a:pt x="905172" y="175280"/>
                      <a:pt x="911623" y="167902"/>
                    </a:cubicBezTo>
                    <a:cubicBezTo>
                      <a:pt x="954018" y="118099"/>
                      <a:pt x="999178" y="59996"/>
                      <a:pt x="999178" y="58151"/>
                    </a:cubicBezTo>
                    <a:cubicBezTo>
                      <a:pt x="998257" y="56307"/>
                      <a:pt x="1000100" y="54462"/>
                      <a:pt x="1002865" y="54462"/>
                    </a:cubicBezTo>
                    <a:cubicBezTo>
                      <a:pt x="1005630" y="54462"/>
                      <a:pt x="1008395" y="50773"/>
                      <a:pt x="1010238" y="46162"/>
                    </a:cubicBezTo>
                    <a:cubicBezTo>
                      <a:pt x="1012081" y="41550"/>
                      <a:pt x="1014846" y="38784"/>
                      <a:pt x="1015768" y="39706"/>
                    </a:cubicBezTo>
                    <a:cubicBezTo>
                      <a:pt x="1016689" y="40628"/>
                      <a:pt x="1018532" y="39706"/>
                      <a:pt x="1018532" y="37861"/>
                    </a:cubicBezTo>
                    <a:cubicBezTo>
                      <a:pt x="1018532" y="36017"/>
                      <a:pt x="1021298" y="34172"/>
                      <a:pt x="1024062" y="34172"/>
                    </a:cubicBezTo>
                    <a:cubicBezTo>
                      <a:pt x="1031436" y="34172"/>
                      <a:pt x="1043417" y="37861"/>
                      <a:pt x="1048025" y="44317"/>
                    </a:cubicBezTo>
                    <a:cubicBezTo>
                      <a:pt x="1051711" y="48006"/>
                      <a:pt x="1057241" y="51695"/>
                      <a:pt x="1060006" y="51695"/>
                    </a:cubicBezTo>
                    <a:cubicBezTo>
                      <a:pt x="1066458" y="50773"/>
                      <a:pt x="1084890" y="63685"/>
                      <a:pt x="1087655" y="69219"/>
                    </a:cubicBezTo>
                    <a:cubicBezTo>
                      <a:pt x="1088577" y="71985"/>
                      <a:pt x="1091342" y="79364"/>
                      <a:pt x="1093185" y="85820"/>
                    </a:cubicBezTo>
                    <a:cubicBezTo>
                      <a:pt x="1095028" y="96887"/>
                      <a:pt x="1095028" y="101498"/>
                      <a:pt x="1091342" y="111643"/>
                    </a:cubicBezTo>
                    <a:cubicBezTo>
                      <a:pt x="1088577" y="119022"/>
                      <a:pt x="1084890" y="130089"/>
                      <a:pt x="1082126" y="138389"/>
                    </a:cubicBezTo>
                    <a:cubicBezTo>
                      <a:pt x="1077517" y="152223"/>
                      <a:pt x="1063693" y="175280"/>
                      <a:pt x="1063693" y="170669"/>
                    </a:cubicBezTo>
                    <a:cubicBezTo>
                      <a:pt x="1063693" y="169747"/>
                      <a:pt x="1060006" y="173436"/>
                      <a:pt x="1056320" y="178970"/>
                    </a:cubicBezTo>
                    <a:cubicBezTo>
                      <a:pt x="1052633" y="184503"/>
                      <a:pt x="1046182" y="191881"/>
                      <a:pt x="1043417" y="195571"/>
                    </a:cubicBezTo>
                    <a:cubicBezTo>
                      <a:pt x="1039730" y="199260"/>
                      <a:pt x="1037887" y="202949"/>
                      <a:pt x="1037887" y="204793"/>
                    </a:cubicBezTo>
                    <a:cubicBezTo>
                      <a:pt x="1037887" y="206638"/>
                      <a:pt x="1036965" y="209405"/>
                      <a:pt x="1035122" y="210327"/>
                    </a:cubicBezTo>
                    <a:cubicBezTo>
                      <a:pt x="1033279" y="211249"/>
                      <a:pt x="1027749" y="220472"/>
                      <a:pt x="1020376" y="231539"/>
                    </a:cubicBezTo>
                    <a:cubicBezTo>
                      <a:pt x="1013003" y="242607"/>
                      <a:pt x="1006551" y="252752"/>
                      <a:pt x="1004708" y="254596"/>
                    </a:cubicBezTo>
                    <a:cubicBezTo>
                      <a:pt x="1001021" y="258285"/>
                      <a:pt x="988119" y="273042"/>
                      <a:pt x="975216" y="297943"/>
                    </a:cubicBezTo>
                    <a:cubicBezTo>
                      <a:pt x="972451" y="303477"/>
                      <a:pt x="962313" y="318233"/>
                      <a:pt x="953097" y="330223"/>
                    </a:cubicBezTo>
                    <a:cubicBezTo>
                      <a:pt x="943880" y="343135"/>
                      <a:pt x="936507" y="355124"/>
                      <a:pt x="936507" y="356969"/>
                    </a:cubicBezTo>
                    <a:cubicBezTo>
                      <a:pt x="936507" y="358813"/>
                      <a:pt x="931899" y="365269"/>
                      <a:pt x="926369" y="371725"/>
                    </a:cubicBezTo>
                    <a:cubicBezTo>
                      <a:pt x="920839" y="379103"/>
                      <a:pt x="916231" y="386482"/>
                      <a:pt x="916231" y="388326"/>
                    </a:cubicBezTo>
                    <a:cubicBezTo>
                      <a:pt x="917153" y="392015"/>
                      <a:pt x="909780" y="403083"/>
                      <a:pt x="901485" y="413228"/>
                    </a:cubicBezTo>
                    <a:cubicBezTo>
                      <a:pt x="895955" y="420606"/>
                      <a:pt x="878444" y="450119"/>
                      <a:pt x="878444" y="452886"/>
                    </a:cubicBezTo>
                    <a:cubicBezTo>
                      <a:pt x="878444" y="453808"/>
                      <a:pt x="866463" y="471331"/>
                      <a:pt x="861855" y="479632"/>
                    </a:cubicBezTo>
                    <a:cubicBezTo>
                      <a:pt x="860933" y="482398"/>
                      <a:pt x="855403" y="489777"/>
                      <a:pt x="850795" y="497155"/>
                    </a:cubicBezTo>
                    <a:cubicBezTo>
                      <a:pt x="842501" y="510989"/>
                      <a:pt x="837892" y="514678"/>
                      <a:pt x="837892" y="507300"/>
                    </a:cubicBezTo>
                    <a:cubicBezTo>
                      <a:pt x="836971" y="505455"/>
                      <a:pt x="836971" y="504533"/>
                      <a:pt x="834206" y="506378"/>
                    </a:cubicBezTo>
                    <a:cubicBezTo>
                      <a:pt x="833284" y="507300"/>
                      <a:pt x="831441" y="510067"/>
                      <a:pt x="831441" y="511911"/>
                    </a:cubicBezTo>
                    <a:cubicBezTo>
                      <a:pt x="831441" y="513756"/>
                      <a:pt x="832362" y="514678"/>
                      <a:pt x="834206" y="512834"/>
                    </a:cubicBezTo>
                    <a:cubicBezTo>
                      <a:pt x="835127" y="511911"/>
                      <a:pt x="837892" y="512834"/>
                      <a:pt x="838814" y="514678"/>
                    </a:cubicBezTo>
                    <a:cubicBezTo>
                      <a:pt x="839735" y="515600"/>
                      <a:pt x="837892" y="518367"/>
                      <a:pt x="835127" y="518367"/>
                    </a:cubicBezTo>
                    <a:cubicBezTo>
                      <a:pt x="832362" y="518367"/>
                      <a:pt x="827754" y="520212"/>
                      <a:pt x="824068" y="523901"/>
                    </a:cubicBezTo>
                    <a:cubicBezTo>
                      <a:pt x="819460" y="528512"/>
                      <a:pt x="819460" y="528512"/>
                      <a:pt x="823146" y="527590"/>
                    </a:cubicBezTo>
                    <a:cubicBezTo>
                      <a:pt x="826833" y="526668"/>
                      <a:pt x="828676" y="526668"/>
                      <a:pt x="829597" y="528512"/>
                    </a:cubicBezTo>
                    <a:cubicBezTo>
                      <a:pt x="830519" y="532201"/>
                      <a:pt x="822224" y="543269"/>
                      <a:pt x="819460" y="540502"/>
                    </a:cubicBezTo>
                    <a:cubicBezTo>
                      <a:pt x="818538" y="539579"/>
                      <a:pt x="818538" y="542346"/>
                      <a:pt x="818538" y="546958"/>
                    </a:cubicBezTo>
                    <a:cubicBezTo>
                      <a:pt x="819460" y="554336"/>
                      <a:pt x="817616" y="557103"/>
                      <a:pt x="810243" y="556181"/>
                    </a:cubicBezTo>
                    <a:cubicBezTo>
                      <a:pt x="809322" y="556181"/>
                      <a:pt x="808400" y="557103"/>
                      <a:pt x="808400" y="559870"/>
                    </a:cubicBezTo>
                    <a:cubicBezTo>
                      <a:pt x="808400" y="566325"/>
                      <a:pt x="796419" y="593994"/>
                      <a:pt x="790889" y="600450"/>
                    </a:cubicBezTo>
                    <a:cubicBezTo>
                      <a:pt x="787202" y="604139"/>
                      <a:pt x="783516" y="613362"/>
                      <a:pt x="779829" y="621662"/>
                    </a:cubicBezTo>
                    <a:cubicBezTo>
                      <a:pt x="776143" y="629040"/>
                      <a:pt x="771535" y="640108"/>
                      <a:pt x="768770" y="644719"/>
                    </a:cubicBezTo>
                    <a:cubicBezTo>
                      <a:pt x="766005" y="649330"/>
                      <a:pt x="755867" y="665931"/>
                      <a:pt x="747572" y="680688"/>
                    </a:cubicBezTo>
                    <a:cubicBezTo>
                      <a:pt x="733747" y="704667"/>
                      <a:pt x="729139" y="710201"/>
                      <a:pt x="721766" y="708356"/>
                    </a:cubicBezTo>
                    <a:cubicBezTo>
                      <a:pt x="720845" y="708356"/>
                      <a:pt x="720845" y="713890"/>
                      <a:pt x="720845" y="719423"/>
                    </a:cubicBezTo>
                    <a:cubicBezTo>
                      <a:pt x="721766" y="731413"/>
                      <a:pt x="708864" y="763693"/>
                      <a:pt x="702412" y="763693"/>
                    </a:cubicBezTo>
                    <a:cubicBezTo>
                      <a:pt x="696882" y="763693"/>
                      <a:pt x="690431" y="775682"/>
                      <a:pt x="690431" y="784905"/>
                    </a:cubicBezTo>
                    <a:cubicBezTo>
                      <a:pt x="690431" y="788594"/>
                      <a:pt x="689509" y="792283"/>
                      <a:pt x="687666" y="792283"/>
                    </a:cubicBezTo>
                    <a:cubicBezTo>
                      <a:pt x="686744" y="792283"/>
                      <a:pt x="684901" y="797817"/>
                      <a:pt x="683979" y="805195"/>
                    </a:cubicBezTo>
                    <a:cubicBezTo>
                      <a:pt x="683058" y="812573"/>
                      <a:pt x="678449" y="821796"/>
                      <a:pt x="673841" y="828252"/>
                    </a:cubicBezTo>
                    <a:cubicBezTo>
                      <a:pt x="669233" y="833786"/>
                      <a:pt x="666468" y="839319"/>
                      <a:pt x="667390" y="840242"/>
                    </a:cubicBezTo>
                    <a:cubicBezTo>
                      <a:pt x="668311" y="841164"/>
                      <a:pt x="667390" y="842086"/>
                      <a:pt x="666468" y="842086"/>
                    </a:cubicBezTo>
                    <a:cubicBezTo>
                      <a:pt x="664625" y="842086"/>
                      <a:pt x="661860" y="845775"/>
                      <a:pt x="660017" y="850387"/>
                    </a:cubicBezTo>
                    <a:cubicBezTo>
                      <a:pt x="657252" y="856842"/>
                      <a:pt x="654487" y="858687"/>
                      <a:pt x="652644" y="857765"/>
                    </a:cubicBezTo>
                    <a:cubicBezTo>
                      <a:pt x="648957" y="855920"/>
                      <a:pt x="648036" y="856842"/>
                      <a:pt x="648957" y="863299"/>
                    </a:cubicBezTo>
                    <a:cubicBezTo>
                      <a:pt x="650800" y="872521"/>
                      <a:pt x="648957" y="876210"/>
                      <a:pt x="643427" y="870677"/>
                    </a:cubicBezTo>
                    <a:cubicBezTo>
                      <a:pt x="638819" y="866065"/>
                      <a:pt x="641584" y="852231"/>
                      <a:pt x="647114" y="849464"/>
                    </a:cubicBezTo>
                    <a:cubicBezTo>
                      <a:pt x="648957" y="848542"/>
                      <a:pt x="650800" y="845775"/>
                      <a:pt x="649879" y="844853"/>
                    </a:cubicBezTo>
                    <a:cubicBezTo>
                      <a:pt x="648957" y="843008"/>
                      <a:pt x="650800" y="835630"/>
                      <a:pt x="655409" y="828252"/>
                    </a:cubicBezTo>
                    <a:cubicBezTo>
                      <a:pt x="660017" y="820874"/>
                      <a:pt x="662782" y="813496"/>
                      <a:pt x="662782" y="811651"/>
                    </a:cubicBezTo>
                    <a:cubicBezTo>
                      <a:pt x="662782" y="809807"/>
                      <a:pt x="664625" y="807962"/>
                      <a:pt x="667390" y="807962"/>
                    </a:cubicBezTo>
                    <a:cubicBezTo>
                      <a:pt x="671076" y="808884"/>
                      <a:pt x="671076" y="806117"/>
                      <a:pt x="670155" y="800584"/>
                    </a:cubicBezTo>
                    <a:cubicBezTo>
                      <a:pt x="669233" y="795050"/>
                      <a:pt x="670155" y="792283"/>
                      <a:pt x="672920" y="790439"/>
                    </a:cubicBezTo>
                    <a:cubicBezTo>
                      <a:pt x="675685" y="789516"/>
                      <a:pt x="677528" y="785827"/>
                      <a:pt x="677528" y="783060"/>
                    </a:cubicBezTo>
                    <a:cubicBezTo>
                      <a:pt x="677528" y="780294"/>
                      <a:pt x="680293" y="777527"/>
                      <a:pt x="683979" y="777527"/>
                    </a:cubicBezTo>
                    <a:cubicBezTo>
                      <a:pt x="687666" y="776605"/>
                      <a:pt x="690431" y="773838"/>
                      <a:pt x="691352" y="771993"/>
                    </a:cubicBezTo>
                    <a:cubicBezTo>
                      <a:pt x="692274" y="768304"/>
                      <a:pt x="691352" y="768304"/>
                      <a:pt x="686744" y="771071"/>
                    </a:cubicBezTo>
                    <a:cubicBezTo>
                      <a:pt x="682136" y="773838"/>
                      <a:pt x="680293" y="774760"/>
                      <a:pt x="680293" y="771071"/>
                    </a:cubicBezTo>
                    <a:cubicBezTo>
                      <a:pt x="681214" y="769226"/>
                      <a:pt x="678449" y="767382"/>
                      <a:pt x="674763" y="769226"/>
                    </a:cubicBezTo>
                    <a:cubicBezTo>
                      <a:pt x="670155" y="770149"/>
                      <a:pt x="669233" y="770149"/>
                      <a:pt x="671076" y="763693"/>
                    </a:cubicBezTo>
                    <a:cubicBezTo>
                      <a:pt x="671998" y="758159"/>
                      <a:pt x="670155" y="760003"/>
                      <a:pt x="667390" y="767382"/>
                    </a:cubicBezTo>
                    <a:cubicBezTo>
                      <a:pt x="660017" y="782138"/>
                      <a:pt x="660017" y="782138"/>
                      <a:pt x="666468" y="782138"/>
                    </a:cubicBezTo>
                    <a:cubicBezTo>
                      <a:pt x="670155" y="782138"/>
                      <a:pt x="670155" y="783060"/>
                      <a:pt x="667390" y="783983"/>
                    </a:cubicBezTo>
                    <a:cubicBezTo>
                      <a:pt x="665547" y="784905"/>
                      <a:pt x="664625" y="786750"/>
                      <a:pt x="665547" y="788594"/>
                    </a:cubicBezTo>
                    <a:cubicBezTo>
                      <a:pt x="667390" y="795050"/>
                      <a:pt x="664625" y="798739"/>
                      <a:pt x="660017" y="794128"/>
                    </a:cubicBezTo>
                    <a:cubicBezTo>
                      <a:pt x="656330" y="791361"/>
                      <a:pt x="656330" y="791361"/>
                      <a:pt x="654487" y="795972"/>
                    </a:cubicBezTo>
                    <a:cubicBezTo>
                      <a:pt x="653565" y="798739"/>
                      <a:pt x="650800" y="801506"/>
                      <a:pt x="648036" y="801506"/>
                    </a:cubicBezTo>
                    <a:cubicBezTo>
                      <a:pt x="643427" y="801506"/>
                      <a:pt x="636054" y="810729"/>
                      <a:pt x="636054" y="816262"/>
                    </a:cubicBezTo>
                    <a:cubicBezTo>
                      <a:pt x="636054" y="817185"/>
                      <a:pt x="638819" y="818107"/>
                      <a:pt x="640662" y="817185"/>
                    </a:cubicBezTo>
                    <a:cubicBezTo>
                      <a:pt x="644349" y="814418"/>
                      <a:pt x="645271" y="816262"/>
                      <a:pt x="644349" y="820874"/>
                    </a:cubicBezTo>
                    <a:cubicBezTo>
                      <a:pt x="643427" y="824563"/>
                      <a:pt x="643427" y="826407"/>
                      <a:pt x="647114" y="824563"/>
                    </a:cubicBezTo>
                    <a:cubicBezTo>
                      <a:pt x="651722" y="821796"/>
                      <a:pt x="652644" y="832864"/>
                      <a:pt x="648036" y="837475"/>
                    </a:cubicBezTo>
                    <a:cubicBezTo>
                      <a:pt x="647114" y="838397"/>
                      <a:pt x="645271" y="842086"/>
                      <a:pt x="645271" y="844853"/>
                    </a:cubicBezTo>
                    <a:cubicBezTo>
                      <a:pt x="644349" y="848542"/>
                      <a:pt x="643427" y="854998"/>
                      <a:pt x="640662" y="859609"/>
                    </a:cubicBezTo>
                    <a:cubicBezTo>
                      <a:pt x="636054" y="868832"/>
                      <a:pt x="628681" y="891889"/>
                      <a:pt x="628681" y="897423"/>
                    </a:cubicBezTo>
                    <a:cubicBezTo>
                      <a:pt x="628681" y="899267"/>
                      <a:pt x="627760" y="902956"/>
                      <a:pt x="625916" y="905723"/>
                    </a:cubicBezTo>
                    <a:cubicBezTo>
                      <a:pt x="624073" y="910335"/>
                      <a:pt x="624073" y="910335"/>
                      <a:pt x="627760" y="906646"/>
                    </a:cubicBezTo>
                    <a:cubicBezTo>
                      <a:pt x="629603" y="904801"/>
                      <a:pt x="633289" y="903879"/>
                      <a:pt x="633289" y="904801"/>
                    </a:cubicBezTo>
                    <a:cubicBezTo>
                      <a:pt x="634211" y="905723"/>
                      <a:pt x="635133" y="905723"/>
                      <a:pt x="635133" y="903879"/>
                    </a:cubicBezTo>
                    <a:cubicBezTo>
                      <a:pt x="636054" y="902034"/>
                      <a:pt x="634211" y="900190"/>
                      <a:pt x="632368" y="899267"/>
                    </a:cubicBezTo>
                    <a:cubicBezTo>
                      <a:pt x="626838" y="896501"/>
                      <a:pt x="635133" y="880822"/>
                      <a:pt x="640662" y="880822"/>
                    </a:cubicBezTo>
                    <a:cubicBezTo>
                      <a:pt x="648957" y="881744"/>
                      <a:pt x="650800" y="885433"/>
                      <a:pt x="646192" y="892811"/>
                    </a:cubicBezTo>
                    <a:cubicBezTo>
                      <a:pt x="641584" y="899267"/>
                      <a:pt x="641584" y="899267"/>
                      <a:pt x="638819" y="893734"/>
                    </a:cubicBezTo>
                    <a:cubicBezTo>
                      <a:pt x="635133" y="888200"/>
                      <a:pt x="636054" y="888200"/>
                      <a:pt x="637898" y="894656"/>
                    </a:cubicBezTo>
                    <a:cubicBezTo>
                      <a:pt x="638819" y="898345"/>
                      <a:pt x="636976" y="909412"/>
                      <a:pt x="634211" y="917713"/>
                    </a:cubicBezTo>
                    <a:cubicBezTo>
                      <a:pt x="625916" y="940770"/>
                      <a:pt x="613935" y="985039"/>
                      <a:pt x="610249" y="1003485"/>
                    </a:cubicBezTo>
                    <a:cubicBezTo>
                      <a:pt x="607484" y="1010863"/>
                      <a:pt x="606562" y="1020085"/>
                      <a:pt x="604719" y="1021930"/>
                    </a:cubicBezTo>
                    <a:cubicBezTo>
                      <a:pt x="601032" y="1027464"/>
                      <a:pt x="601954" y="1082800"/>
                      <a:pt x="604719" y="1096634"/>
                    </a:cubicBezTo>
                    <a:cubicBezTo>
                      <a:pt x="605640" y="1102168"/>
                      <a:pt x="610249" y="1108624"/>
                      <a:pt x="613013" y="1109546"/>
                    </a:cubicBezTo>
                    <a:cubicBezTo>
                      <a:pt x="620387" y="1112313"/>
                      <a:pt x="620387" y="1116925"/>
                      <a:pt x="612092" y="1125225"/>
                    </a:cubicBezTo>
                    <a:cubicBezTo>
                      <a:pt x="608405" y="1128914"/>
                      <a:pt x="606562" y="1130759"/>
                      <a:pt x="602876" y="1130759"/>
                    </a:cubicBezTo>
                    <a:cubicBezTo>
                      <a:pt x="599189" y="1130759"/>
                      <a:pt x="594581" y="1127070"/>
                      <a:pt x="585364" y="1120614"/>
                    </a:cubicBezTo>
                    <a:cubicBezTo>
                      <a:pt x="565088" y="1105857"/>
                      <a:pt x="544812" y="1080033"/>
                      <a:pt x="538361" y="1056977"/>
                    </a:cubicBezTo>
                    <a:cubicBezTo>
                      <a:pt x="531910" y="1033920"/>
                      <a:pt x="530066" y="974894"/>
                      <a:pt x="537439" y="951837"/>
                    </a:cubicBezTo>
                    <a:cubicBezTo>
                      <a:pt x="541126" y="944459"/>
                      <a:pt x="542048" y="936158"/>
                      <a:pt x="542048" y="935236"/>
                    </a:cubicBezTo>
                    <a:cubicBezTo>
                      <a:pt x="542969" y="929703"/>
                      <a:pt x="551264" y="902034"/>
                      <a:pt x="554029" y="893734"/>
                    </a:cubicBezTo>
                    <a:cubicBezTo>
                      <a:pt x="555872" y="888200"/>
                      <a:pt x="561402" y="875288"/>
                      <a:pt x="564167" y="864221"/>
                    </a:cubicBezTo>
                    <a:cubicBezTo>
                      <a:pt x="567853" y="853153"/>
                      <a:pt x="571540" y="844853"/>
                      <a:pt x="572461" y="844853"/>
                    </a:cubicBezTo>
                    <a:cubicBezTo>
                      <a:pt x="573383" y="844853"/>
                      <a:pt x="575227" y="843931"/>
                      <a:pt x="574305" y="842086"/>
                    </a:cubicBezTo>
                    <a:cubicBezTo>
                      <a:pt x="574305" y="841164"/>
                      <a:pt x="574305" y="834708"/>
                      <a:pt x="575227" y="828252"/>
                    </a:cubicBezTo>
                    <a:cubicBezTo>
                      <a:pt x="576148" y="820874"/>
                      <a:pt x="578913" y="817185"/>
                      <a:pt x="580756" y="819951"/>
                    </a:cubicBezTo>
                    <a:cubicBezTo>
                      <a:pt x="582599" y="821796"/>
                      <a:pt x="583521" y="820874"/>
                      <a:pt x="581678" y="816262"/>
                    </a:cubicBezTo>
                    <a:cubicBezTo>
                      <a:pt x="580756" y="811651"/>
                      <a:pt x="590894" y="785827"/>
                      <a:pt x="600110" y="761848"/>
                    </a:cubicBezTo>
                    <a:cubicBezTo>
                      <a:pt x="601032" y="758159"/>
                      <a:pt x="605640" y="750781"/>
                      <a:pt x="607484" y="745247"/>
                    </a:cubicBezTo>
                    <a:cubicBezTo>
                      <a:pt x="613013" y="733258"/>
                      <a:pt x="618543" y="721268"/>
                      <a:pt x="622230" y="712968"/>
                    </a:cubicBezTo>
                    <a:cubicBezTo>
                      <a:pt x="623151" y="710201"/>
                      <a:pt x="625916" y="708356"/>
                      <a:pt x="628681" y="709278"/>
                    </a:cubicBezTo>
                    <a:cubicBezTo>
                      <a:pt x="631446" y="709278"/>
                      <a:pt x="633289" y="708356"/>
                      <a:pt x="634211" y="706512"/>
                    </a:cubicBezTo>
                    <a:cubicBezTo>
                      <a:pt x="635133" y="704667"/>
                      <a:pt x="635133" y="702822"/>
                      <a:pt x="633289" y="702822"/>
                    </a:cubicBezTo>
                    <a:cubicBezTo>
                      <a:pt x="625916" y="702822"/>
                      <a:pt x="632368" y="687144"/>
                      <a:pt x="641584" y="682532"/>
                    </a:cubicBezTo>
                    <a:cubicBezTo>
                      <a:pt x="651722" y="676999"/>
                      <a:pt x="653565" y="672387"/>
                      <a:pt x="646192" y="672387"/>
                    </a:cubicBezTo>
                    <a:cubicBezTo>
                      <a:pt x="642506" y="672387"/>
                      <a:pt x="642506" y="670543"/>
                      <a:pt x="648036" y="662242"/>
                    </a:cubicBezTo>
                    <a:cubicBezTo>
                      <a:pt x="651722" y="655786"/>
                      <a:pt x="655409" y="653020"/>
                      <a:pt x="656330" y="655786"/>
                    </a:cubicBezTo>
                    <a:cubicBezTo>
                      <a:pt x="659095" y="660398"/>
                      <a:pt x="660938" y="657631"/>
                      <a:pt x="674763" y="629963"/>
                    </a:cubicBezTo>
                    <a:cubicBezTo>
                      <a:pt x="682136" y="615206"/>
                      <a:pt x="683979" y="608750"/>
                      <a:pt x="680293" y="610595"/>
                    </a:cubicBezTo>
                    <a:cubicBezTo>
                      <a:pt x="678449" y="611517"/>
                      <a:pt x="674763" y="612439"/>
                      <a:pt x="674763" y="612439"/>
                    </a:cubicBezTo>
                    <a:cubicBezTo>
                      <a:pt x="673841" y="612439"/>
                      <a:pt x="673841" y="613362"/>
                      <a:pt x="675685" y="616129"/>
                    </a:cubicBezTo>
                    <a:cubicBezTo>
                      <a:pt x="676606" y="617973"/>
                      <a:pt x="675685" y="619818"/>
                      <a:pt x="674763" y="621662"/>
                    </a:cubicBezTo>
                    <a:cubicBezTo>
                      <a:pt x="672920" y="623507"/>
                      <a:pt x="671076" y="621662"/>
                      <a:pt x="671076" y="618895"/>
                    </a:cubicBezTo>
                    <a:cubicBezTo>
                      <a:pt x="671076" y="613362"/>
                      <a:pt x="680293" y="603216"/>
                      <a:pt x="685823" y="603216"/>
                    </a:cubicBezTo>
                    <a:cubicBezTo>
                      <a:pt x="691352" y="603216"/>
                      <a:pt x="709785" y="568170"/>
                      <a:pt x="711628" y="557103"/>
                    </a:cubicBezTo>
                    <a:cubicBezTo>
                      <a:pt x="712550" y="553414"/>
                      <a:pt x="713472" y="549725"/>
                      <a:pt x="715315" y="549725"/>
                    </a:cubicBezTo>
                    <a:cubicBezTo>
                      <a:pt x="719001" y="549725"/>
                      <a:pt x="730061" y="536813"/>
                      <a:pt x="731904" y="528512"/>
                    </a:cubicBezTo>
                    <a:cubicBezTo>
                      <a:pt x="732826" y="524823"/>
                      <a:pt x="732826" y="521134"/>
                      <a:pt x="730061" y="518367"/>
                    </a:cubicBezTo>
                    <a:cubicBezTo>
                      <a:pt x="727296" y="515600"/>
                      <a:pt x="728218" y="515600"/>
                      <a:pt x="730983" y="517445"/>
                    </a:cubicBezTo>
                    <a:cubicBezTo>
                      <a:pt x="736513" y="520212"/>
                      <a:pt x="745729" y="505455"/>
                      <a:pt x="742964" y="498999"/>
                    </a:cubicBezTo>
                    <a:cubicBezTo>
                      <a:pt x="742042" y="496233"/>
                      <a:pt x="742964" y="493466"/>
                      <a:pt x="743886" y="491621"/>
                    </a:cubicBezTo>
                    <a:cubicBezTo>
                      <a:pt x="745729" y="489777"/>
                      <a:pt x="746650" y="491621"/>
                      <a:pt x="744807" y="495310"/>
                    </a:cubicBezTo>
                    <a:cubicBezTo>
                      <a:pt x="743886" y="498077"/>
                      <a:pt x="743886" y="500844"/>
                      <a:pt x="745729" y="500844"/>
                    </a:cubicBezTo>
                    <a:cubicBezTo>
                      <a:pt x="746650" y="500844"/>
                      <a:pt x="750337" y="495310"/>
                      <a:pt x="752180" y="488854"/>
                    </a:cubicBezTo>
                    <a:cubicBezTo>
                      <a:pt x="754024" y="482398"/>
                      <a:pt x="757710" y="476865"/>
                      <a:pt x="758632" y="476865"/>
                    </a:cubicBezTo>
                    <a:cubicBezTo>
                      <a:pt x="759553" y="476865"/>
                      <a:pt x="760475" y="473176"/>
                      <a:pt x="759553" y="470409"/>
                    </a:cubicBezTo>
                    <a:cubicBezTo>
                      <a:pt x="758632" y="466720"/>
                      <a:pt x="759553" y="464875"/>
                      <a:pt x="762318" y="464875"/>
                    </a:cubicBezTo>
                    <a:cubicBezTo>
                      <a:pt x="765083" y="464875"/>
                      <a:pt x="769691" y="459341"/>
                      <a:pt x="772456" y="451963"/>
                    </a:cubicBezTo>
                    <a:cubicBezTo>
                      <a:pt x="776143" y="444585"/>
                      <a:pt x="782594" y="433518"/>
                      <a:pt x="785359" y="428906"/>
                    </a:cubicBezTo>
                    <a:cubicBezTo>
                      <a:pt x="789967" y="421528"/>
                      <a:pt x="792732" y="418761"/>
                      <a:pt x="789046" y="414150"/>
                    </a:cubicBezTo>
                    <a:cubicBezTo>
                      <a:pt x="787202" y="412305"/>
                      <a:pt x="784437" y="410461"/>
                      <a:pt x="782594" y="410461"/>
                    </a:cubicBezTo>
                    <a:cubicBezTo>
                      <a:pt x="780751" y="410461"/>
                      <a:pt x="780751" y="411383"/>
                      <a:pt x="783516" y="412305"/>
                    </a:cubicBezTo>
                    <a:cubicBezTo>
                      <a:pt x="785359" y="413228"/>
                      <a:pt x="787202" y="416917"/>
                      <a:pt x="787202" y="419684"/>
                    </a:cubicBezTo>
                    <a:cubicBezTo>
                      <a:pt x="787202" y="424295"/>
                      <a:pt x="786281" y="425217"/>
                      <a:pt x="780751" y="424295"/>
                    </a:cubicBezTo>
                    <a:cubicBezTo>
                      <a:pt x="773378" y="422450"/>
                      <a:pt x="762318" y="436285"/>
                      <a:pt x="732826" y="475020"/>
                    </a:cubicBezTo>
                    <a:cubicBezTo>
                      <a:pt x="721766" y="489777"/>
                      <a:pt x="707020" y="509144"/>
                      <a:pt x="699647" y="519289"/>
                    </a:cubicBezTo>
                    <a:cubicBezTo>
                      <a:pt x="681214" y="543269"/>
                      <a:pt x="671998" y="557103"/>
                      <a:pt x="673841" y="561714"/>
                    </a:cubicBezTo>
                    <a:cubicBezTo>
                      <a:pt x="674763" y="563559"/>
                      <a:pt x="673841" y="564481"/>
                      <a:pt x="672920" y="562636"/>
                    </a:cubicBezTo>
                    <a:cubicBezTo>
                      <a:pt x="670155" y="559870"/>
                      <a:pt x="663703" y="565403"/>
                      <a:pt x="656330" y="577393"/>
                    </a:cubicBezTo>
                    <a:cubicBezTo>
                      <a:pt x="650800" y="584771"/>
                      <a:pt x="650800" y="585693"/>
                      <a:pt x="656330" y="581082"/>
                    </a:cubicBezTo>
                    <a:cubicBezTo>
                      <a:pt x="661860" y="576471"/>
                      <a:pt x="661860" y="575548"/>
                      <a:pt x="658174" y="583849"/>
                    </a:cubicBezTo>
                    <a:cubicBezTo>
                      <a:pt x="656330" y="588460"/>
                      <a:pt x="653565" y="591227"/>
                      <a:pt x="652644" y="589382"/>
                    </a:cubicBezTo>
                    <a:cubicBezTo>
                      <a:pt x="649879" y="586616"/>
                      <a:pt x="631446" y="607828"/>
                      <a:pt x="631446" y="612439"/>
                    </a:cubicBezTo>
                    <a:cubicBezTo>
                      <a:pt x="632368" y="625351"/>
                      <a:pt x="556794" y="686221"/>
                      <a:pt x="539283" y="687144"/>
                    </a:cubicBezTo>
                    <a:cubicBezTo>
                      <a:pt x="537439" y="687144"/>
                      <a:pt x="531910" y="688988"/>
                      <a:pt x="526380" y="691755"/>
                    </a:cubicBezTo>
                    <a:cubicBezTo>
                      <a:pt x="515320" y="697289"/>
                      <a:pt x="497809" y="690833"/>
                      <a:pt x="484906" y="679766"/>
                    </a:cubicBezTo>
                    <a:cubicBezTo>
                      <a:pt x="479376" y="675154"/>
                      <a:pt x="474768" y="671465"/>
                      <a:pt x="472925" y="671465"/>
                    </a:cubicBezTo>
                    <a:cubicBezTo>
                      <a:pt x="468317" y="671465"/>
                      <a:pt x="449884" y="645641"/>
                      <a:pt x="443433" y="630885"/>
                    </a:cubicBezTo>
                    <a:cubicBezTo>
                      <a:pt x="432373" y="605061"/>
                      <a:pt x="429608" y="578315"/>
                      <a:pt x="430530" y="529434"/>
                    </a:cubicBezTo>
                    <a:cubicBezTo>
                      <a:pt x="431451" y="495310"/>
                      <a:pt x="433295" y="476865"/>
                      <a:pt x="437903" y="459341"/>
                    </a:cubicBezTo>
                    <a:cubicBezTo>
                      <a:pt x="441589" y="446430"/>
                      <a:pt x="443433" y="435362"/>
                      <a:pt x="442511" y="433518"/>
                    </a:cubicBezTo>
                    <a:cubicBezTo>
                      <a:pt x="441589" y="432595"/>
                      <a:pt x="442511" y="427062"/>
                      <a:pt x="443433" y="421528"/>
                    </a:cubicBezTo>
                    <a:cubicBezTo>
                      <a:pt x="447119" y="412305"/>
                      <a:pt x="452649" y="380026"/>
                      <a:pt x="455414" y="370803"/>
                    </a:cubicBezTo>
                    <a:cubicBezTo>
                      <a:pt x="456335" y="368958"/>
                      <a:pt x="457257" y="365269"/>
                      <a:pt x="458179" y="362502"/>
                    </a:cubicBezTo>
                    <a:cubicBezTo>
                      <a:pt x="462787" y="344057"/>
                      <a:pt x="469239" y="318233"/>
                      <a:pt x="468317" y="314544"/>
                    </a:cubicBezTo>
                    <a:cubicBezTo>
                      <a:pt x="467395" y="310855"/>
                      <a:pt x="468317" y="309010"/>
                      <a:pt x="470160" y="309933"/>
                    </a:cubicBezTo>
                    <a:cubicBezTo>
                      <a:pt x="471082" y="310855"/>
                      <a:pt x="473847" y="306244"/>
                      <a:pt x="475690" y="301632"/>
                    </a:cubicBezTo>
                    <a:cubicBezTo>
                      <a:pt x="477533" y="294254"/>
                      <a:pt x="476611" y="292410"/>
                      <a:pt x="473847" y="292410"/>
                    </a:cubicBezTo>
                    <a:cubicBezTo>
                      <a:pt x="472003" y="292410"/>
                      <a:pt x="470160" y="296099"/>
                      <a:pt x="470160" y="299788"/>
                    </a:cubicBezTo>
                    <a:cubicBezTo>
                      <a:pt x="470160" y="303477"/>
                      <a:pt x="469239" y="306244"/>
                      <a:pt x="466473" y="304399"/>
                    </a:cubicBezTo>
                    <a:cubicBezTo>
                      <a:pt x="465552" y="303477"/>
                      <a:pt x="463709" y="304399"/>
                      <a:pt x="463709" y="307166"/>
                    </a:cubicBezTo>
                    <a:cubicBezTo>
                      <a:pt x="463709" y="309010"/>
                      <a:pt x="460944" y="312700"/>
                      <a:pt x="458179" y="315466"/>
                    </a:cubicBezTo>
                    <a:cubicBezTo>
                      <a:pt x="454492" y="318233"/>
                      <a:pt x="452649" y="321922"/>
                      <a:pt x="452649" y="323767"/>
                    </a:cubicBezTo>
                    <a:cubicBezTo>
                      <a:pt x="453571" y="328378"/>
                      <a:pt x="439746" y="351435"/>
                      <a:pt x="428686" y="362502"/>
                    </a:cubicBezTo>
                    <a:cubicBezTo>
                      <a:pt x="425000" y="366192"/>
                      <a:pt x="423157" y="369881"/>
                      <a:pt x="423157" y="371725"/>
                    </a:cubicBezTo>
                    <a:cubicBezTo>
                      <a:pt x="423157" y="373570"/>
                      <a:pt x="420392" y="377259"/>
                      <a:pt x="417627" y="380948"/>
                    </a:cubicBezTo>
                    <a:cubicBezTo>
                      <a:pt x="410254" y="391093"/>
                      <a:pt x="395508" y="411383"/>
                      <a:pt x="396429" y="414150"/>
                    </a:cubicBezTo>
                    <a:cubicBezTo>
                      <a:pt x="396429" y="415994"/>
                      <a:pt x="395508" y="417839"/>
                      <a:pt x="393664" y="417839"/>
                    </a:cubicBezTo>
                    <a:cubicBezTo>
                      <a:pt x="392743" y="417839"/>
                      <a:pt x="390900" y="419684"/>
                      <a:pt x="390900" y="423373"/>
                    </a:cubicBezTo>
                    <a:cubicBezTo>
                      <a:pt x="390900" y="426140"/>
                      <a:pt x="389056" y="427984"/>
                      <a:pt x="386291" y="427984"/>
                    </a:cubicBezTo>
                    <a:cubicBezTo>
                      <a:pt x="384448" y="427984"/>
                      <a:pt x="382605" y="430751"/>
                      <a:pt x="382605" y="433518"/>
                    </a:cubicBezTo>
                    <a:cubicBezTo>
                      <a:pt x="381683" y="437207"/>
                      <a:pt x="378918" y="440896"/>
                      <a:pt x="377075" y="443663"/>
                    </a:cubicBezTo>
                    <a:cubicBezTo>
                      <a:pt x="373388" y="447352"/>
                      <a:pt x="371545" y="449196"/>
                      <a:pt x="372467" y="451041"/>
                    </a:cubicBezTo>
                    <a:cubicBezTo>
                      <a:pt x="373388" y="452886"/>
                      <a:pt x="372467" y="454730"/>
                      <a:pt x="371545" y="456575"/>
                    </a:cubicBezTo>
                    <a:cubicBezTo>
                      <a:pt x="369702" y="458419"/>
                      <a:pt x="366937" y="462108"/>
                      <a:pt x="366015" y="466720"/>
                    </a:cubicBezTo>
                    <a:cubicBezTo>
                      <a:pt x="365094" y="471331"/>
                      <a:pt x="361407" y="474098"/>
                      <a:pt x="360485" y="474098"/>
                    </a:cubicBezTo>
                    <a:cubicBezTo>
                      <a:pt x="358642" y="474098"/>
                      <a:pt x="356799" y="475942"/>
                      <a:pt x="355877" y="479632"/>
                    </a:cubicBezTo>
                    <a:cubicBezTo>
                      <a:pt x="354956" y="487010"/>
                      <a:pt x="345739" y="503611"/>
                      <a:pt x="333758" y="515600"/>
                    </a:cubicBezTo>
                    <a:cubicBezTo>
                      <a:pt x="329150" y="520212"/>
                      <a:pt x="326385" y="525745"/>
                      <a:pt x="326385" y="527590"/>
                    </a:cubicBezTo>
                    <a:cubicBezTo>
                      <a:pt x="326385" y="529434"/>
                      <a:pt x="322698" y="534968"/>
                      <a:pt x="319012" y="540502"/>
                    </a:cubicBezTo>
                    <a:cubicBezTo>
                      <a:pt x="315325" y="546036"/>
                      <a:pt x="311639" y="550647"/>
                      <a:pt x="311639" y="551569"/>
                    </a:cubicBezTo>
                    <a:cubicBezTo>
                      <a:pt x="311639" y="552491"/>
                      <a:pt x="307952" y="558947"/>
                      <a:pt x="303344" y="565403"/>
                    </a:cubicBezTo>
                    <a:cubicBezTo>
                      <a:pt x="297814" y="571859"/>
                      <a:pt x="295049" y="578315"/>
                      <a:pt x="295971" y="580160"/>
                    </a:cubicBezTo>
                    <a:cubicBezTo>
                      <a:pt x="296893" y="581082"/>
                      <a:pt x="295049" y="583849"/>
                      <a:pt x="293206" y="585693"/>
                    </a:cubicBezTo>
                    <a:cubicBezTo>
                      <a:pt x="287676" y="589382"/>
                      <a:pt x="259106" y="633652"/>
                      <a:pt x="259106" y="639185"/>
                    </a:cubicBezTo>
                    <a:cubicBezTo>
                      <a:pt x="259106" y="641030"/>
                      <a:pt x="254497" y="648408"/>
                      <a:pt x="248968" y="655786"/>
                    </a:cubicBezTo>
                    <a:cubicBezTo>
                      <a:pt x="243438" y="663164"/>
                      <a:pt x="238830" y="669620"/>
                      <a:pt x="238830" y="669620"/>
                    </a:cubicBezTo>
                    <a:cubicBezTo>
                      <a:pt x="238830" y="670543"/>
                      <a:pt x="213024" y="714812"/>
                      <a:pt x="189061" y="755392"/>
                    </a:cubicBezTo>
                    <a:cubicBezTo>
                      <a:pt x="181688" y="768304"/>
                      <a:pt x="174315" y="780294"/>
                      <a:pt x="174315" y="781216"/>
                    </a:cubicBezTo>
                    <a:cubicBezTo>
                      <a:pt x="174315" y="782138"/>
                      <a:pt x="170629" y="789516"/>
                      <a:pt x="166021" y="797817"/>
                    </a:cubicBezTo>
                    <a:cubicBezTo>
                      <a:pt x="161412" y="806117"/>
                      <a:pt x="153118" y="818107"/>
                      <a:pt x="149431" y="825485"/>
                    </a:cubicBezTo>
                    <a:cubicBezTo>
                      <a:pt x="145745" y="832864"/>
                      <a:pt x="132842" y="854998"/>
                      <a:pt x="121782" y="874366"/>
                    </a:cubicBezTo>
                    <a:cubicBezTo>
                      <a:pt x="111644" y="892811"/>
                      <a:pt x="102428" y="911257"/>
                      <a:pt x="102428" y="913101"/>
                    </a:cubicBezTo>
                    <a:cubicBezTo>
                      <a:pt x="102428" y="914946"/>
                      <a:pt x="99663" y="920480"/>
                      <a:pt x="96898" y="925091"/>
                    </a:cubicBezTo>
                    <a:cubicBezTo>
                      <a:pt x="93211" y="929703"/>
                      <a:pt x="91368" y="935236"/>
                      <a:pt x="91368" y="937081"/>
                    </a:cubicBezTo>
                    <a:cubicBezTo>
                      <a:pt x="91368" y="938925"/>
                      <a:pt x="92290" y="938925"/>
                      <a:pt x="94133" y="937081"/>
                    </a:cubicBezTo>
                    <a:cubicBezTo>
                      <a:pt x="95977" y="934314"/>
                      <a:pt x="116252" y="915868"/>
                      <a:pt x="126390" y="910335"/>
                    </a:cubicBezTo>
                    <a:cubicBezTo>
                      <a:pt x="130077" y="908490"/>
                      <a:pt x="130077" y="909412"/>
                      <a:pt x="127312" y="914024"/>
                    </a:cubicBezTo>
                    <a:cubicBezTo>
                      <a:pt x="106114" y="961982"/>
                      <a:pt x="100585" y="974894"/>
                      <a:pt x="92290" y="982272"/>
                    </a:cubicBezTo>
                    <a:cubicBezTo>
                      <a:pt x="86760" y="986883"/>
                      <a:pt x="83995" y="992417"/>
                      <a:pt x="84917" y="993340"/>
                    </a:cubicBezTo>
                    <a:cubicBezTo>
                      <a:pt x="85838" y="995184"/>
                      <a:pt x="85838" y="997029"/>
                      <a:pt x="83995" y="997951"/>
                    </a:cubicBezTo>
                    <a:cubicBezTo>
                      <a:pt x="82152" y="998873"/>
                      <a:pt x="82152" y="1004407"/>
                      <a:pt x="83073" y="1009940"/>
                    </a:cubicBezTo>
                    <a:cubicBezTo>
                      <a:pt x="84917" y="1017319"/>
                      <a:pt x="83995" y="1020085"/>
                      <a:pt x="77544" y="1022852"/>
                    </a:cubicBezTo>
                    <a:cubicBezTo>
                      <a:pt x="65562" y="1028386"/>
                      <a:pt x="34227" y="1012707"/>
                      <a:pt x="34227" y="999795"/>
                    </a:cubicBezTo>
                    <a:cubicBezTo>
                      <a:pt x="34227" y="997951"/>
                      <a:pt x="31462" y="996106"/>
                      <a:pt x="27775" y="994262"/>
                    </a:cubicBezTo>
                    <a:cubicBezTo>
                      <a:pt x="24089" y="993340"/>
                      <a:pt x="18559" y="986883"/>
                      <a:pt x="13951" y="979505"/>
                    </a:cubicBezTo>
                    <a:cubicBezTo>
                      <a:pt x="3813" y="960138"/>
                      <a:pt x="-2639" y="927858"/>
                      <a:pt x="1048" y="924169"/>
                    </a:cubicBezTo>
                    <a:close/>
                    <a:moveTo>
                      <a:pt x="40678" y="908490"/>
                    </a:moveTo>
                    <a:cubicBezTo>
                      <a:pt x="41600" y="908490"/>
                      <a:pt x="44365" y="905723"/>
                      <a:pt x="45287" y="902956"/>
                    </a:cubicBezTo>
                    <a:cubicBezTo>
                      <a:pt x="47130" y="898345"/>
                      <a:pt x="46208" y="897423"/>
                      <a:pt x="42522" y="902034"/>
                    </a:cubicBezTo>
                    <a:cubicBezTo>
                      <a:pt x="36992" y="906646"/>
                      <a:pt x="36992" y="908490"/>
                      <a:pt x="40678" y="908490"/>
                    </a:cubicBezTo>
                    <a:close/>
                    <a:moveTo>
                      <a:pt x="49895" y="891889"/>
                    </a:moveTo>
                    <a:cubicBezTo>
                      <a:pt x="50816" y="891889"/>
                      <a:pt x="53581" y="889122"/>
                      <a:pt x="54503" y="885433"/>
                    </a:cubicBezTo>
                    <a:cubicBezTo>
                      <a:pt x="58189" y="875288"/>
                      <a:pt x="54503" y="873444"/>
                      <a:pt x="50816" y="884511"/>
                    </a:cubicBezTo>
                    <a:cubicBezTo>
                      <a:pt x="48051" y="888200"/>
                      <a:pt x="48051" y="891889"/>
                      <a:pt x="49895" y="891889"/>
                    </a:cubicBezTo>
                    <a:close/>
                    <a:moveTo>
                      <a:pt x="58189" y="871599"/>
                    </a:moveTo>
                    <a:cubicBezTo>
                      <a:pt x="60033" y="871599"/>
                      <a:pt x="62798" y="867910"/>
                      <a:pt x="63719" y="864221"/>
                    </a:cubicBezTo>
                    <a:cubicBezTo>
                      <a:pt x="64641" y="860532"/>
                      <a:pt x="67406" y="854998"/>
                      <a:pt x="69249" y="854076"/>
                    </a:cubicBezTo>
                    <a:cubicBezTo>
                      <a:pt x="73857" y="850387"/>
                      <a:pt x="72936" y="845775"/>
                      <a:pt x="68327" y="847620"/>
                    </a:cubicBezTo>
                    <a:cubicBezTo>
                      <a:pt x="64641" y="849464"/>
                      <a:pt x="61876" y="854076"/>
                      <a:pt x="55424" y="870677"/>
                    </a:cubicBezTo>
                    <a:cubicBezTo>
                      <a:pt x="55424" y="870677"/>
                      <a:pt x="56346" y="871599"/>
                      <a:pt x="58189" y="871599"/>
                    </a:cubicBezTo>
                    <a:close/>
                    <a:moveTo>
                      <a:pt x="76622" y="837475"/>
                    </a:moveTo>
                    <a:cubicBezTo>
                      <a:pt x="79387" y="833786"/>
                      <a:pt x="81230" y="829174"/>
                      <a:pt x="81230" y="827330"/>
                    </a:cubicBezTo>
                    <a:cubicBezTo>
                      <a:pt x="81230" y="822718"/>
                      <a:pt x="80309" y="824563"/>
                      <a:pt x="75700" y="834708"/>
                    </a:cubicBezTo>
                    <a:cubicBezTo>
                      <a:pt x="72936" y="843008"/>
                      <a:pt x="72936" y="843008"/>
                      <a:pt x="76622" y="837475"/>
                    </a:cubicBezTo>
                    <a:close/>
                    <a:moveTo>
                      <a:pt x="104271" y="790439"/>
                    </a:moveTo>
                    <a:cubicBezTo>
                      <a:pt x="108879" y="781216"/>
                      <a:pt x="113488" y="774760"/>
                      <a:pt x="116252" y="774760"/>
                    </a:cubicBezTo>
                    <a:cubicBezTo>
                      <a:pt x="119017" y="774760"/>
                      <a:pt x="120860" y="772916"/>
                      <a:pt x="119939" y="768304"/>
                    </a:cubicBezTo>
                    <a:cubicBezTo>
                      <a:pt x="119017" y="762770"/>
                      <a:pt x="119939" y="760926"/>
                      <a:pt x="123626" y="760926"/>
                    </a:cubicBezTo>
                    <a:cubicBezTo>
                      <a:pt x="126390" y="760926"/>
                      <a:pt x="128234" y="760003"/>
                      <a:pt x="127312" y="757237"/>
                    </a:cubicBezTo>
                    <a:cubicBezTo>
                      <a:pt x="126390" y="754470"/>
                      <a:pt x="126390" y="751703"/>
                      <a:pt x="128234" y="748936"/>
                    </a:cubicBezTo>
                    <a:cubicBezTo>
                      <a:pt x="131920" y="745247"/>
                      <a:pt x="130999" y="743403"/>
                      <a:pt x="127312" y="745247"/>
                    </a:cubicBezTo>
                    <a:cubicBezTo>
                      <a:pt x="124547" y="746169"/>
                      <a:pt x="122704" y="749859"/>
                      <a:pt x="122704" y="751703"/>
                    </a:cubicBezTo>
                    <a:cubicBezTo>
                      <a:pt x="122704" y="753548"/>
                      <a:pt x="119017" y="759081"/>
                      <a:pt x="115331" y="763693"/>
                    </a:cubicBezTo>
                    <a:cubicBezTo>
                      <a:pt x="110722" y="768304"/>
                      <a:pt x="107958" y="773838"/>
                      <a:pt x="107958" y="776605"/>
                    </a:cubicBezTo>
                    <a:cubicBezTo>
                      <a:pt x="107958" y="779371"/>
                      <a:pt x="107036" y="780294"/>
                      <a:pt x="105193" y="779371"/>
                    </a:cubicBezTo>
                    <a:cubicBezTo>
                      <a:pt x="103349" y="778449"/>
                      <a:pt x="101506" y="780294"/>
                      <a:pt x="100585" y="784905"/>
                    </a:cubicBezTo>
                    <a:cubicBezTo>
                      <a:pt x="99663" y="788594"/>
                      <a:pt x="95977" y="795972"/>
                      <a:pt x="93211" y="800584"/>
                    </a:cubicBezTo>
                    <a:cubicBezTo>
                      <a:pt x="90447" y="805195"/>
                      <a:pt x="87682" y="812573"/>
                      <a:pt x="85838" y="815340"/>
                    </a:cubicBezTo>
                    <a:cubicBezTo>
                      <a:pt x="83073" y="828252"/>
                      <a:pt x="95055" y="808884"/>
                      <a:pt x="104271" y="790439"/>
                    </a:cubicBezTo>
                    <a:close/>
                    <a:moveTo>
                      <a:pt x="136528" y="737869"/>
                    </a:moveTo>
                    <a:cubicBezTo>
                      <a:pt x="140215" y="736024"/>
                      <a:pt x="142058" y="732335"/>
                      <a:pt x="142058" y="730491"/>
                    </a:cubicBezTo>
                    <a:cubicBezTo>
                      <a:pt x="142058" y="728646"/>
                      <a:pt x="142980" y="728646"/>
                      <a:pt x="145745" y="729568"/>
                    </a:cubicBezTo>
                    <a:cubicBezTo>
                      <a:pt x="148510" y="730491"/>
                      <a:pt x="149431" y="730491"/>
                      <a:pt x="147588" y="725879"/>
                    </a:cubicBezTo>
                    <a:cubicBezTo>
                      <a:pt x="145745" y="723112"/>
                      <a:pt x="145745" y="718501"/>
                      <a:pt x="145745" y="716657"/>
                    </a:cubicBezTo>
                    <a:cubicBezTo>
                      <a:pt x="145745" y="712045"/>
                      <a:pt x="135607" y="726802"/>
                      <a:pt x="132842" y="735102"/>
                    </a:cubicBezTo>
                    <a:cubicBezTo>
                      <a:pt x="130999" y="739714"/>
                      <a:pt x="131920" y="739714"/>
                      <a:pt x="136528" y="737869"/>
                    </a:cubicBezTo>
                    <a:close/>
                    <a:moveTo>
                      <a:pt x="154961" y="703745"/>
                    </a:moveTo>
                    <a:cubicBezTo>
                      <a:pt x="155883" y="702822"/>
                      <a:pt x="158648" y="701900"/>
                      <a:pt x="159569" y="702822"/>
                    </a:cubicBezTo>
                    <a:cubicBezTo>
                      <a:pt x="161412" y="703745"/>
                      <a:pt x="162334" y="703745"/>
                      <a:pt x="161412" y="701900"/>
                    </a:cubicBezTo>
                    <a:cubicBezTo>
                      <a:pt x="157726" y="696366"/>
                      <a:pt x="166021" y="683455"/>
                      <a:pt x="172472" y="680688"/>
                    </a:cubicBezTo>
                    <a:cubicBezTo>
                      <a:pt x="176159" y="678843"/>
                      <a:pt x="179845" y="675154"/>
                      <a:pt x="178924" y="673310"/>
                    </a:cubicBezTo>
                    <a:cubicBezTo>
                      <a:pt x="178002" y="663164"/>
                      <a:pt x="179845" y="656709"/>
                      <a:pt x="184453" y="656709"/>
                    </a:cubicBezTo>
                    <a:cubicBezTo>
                      <a:pt x="187218" y="656709"/>
                      <a:pt x="188140" y="655786"/>
                      <a:pt x="187218" y="653020"/>
                    </a:cubicBezTo>
                    <a:cubicBezTo>
                      <a:pt x="186297" y="650253"/>
                      <a:pt x="185375" y="649330"/>
                      <a:pt x="184453" y="649330"/>
                    </a:cubicBezTo>
                    <a:cubicBezTo>
                      <a:pt x="181688" y="649330"/>
                      <a:pt x="178924" y="653020"/>
                      <a:pt x="174315" y="663164"/>
                    </a:cubicBezTo>
                    <a:cubicBezTo>
                      <a:pt x="170629" y="670543"/>
                      <a:pt x="166942" y="676077"/>
                      <a:pt x="166021" y="676077"/>
                    </a:cubicBezTo>
                    <a:cubicBezTo>
                      <a:pt x="165099" y="676077"/>
                      <a:pt x="161412" y="681610"/>
                      <a:pt x="158648" y="688066"/>
                    </a:cubicBezTo>
                    <a:cubicBezTo>
                      <a:pt x="155883" y="694522"/>
                      <a:pt x="153118" y="700055"/>
                      <a:pt x="151275" y="700055"/>
                    </a:cubicBezTo>
                    <a:cubicBezTo>
                      <a:pt x="149431" y="700055"/>
                      <a:pt x="147588" y="701900"/>
                      <a:pt x="147588" y="703745"/>
                    </a:cubicBezTo>
                    <a:cubicBezTo>
                      <a:pt x="148510" y="708356"/>
                      <a:pt x="153118" y="708356"/>
                      <a:pt x="154961" y="703745"/>
                    </a:cubicBezTo>
                    <a:close/>
                    <a:moveTo>
                      <a:pt x="188140" y="646564"/>
                    </a:moveTo>
                    <a:cubicBezTo>
                      <a:pt x="189061" y="646564"/>
                      <a:pt x="192748" y="641952"/>
                      <a:pt x="195513" y="636418"/>
                    </a:cubicBezTo>
                    <a:cubicBezTo>
                      <a:pt x="199199" y="630885"/>
                      <a:pt x="201964" y="627196"/>
                      <a:pt x="202886" y="628118"/>
                    </a:cubicBezTo>
                    <a:cubicBezTo>
                      <a:pt x="203808" y="629040"/>
                      <a:pt x="203808" y="627196"/>
                      <a:pt x="203808" y="624429"/>
                    </a:cubicBezTo>
                    <a:cubicBezTo>
                      <a:pt x="202886" y="620740"/>
                      <a:pt x="203808" y="618895"/>
                      <a:pt x="204729" y="618895"/>
                    </a:cubicBezTo>
                    <a:cubicBezTo>
                      <a:pt x="206573" y="618895"/>
                      <a:pt x="208416" y="617051"/>
                      <a:pt x="208416" y="615206"/>
                    </a:cubicBezTo>
                    <a:cubicBezTo>
                      <a:pt x="208416" y="613362"/>
                      <a:pt x="212102" y="605061"/>
                      <a:pt x="216710" y="597683"/>
                    </a:cubicBezTo>
                    <a:cubicBezTo>
                      <a:pt x="225005" y="582927"/>
                      <a:pt x="227770" y="576471"/>
                      <a:pt x="226848" y="576471"/>
                    </a:cubicBezTo>
                    <a:cubicBezTo>
                      <a:pt x="223162" y="576471"/>
                      <a:pt x="210259" y="597683"/>
                      <a:pt x="208416" y="601372"/>
                    </a:cubicBezTo>
                    <a:cubicBezTo>
                      <a:pt x="206573" y="606906"/>
                      <a:pt x="201043" y="616129"/>
                      <a:pt x="196435" y="623507"/>
                    </a:cubicBezTo>
                    <a:cubicBezTo>
                      <a:pt x="187218" y="637341"/>
                      <a:pt x="183532" y="646564"/>
                      <a:pt x="188140" y="646564"/>
                    </a:cubicBezTo>
                    <a:close/>
                    <a:moveTo>
                      <a:pt x="235143" y="569092"/>
                    </a:moveTo>
                    <a:cubicBezTo>
                      <a:pt x="236986" y="569092"/>
                      <a:pt x="239751" y="565403"/>
                      <a:pt x="240673" y="561714"/>
                    </a:cubicBezTo>
                    <a:cubicBezTo>
                      <a:pt x="241595" y="557103"/>
                      <a:pt x="246203" y="550647"/>
                      <a:pt x="250811" y="546958"/>
                    </a:cubicBezTo>
                    <a:cubicBezTo>
                      <a:pt x="255419" y="543269"/>
                      <a:pt x="257263" y="539579"/>
                      <a:pt x="256341" y="539579"/>
                    </a:cubicBezTo>
                    <a:cubicBezTo>
                      <a:pt x="255419" y="538657"/>
                      <a:pt x="256341" y="536813"/>
                      <a:pt x="260027" y="534046"/>
                    </a:cubicBezTo>
                    <a:cubicBezTo>
                      <a:pt x="265557" y="529434"/>
                      <a:pt x="265557" y="528512"/>
                      <a:pt x="259106" y="528512"/>
                    </a:cubicBezTo>
                    <a:cubicBezTo>
                      <a:pt x="254497" y="528512"/>
                      <a:pt x="250811" y="532201"/>
                      <a:pt x="247125" y="541424"/>
                    </a:cubicBezTo>
                    <a:cubicBezTo>
                      <a:pt x="243438" y="548802"/>
                      <a:pt x="239751" y="556181"/>
                      <a:pt x="236986" y="558025"/>
                    </a:cubicBezTo>
                    <a:cubicBezTo>
                      <a:pt x="231457" y="564481"/>
                      <a:pt x="230535" y="569092"/>
                      <a:pt x="235143" y="569092"/>
                    </a:cubicBezTo>
                    <a:close/>
                    <a:moveTo>
                      <a:pt x="272930" y="515600"/>
                    </a:moveTo>
                    <a:cubicBezTo>
                      <a:pt x="276617" y="511911"/>
                      <a:pt x="277538" y="510067"/>
                      <a:pt x="275695" y="510989"/>
                    </a:cubicBezTo>
                    <a:cubicBezTo>
                      <a:pt x="272008" y="512834"/>
                      <a:pt x="272008" y="511911"/>
                      <a:pt x="272930" y="508222"/>
                    </a:cubicBezTo>
                    <a:cubicBezTo>
                      <a:pt x="276617" y="498077"/>
                      <a:pt x="270165" y="501766"/>
                      <a:pt x="263714" y="511911"/>
                    </a:cubicBezTo>
                    <a:cubicBezTo>
                      <a:pt x="256341" y="523901"/>
                      <a:pt x="261871" y="526668"/>
                      <a:pt x="272930" y="515600"/>
                    </a:cubicBezTo>
                    <a:close/>
                    <a:moveTo>
                      <a:pt x="272930" y="493466"/>
                    </a:moveTo>
                    <a:cubicBezTo>
                      <a:pt x="273852" y="498077"/>
                      <a:pt x="274774" y="498999"/>
                      <a:pt x="279382" y="494388"/>
                    </a:cubicBezTo>
                    <a:cubicBezTo>
                      <a:pt x="282147" y="491621"/>
                      <a:pt x="283990" y="487932"/>
                      <a:pt x="283990" y="485165"/>
                    </a:cubicBezTo>
                    <a:cubicBezTo>
                      <a:pt x="283990" y="483321"/>
                      <a:pt x="287676" y="480554"/>
                      <a:pt x="291363" y="478709"/>
                    </a:cubicBezTo>
                    <a:cubicBezTo>
                      <a:pt x="295049" y="476865"/>
                      <a:pt x="297814" y="473176"/>
                      <a:pt x="296893" y="472253"/>
                    </a:cubicBezTo>
                    <a:cubicBezTo>
                      <a:pt x="295049" y="468564"/>
                      <a:pt x="302423" y="451041"/>
                      <a:pt x="307952" y="447352"/>
                    </a:cubicBezTo>
                    <a:cubicBezTo>
                      <a:pt x="309796" y="446430"/>
                      <a:pt x="309796" y="443663"/>
                      <a:pt x="308874" y="442740"/>
                    </a:cubicBezTo>
                    <a:cubicBezTo>
                      <a:pt x="307952" y="440896"/>
                      <a:pt x="305187" y="442740"/>
                      <a:pt x="302423" y="446430"/>
                    </a:cubicBezTo>
                    <a:cubicBezTo>
                      <a:pt x="299658" y="449196"/>
                      <a:pt x="298736" y="451963"/>
                      <a:pt x="299658" y="453808"/>
                    </a:cubicBezTo>
                    <a:cubicBezTo>
                      <a:pt x="300579" y="454730"/>
                      <a:pt x="300579" y="455652"/>
                      <a:pt x="298736" y="455652"/>
                    </a:cubicBezTo>
                    <a:cubicBezTo>
                      <a:pt x="297814" y="455652"/>
                      <a:pt x="295049" y="459341"/>
                      <a:pt x="293206" y="463953"/>
                    </a:cubicBezTo>
                    <a:cubicBezTo>
                      <a:pt x="291363" y="468564"/>
                      <a:pt x="288598" y="471331"/>
                      <a:pt x="285833" y="469487"/>
                    </a:cubicBezTo>
                    <a:cubicBezTo>
                      <a:pt x="282147" y="468564"/>
                      <a:pt x="281225" y="468564"/>
                      <a:pt x="282147" y="473176"/>
                    </a:cubicBezTo>
                    <a:cubicBezTo>
                      <a:pt x="283068" y="476865"/>
                      <a:pt x="281225" y="480554"/>
                      <a:pt x="277538" y="483321"/>
                    </a:cubicBezTo>
                    <a:cubicBezTo>
                      <a:pt x="272930" y="486088"/>
                      <a:pt x="272008" y="489777"/>
                      <a:pt x="272930" y="493466"/>
                    </a:cubicBezTo>
                    <a:close/>
                    <a:moveTo>
                      <a:pt x="315325" y="438129"/>
                    </a:moveTo>
                    <a:cubicBezTo>
                      <a:pt x="319012" y="438129"/>
                      <a:pt x="321777" y="437207"/>
                      <a:pt x="322698" y="434440"/>
                    </a:cubicBezTo>
                    <a:cubicBezTo>
                      <a:pt x="323620" y="432595"/>
                      <a:pt x="322698" y="430751"/>
                      <a:pt x="320855" y="430751"/>
                    </a:cubicBezTo>
                    <a:cubicBezTo>
                      <a:pt x="319012" y="430751"/>
                      <a:pt x="318090" y="427984"/>
                      <a:pt x="319934" y="425217"/>
                    </a:cubicBezTo>
                    <a:cubicBezTo>
                      <a:pt x="323620" y="418761"/>
                      <a:pt x="316247" y="421528"/>
                      <a:pt x="312561" y="430751"/>
                    </a:cubicBezTo>
                    <a:cubicBezTo>
                      <a:pt x="310717" y="437207"/>
                      <a:pt x="310717" y="438129"/>
                      <a:pt x="315325" y="438129"/>
                    </a:cubicBezTo>
                    <a:close/>
                    <a:moveTo>
                      <a:pt x="329150" y="420606"/>
                    </a:moveTo>
                    <a:cubicBezTo>
                      <a:pt x="330072" y="419684"/>
                      <a:pt x="330072" y="416917"/>
                      <a:pt x="329150" y="414150"/>
                    </a:cubicBezTo>
                    <a:cubicBezTo>
                      <a:pt x="328228" y="411383"/>
                      <a:pt x="328228" y="412305"/>
                      <a:pt x="328228" y="415994"/>
                    </a:cubicBezTo>
                    <a:cubicBezTo>
                      <a:pt x="327307" y="419684"/>
                      <a:pt x="328228" y="421528"/>
                      <a:pt x="329150" y="420606"/>
                    </a:cubicBezTo>
                    <a:close/>
                    <a:moveTo>
                      <a:pt x="334680" y="404005"/>
                    </a:moveTo>
                    <a:cubicBezTo>
                      <a:pt x="338366" y="402160"/>
                      <a:pt x="342053" y="394782"/>
                      <a:pt x="344818" y="389249"/>
                    </a:cubicBezTo>
                    <a:cubicBezTo>
                      <a:pt x="351269" y="374492"/>
                      <a:pt x="343896" y="377259"/>
                      <a:pt x="336523" y="392938"/>
                    </a:cubicBezTo>
                    <a:cubicBezTo>
                      <a:pt x="329150" y="407694"/>
                      <a:pt x="328228" y="408616"/>
                      <a:pt x="334680" y="404005"/>
                    </a:cubicBezTo>
                    <a:close/>
                    <a:moveTo>
                      <a:pt x="350347" y="370803"/>
                    </a:moveTo>
                    <a:cubicBezTo>
                      <a:pt x="350347" y="375414"/>
                      <a:pt x="351269" y="374492"/>
                      <a:pt x="354034" y="368958"/>
                    </a:cubicBezTo>
                    <a:cubicBezTo>
                      <a:pt x="354956" y="365269"/>
                      <a:pt x="354956" y="363425"/>
                      <a:pt x="353113" y="365269"/>
                    </a:cubicBezTo>
                    <a:cubicBezTo>
                      <a:pt x="352191" y="367114"/>
                      <a:pt x="350347" y="368958"/>
                      <a:pt x="350347" y="370803"/>
                    </a:cubicBezTo>
                    <a:close/>
                    <a:moveTo>
                      <a:pt x="359564" y="357891"/>
                    </a:moveTo>
                    <a:cubicBezTo>
                      <a:pt x="359564" y="362502"/>
                      <a:pt x="360485" y="362502"/>
                      <a:pt x="363251" y="356969"/>
                    </a:cubicBezTo>
                    <a:cubicBezTo>
                      <a:pt x="364172" y="353280"/>
                      <a:pt x="367859" y="351435"/>
                      <a:pt x="370624" y="351435"/>
                    </a:cubicBezTo>
                    <a:cubicBezTo>
                      <a:pt x="372467" y="351435"/>
                      <a:pt x="374310" y="348668"/>
                      <a:pt x="374310" y="345901"/>
                    </a:cubicBezTo>
                    <a:cubicBezTo>
                      <a:pt x="374310" y="343135"/>
                      <a:pt x="373388" y="340368"/>
                      <a:pt x="372467" y="340368"/>
                    </a:cubicBezTo>
                    <a:cubicBezTo>
                      <a:pt x="367859" y="340368"/>
                      <a:pt x="359564" y="352357"/>
                      <a:pt x="359564" y="357891"/>
                    </a:cubicBezTo>
                    <a:close/>
                    <a:moveTo>
                      <a:pt x="372467" y="337601"/>
                    </a:moveTo>
                    <a:cubicBezTo>
                      <a:pt x="374310" y="337601"/>
                      <a:pt x="377996" y="333912"/>
                      <a:pt x="380762" y="328378"/>
                    </a:cubicBezTo>
                    <a:cubicBezTo>
                      <a:pt x="383526" y="322845"/>
                      <a:pt x="389056" y="315466"/>
                      <a:pt x="392743" y="310855"/>
                    </a:cubicBezTo>
                    <a:cubicBezTo>
                      <a:pt x="398273" y="303477"/>
                      <a:pt x="401037" y="297021"/>
                      <a:pt x="398273" y="297021"/>
                    </a:cubicBezTo>
                    <a:cubicBezTo>
                      <a:pt x="397351" y="297021"/>
                      <a:pt x="392743" y="304399"/>
                      <a:pt x="386291" y="314544"/>
                    </a:cubicBezTo>
                    <a:cubicBezTo>
                      <a:pt x="379840" y="324689"/>
                      <a:pt x="374310" y="332990"/>
                      <a:pt x="371545" y="334834"/>
                    </a:cubicBezTo>
                    <a:cubicBezTo>
                      <a:pt x="370624" y="336679"/>
                      <a:pt x="370624" y="337601"/>
                      <a:pt x="372467" y="337601"/>
                    </a:cubicBezTo>
                    <a:close/>
                    <a:moveTo>
                      <a:pt x="406567" y="286876"/>
                    </a:moveTo>
                    <a:cubicBezTo>
                      <a:pt x="407489" y="286876"/>
                      <a:pt x="409332" y="284109"/>
                      <a:pt x="412097" y="281342"/>
                    </a:cubicBezTo>
                    <a:cubicBezTo>
                      <a:pt x="415784" y="275809"/>
                      <a:pt x="415784" y="275809"/>
                      <a:pt x="411175" y="280420"/>
                    </a:cubicBezTo>
                    <a:cubicBezTo>
                      <a:pt x="405646" y="284109"/>
                      <a:pt x="403802" y="286876"/>
                      <a:pt x="406567" y="286876"/>
                    </a:cubicBezTo>
                    <a:close/>
                    <a:moveTo>
                      <a:pt x="558637" y="1009018"/>
                    </a:moveTo>
                    <a:cubicBezTo>
                      <a:pt x="559559" y="1014552"/>
                      <a:pt x="559559" y="1014552"/>
                      <a:pt x="562323" y="1009940"/>
                    </a:cubicBezTo>
                    <a:cubicBezTo>
                      <a:pt x="563245" y="1007174"/>
                      <a:pt x="565088" y="1003485"/>
                      <a:pt x="565088" y="1002562"/>
                    </a:cubicBezTo>
                    <a:cubicBezTo>
                      <a:pt x="565088" y="1001640"/>
                      <a:pt x="564167" y="1000718"/>
                      <a:pt x="562323" y="1001640"/>
                    </a:cubicBezTo>
                    <a:cubicBezTo>
                      <a:pt x="559559" y="1003485"/>
                      <a:pt x="558637" y="1006251"/>
                      <a:pt x="558637" y="1009018"/>
                    </a:cubicBezTo>
                    <a:close/>
                    <a:moveTo>
                      <a:pt x="567853" y="977661"/>
                    </a:moveTo>
                    <a:cubicBezTo>
                      <a:pt x="570618" y="976738"/>
                      <a:pt x="572461" y="973972"/>
                      <a:pt x="571540" y="973049"/>
                    </a:cubicBezTo>
                    <a:cubicBezTo>
                      <a:pt x="570618" y="972127"/>
                      <a:pt x="568775" y="973049"/>
                      <a:pt x="566010" y="975816"/>
                    </a:cubicBezTo>
                    <a:cubicBezTo>
                      <a:pt x="563245" y="979505"/>
                      <a:pt x="564167" y="979505"/>
                      <a:pt x="567853" y="977661"/>
                    </a:cubicBezTo>
                    <a:close/>
                    <a:moveTo>
                      <a:pt x="573383" y="938925"/>
                    </a:moveTo>
                    <a:cubicBezTo>
                      <a:pt x="573383" y="940770"/>
                      <a:pt x="575227" y="941692"/>
                      <a:pt x="577070" y="939847"/>
                    </a:cubicBezTo>
                    <a:cubicBezTo>
                      <a:pt x="578913" y="938925"/>
                      <a:pt x="581678" y="938003"/>
                      <a:pt x="581678" y="937081"/>
                    </a:cubicBezTo>
                    <a:cubicBezTo>
                      <a:pt x="581678" y="936158"/>
                      <a:pt x="579835" y="935236"/>
                      <a:pt x="577070" y="935236"/>
                    </a:cubicBezTo>
                    <a:cubicBezTo>
                      <a:pt x="575227" y="936158"/>
                      <a:pt x="573383" y="938003"/>
                      <a:pt x="573383" y="938925"/>
                    </a:cubicBezTo>
                    <a:close/>
                    <a:moveTo>
                      <a:pt x="579835" y="927858"/>
                    </a:moveTo>
                    <a:cubicBezTo>
                      <a:pt x="582599" y="927858"/>
                      <a:pt x="583521" y="926936"/>
                      <a:pt x="583521" y="925091"/>
                    </a:cubicBezTo>
                    <a:cubicBezTo>
                      <a:pt x="583521" y="923246"/>
                      <a:pt x="579835" y="922324"/>
                      <a:pt x="578913" y="922324"/>
                    </a:cubicBezTo>
                    <a:cubicBezTo>
                      <a:pt x="577991" y="922324"/>
                      <a:pt x="576148" y="923246"/>
                      <a:pt x="576148" y="925091"/>
                    </a:cubicBezTo>
                    <a:cubicBezTo>
                      <a:pt x="576148" y="926936"/>
                      <a:pt x="577991" y="927858"/>
                      <a:pt x="579835" y="927858"/>
                    </a:cubicBezTo>
                    <a:close/>
                    <a:moveTo>
                      <a:pt x="585364" y="942614"/>
                    </a:moveTo>
                    <a:cubicBezTo>
                      <a:pt x="585364" y="946303"/>
                      <a:pt x="585364" y="946303"/>
                      <a:pt x="586286" y="943537"/>
                    </a:cubicBezTo>
                    <a:cubicBezTo>
                      <a:pt x="587208" y="941692"/>
                      <a:pt x="589051" y="939847"/>
                      <a:pt x="589972" y="940770"/>
                    </a:cubicBezTo>
                    <a:cubicBezTo>
                      <a:pt x="591816" y="941692"/>
                      <a:pt x="590894" y="939847"/>
                      <a:pt x="590894" y="935236"/>
                    </a:cubicBezTo>
                    <a:cubicBezTo>
                      <a:pt x="589972" y="929703"/>
                      <a:pt x="589051" y="929703"/>
                      <a:pt x="587208" y="932469"/>
                    </a:cubicBezTo>
                    <a:cubicBezTo>
                      <a:pt x="585364" y="935236"/>
                      <a:pt x="585364" y="939847"/>
                      <a:pt x="585364" y="942614"/>
                    </a:cubicBezTo>
                    <a:close/>
                    <a:moveTo>
                      <a:pt x="590894" y="896501"/>
                    </a:moveTo>
                    <a:cubicBezTo>
                      <a:pt x="591816" y="892811"/>
                      <a:pt x="590894" y="890044"/>
                      <a:pt x="589051" y="890044"/>
                    </a:cubicBezTo>
                    <a:cubicBezTo>
                      <a:pt x="588129" y="890044"/>
                      <a:pt x="585364" y="893734"/>
                      <a:pt x="585364" y="897423"/>
                    </a:cubicBezTo>
                    <a:cubicBezTo>
                      <a:pt x="585364" y="906646"/>
                      <a:pt x="589972" y="905723"/>
                      <a:pt x="590894" y="896501"/>
                    </a:cubicBezTo>
                    <a:close/>
                    <a:moveTo>
                      <a:pt x="597346" y="919557"/>
                    </a:moveTo>
                    <a:cubicBezTo>
                      <a:pt x="599189" y="918635"/>
                      <a:pt x="601032" y="912179"/>
                      <a:pt x="601032" y="907568"/>
                    </a:cubicBezTo>
                    <a:cubicBezTo>
                      <a:pt x="601954" y="902034"/>
                      <a:pt x="604719" y="893734"/>
                      <a:pt x="606562" y="890044"/>
                    </a:cubicBezTo>
                    <a:cubicBezTo>
                      <a:pt x="608405" y="885433"/>
                      <a:pt x="610249" y="879899"/>
                      <a:pt x="610249" y="877133"/>
                    </a:cubicBezTo>
                    <a:cubicBezTo>
                      <a:pt x="610249" y="874366"/>
                      <a:pt x="611170" y="871599"/>
                      <a:pt x="613013" y="871599"/>
                    </a:cubicBezTo>
                    <a:cubicBezTo>
                      <a:pt x="618543" y="871599"/>
                      <a:pt x="619465" y="878055"/>
                      <a:pt x="616700" y="883589"/>
                    </a:cubicBezTo>
                    <a:cubicBezTo>
                      <a:pt x="614857" y="887278"/>
                      <a:pt x="614857" y="889122"/>
                      <a:pt x="616700" y="890967"/>
                    </a:cubicBezTo>
                    <a:cubicBezTo>
                      <a:pt x="617621" y="891889"/>
                      <a:pt x="619465" y="890044"/>
                      <a:pt x="620387" y="887278"/>
                    </a:cubicBezTo>
                    <a:cubicBezTo>
                      <a:pt x="621308" y="884511"/>
                      <a:pt x="621308" y="878977"/>
                      <a:pt x="621308" y="876210"/>
                    </a:cubicBezTo>
                    <a:cubicBezTo>
                      <a:pt x="621308" y="872521"/>
                      <a:pt x="621308" y="868832"/>
                      <a:pt x="622230" y="866065"/>
                    </a:cubicBezTo>
                    <a:cubicBezTo>
                      <a:pt x="623151" y="863299"/>
                      <a:pt x="624073" y="862376"/>
                      <a:pt x="625916" y="863299"/>
                    </a:cubicBezTo>
                    <a:cubicBezTo>
                      <a:pt x="627760" y="864221"/>
                      <a:pt x="629603" y="864221"/>
                      <a:pt x="630525" y="862376"/>
                    </a:cubicBezTo>
                    <a:cubicBezTo>
                      <a:pt x="631446" y="860532"/>
                      <a:pt x="629603" y="858687"/>
                      <a:pt x="626838" y="858687"/>
                    </a:cubicBezTo>
                    <a:cubicBezTo>
                      <a:pt x="623151" y="858687"/>
                      <a:pt x="620387" y="860532"/>
                      <a:pt x="619465" y="864221"/>
                    </a:cubicBezTo>
                    <a:cubicBezTo>
                      <a:pt x="618543" y="866988"/>
                      <a:pt x="615778" y="868832"/>
                      <a:pt x="613935" y="868832"/>
                    </a:cubicBezTo>
                    <a:cubicBezTo>
                      <a:pt x="611170" y="868832"/>
                      <a:pt x="611170" y="867910"/>
                      <a:pt x="613013" y="866065"/>
                    </a:cubicBezTo>
                    <a:cubicBezTo>
                      <a:pt x="614857" y="864221"/>
                      <a:pt x="617621" y="858687"/>
                      <a:pt x="618543" y="852231"/>
                    </a:cubicBezTo>
                    <a:cubicBezTo>
                      <a:pt x="619465" y="842086"/>
                      <a:pt x="618543" y="844853"/>
                      <a:pt x="611170" y="862376"/>
                    </a:cubicBezTo>
                    <a:cubicBezTo>
                      <a:pt x="605640" y="874366"/>
                      <a:pt x="601032" y="885433"/>
                      <a:pt x="599189" y="886355"/>
                    </a:cubicBezTo>
                    <a:cubicBezTo>
                      <a:pt x="598267" y="887278"/>
                      <a:pt x="596424" y="890044"/>
                      <a:pt x="597346" y="892811"/>
                    </a:cubicBezTo>
                    <a:cubicBezTo>
                      <a:pt x="598267" y="895578"/>
                      <a:pt x="596424" y="902956"/>
                      <a:pt x="594581" y="910335"/>
                    </a:cubicBezTo>
                    <a:cubicBezTo>
                      <a:pt x="590894" y="922324"/>
                      <a:pt x="590894" y="924169"/>
                      <a:pt x="597346" y="919557"/>
                    </a:cubicBezTo>
                    <a:close/>
                    <a:moveTo>
                      <a:pt x="603797" y="862376"/>
                    </a:moveTo>
                    <a:cubicBezTo>
                      <a:pt x="604719" y="862376"/>
                      <a:pt x="605640" y="861454"/>
                      <a:pt x="607484" y="858687"/>
                    </a:cubicBezTo>
                    <a:cubicBezTo>
                      <a:pt x="608405" y="856842"/>
                      <a:pt x="607484" y="854998"/>
                      <a:pt x="606562" y="854998"/>
                    </a:cubicBezTo>
                    <a:cubicBezTo>
                      <a:pt x="604719" y="854998"/>
                      <a:pt x="602876" y="855920"/>
                      <a:pt x="602876" y="858687"/>
                    </a:cubicBezTo>
                    <a:cubicBezTo>
                      <a:pt x="601954" y="860532"/>
                      <a:pt x="602876" y="862376"/>
                      <a:pt x="603797" y="862376"/>
                    </a:cubicBezTo>
                    <a:close/>
                    <a:moveTo>
                      <a:pt x="605640" y="949070"/>
                    </a:moveTo>
                    <a:cubicBezTo>
                      <a:pt x="606562" y="949070"/>
                      <a:pt x="608405" y="947226"/>
                      <a:pt x="610249" y="943537"/>
                    </a:cubicBezTo>
                    <a:cubicBezTo>
                      <a:pt x="612092" y="940770"/>
                      <a:pt x="613013" y="938925"/>
                      <a:pt x="611170" y="938925"/>
                    </a:cubicBezTo>
                    <a:cubicBezTo>
                      <a:pt x="610249" y="938925"/>
                      <a:pt x="607484" y="940770"/>
                      <a:pt x="606562" y="943537"/>
                    </a:cubicBezTo>
                    <a:cubicBezTo>
                      <a:pt x="605640" y="947226"/>
                      <a:pt x="605640" y="949070"/>
                      <a:pt x="605640" y="949070"/>
                    </a:cubicBezTo>
                    <a:close/>
                    <a:moveTo>
                      <a:pt x="612092" y="750781"/>
                    </a:moveTo>
                    <a:cubicBezTo>
                      <a:pt x="613013" y="748936"/>
                      <a:pt x="613013" y="747092"/>
                      <a:pt x="611170" y="745247"/>
                    </a:cubicBezTo>
                    <a:cubicBezTo>
                      <a:pt x="610249" y="744325"/>
                      <a:pt x="607484" y="746169"/>
                      <a:pt x="606562" y="748936"/>
                    </a:cubicBezTo>
                    <a:cubicBezTo>
                      <a:pt x="604719" y="755392"/>
                      <a:pt x="608405" y="755392"/>
                      <a:pt x="612092" y="750781"/>
                    </a:cubicBezTo>
                    <a:close/>
                    <a:moveTo>
                      <a:pt x="613935" y="935236"/>
                    </a:moveTo>
                    <a:cubicBezTo>
                      <a:pt x="614857" y="935236"/>
                      <a:pt x="616700" y="932469"/>
                      <a:pt x="616700" y="928780"/>
                    </a:cubicBezTo>
                    <a:cubicBezTo>
                      <a:pt x="616700" y="925091"/>
                      <a:pt x="615778" y="923246"/>
                      <a:pt x="613935" y="923246"/>
                    </a:cubicBezTo>
                    <a:cubicBezTo>
                      <a:pt x="612092" y="924169"/>
                      <a:pt x="610249" y="927858"/>
                      <a:pt x="610249" y="930625"/>
                    </a:cubicBezTo>
                    <a:cubicBezTo>
                      <a:pt x="610249" y="933392"/>
                      <a:pt x="612092" y="935236"/>
                      <a:pt x="613935" y="935236"/>
                    </a:cubicBezTo>
                    <a:close/>
                    <a:moveTo>
                      <a:pt x="627760" y="852231"/>
                    </a:moveTo>
                    <a:cubicBezTo>
                      <a:pt x="628681" y="852231"/>
                      <a:pt x="630525" y="850387"/>
                      <a:pt x="630525" y="848542"/>
                    </a:cubicBezTo>
                    <a:cubicBezTo>
                      <a:pt x="630525" y="847620"/>
                      <a:pt x="629603" y="844853"/>
                      <a:pt x="629603" y="844853"/>
                    </a:cubicBezTo>
                    <a:cubicBezTo>
                      <a:pt x="629603" y="844853"/>
                      <a:pt x="627760" y="846698"/>
                      <a:pt x="626838" y="848542"/>
                    </a:cubicBezTo>
                    <a:cubicBezTo>
                      <a:pt x="625916" y="850387"/>
                      <a:pt x="625916" y="852231"/>
                      <a:pt x="627760" y="852231"/>
                    </a:cubicBezTo>
                    <a:close/>
                    <a:moveTo>
                      <a:pt x="632368" y="842086"/>
                    </a:moveTo>
                    <a:cubicBezTo>
                      <a:pt x="634211" y="842086"/>
                      <a:pt x="637898" y="840242"/>
                      <a:pt x="639741" y="837475"/>
                    </a:cubicBezTo>
                    <a:cubicBezTo>
                      <a:pt x="641584" y="834708"/>
                      <a:pt x="642506" y="831941"/>
                      <a:pt x="640662" y="831019"/>
                    </a:cubicBezTo>
                    <a:cubicBezTo>
                      <a:pt x="638819" y="830097"/>
                      <a:pt x="635133" y="831941"/>
                      <a:pt x="633289" y="835630"/>
                    </a:cubicBezTo>
                    <a:cubicBezTo>
                      <a:pt x="629603" y="840242"/>
                      <a:pt x="628681" y="842086"/>
                      <a:pt x="632368" y="842086"/>
                    </a:cubicBezTo>
                    <a:close/>
                    <a:moveTo>
                      <a:pt x="654487" y="775682"/>
                    </a:moveTo>
                    <a:cubicBezTo>
                      <a:pt x="655409" y="774760"/>
                      <a:pt x="657252" y="771993"/>
                      <a:pt x="657252" y="770149"/>
                    </a:cubicBezTo>
                    <a:cubicBezTo>
                      <a:pt x="657252" y="768304"/>
                      <a:pt x="656330" y="767382"/>
                      <a:pt x="654487" y="769226"/>
                    </a:cubicBezTo>
                    <a:cubicBezTo>
                      <a:pt x="652644" y="771071"/>
                      <a:pt x="650800" y="772916"/>
                      <a:pt x="650800" y="774760"/>
                    </a:cubicBezTo>
                    <a:cubicBezTo>
                      <a:pt x="650800" y="776605"/>
                      <a:pt x="652644" y="777527"/>
                      <a:pt x="654487" y="775682"/>
                    </a:cubicBezTo>
                    <a:close/>
                    <a:moveTo>
                      <a:pt x="671998" y="752625"/>
                    </a:moveTo>
                    <a:cubicBezTo>
                      <a:pt x="679371" y="751703"/>
                      <a:pt x="680293" y="751703"/>
                      <a:pt x="679371" y="758159"/>
                    </a:cubicBezTo>
                    <a:cubicBezTo>
                      <a:pt x="678449" y="763693"/>
                      <a:pt x="679371" y="761848"/>
                      <a:pt x="683058" y="754470"/>
                    </a:cubicBezTo>
                    <a:cubicBezTo>
                      <a:pt x="686744" y="748014"/>
                      <a:pt x="690431" y="742480"/>
                      <a:pt x="691352" y="740636"/>
                    </a:cubicBezTo>
                    <a:cubicBezTo>
                      <a:pt x="692274" y="739714"/>
                      <a:pt x="695039" y="735102"/>
                      <a:pt x="696882" y="729568"/>
                    </a:cubicBezTo>
                    <a:cubicBezTo>
                      <a:pt x="698725" y="724035"/>
                      <a:pt x="704255" y="718501"/>
                      <a:pt x="707020" y="717579"/>
                    </a:cubicBezTo>
                    <a:cubicBezTo>
                      <a:pt x="710707" y="716657"/>
                      <a:pt x="711628" y="713890"/>
                      <a:pt x="709785" y="713890"/>
                    </a:cubicBezTo>
                    <a:cubicBezTo>
                      <a:pt x="707942" y="713890"/>
                      <a:pt x="707020" y="710201"/>
                      <a:pt x="707942" y="707434"/>
                    </a:cubicBezTo>
                    <a:cubicBezTo>
                      <a:pt x="708864" y="701900"/>
                      <a:pt x="707942" y="700055"/>
                      <a:pt x="704255" y="700055"/>
                    </a:cubicBezTo>
                    <a:cubicBezTo>
                      <a:pt x="701490" y="700055"/>
                      <a:pt x="699647" y="698211"/>
                      <a:pt x="699647" y="696366"/>
                    </a:cubicBezTo>
                    <a:cubicBezTo>
                      <a:pt x="699647" y="693600"/>
                      <a:pt x="697804" y="695444"/>
                      <a:pt x="695960" y="698211"/>
                    </a:cubicBezTo>
                    <a:cubicBezTo>
                      <a:pt x="694117" y="702822"/>
                      <a:pt x="694117" y="705589"/>
                      <a:pt x="696882" y="708356"/>
                    </a:cubicBezTo>
                    <a:cubicBezTo>
                      <a:pt x="701490" y="712045"/>
                      <a:pt x="701490" y="713890"/>
                      <a:pt x="693196" y="723112"/>
                    </a:cubicBezTo>
                    <a:cubicBezTo>
                      <a:pt x="688587" y="728646"/>
                      <a:pt x="685823" y="735102"/>
                      <a:pt x="685823" y="736947"/>
                    </a:cubicBezTo>
                    <a:cubicBezTo>
                      <a:pt x="686744" y="739714"/>
                      <a:pt x="684901" y="742480"/>
                      <a:pt x="683058" y="743403"/>
                    </a:cubicBezTo>
                    <a:cubicBezTo>
                      <a:pt x="681214" y="744325"/>
                      <a:pt x="680293" y="744325"/>
                      <a:pt x="681214" y="742480"/>
                    </a:cubicBezTo>
                    <a:cubicBezTo>
                      <a:pt x="682136" y="740636"/>
                      <a:pt x="682136" y="736947"/>
                      <a:pt x="680293" y="735102"/>
                    </a:cubicBezTo>
                    <a:cubicBezTo>
                      <a:pt x="678449" y="731413"/>
                      <a:pt x="677528" y="732335"/>
                      <a:pt x="674763" y="739714"/>
                    </a:cubicBezTo>
                    <a:cubicBezTo>
                      <a:pt x="672920" y="744325"/>
                      <a:pt x="670155" y="748936"/>
                      <a:pt x="669233" y="748936"/>
                    </a:cubicBezTo>
                    <a:cubicBezTo>
                      <a:pt x="667390" y="748936"/>
                      <a:pt x="668311" y="745247"/>
                      <a:pt x="670155" y="741558"/>
                    </a:cubicBezTo>
                    <a:cubicBezTo>
                      <a:pt x="671998" y="737869"/>
                      <a:pt x="671998" y="735102"/>
                      <a:pt x="670155" y="735102"/>
                    </a:cubicBezTo>
                    <a:cubicBezTo>
                      <a:pt x="666468" y="735102"/>
                      <a:pt x="660938" y="745247"/>
                      <a:pt x="660938" y="751703"/>
                    </a:cubicBezTo>
                    <a:cubicBezTo>
                      <a:pt x="662782" y="751703"/>
                      <a:pt x="666468" y="753548"/>
                      <a:pt x="671998" y="752625"/>
                    </a:cubicBezTo>
                    <a:close/>
                    <a:moveTo>
                      <a:pt x="687666" y="721268"/>
                    </a:moveTo>
                    <a:cubicBezTo>
                      <a:pt x="688587" y="722190"/>
                      <a:pt x="691352" y="723112"/>
                      <a:pt x="692274" y="722190"/>
                    </a:cubicBezTo>
                    <a:cubicBezTo>
                      <a:pt x="694117" y="721268"/>
                      <a:pt x="694117" y="718501"/>
                      <a:pt x="693196" y="716657"/>
                    </a:cubicBezTo>
                    <a:cubicBezTo>
                      <a:pt x="692274" y="714812"/>
                      <a:pt x="689509" y="714812"/>
                      <a:pt x="688587" y="715734"/>
                    </a:cubicBezTo>
                    <a:cubicBezTo>
                      <a:pt x="686744" y="717579"/>
                      <a:pt x="685823" y="719423"/>
                      <a:pt x="687666" y="721268"/>
                    </a:cubicBezTo>
                    <a:close/>
                    <a:moveTo>
                      <a:pt x="715315" y="690833"/>
                    </a:moveTo>
                    <a:cubicBezTo>
                      <a:pt x="717158" y="687144"/>
                      <a:pt x="719923" y="683455"/>
                      <a:pt x="720845" y="683455"/>
                    </a:cubicBezTo>
                    <a:cubicBezTo>
                      <a:pt x="721766" y="683455"/>
                      <a:pt x="722688" y="680688"/>
                      <a:pt x="722688" y="677921"/>
                    </a:cubicBezTo>
                    <a:cubicBezTo>
                      <a:pt x="723609" y="675154"/>
                      <a:pt x="721766" y="672387"/>
                      <a:pt x="720845" y="672387"/>
                    </a:cubicBezTo>
                    <a:cubicBezTo>
                      <a:pt x="718080" y="672387"/>
                      <a:pt x="711628" y="688988"/>
                      <a:pt x="711628" y="693600"/>
                    </a:cubicBezTo>
                    <a:cubicBezTo>
                      <a:pt x="712550" y="697289"/>
                      <a:pt x="713472" y="695444"/>
                      <a:pt x="715315" y="690833"/>
                    </a:cubicBezTo>
                    <a:close/>
                    <a:moveTo>
                      <a:pt x="726375" y="663164"/>
                    </a:moveTo>
                    <a:cubicBezTo>
                      <a:pt x="726375" y="667776"/>
                      <a:pt x="727296" y="667776"/>
                      <a:pt x="728218" y="664087"/>
                    </a:cubicBezTo>
                    <a:cubicBezTo>
                      <a:pt x="729139" y="660398"/>
                      <a:pt x="731904" y="656709"/>
                      <a:pt x="732826" y="653942"/>
                    </a:cubicBezTo>
                    <a:cubicBezTo>
                      <a:pt x="735591" y="648408"/>
                      <a:pt x="736513" y="650253"/>
                      <a:pt x="731904" y="653020"/>
                    </a:cubicBezTo>
                    <a:cubicBezTo>
                      <a:pt x="728218" y="655786"/>
                      <a:pt x="726375" y="659475"/>
                      <a:pt x="726375" y="663164"/>
                    </a:cubicBezTo>
                    <a:close/>
                    <a:moveTo>
                      <a:pt x="729139" y="638263"/>
                    </a:moveTo>
                    <a:cubicBezTo>
                      <a:pt x="729139" y="640108"/>
                      <a:pt x="730061" y="639185"/>
                      <a:pt x="732826" y="636418"/>
                    </a:cubicBezTo>
                    <a:cubicBezTo>
                      <a:pt x="733747" y="633652"/>
                      <a:pt x="735591" y="629963"/>
                      <a:pt x="735591" y="628118"/>
                    </a:cubicBezTo>
                    <a:cubicBezTo>
                      <a:pt x="735591" y="627196"/>
                      <a:pt x="734669" y="627196"/>
                      <a:pt x="732826" y="629963"/>
                    </a:cubicBezTo>
                    <a:cubicBezTo>
                      <a:pt x="730983" y="632729"/>
                      <a:pt x="729139" y="636418"/>
                      <a:pt x="729139" y="638263"/>
                    </a:cubicBezTo>
                    <a:close/>
                    <a:moveTo>
                      <a:pt x="734669" y="644719"/>
                    </a:moveTo>
                    <a:cubicBezTo>
                      <a:pt x="734669" y="650253"/>
                      <a:pt x="740199" y="645641"/>
                      <a:pt x="745729" y="634574"/>
                    </a:cubicBezTo>
                    <a:cubicBezTo>
                      <a:pt x="753102" y="621662"/>
                      <a:pt x="753102" y="619818"/>
                      <a:pt x="749415" y="619818"/>
                    </a:cubicBezTo>
                    <a:cubicBezTo>
                      <a:pt x="747572" y="619818"/>
                      <a:pt x="734669" y="641952"/>
                      <a:pt x="734669" y="644719"/>
                    </a:cubicBezTo>
                    <a:close/>
                    <a:moveTo>
                      <a:pt x="738356" y="452886"/>
                    </a:moveTo>
                    <a:cubicBezTo>
                      <a:pt x="738356" y="454730"/>
                      <a:pt x="738356" y="455652"/>
                      <a:pt x="739277" y="454730"/>
                    </a:cubicBezTo>
                    <a:cubicBezTo>
                      <a:pt x="740199" y="453808"/>
                      <a:pt x="742042" y="450119"/>
                      <a:pt x="744807" y="447352"/>
                    </a:cubicBezTo>
                    <a:cubicBezTo>
                      <a:pt x="748494" y="440896"/>
                      <a:pt x="748494" y="440896"/>
                      <a:pt x="743886" y="445507"/>
                    </a:cubicBezTo>
                    <a:cubicBezTo>
                      <a:pt x="740199" y="446430"/>
                      <a:pt x="738356" y="451041"/>
                      <a:pt x="738356" y="452886"/>
                    </a:cubicBezTo>
                    <a:close/>
                    <a:moveTo>
                      <a:pt x="747572" y="607828"/>
                    </a:moveTo>
                    <a:cubicBezTo>
                      <a:pt x="748494" y="605061"/>
                      <a:pt x="747572" y="604139"/>
                      <a:pt x="746650" y="604139"/>
                    </a:cubicBezTo>
                    <a:cubicBezTo>
                      <a:pt x="744807" y="605061"/>
                      <a:pt x="742964" y="607828"/>
                      <a:pt x="742964" y="609673"/>
                    </a:cubicBezTo>
                    <a:cubicBezTo>
                      <a:pt x="743886" y="615206"/>
                      <a:pt x="746650" y="613362"/>
                      <a:pt x="747572" y="607828"/>
                    </a:cubicBezTo>
                    <a:close/>
                    <a:moveTo>
                      <a:pt x="747572" y="595838"/>
                    </a:moveTo>
                    <a:cubicBezTo>
                      <a:pt x="748494" y="597683"/>
                      <a:pt x="750337" y="599527"/>
                      <a:pt x="751258" y="599527"/>
                    </a:cubicBezTo>
                    <a:cubicBezTo>
                      <a:pt x="752180" y="599527"/>
                      <a:pt x="752180" y="597683"/>
                      <a:pt x="752180" y="595838"/>
                    </a:cubicBezTo>
                    <a:cubicBezTo>
                      <a:pt x="752180" y="594916"/>
                      <a:pt x="751258" y="592149"/>
                      <a:pt x="748494" y="592149"/>
                    </a:cubicBezTo>
                    <a:cubicBezTo>
                      <a:pt x="747572" y="593072"/>
                      <a:pt x="747572" y="594916"/>
                      <a:pt x="747572" y="595838"/>
                    </a:cubicBezTo>
                    <a:close/>
                    <a:moveTo>
                      <a:pt x="754945" y="613362"/>
                    </a:moveTo>
                    <a:cubicBezTo>
                      <a:pt x="756788" y="613362"/>
                      <a:pt x="758632" y="612439"/>
                      <a:pt x="758632" y="609673"/>
                    </a:cubicBezTo>
                    <a:cubicBezTo>
                      <a:pt x="758632" y="607828"/>
                      <a:pt x="757710" y="605983"/>
                      <a:pt x="757710" y="605983"/>
                    </a:cubicBezTo>
                    <a:cubicBezTo>
                      <a:pt x="757710" y="605983"/>
                      <a:pt x="755867" y="606906"/>
                      <a:pt x="754024" y="609673"/>
                    </a:cubicBezTo>
                    <a:cubicBezTo>
                      <a:pt x="752180" y="611517"/>
                      <a:pt x="753102" y="613362"/>
                      <a:pt x="754945" y="613362"/>
                    </a:cubicBezTo>
                    <a:close/>
                    <a:moveTo>
                      <a:pt x="755867" y="432595"/>
                    </a:moveTo>
                    <a:cubicBezTo>
                      <a:pt x="757710" y="429829"/>
                      <a:pt x="758632" y="427062"/>
                      <a:pt x="757710" y="427062"/>
                    </a:cubicBezTo>
                    <a:cubicBezTo>
                      <a:pt x="756788" y="426140"/>
                      <a:pt x="754945" y="427984"/>
                      <a:pt x="754024" y="430751"/>
                    </a:cubicBezTo>
                    <a:cubicBezTo>
                      <a:pt x="752180" y="435362"/>
                      <a:pt x="753102" y="436285"/>
                      <a:pt x="755867" y="432595"/>
                    </a:cubicBezTo>
                    <a:close/>
                    <a:moveTo>
                      <a:pt x="778908" y="397549"/>
                    </a:moveTo>
                    <a:cubicBezTo>
                      <a:pt x="778908" y="401238"/>
                      <a:pt x="787202" y="404005"/>
                      <a:pt x="791811" y="402160"/>
                    </a:cubicBezTo>
                    <a:cubicBezTo>
                      <a:pt x="792732" y="401238"/>
                      <a:pt x="796419" y="395704"/>
                      <a:pt x="799184" y="390171"/>
                    </a:cubicBezTo>
                    <a:cubicBezTo>
                      <a:pt x="802870" y="382792"/>
                      <a:pt x="805635" y="380026"/>
                      <a:pt x="809322" y="380026"/>
                    </a:cubicBezTo>
                    <a:cubicBezTo>
                      <a:pt x="810243" y="380026"/>
                      <a:pt x="813008" y="379103"/>
                      <a:pt x="813008" y="378181"/>
                    </a:cubicBezTo>
                    <a:cubicBezTo>
                      <a:pt x="812086" y="378181"/>
                      <a:pt x="810243" y="377259"/>
                      <a:pt x="810243" y="374492"/>
                    </a:cubicBezTo>
                    <a:cubicBezTo>
                      <a:pt x="810243" y="371725"/>
                      <a:pt x="811165" y="370803"/>
                      <a:pt x="813008" y="370803"/>
                    </a:cubicBezTo>
                    <a:cubicBezTo>
                      <a:pt x="813930" y="370803"/>
                      <a:pt x="815773" y="371725"/>
                      <a:pt x="815773" y="374492"/>
                    </a:cubicBezTo>
                    <a:cubicBezTo>
                      <a:pt x="815773" y="375414"/>
                      <a:pt x="815773" y="375414"/>
                      <a:pt x="814851" y="376337"/>
                    </a:cubicBezTo>
                    <a:cubicBezTo>
                      <a:pt x="822224" y="370803"/>
                      <a:pt x="830519" y="357891"/>
                      <a:pt x="830519" y="352357"/>
                    </a:cubicBezTo>
                    <a:cubicBezTo>
                      <a:pt x="830519" y="349591"/>
                      <a:pt x="831441" y="346824"/>
                      <a:pt x="834206" y="344979"/>
                    </a:cubicBezTo>
                    <a:cubicBezTo>
                      <a:pt x="840657" y="341290"/>
                      <a:pt x="852638" y="316389"/>
                      <a:pt x="850795" y="312700"/>
                    </a:cubicBezTo>
                    <a:cubicBezTo>
                      <a:pt x="849873" y="309933"/>
                      <a:pt x="849873" y="309933"/>
                      <a:pt x="851717" y="311777"/>
                    </a:cubicBezTo>
                    <a:cubicBezTo>
                      <a:pt x="853560" y="312700"/>
                      <a:pt x="857246" y="309010"/>
                      <a:pt x="860012" y="304399"/>
                    </a:cubicBezTo>
                    <a:cubicBezTo>
                      <a:pt x="862776" y="298865"/>
                      <a:pt x="865541" y="294254"/>
                      <a:pt x="867384" y="294254"/>
                    </a:cubicBezTo>
                    <a:cubicBezTo>
                      <a:pt x="868306" y="294254"/>
                      <a:pt x="870150" y="290565"/>
                      <a:pt x="870150" y="286876"/>
                    </a:cubicBezTo>
                    <a:lnTo>
                      <a:pt x="870150" y="279498"/>
                    </a:lnTo>
                    <a:lnTo>
                      <a:pt x="864620" y="286876"/>
                    </a:lnTo>
                    <a:cubicBezTo>
                      <a:pt x="860933" y="290565"/>
                      <a:pt x="857246" y="294254"/>
                      <a:pt x="855403" y="294254"/>
                    </a:cubicBezTo>
                    <a:cubicBezTo>
                      <a:pt x="854482" y="294254"/>
                      <a:pt x="852638" y="296099"/>
                      <a:pt x="852638" y="298865"/>
                    </a:cubicBezTo>
                    <a:cubicBezTo>
                      <a:pt x="852638" y="301632"/>
                      <a:pt x="846187" y="311777"/>
                      <a:pt x="837892" y="321000"/>
                    </a:cubicBezTo>
                    <a:cubicBezTo>
                      <a:pt x="828676" y="331145"/>
                      <a:pt x="823146" y="339446"/>
                      <a:pt x="822224" y="340368"/>
                    </a:cubicBezTo>
                    <a:cubicBezTo>
                      <a:pt x="822224" y="341290"/>
                      <a:pt x="816695" y="349591"/>
                      <a:pt x="810243" y="356969"/>
                    </a:cubicBezTo>
                    <a:cubicBezTo>
                      <a:pt x="803792" y="365269"/>
                      <a:pt x="798262" y="373570"/>
                      <a:pt x="799184" y="374492"/>
                    </a:cubicBezTo>
                    <a:cubicBezTo>
                      <a:pt x="800105" y="376337"/>
                      <a:pt x="799184" y="377259"/>
                      <a:pt x="796419" y="375414"/>
                    </a:cubicBezTo>
                    <a:cubicBezTo>
                      <a:pt x="791811" y="373570"/>
                      <a:pt x="790889" y="377259"/>
                      <a:pt x="791811" y="385559"/>
                    </a:cubicBezTo>
                    <a:cubicBezTo>
                      <a:pt x="791811" y="387404"/>
                      <a:pt x="790889" y="387404"/>
                      <a:pt x="789967" y="386482"/>
                    </a:cubicBezTo>
                    <a:cubicBezTo>
                      <a:pt x="788124" y="383715"/>
                      <a:pt x="778908" y="392938"/>
                      <a:pt x="778908" y="397549"/>
                    </a:cubicBezTo>
                    <a:close/>
                    <a:moveTo>
                      <a:pt x="784437" y="565403"/>
                    </a:moveTo>
                    <a:cubicBezTo>
                      <a:pt x="788124" y="558025"/>
                      <a:pt x="788124" y="558025"/>
                      <a:pt x="783516" y="561714"/>
                    </a:cubicBezTo>
                    <a:cubicBezTo>
                      <a:pt x="780751" y="564481"/>
                      <a:pt x="778908" y="567248"/>
                      <a:pt x="778908" y="569092"/>
                    </a:cubicBezTo>
                    <a:cubicBezTo>
                      <a:pt x="778908" y="575548"/>
                      <a:pt x="781673" y="572781"/>
                      <a:pt x="784437" y="565403"/>
                    </a:cubicBezTo>
                    <a:close/>
                    <a:moveTo>
                      <a:pt x="785359" y="530357"/>
                    </a:moveTo>
                    <a:cubicBezTo>
                      <a:pt x="788124" y="529434"/>
                      <a:pt x="789967" y="527590"/>
                      <a:pt x="789046" y="526668"/>
                    </a:cubicBezTo>
                    <a:cubicBezTo>
                      <a:pt x="788124" y="525745"/>
                      <a:pt x="785359" y="526668"/>
                      <a:pt x="783516" y="529434"/>
                    </a:cubicBezTo>
                    <a:cubicBezTo>
                      <a:pt x="780751" y="532201"/>
                      <a:pt x="781673" y="532201"/>
                      <a:pt x="785359" y="530357"/>
                    </a:cubicBezTo>
                    <a:close/>
                    <a:moveTo>
                      <a:pt x="876601" y="281342"/>
                    </a:moveTo>
                    <a:cubicBezTo>
                      <a:pt x="878444" y="278575"/>
                      <a:pt x="880287" y="275809"/>
                      <a:pt x="878444" y="275809"/>
                    </a:cubicBezTo>
                    <a:cubicBezTo>
                      <a:pt x="877523" y="274886"/>
                      <a:pt x="876601" y="276731"/>
                      <a:pt x="874758" y="279498"/>
                    </a:cubicBezTo>
                    <a:cubicBezTo>
                      <a:pt x="874758" y="284109"/>
                      <a:pt x="874758" y="284109"/>
                      <a:pt x="876601" y="281342"/>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4" name="Freeform 23">
                <a:extLst>
                  <a:ext uri="{FF2B5EF4-FFF2-40B4-BE49-F238E27FC236}">
                    <a16:creationId xmlns:a16="http://schemas.microsoft.com/office/drawing/2014/main" id="{781677C4-D151-66BA-E158-0BD931FF86AC}"/>
                  </a:ext>
                </a:extLst>
              </p:cNvPr>
              <p:cNvSpPr/>
              <p:nvPr/>
            </p:nvSpPr>
            <p:spPr>
              <a:xfrm>
                <a:off x="7492702" y="763655"/>
                <a:ext cx="697291" cy="327789"/>
              </a:xfrm>
              <a:custGeom>
                <a:avLst/>
                <a:gdLst>
                  <a:gd name="connsiteX0" fmla="*/ 1060 w 697291"/>
                  <a:gd name="connsiteY0" fmla="*/ 242559 h 327789"/>
                  <a:gd name="connsiteX1" fmla="*/ 5669 w 697291"/>
                  <a:gd name="connsiteY1" fmla="*/ 223191 h 327789"/>
                  <a:gd name="connsiteX2" fmla="*/ 17650 w 697291"/>
                  <a:gd name="connsiteY2" fmla="*/ 198289 h 327789"/>
                  <a:gd name="connsiteX3" fmla="*/ 92302 w 697291"/>
                  <a:gd name="connsiteY3" fmla="*/ 87616 h 327789"/>
                  <a:gd name="connsiteX4" fmla="*/ 111657 w 697291"/>
                  <a:gd name="connsiteY4" fmla="*/ 64559 h 327789"/>
                  <a:gd name="connsiteX5" fmla="*/ 175250 w 697291"/>
                  <a:gd name="connsiteY5" fmla="*/ 4611 h 327789"/>
                  <a:gd name="connsiteX6" fmla="*/ 205663 w 697291"/>
                  <a:gd name="connsiteY6" fmla="*/ 0 h 327789"/>
                  <a:gd name="connsiteX7" fmla="*/ 258197 w 697291"/>
                  <a:gd name="connsiteY7" fmla="*/ 8301 h 327789"/>
                  <a:gd name="connsiteX8" fmla="*/ 274786 w 697291"/>
                  <a:gd name="connsiteY8" fmla="*/ 14756 h 327789"/>
                  <a:gd name="connsiteX9" fmla="*/ 291375 w 697291"/>
                  <a:gd name="connsiteY9" fmla="*/ 26746 h 327789"/>
                  <a:gd name="connsiteX10" fmla="*/ 317181 w 697291"/>
                  <a:gd name="connsiteY10" fmla="*/ 36891 h 327789"/>
                  <a:gd name="connsiteX11" fmla="*/ 354047 w 697291"/>
                  <a:gd name="connsiteY11" fmla="*/ 50725 h 327789"/>
                  <a:gd name="connsiteX12" fmla="*/ 365106 w 697291"/>
                  <a:gd name="connsiteY12" fmla="*/ 70093 h 327789"/>
                  <a:gd name="connsiteX13" fmla="*/ 337457 w 697291"/>
                  <a:gd name="connsiteY13" fmla="*/ 131886 h 327789"/>
                  <a:gd name="connsiteX14" fmla="*/ 311651 w 697291"/>
                  <a:gd name="connsiteY14" fmla="*/ 177077 h 327789"/>
                  <a:gd name="connsiteX15" fmla="*/ 307965 w 697291"/>
                  <a:gd name="connsiteY15" fmla="*/ 256393 h 327789"/>
                  <a:gd name="connsiteX16" fmla="*/ 355890 w 697291"/>
                  <a:gd name="connsiteY16" fmla="*/ 268382 h 327789"/>
                  <a:gd name="connsiteX17" fmla="*/ 567866 w 697291"/>
                  <a:gd name="connsiteY17" fmla="*/ 177077 h 327789"/>
                  <a:gd name="connsiteX18" fmla="*/ 619477 w 697291"/>
                  <a:gd name="connsiteY18" fmla="*/ 143875 h 327789"/>
                  <a:gd name="connsiteX19" fmla="*/ 640675 w 697291"/>
                  <a:gd name="connsiteY19" fmla="*/ 129119 h 327789"/>
                  <a:gd name="connsiteX20" fmla="*/ 694130 w 697291"/>
                  <a:gd name="connsiteY20" fmla="*/ 95917 h 327789"/>
                  <a:gd name="connsiteX21" fmla="*/ 648970 w 697291"/>
                  <a:gd name="connsiteY21" fmla="*/ 161398 h 327789"/>
                  <a:gd name="connsiteX22" fmla="*/ 633302 w 697291"/>
                  <a:gd name="connsiteY22" fmla="*/ 176155 h 327789"/>
                  <a:gd name="connsiteX23" fmla="*/ 638832 w 697291"/>
                  <a:gd name="connsiteY23" fmla="*/ 177077 h 327789"/>
                  <a:gd name="connsiteX24" fmla="*/ 603810 w 697291"/>
                  <a:gd name="connsiteY24" fmla="*/ 203823 h 327789"/>
                  <a:gd name="connsiteX25" fmla="*/ 569709 w 697291"/>
                  <a:gd name="connsiteY25" fmla="*/ 228725 h 327789"/>
                  <a:gd name="connsiteX26" fmla="*/ 588142 w 697291"/>
                  <a:gd name="connsiteY26" fmla="*/ 221346 h 327789"/>
                  <a:gd name="connsiteX27" fmla="*/ 618556 w 697291"/>
                  <a:gd name="connsiteY27" fmla="*/ 203823 h 327789"/>
                  <a:gd name="connsiteX28" fmla="*/ 557728 w 697291"/>
                  <a:gd name="connsiteY28" fmla="*/ 257315 h 327789"/>
                  <a:gd name="connsiteX29" fmla="*/ 550355 w 697291"/>
                  <a:gd name="connsiteY29" fmla="*/ 261004 h 327789"/>
                  <a:gd name="connsiteX30" fmla="*/ 534687 w 697291"/>
                  <a:gd name="connsiteY30" fmla="*/ 271149 h 327789"/>
                  <a:gd name="connsiteX31" fmla="*/ 513489 w 697291"/>
                  <a:gd name="connsiteY31" fmla="*/ 283139 h 327789"/>
                  <a:gd name="connsiteX32" fmla="*/ 494135 w 697291"/>
                  <a:gd name="connsiteY32" fmla="*/ 290517 h 327789"/>
                  <a:gd name="connsiteX33" fmla="*/ 486762 w 697291"/>
                  <a:gd name="connsiteY33" fmla="*/ 296051 h 327789"/>
                  <a:gd name="connsiteX34" fmla="*/ 474781 w 697291"/>
                  <a:gd name="connsiteY34" fmla="*/ 306196 h 327789"/>
                  <a:gd name="connsiteX35" fmla="*/ 388147 w 697291"/>
                  <a:gd name="connsiteY35" fmla="*/ 320952 h 327789"/>
                  <a:gd name="connsiteX36" fmla="*/ 331006 w 697291"/>
                  <a:gd name="connsiteY36" fmla="*/ 311729 h 327789"/>
                  <a:gd name="connsiteX37" fmla="*/ 257275 w 697291"/>
                  <a:gd name="connsiteY37" fmla="*/ 237947 h 327789"/>
                  <a:gd name="connsiteX38" fmla="*/ 253588 w 697291"/>
                  <a:gd name="connsiteY38" fmla="*/ 237025 h 327789"/>
                  <a:gd name="connsiteX39" fmla="*/ 252667 w 697291"/>
                  <a:gd name="connsiteY39" fmla="*/ 237025 h 327789"/>
                  <a:gd name="connsiteX40" fmla="*/ 251745 w 697291"/>
                  <a:gd name="connsiteY40" fmla="*/ 229647 h 327789"/>
                  <a:gd name="connsiteX41" fmla="*/ 244372 w 697291"/>
                  <a:gd name="connsiteY41" fmla="*/ 184455 h 327789"/>
                  <a:gd name="connsiteX42" fmla="*/ 236999 w 697291"/>
                  <a:gd name="connsiteY42" fmla="*/ 159554 h 327789"/>
                  <a:gd name="connsiteX43" fmla="*/ 224096 w 697291"/>
                  <a:gd name="connsiteY43" fmla="*/ 182611 h 327789"/>
                  <a:gd name="connsiteX44" fmla="*/ 220410 w 697291"/>
                  <a:gd name="connsiteY44" fmla="*/ 188144 h 327789"/>
                  <a:gd name="connsiteX45" fmla="*/ 215801 w 697291"/>
                  <a:gd name="connsiteY45" fmla="*/ 193678 h 327789"/>
                  <a:gd name="connsiteX46" fmla="*/ 209350 w 697291"/>
                  <a:gd name="connsiteY46" fmla="*/ 205668 h 327789"/>
                  <a:gd name="connsiteX47" fmla="*/ 202899 w 697291"/>
                  <a:gd name="connsiteY47" fmla="*/ 215813 h 327789"/>
                  <a:gd name="connsiteX48" fmla="*/ 201055 w 697291"/>
                  <a:gd name="connsiteY48" fmla="*/ 217657 h 327789"/>
                  <a:gd name="connsiteX49" fmla="*/ 187231 w 697291"/>
                  <a:gd name="connsiteY49" fmla="*/ 230569 h 327789"/>
                  <a:gd name="connsiteX50" fmla="*/ 122716 w 697291"/>
                  <a:gd name="connsiteY50" fmla="*/ 296051 h 327789"/>
                  <a:gd name="connsiteX51" fmla="*/ 114422 w 697291"/>
                  <a:gd name="connsiteY51" fmla="*/ 301584 h 327789"/>
                  <a:gd name="connsiteX52" fmla="*/ 106127 w 697291"/>
                  <a:gd name="connsiteY52" fmla="*/ 305273 h 327789"/>
                  <a:gd name="connsiteX53" fmla="*/ 105205 w 697291"/>
                  <a:gd name="connsiteY53" fmla="*/ 306196 h 327789"/>
                  <a:gd name="connsiteX54" fmla="*/ 82164 w 697291"/>
                  <a:gd name="connsiteY54" fmla="*/ 320952 h 327789"/>
                  <a:gd name="connsiteX55" fmla="*/ 67418 w 697291"/>
                  <a:gd name="connsiteY55" fmla="*/ 326486 h 327789"/>
                  <a:gd name="connsiteX56" fmla="*/ 57280 w 697291"/>
                  <a:gd name="connsiteY56" fmla="*/ 327408 h 327789"/>
                  <a:gd name="connsiteX57" fmla="*/ 25023 w 697291"/>
                  <a:gd name="connsiteY57" fmla="*/ 296973 h 327789"/>
                  <a:gd name="connsiteX58" fmla="*/ 16728 w 697291"/>
                  <a:gd name="connsiteY58" fmla="*/ 286828 h 327789"/>
                  <a:gd name="connsiteX59" fmla="*/ 5669 w 697291"/>
                  <a:gd name="connsiteY59" fmla="*/ 272071 h 327789"/>
                  <a:gd name="connsiteX60" fmla="*/ 1060 w 697291"/>
                  <a:gd name="connsiteY60" fmla="*/ 242559 h 327789"/>
                  <a:gd name="connsiteX61" fmla="*/ 74791 w 697291"/>
                  <a:gd name="connsiteY61" fmla="*/ 257315 h 327789"/>
                  <a:gd name="connsiteX62" fmla="*/ 111657 w 697291"/>
                  <a:gd name="connsiteY62" fmla="*/ 234258 h 327789"/>
                  <a:gd name="connsiteX63" fmla="*/ 197369 w 697291"/>
                  <a:gd name="connsiteY63" fmla="*/ 152175 h 327789"/>
                  <a:gd name="connsiteX64" fmla="*/ 262805 w 697291"/>
                  <a:gd name="connsiteY64" fmla="*/ 66404 h 327789"/>
                  <a:gd name="connsiteX65" fmla="*/ 246215 w 697291"/>
                  <a:gd name="connsiteY65" fmla="*/ 66404 h 327789"/>
                  <a:gd name="connsiteX66" fmla="*/ 233312 w 697291"/>
                  <a:gd name="connsiteY66" fmla="*/ 72860 h 327789"/>
                  <a:gd name="connsiteX67" fmla="*/ 229626 w 697291"/>
                  <a:gd name="connsiteY67" fmla="*/ 74704 h 327789"/>
                  <a:gd name="connsiteX68" fmla="*/ 108892 w 697291"/>
                  <a:gd name="connsiteY68" fmla="*/ 197367 h 327789"/>
                  <a:gd name="connsiteX69" fmla="*/ 98754 w 697291"/>
                  <a:gd name="connsiteY69" fmla="*/ 210279 h 327789"/>
                  <a:gd name="connsiteX70" fmla="*/ 74791 w 697291"/>
                  <a:gd name="connsiteY70" fmla="*/ 257315 h 327789"/>
                  <a:gd name="connsiteX71" fmla="*/ 459113 w 697291"/>
                  <a:gd name="connsiteY71" fmla="*/ 302507 h 327789"/>
                  <a:gd name="connsiteX72" fmla="*/ 464643 w 697291"/>
                  <a:gd name="connsiteY72" fmla="*/ 301584 h 327789"/>
                  <a:gd name="connsiteX73" fmla="*/ 462799 w 697291"/>
                  <a:gd name="connsiteY73" fmla="*/ 297895 h 327789"/>
                  <a:gd name="connsiteX74" fmla="*/ 459113 w 697291"/>
                  <a:gd name="connsiteY74" fmla="*/ 302507 h 327789"/>
                  <a:gd name="connsiteX75" fmla="*/ 501508 w 697291"/>
                  <a:gd name="connsiteY75" fmla="*/ 272994 h 327789"/>
                  <a:gd name="connsiteX76" fmla="*/ 508881 w 697291"/>
                  <a:gd name="connsiteY76" fmla="*/ 268382 h 327789"/>
                  <a:gd name="connsiteX77" fmla="*/ 501508 w 697291"/>
                  <a:gd name="connsiteY77" fmla="*/ 270227 h 327789"/>
                  <a:gd name="connsiteX78" fmla="*/ 501508 w 697291"/>
                  <a:gd name="connsiteY78" fmla="*/ 272994 h 327789"/>
                  <a:gd name="connsiteX79" fmla="*/ 541138 w 697291"/>
                  <a:gd name="connsiteY79" fmla="*/ 248092 h 327789"/>
                  <a:gd name="connsiteX80" fmla="*/ 548512 w 697291"/>
                  <a:gd name="connsiteY80" fmla="*/ 243481 h 327789"/>
                  <a:gd name="connsiteX81" fmla="*/ 559571 w 697291"/>
                  <a:gd name="connsiteY81" fmla="*/ 237025 h 327789"/>
                  <a:gd name="connsiteX82" fmla="*/ 563257 w 697291"/>
                  <a:gd name="connsiteY82" fmla="*/ 231491 h 327789"/>
                  <a:gd name="connsiteX83" fmla="*/ 562336 w 697291"/>
                  <a:gd name="connsiteY83" fmla="*/ 231491 h 327789"/>
                  <a:gd name="connsiteX84" fmla="*/ 557728 w 697291"/>
                  <a:gd name="connsiteY84" fmla="*/ 235180 h 327789"/>
                  <a:gd name="connsiteX85" fmla="*/ 548512 w 697291"/>
                  <a:gd name="connsiteY85" fmla="*/ 241636 h 327789"/>
                  <a:gd name="connsiteX86" fmla="*/ 541138 w 697291"/>
                  <a:gd name="connsiteY86" fmla="*/ 248092 h 32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291" h="327789">
                    <a:moveTo>
                      <a:pt x="1060" y="242559"/>
                    </a:moveTo>
                    <a:cubicBezTo>
                      <a:pt x="1982" y="235180"/>
                      <a:pt x="3825" y="225958"/>
                      <a:pt x="5669" y="223191"/>
                    </a:cubicBezTo>
                    <a:cubicBezTo>
                      <a:pt x="7512" y="220424"/>
                      <a:pt x="12120" y="209357"/>
                      <a:pt x="17650" y="198289"/>
                    </a:cubicBezTo>
                    <a:cubicBezTo>
                      <a:pt x="32396" y="166932"/>
                      <a:pt x="64653" y="115284"/>
                      <a:pt x="92302" y="87616"/>
                    </a:cubicBezTo>
                    <a:cubicBezTo>
                      <a:pt x="95989" y="83927"/>
                      <a:pt x="105205" y="72860"/>
                      <a:pt x="111657" y="64559"/>
                    </a:cubicBezTo>
                    <a:cubicBezTo>
                      <a:pt x="130089" y="40580"/>
                      <a:pt x="157738" y="16601"/>
                      <a:pt x="175250" y="4611"/>
                    </a:cubicBezTo>
                    <a:cubicBezTo>
                      <a:pt x="179858" y="922"/>
                      <a:pt x="191839" y="0"/>
                      <a:pt x="205663" y="0"/>
                    </a:cubicBezTo>
                    <a:cubicBezTo>
                      <a:pt x="225018" y="0"/>
                      <a:pt x="248980" y="3689"/>
                      <a:pt x="258197" y="8301"/>
                    </a:cubicBezTo>
                    <a:cubicBezTo>
                      <a:pt x="265570" y="11990"/>
                      <a:pt x="272943" y="14756"/>
                      <a:pt x="274786" y="14756"/>
                    </a:cubicBezTo>
                    <a:cubicBezTo>
                      <a:pt x="277551" y="14756"/>
                      <a:pt x="284924" y="20290"/>
                      <a:pt x="291375" y="26746"/>
                    </a:cubicBezTo>
                    <a:cubicBezTo>
                      <a:pt x="303357" y="36891"/>
                      <a:pt x="304278" y="37813"/>
                      <a:pt x="317181" y="36891"/>
                    </a:cubicBezTo>
                    <a:cubicBezTo>
                      <a:pt x="331927" y="35969"/>
                      <a:pt x="338379" y="38736"/>
                      <a:pt x="354047" y="50725"/>
                    </a:cubicBezTo>
                    <a:cubicBezTo>
                      <a:pt x="361420" y="56259"/>
                      <a:pt x="364185" y="61792"/>
                      <a:pt x="365106" y="70093"/>
                    </a:cubicBezTo>
                    <a:cubicBezTo>
                      <a:pt x="368793" y="91305"/>
                      <a:pt x="363263" y="104217"/>
                      <a:pt x="337457" y="131886"/>
                    </a:cubicBezTo>
                    <a:cubicBezTo>
                      <a:pt x="330084" y="140186"/>
                      <a:pt x="317181" y="162321"/>
                      <a:pt x="311651" y="177077"/>
                    </a:cubicBezTo>
                    <a:cubicBezTo>
                      <a:pt x="306121" y="190911"/>
                      <a:pt x="304278" y="249014"/>
                      <a:pt x="307965" y="256393"/>
                    </a:cubicBezTo>
                    <a:cubicBezTo>
                      <a:pt x="312573" y="264693"/>
                      <a:pt x="332849" y="268382"/>
                      <a:pt x="355890" y="268382"/>
                    </a:cubicBezTo>
                    <a:cubicBezTo>
                      <a:pt x="433307" y="268382"/>
                      <a:pt x="506116" y="219502"/>
                      <a:pt x="567866" y="177077"/>
                    </a:cubicBezTo>
                    <a:cubicBezTo>
                      <a:pt x="590907" y="161398"/>
                      <a:pt x="613947" y="146642"/>
                      <a:pt x="619477" y="143875"/>
                    </a:cubicBezTo>
                    <a:cubicBezTo>
                      <a:pt x="625007" y="141108"/>
                      <a:pt x="634223" y="133730"/>
                      <a:pt x="640675" y="129119"/>
                    </a:cubicBezTo>
                    <a:cubicBezTo>
                      <a:pt x="650813" y="121740"/>
                      <a:pt x="684913" y="95917"/>
                      <a:pt x="694130" y="95917"/>
                    </a:cubicBezTo>
                    <a:cubicBezTo>
                      <a:pt x="708876" y="95917"/>
                      <a:pt x="668324" y="145720"/>
                      <a:pt x="648970" y="161398"/>
                    </a:cubicBezTo>
                    <a:cubicBezTo>
                      <a:pt x="628694" y="177077"/>
                      <a:pt x="627772" y="178922"/>
                      <a:pt x="633302" y="176155"/>
                    </a:cubicBezTo>
                    <a:cubicBezTo>
                      <a:pt x="636988" y="175232"/>
                      <a:pt x="638832" y="175232"/>
                      <a:pt x="638832" y="177077"/>
                    </a:cubicBezTo>
                    <a:cubicBezTo>
                      <a:pt x="638832" y="180766"/>
                      <a:pt x="620399" y="194600"/>
                      <a:pt x="603810" y="203823"/>
                    </a:cubicBezTo>
                    <a:cubicBezTo>
                      <a:pt x="589063" y="212123"/>
                      <a:pt x="562336" y="229647"/>
                      <a:pt x="569709" y="228725"/>
                    </a:cubicBezTo>
                    <a:cubicBezTo>
                      <a:pt x="576161" y="227802"/>
                      <a:pt x="582612" y="225036"/>
                      <a:pt x="588142" y="221346"/>
                    </a:cubicBezTo>
                    <a:cubicBezTo>
                      <a:pt x="596436" y="213968"/>
                      <a:pt x="618556" y="201056"/>
                      <a:pt x="618556" y="203823"/>
                    </a:cubicBezTo>
                    <a:cubicBezTo>
                      <a:pt x="618556" y="207512"/>
                      <a:pt x="562336" y="257315"/>
                      <a:pt x="557728" y="257315"/>
                    </a:cubicBezTo>
                    <a:cubicBezTo>
                      <a:pt x="556806" y="257315"/>
                      <a:pt x="553120" y="259160"/>
                      <a:pt x="550355" y="261004"/>
                    </a:cubicBezTo>
                    <a:cubicBezTo>
                      <a:pt x="547590" y="262849"/>
                      <a:pt x="540217" y="268382"/>
                      <a:pt x="534687" y="271149"/>
                    </a:cubicBezTo>
                    <a:cubicBezTo>
                      <a:pt x="529157" y="274838"/>
                      <a:pt x="519019" y="278527"/>
                      <a:pt x="513489" y="283139"/>
                    </a:cubicBezTo>
                    <a:cubicBezTo>
                      <a:pt x="507959" y="286828"/>
                      <a:pt x="498743" y="288673"/>
                      <a:pt x="494135" y="290517"/>
                    </a:cubicBezTo>
                    <a:cubicBezTo>
                      <a:pt x="488605" y="291439"/>
                      <a:pt x="484919" y="294206"/>
                      <a:pt x="486762" y="296051"/>
                    </a:cubicBezTo>
                    <a:cubicBezTo>
                      <a:pt x="487684" y="297895"/>
                      <a:pt x="483075" y="301584"/>
                      <a:pt x="474781" y="306196"/>
                    </a:cubicBezTo>
                    <a:cubicBezTo>
                      <a:pt x="448975" y="317263"/>
                      <a:pt x="429620" y="320952"/>
                      <a:pt x="388147" y="320952"/>
                    </a:cubicBezTo>
                    <a:cubicBezTo>
                      <a:pt x="346673" y="321875"/>
                      <a:pt x="346673" y="320952"/>
                      <a:pt x="331006" y="311729"/>
                    </a:cubicBezTo>
                    <a:cubicBezTo>
                      <a:pt x="312573" y="301584"/>
                      <a:pt x="257275" y="252704"/>
                      <a:pt x="257275" y="237947"/>
                    </a:cubicBezTo>
                    <a:cubicBezTo>
                      <a:pt x="257275" y="237025"/>
                      <a:pt x="254510" y="236103"/>
                      <a:pt x="253588" y="237025"/>
                    </a:cubicBezTo>
                    <a:cubicBezTo>
                      <a:pt x="251745" y="238870"/>
                      <a:pt x="250823" y="237947"/>
                      <a:pt x="252667" y="237025"/>
                    </a:cubicBezTo>
                    <a:cubicBezTo>
                      <a:pt x="253588" y="236103"/>
                      <a:pt x="253588" y="232414"/>
                      <a:pt x="251745" y="229647"/>
                    </a:cubicBezTo>
                    <a:cubicBezTo>
                      <a:pt x="248059" y="222269"/>
                      <a:pt x="246215" y="210279"/>
                      <a:pt x="244372" y="184455"/>
                    </a:cubicBezTo>
                    <a:cubicBezTo>
                      <a:pt x="243450" y="161398"/>
                      <a:pt x="242529" y="159554"/>
                      <a:pt x="236999" y="159554"/>
                    </a:cubicBezTo>
                    <a:cubicBezTo>
                      <a:pt x="233312" y="159554"/>
                      <a:pt x="224096" y="177999"/>
                      <a:pt x="224096" y="182611"/>
                    </a:cubicBezTo>
                    <a:cubicBezTo>
                      <a:pt x="224096" y="184455"/>
                      <a:pt x="223174" y="187222"/>
                      <a:pt x="220410" y="188144"/>
                    </a:cubicBezTo>
                    <a:cubicBezTo>
                      <a:pt x="217644" y="189067"/>
                      <a:pt x="215801" y="191834"/>
                      <a:pt x="215801" y="193678"/>
                    </a:cubicBezTo>
                    <a:cubicBezTo>
                      <a:pt x="215801" y="196445"/>
                      <a:pt x="212115" y="201056"/>
                      <a:pt x="209350" y="205668"/>
                    </a:cubicBezTo>
                    <a:cubicBezTo>
                      <a:pt x="206585" y="210279"/>
                      <a:pt x="203820" y="213968"/>
                      <a:pt x="202899" y="215813"/>
                    </a:cubicBezTo>
                    <a:cubicBezTo>
                      <a:pt x="202899" y="216735"/>
                      <a:pt x="201977" y="217657"/>
                      <a:pt x="201055" y="217657"/>
                    </a:cubicBezTo>
                    <a:cubicBezTo>
                      <a:pt x="200133" y="216735"/>
                      <a:pt x="193682" y="223191"/>
                      <a:pt x="187231" y="230569"/>
                    </a:cubicBezTo>
                    <a:cubicBezTo>
                      <a:pt x="161425" y="261927"/>
                      <a:pt x="126403" y="296051"/>
                      <a:pt x="122716" y="296051"/>
                    </a:cubicBezTo>
                    <a:cubicBezTo>
                      <a:pt x="120873" y="296051"/>
                      <a:pt x="117186" y="298818"/>
                      <a:pt x="114422" y="301584"/>
                    </a:cubicBezTo>
                    <a:cubicBezTo>
                      <a:pt x="110735" y="305273"/>
                      <a:pt x="107970" y="306196"/>
                      <a:pt x="106127" y="305273"/>
                    </a:cubicBezTo>
                    <a:cubicBezTo>
                      <a:pt x="104284" y="304351"/>
                      <a:pt x="103362" y="304351"/>
                      <a:pt x="105205" y="306196"/>
                    </a:cubicBezTo>
                    <a:cubicBezTo>
                      <a:pt x="107048" y="309885"/>
                      <a:pt x="97832" y="316341"/>
                      <a:pt x="82164" y="320952"/>
                    </a:cubicBezTo>
                    <a:cubicBezTo>
                      <a:pt x="75713" y="322797"/>
                      <a:pt x="69262" y="325564"/>
                      <a:pt x="67418" y="326486"/>
                    </a:cubicBezTo>
                    <a:cubicBezTo>
                      <a:pt x="66496" y="327408"/>
                      <a:pt x="60967" y="328330"/>
                      <a:pt x="57280" y="327408"/>
                    </a:cubicBezTo>
                    <a:cubicBezTo>
                      <a:pt x="48064" y="326486"/>
                      <a:pt x="34239" y="313574"/>
                      <a:pt x="25023" y="296973"/>
                    </a:cubicBezTo>
                    <a:cubicBezTo>
                      <a:pt x="21336" y="291439"/>
                      <a:pt x="17650" y="286828"/>
                      <a:pt x="16728" y="286828"/>
                    </a:cubicBezTo>
                    <a:cubicBezTo>
                      <a:pt x="14885" y="287750"/>
                      <a:pt x="10277" y="281294"/>
                      <a:pt x="5669" y="272071"/>
                    </a:cubicBezTo>
                    <a:cubicBezTo>
                      <a:pt x="-783" y="259160"/>
                      <a:pt x="-783" y="254548"/>
                      <a:pt x="1060" y="242559"/>
                    </a:cubicBezTo>
                    <a:close/>
                    <a:moveTo>
                      <a:pt x="74791" y="257315"/>
                    </a:moveTo>
                    <a:cubicBezTo>
                      <a:pt x="75713" y="258237"/>
                      <a:pt x="95067" y="246248"/>
                      <a:pt x="111657" y="234258"/>
                    </a:cubicBezTo>
                    <a:cubicBezTo>
                      <a:pt x="119030" y="228725"/>
                      <a:pt x="157738" y="191834"/>
                      <a:pt x="197369" y="152175"/>
                    </a:cubicBezTo>
                    <a:cubicBezTo>
                      <a:pt x="271099" y="78393"/>
                      <a:pt x="272943" y="77471"/>
                      <a:pt x="262805" y="66404"/>
                    </a:cubicBezTo>
                    <a:cubicBezTo>
                      <a:pt x="260040" y="63637"/>
                      <a:pt x="255432" y="63637"/>
                      <a:pt x="246215" y="66404"/>
                    </a:cubicBezTo>
                    <a:cubicBezTo>
                      <a:pt x="238842" y="68249"/>
                      <a:pt x="233312" y="71015"/>
                      <a:pt x="233312" y="72860"/>
                    </a:cubicBezTo>
                    <a:cubicBezTo>
                      <a:pt x="233312" y="73782"/>
                      <a:pt x="231469" y="74704"/>
                      <a:pt x="229626" y="74704"/>
                    </a:cubicBezTo>
                    <a:cubicBezTo>
                      <a:pt x="209350" y="74704"/>
                      <a:pt x="108892" y="188144"/>
                      <a:pt x="108892" y="197367"/>
                    </a:cubicBezTo>
                    <a:cubicBezTo>
                      <a:pt x="108892" y="198289"/>
                      <a:pt x="104284" y="204745"/>
                      <a:pt x="98754" y="210279"/>
                    </a:cubicBezTo>
                    <a:cubicBezTo>
                      <a:pt x="89537" y="220424"/>
                      <a:pt x="72026" y="254548"/>
                      <a:pt x="74791" y="257315"/>
                    </a:cubicBezTo>
                    <a:close/>
                    <a:moveTo>
                      <a:pt x="459113" y="302507"/>
                    </a:moveTo>
                    <a:cubicBezTo>
                      <a:pt x="460035" y="303429"/>
                      <a:pt x="462799" y="303429"/>
                      <a:pt x="464643" y="301584"/>
                    </a:cubicBezTo>
                    <a:cubicBezTo>
                      <a:pt x="470173" y="296051"/>
                      <a:pt x="468329" y="296051"/>
                      <a:pt x="462799" y="297895"/>
                    </a:cubicBezTo>
                    <a:cubicBezTo>
                      <a:pt x="460035" y="299740"/>
                      <a:pt x="458191" y="301584"/>
                      <a:pt x="459113" y="302507"/>
                    </a:cubicBezTo>
                    <a:close/>
                    <a:moveTo>
                      <a:pt x="501508" y="272994"/>
                    </a:moveTo>
                    <a:cubicBezTo>
                      <a:pt x="507038" y="273916"/>
                      <a:pt x="511646" y="270227"/>
                      <a:pt x="508881" y="268382"/>
                    </a:cubicBezTo>
                    <a:cubicBezTo>
                      <a:pt x="507959" y="267460"/>
                      <a:pt x="505195" y="268382"/>
                      <a:pt x="501508" y="270227"/>
                    </a:cubicBezTo>
                    <a:cubicBezTo>
                      <a:pt x="498743" y="272071"/>
                      <a:pt x="497822" y="272994"/>
                      <a:pt x="501508" y="272994"/>
                    </a:cubicBezTo>
                    <a:close/>
                    <a:moveTo>
                      <a:pt x="541138" y="248092"/>
                    </a:moveTo>
                    <a:lnTo>
                      <a:pt x="548512" y="243481"/>
                    </a:lnTo>
                    <a:cubicBezTo>
                      <a:pt x="552198" y="240714"/>
                      <a:pt x="557728" y="237947"/>
                      <a:pt x="559571" y="237025"/>
                    </a:cubicBezTo>
                    <a:cubicBezTo>
                      <a:pt x="561414" y="236103"/>
                      <a:pt x="563257" y="233336"/>
                      <a:pt x="563257" y="231491"/>
                    </a:cubicBezTo>
                    <a:cubicBezTo>
                      <a:pt x="563257" y="228725"/>
                      <a:pt x="563257" y="228725"/>
                      <a:pt x="562336" y="231491"/>
                    </a:cubicBezTo>
                    <a:cubicBezTo>
                      <a:pt x="561414" y="234258"/>
                      <a:pt x="559571" y="235180"/>
                      <a:pt x="557728" y="235180"/>
                    </a:cubicBezTo>
                    <a:cubicBezTo>
                      <a:pt x="556806" y="235180"/>
                      <a:pt x="552198" y="237947"/>
                      <a:pt x="548512" y="241636"/>
                    </a:cubicBezTo>
                    <a:lnTo>
                      <a:pt x="541138" y="248092"/>
                    </a:ln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5" name="Freeform 24">
                <a:extLst>
                  <a:ext uri="{FF2B5EF4-FFF2-40B4-BE49-F238E27FC236}">
                    <a16:creationId xmlns:a16="http://schemas.microsoft.com/office/drawing/2014/main" id="{BDA826A7-5F22-4C0C-39D2-E6B17DCDAE91}"/>
                  </a:ext>
                </a:extLst>
              </p:cNvPr>
              <p:cNvSpPr/>
              <p:nvPr/>
            </p:nvSpPr>
            <p:spPr>
              <a:xfrm>
                <a:off x="8028539" y="695171"/>
                <a:ext cx="420736" cy="427825"/>
              </a:xfrm>
              <a:custGeom>
                <a:avLst/>
                <a:gdLst>
                  <a:gd name="connsiteX0" fmla="*/ 412664 w 420736"/>
                  <a:gd name="connsiteY0" fmla="*/ 212359 h 427825"/>
                  <a:gd name="connsiteX1" fmla="*/ 316814 w 420736"/>
                  <a:gd name="connsiteY1" fmla="*/ 179157 h 427825"/>
                  <a:gd name="connsiteX2" fmla="*/ 296538 w 420736"/>
                  <a:gd name="connsiteY2" fmla="*/ 160711 h 427825"/>
                  <a:gd name="connsiteX3" fmla="*/ 285478 w 420736"/>
                  <a:gd name="connsiteY3" fmla="*/ 167167 h 427825"/>
                  <a:gd name="connsiteX4" fmla="*/ 272576 w 420736"/>
                  <a:gd name="connsiteY4" fmla="*/ 176390 h 427825"/>
                  <a:gd name="connsiteX5" fmla="*/ 237553 w 420736"/>
                  <a:gd name="connsiteY5" fmla="*/ 210514 h 427825"/>
                  <a:gd name="connsiteX6" fmla="*/ 113133 w 420736"/>
                  <a:gd name="connsiteY6" fmla="*/ 365456 h 427825"/>
                  <a:gd name="connsiteX7" fmla="*/ 79032 w 420736"/>
                  <a:gd name="connsiteY7" fmla="*/ 406037 h 427825"/>
                  <a:gd name="connsiteX8" fmla="*/ 43088 w 420736"/>
                  <a:gd name="connsiteY8" fmla="*/ 426327 h 427825"/>
                  <a:gd name="connsiteX9" fmla="*/ 23734 w 420736"/>
                  <a:gd name="connsiteY9" fmla="*/ 406037 h 427825"/>
                  <a:gd name="connsiteX10" fmla="*/ 9910 w 420736"/>
                  <a:gd name="connsiteY10" fmla="*/ 392202 h 427825"/>
                  <a:gd name="connsiteX11" fmla="*/ 20969 w 420736"/>
                  <a:gd name="connsiteY11" fmla="*/ 307353 h 427825"/>
                  <a:gd name="connsiteX12" fmla="*/ 48618 w 420736"/>
                  <a:gd name="connsiteY12" fmla="*/ 238182 h 427825"/>
                  <a:gd name="connsiteX13" fmla="*/ 51383 w 420736"/>
                  <a:gd name="connsiteY13" fmla="*/ 234493 h 427825"/>
                  <a:gd name="connsiteX14" fmla="*/ 64286 w 420736"/>
                  <a:gd name="connsiteY14" fmla="*/ 205903 h 427825"/>
                  <a:gd name="connsiteX15" fmla="*/ 67051 w 420736"/>
                  <a:gd name="connsiteY15" fmla="*/ 200369 h 427825"/>
                  <a:gd name="connsiteX16" fmla="*/ 77189 w 420736"/>
                  <a:gd name="connsiteY16" fmla="*/ 183768 h 427825"/>
                  <a:gd name="connsiteX17" fmla="*/ 101151 w 420736"/>
                  <a:gd name="connsiteY17" fmla="*/ 131198 h 427825"/>
                  <a:gd name="connsiteX18" fmla="*/ 126957 w 420736"/>
                  <a:gd name="connsiteY18" fmla="*/ 76784 h 427825"/>
                  <a:gd name="connsiteX19" fmla="*/ 134330 w 420736"/>
                  <a:gd name="connsiteY19" fmla="*/ 62950 h 427825"/>
                  <a:gd name="connsiteX20" fmla="*/ 138017 w 420736"/>
                  <a:gd name="connsiteY20" fmla="*/ 55572 h 427825"/>
                  <a:gd name="connsiteX21" fmla="*/ 144468 w 420736"/>
                  <a:gd name="connsiteY21" fmla="*/ 45427 h 427825"/>
                  <a:gd name="connsiteX22" fmla="*/ 147233 w 420736"/>
                  <a:gd name="connsiteY22" fmla="*/ 38971 h 427825"/>
                  <a:gd name="connsiteX23" fmla="*/ 156449 w 420736"/>
                  <a:gd name="connsiteY23" fmla="*/ 18681 h 427825"/>
                  <a:gd name="connsiteX24" fmla="*/ 165666 w 420736"/>
                  <a:gd name="connsiteY24" fmla="*/ 7613 h 427825"/>
                  <a:gd name="connsiteX25" fmla="*/ 169352 w 420736"/>
                  <a:gd name="connsiteY25" fmla="*/ 5769 h 427825"/>
                  <a:gd name="connsiteX26" fmla="*/ 185942 w 420736"/>
                  <a:gd name="connsiteY26" fmla="*/ 235 h 427825"/>
                  <a:gd name="connsiteX27" fmla="*/ 209904 w 420736"/>
                  <a:gd name="connsiteY27" fmla="*/ 4846 h 427825"/>
                  <a:gd name="connsiteX28" fmla="*/ 228337 w 420736"/>
                  <a:gd name="connsiteY28" fmla="*/ 38048 h 427825"/>
                  <a:gd name="connsiteX29" fmla="*/ 210826 w 420736"/>
                  <a:gd name="connsiteY29" fmla="*/ 81395 h 427825"/>
                  <a:gd name="connsiteX30" fmla="*/ 204374 w 420736"/>
                  <a:gd name="connsiteY30" fmla="*/ 93385 h 427825"/>
                  <a:gd name="connsiteX31" fmla="*/ 199766 w 420736"/>
                  <a:gd name="connsiteY31" fmla="*/ 102608 h 427825"/>
                  <a:gd name="connsiteX32" fmla="*/ 165666 w 420736"/>
                  <a:gd name="connsiteY32" fmla="*/ 171778 h 427825"/>
                  <a:gd name="connsiteX33" fmla="*/ 163823 w 420736"/>
                  <a:gd name="connsiteY33" fmla="*/ 174545 h 427825"/>
                  <a:gd name="connsiteX34" fmla="*/ 158293 w 420736"/>
                  <a:gd name="connsiteY34" fmla="*/ 183768 h 427825"/>
                  <a:gd name="connsiteX35" fmla="*/ 169352 w 420736"/>
                  <a:gd name="connsiteY35" fmla="*/ 181924 h 427825"/>
                  <a:gd name="connsiteX36" fmla="*/ 191471 w 420736"/>
                  <a:gd name="connsiteY36" fmla="*/ 160711 h 427825"/>
                  <a:gd name="connsiteX37" fmla="*/ 257829 w 420736"/>
                  <a:gd name="connsiteY37" fmla="*/ 107219 h 427825"/>
                  <a:gd name="connsiteX38" fmla="*/ 276262 w 420736"/>
                  <a:gd name="connsiteY38" fmla="*/ 104452 h 427825"/>
                  <a:gd name="connsiteX39" fmla="*/ 292851 w 420736"/>
                  <a:gd name="connsiteY39" fmla="*/ 103530 h 427825"/>
                  <a:gd name="connsiteX40" fmla="*/ 302990 w 420736"/>
                  <a:gd name="connsiteY40" fmla="*/ 105374 h 427825"/>
                  <a:gd name="connsiteX41" fmla="*/ 314049 w 420736"/>
                  <a:gd name="connsiteY41" fmla="*/ 108141 h 427825"/>
                  <a:gd name="connsiteX42" fmla="*/ 322344 w 420736"/>
                  <a:gd name="connsiteY42" fmla="*/ 110908 h 427825"/>
                  <a:gd name="connsiteX43" fmla="*/ 328795 w 420736"/>
                  <a:gd name="connsiteY43" fmla="*/ 114597 h 427825"/>
                  <a:gd name="connsiteX44" fmla="*/ 344463 w 420736"/>
                  <a:gd name="connsiteY44" fmla="*/ 129354 h 427825"/>
                  <a:gd name="connsiteX45" fmla="*/ 393310 w 420736"/>
                  <a:gd name="connsiteY45" fmla="*/ 179157 h 427825"/>
                  <a:gd name="connsiteX46" fmla="*/ 412664 w 420736"/>
                  <a:gd name="connsiteY46" fmla="*/ 212359 h 42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0736" h="427825">
                    <a:moveTo>
                      <a:pt x="412664" y="212359"/>
                    </a:moveTo>
                    <a:cubicBezTo>
                      <a:pt x="379485" y="215126"/>
                      <a:pt x="347228" y="204980"/>
                      <a:pt x="316814" y="179157"/>
                    </a:cubicBezTo>
                    <a:lnTo>
                      <a:pt x="296538" y="160711"/>
                    </a:lnTo>
                    <a:lnTo>
                      <a:pt x="285478" y="167167"/>
                    </a:lnTo>
                    <a:cubicBezTo>
                      <a:pt x="279027" y="170856"/>
                      <a:pt x="273497" y="175467"/>
                      <a:pt x="272576" y="176390"/>
                    </a:cubicBezTo>
                    <a:cubicBezTo>
                      <a:pt x="271654" y="177312"/>
                      <a:pt x="256908" y="192991"/>
                      <a:pt x="237553" y="210514"/>
                    </a:cubicBezTo>
                    <a:cubicBezTo>
                      <a:pt x="189629" y="254783"/>
                      <a:pt x="149076" y="311042"/>
                      <a:pt x="113133" y="365456"/>
                    </a:cubicBezTo>
                    <a:cubicBezTo>
                      <a:pt x="101151" y="383902"/>
                      <a:pt x="97465" y="386669"/>
                      <a:pt x="79032" y="406037"/>
                    </a:cubicBezTo>
                    <a:cubicBezTo>
                      <a:pt x="58756" y="428171"/>
                      <a:pt x="52305" y="430016"/>
                      <a:pt x="43088" y="426327"/>
                    </a:cubicBezTo>
                    <a:cubicBezTo>
                      <a:pt x="33872" y="422638"/>
                      <a:pt x="30186" y="418948"/>
                      <a:pt x="23734" y="406037"/>
                    </a:cubicBezTo>
                    <a:cubicBezTo>
                      <a:pt x="20048" y="398658"/>
                      <a:pt x="14518" y="394047"/>
                      <a:pt x="9910" y="392202"/>
                    </a:cubicBezTo>
                    <a:cubicBezTo>
                      <a:pt x="-6680" y="389436"/>
                      <a:pt x="-2072" y="356234"/>
                      <a:pt x="20969" y="307353"/>
                    </a:cubicBezTo>
                    <a:cubicBezTo>
                      <a:pt x="27421" y="293519"/>
                      <a:pt x="48618" y="240949"/>
                      <a:pt x="48618" y="238182"/>
                    </a:cubicBezTo>
                    <a:cubicBezTo>
                      <a:pt x="48618" y="236338"/>
                      <a:pt x="49540" y="234493"/>
                      <a:pt x="51383" y="234493"/>
                    </a:cubicBezTo>
                    <a:cubicBezTo>
                      <a:pt x="54148" y="232649"/>
                      <a:pt x="65208" y="210514"/>
                      <a:pt x="64286" y="205903"/>
                    </a:cubicBezTo>
                    <a:cubicBezTo>
                      <a:pt x="64286" y="204058"/>
                      <a:pt x="65208" y="201291"/>
                      <a:pt x="67051" y="200369"/>
                    </a:cubicBezTo>
                    <a:cubicBezTo>
                      <a:pt x="67973" y="200369"/>
                      <a:pt x="72581" y="192069"/>
                      <a:pt x="77189" y="183768"/>
                    </a:cubicBezTo>
                    <a:cubicBezTo>
                      <a:pt x="80876" y="175467"/>
                      <a:pt x="91014" y="151488"/>
                      <a:pt x="101151" y="131198"/>
                    </a:cubicBezTo>
                    <a:cubicBezTo>
                      <a:pt x="111289" y="109986"/>
                      <a:pt x="122349" y="86929"/>
                      <a:pt x="126957" y="76784"/>
                    </a:cubicBezTo>
                    <a:cubicBezTo>
                      <a:pt x="130644" y="67561"/>
                      <a:pt x="133409" y="61105"/>
                      <a:pt x="134330" y="62950"/>
                    </a:cubicBezTo>
                    <a:cubicBezTo>
                      <a:pt x="134330" y="63872"/>
                      <a:pt x="136174" y="61105"/>
                      <a:pt x="138017" y="55572"/>
                    </a:cubicBezTo>
                    <a:cubicBezTo>
                      <a:pt x="139860" y="50038"/>
                      <a:pt x="143547" y="45427"/>
                      <a:pt x="144468" y="45427"/>
                    </a:cubicBezTo>
                    <a:cubicBezTo>
                      <a:pt x="146312" y="45427"/>
                      <a:pt x="147233" y="42660"/>
                      <a:pt x="147233" y="38971"/>
                    </a:cubicBezTo>
                    <a:cubicBezTo>
                      <a:pt x="147233" y="35282"/>
                      <a:pt x="150920" y="26059"/>
                      <a:pt x="156449" y="18681"/>
                    </a:cubicBezTo>
                    <a:cubicBezTo>
                      <a:pt x="161979" y="11302"/>
                      <a:pt x="165666" y="6691"/>
                      <a:pt x="165666" y="7613"/>
                    </a:cubicBezTo>
                    <a:cubicBezTo>
                      <a:pt x="165666" y="8536"/>
                      <a:pt x="167509" y="8536"/>
                      <a:pt x="169352" y="5769"/>
                    </a:cubicBezTo>
                    <a:cubicBezTo>
                      <a:pt x="172117" y="2080"/>
                      <a:pt x="178569" y="235"/>
                      <a:pt x="185942" y="235"/>
                    </a:cubicBezTo>
                    <a:cubicBezTo>
                      <a:pt x="194237" y="-687"/>
                      <a:pt x="204374" y="1157"/>
                      <a:pt x="209904" y="4846"/>
                    </a:cubicBezTo>
                    <a:cubicBezTo>
                      <a:pt x="223729" y="11302"/>
                      <a:pt x="230180" y="26059"/>
                      <a:pt x="228337" y="38048"/>
                    </a:cubicBezTo>
                    <a:cubicBezTo>
                      <a:pt x="226494" y="50038"/>
                      <a:pt x="219120" y="70328"/>
                      <a:pt x="210826" y="81395"/>
                    </a:cubicBezTo>
                    <a:cubicBezTo>
                      <a:pt x="206218" y="86007"/>
                      <a:pt x="204374" y="91540"/>
                      <a:pt x="204374" y="93385"/>
                    </a:cubicBezTo>
                    <a:cubicBezTo>
                      <a:pt x="204374" y="95230"/>
                      <a:pt x="202531" y="98919"/>
                      <a:pt x="199766" y="102608"/>
                    </a:cubicBezTo>
                    <a:cubicBezTo>
                      <a:pt x="193315" y="109986"/>
                      <a:pt x="165666" y="168089"/>
                      <a:pt x="165666" y="171778"/>
                    </a:cubicBezTo>
                    <a:cubicBezTo>
                      <a:pt x="165666" y="172701"/>
                      <a:pt x="165666" y="174545"/>
                      <a:pt x="163823" y="174545"/>
                    </a:cubicBezTo>
                    <a:cubicBezTo>
                      <a:pt x="162901" y="174545"/>
                      <a:pt x="160136" y="179157"/>
                      <a:pt x="158293" y="183768"/>
                    </a:cubicBezTo>
                    <a:cubicBezTo>
                      <a:pt x="154606" y="194835"/>
                      <a:pt x="156449" y="193913"/>
                      <a:pt x="169352" y="181924"/>
                    </a:cubicBezTo>
                    <a:cubicBezTo>
                      <a:pt x="174882" y="177312"/>
                      <a:pt x="185020" y="167167"/>
                      <a:pt x="191471" y="160711"/>
                    </a:cubicBezTo>
                    <a:cubicBezTo>
                      <a:pt x="211747" y="141343"/>
                      <a:pt x="232945" y="121053"/>
                      <a:pt x="257829" y="107219"/>
                    </a:cubicBezTo>
                    <a:cubicBezTo>
                      <a:pt x="265202" y="103530"/>
                      <a:pt x="270732" y="102608"/>
                      <a:pt x="276262" y="104452"/>
                    </a:cubicBezTo>
                    <a:cubicBezTo>
                      <a:pt x="281792" y="106297"/>
                      <a:pt x="289165" y="104452"/>
                      <a:pt x="292851" y="103530"/>
                    </a:cubicBezTo>
                    <a:cubicBezTo>
                      <a:pt x="298381" y="102608"/>
                      <a:pt x="302068" y="102608"/>
                      <a:pt x="302990" y="105374"/>
                    </a:cubicBezTo>
                    <a:cubicBezTo>
                      <a:pt x="303911" y="108141"/>
                      <a:pt x="308519" y="109064"/>
                      <a:pt x="314049" y="108141"/>
                    </a:cubicBezTo>
                    <a:cubicBezTo>
                      <a:pt x="320500" y="107219"/>
                      <a:pt x="322344" y="107219"/>
                      <a:pt x="322344" y="110908"/>
                    </a:cubicBezTo>
                    <a:cubicBezTo>
                      <a:pt x="322344" y="114597"/>
                      <a:pt x="324187" y="115520"/>
                      <a:pt x="328795" y="114597"/>
                    </a:cubicBezTo>
                    <a:cubicBezTo>
                      <a:pt x="335247" y="112753"/>
                      <a:pt x="342620" y="119209"/>
                      <a:pt x="344463" y="129354"/>
                    </a:cubicBezTo>
                    <a:cubicBezTo>
                      <a:pt x="348149" y="159789"/>
                      <a:pt x="361052" y="181001"/>
                      <a:pt x="393310" y="179157"/>
                    </a:cubicBezTo>
                    <a:cubicBezTo>
                      <a:pt x="394231" y="179157"/>
                      <a:pt x="438470" y="202213"/>
                      <a:pt x="412664" y="212359"/>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6" name="Freeform 25">
                <a:extLst>
                  <a:ext uri="{FF2B5EF4-FFF2-40B4-BE49-F238E27FC236}">
                    <a16:creationId xmlns:a16="http://schemas.microsoft.com/office/drawing/2014/main" id="{4265EDCE-287A-7713-558D-C5620AFDE7DB}"/>
                  </a:ext>
                </a:extLst>
              </p:cNvPr>
              <p:cNvSpPr/>
              <p:nvPr/>
            </p:nvSpPr>
            <p:spPr>
              <a:xfrm>
                <a:off x="8425999" y="737831"/>
                <a:ext cx="484542" cy="359927"/>
              </a:xfrm>
              <a:custGeom>
                <a:avLst/>
                <a:gdLst>
                  <a:gd name="connsiteX0" fmla="*/ 14282 w 484542"/>
                  <a:gd name="connsiteY0" fmla="*/ 244403 h 359927"/>
                  <a:gd name="connsiteX1" fmla="*/ 156214 w 484542"/>
                  <a:gd name="connsiteY1" fmla="*/ 134652 h 359927"/>
                  <a:gd name="connsiteX2" fmla="*/ 252986 w 484542"/>
                  <a:gd name="connsiteY2" fmla="*/ 55337 h 359927"/>
                  <a:gd name="connsiteX3" fmla="*/ 245612 w 484542"/>
                  <a:gd name="connsiteY3" fmla="*/ 47036 h 359927"/>
                  <a:gd name="connsiteX4" fmla="*/ 226258 w 484542"/>
                  <a:gd name="connsiteY4" fmla="*/ 49803 h 359927"/>
                  <a:gd name="connsiteX5" fmla="*/ 211512 w 484542"/>
                  <a:gd name="connsiteY5" fmla="*/ 52570 h 359927"/>
                  <a:gd name="connsiteX6" fmla="*/ 72345 w 484542"/>
                  <a:gd name="connsiteY6" fmla="*/ 100528 h 359927"/>
                  <a:gd name="connsiteX7" fmla="*/ 102759 w 484542"/>
                  <a:gd name="connsiteY7" fmla="*/ 32280 h 359927"/>
                  <a:gd name="connsiteX8" fmla="*/ 226258 w 484542"/>
                  <a:gd name="connsiteY8" fmla="*/ 0 h 359927"/>
                  <a:gd name="connsiteX9" fmla="*/ 256672 w 484542"/>
                  <a:gd name="connsiteY9" fmla="*/ 2767 h 359927"/>
                  <a:gd name="connsiteX10" fmla="*/ 321187 w 484542"/>
                  <a:gd name="connsiteY10" fmla="*/ 50725 h 359927"/>
                  <a:gd name="connsiteX11" fmla="*/ 299068 w 484542"/>
                  <a:gd name="connsiteY11" fmla="*/ 125430 h 359927"/>
                  <a:gd name="connsiteX12" fmla="*/ 286165 w 484542"/>
                  <a:gd name="connsiteY12" fmla="*/ 139264 h 359927"/>
                  <a:gd name="connsiteX13" fmla="*/ 198609 w 484542"/>
                  <a:gd name="connsiteY13" fmla="*/ 200134 h 359927"/>
                  <a:gd name="connsiteX14" fmla="*/ 194923 w 484542"/>
                  <a:gd name="connsiteY14" fmla="*/ 203823 h 359927"/>
                  <a:gd name="connsiteX15" fmla="*/ 184785 w 484542"/>
                  <a:gd name="connsiteY15" fmla="*/ 211201 h 359927"/>
                  <a:gd name="connsiteX16" fmla="*/ 164509 w 484542"/>
                  <a:gd name="connsiteY16" fmla="*/ 225958 h 359927"/>
                  <a:gd name="connsiteX17" fmla="*/ 156214 w 484542"/>
                  <a:gd name="connsiteY17" fmla="*/ 231491 h 359927"/>
                  <a:gd name="connsiteX18" fmla="*/ 99073 w 484542"/>
                  <a:gd name="connsiteY18" fmla="*/ 271149 h 359927"/>
                  <a:gd name="connsiteX19" fmla="*/ 68659 w 484542"/>
                  <a:gd name="connsiteY19" fmla="*/ 298817 h 359927"/>
                  <a:gd name="connsiteX20" fmla="*/ 92621 w 484542"/>
                  <a:gd name="connsiteY20" fmla="*/ 297895 h 359927"/>
                  <a:gd name="connsiteX21" fmla="*/ 115662 w 484542"/>
                  <a:gd name="connsiteY21" fmla="*/ 297895 h 359927"/>
                  <a:gd name="connsiteX22" fmla="*/ 119349 w 484542"/>
                  <a:gd name="connsiteY22" fmla="*/ 296973 h 359927"/>
                  <a:gd name="connsiteX23" fmla="*/ 142390 w 484542"/>
                  <a:gd name="connsiteY23" fmla="*/ 293284 h 359927"/>
                  <a:gd name="connsiteX24" fmla="*/ 162665 w 484542"/>
                  <a:gd name="connsiteY24" fmla="*/ 289595 h 359927"/>
                  <a:gd name="connsiteX25" fmla="*/ 168195 w 484542"/>
                  <a:gd name="connsiteY25" fmla="*/ 290517 h 359927"/>
                  <a:gd name="connsiteX26" fmla="*/ 169117 w 484542"/>
                  <a:gd name="connsiteY26" fmla="*/ 290517 h 359927"/>
                  <a:gd name="connsiteX27" fmla="*/ 173725 w 484542"/>
                  <a:gd name="connsiteY27" fmla="*/ 284983 h 359927"/>
                  <a:gd name="connsiteX28" fmla="*/ 305519 w 484542"/>
                  <a:gd name="connsiteY28" fmla="*/ 256393 h 359927"/>
                  <a:gd name="connsiteX29" fmla="*/ 359895 w 484542"/>
                  <a:gd name="connsiteY29" fmla="*/ 245326 h 359927"/>
                  <a:gd name="connsiteX30" fmla="*/ 464040 w 484542"/>
                  <a:gd name="connsiteY30" fmla="*/ 225958 h 359927"/>
                  <a:gd name="connsiteX31" fmla="*/ 482473 w 484542"/>
                  <a:gd name="connsiteY31" fmla="*/ 229647 h 359927"/>
                  <a:gd name="connsiteX32" fmla="*/ 472335 w 484542"/>
                  <a:gd name="connsiteY32" fmla="*/ 237025 h 359927"/>
                  <a:gd name="connsiteX33" fmla="*/ 464962 w 484542"/>
                  <a:gd name="connsiteY33" fmla="*/ 242559 h 359927"/>
                  <a:gd name="connsiteX34" fmla="*/ 451137 w 484542"/>
                  <a:gd name="connsiteY34" fmla="*/ 248092 h 359927"/>
                  <a:gd name="connsiteX35" fmla="*/ 427175 w 484542"/>
                  <a:gd name="connsiteY35" fmla="*/ 255471 h 359927"/>
                  <a:gd name="connsiteX36" fmla="*/ 394917 w 484542"/>
                  <a:gd name="connsiteY36" fmla="*/ 265615 h 359927"/>
                  <a:gd name="connsiteX37" fmla="*/ 373720 w 484542"/>
                  <a:gd name="connsiteY37" fmla="*/ 272994 h 359927"/>
                  <a:gd name="connsiteX38" fmla="*/ 362660 w 484542"/>
                  <a:gd name="connsiteY38" fmla="*/ 280372 h 359927"/>
                  <a:gd name="connsiteX39" fmla="*/ 350679 w 484542"/>
                  <a:gd name="connsiteY39" fmla="*/ 286828 h 359927"/>
                  <a:gd name="connsiteX40" fmla="*/ 336855 w 484542"/>
                  <a:gd name="connsiteY40" fmla="*/ 294206 h 359927"/>
                  <a:gd name="connsiteX41" fmla="*/ 329482 w 484542"/>
                  <a:gd name="connsiteY41" fmla="*/ 299740 h 359927"/>
                  <a:gd name="connsiteX42" fmla="*/ 337776 w 484542"/>
                  <a:gd name="connsiteY42" fmla="*/ 299740 h 359927"/>
                  <a:gd name="connsiteX43" fmla="*/ 330403 w 484542"/>
                  <a:gd name="connsiteY43" fmla="*/ 303429 h 359927"/>
                  <a:gd name="connsiteX44" fmla="*/ 320265 w 484542"/>
                  <a:gd name="connsiteY44" fmla="*/ 301584 h 359927"/>
                  <a:gd name="connsiteX45" fmla="*/ 313814 w 484542"/>
                  <a:gd name="connsiteY45" fmla="*/ 300662 h 359927"/>
                  <a:gd name="connsiteX46" fmla="*/ 310127 w 484542"/>
                  <a:gd name="connsiteY46" fmla="*/ 306196 h 359927"/>
                  <a:gd name="connsiteX47" fmla="*/ 306441 w 484542"/>
                  <a:gd name="connsiteY47" fmla="*/ 309885 h 359927"/>
                  <a:gd name="connsiteX48" fmla="*/ 304597 w 484542"/>
                  <a:gd name="connsiteY48" fmla="*/ 306196 h 359927"/>
                  <a:gd name="connsiteX49" fmla="*/ 299989 w 484542"/>
                  <a:gd name="connsiteY49" fmla="*/ 304351 h 359927"/>
                  <a:gd name="connsiteX50" fmla="*/ 294460 w 484542"/>
                  <a:gd name="connsiteY50" fmla="*/ 308963 h 359927"/>
                  <a:gd name="connsiteX51" fmla="*/ 173725 w 484542"/>
                  <a:gd name="connsiteY51" fmla="*/ 345854 h 359927"/>
                  <a:gd name="connsiteX52" fmla="*/ 145155 w 484542"/>
                  <a:gd name="connsiteY52" fmla="*/ 353232 h 359927"/>
                  <a:gd name="connsiteX53" fmla="*/ 116584 w 484542"/>
                  <a:gd name="connsiteY53" fmla="*/ 355076 h 359927"/>
                  <a:gd name="connsiteX54" fmla="*/ 93543 w 484542"/>
                  <a:gd name="connsiteY54" fmla="*/ 355999 h 359927"/>
                  <a:gd name="connsiteX55" fmla="*/ 76953 w 484542"/>
                  <a:gd name="connsiteY55" fmla="*/ 359688 h 359927"/>
                  <a:gd name="connsiteX56" fmla="*/ 29028 w 484542"/>
                  <a:gd name="connsiteY56" fmla="*/ 350465 h 359927"/>
                  <a:gd name="connsiteX57" fmla="*/ 5987 w 484542"/>
                  <a:gd name="connsiteY57" fmla="*/ 304351 h 359927"/>
                  <a:gd name="connsiteX58" fmla="*/ 2301 w 484542"/>
                  <a:gd name="connsiteY58" fmla="*/ 285906 h 359927"/>
                  <a:gd name="connsiteX59" fmla="*/ 14282 w 484542"/>
                  <a:gd name="connsiteY59" fmla="*/ 244403 h 359927"/>
                  <a:gd name="connsiteX60" fmla="*/ 217963 w 484542"/>
                  <a:gd name="connsiteY60" fmla="*/ 324641 h 359927"/>
                  <a:gd name="connsiteX61" fmla="*/ 223494 w 484542"/>
                  <a:gd name="connsiteY61" fmla="*/ 323719 h 359927"/>
                  <a:gd name="connsiteX62" fmla="*/ 222572 w 484542"/>
                  <a:gd name="connsiteY62" fmla="*/ 320030 h 359927"/>
                  <a:gd name="connsiteX63" fmla="*/ 217042 w 484542"/>
                  <a:gd name="connsiteY63" fmla="*/ 320952 h 359927"/>
                  <a:gd name="connsiteX64" fmla="*/ 217963 w 484542"/>
                  <a:gd name="connsiteY64" fmla="*/ 324641 h 359927"/>
                  <a:gd name="connsiteX65" fmla="*/ 276027 w 484542"/>
                  <a:gd name="connsiteY65" fmla="*/ 307118 h 359927"/>
                  <a:gd name="connsiteX66" fmla="*/ 283400 w 484542"/>
                  <a:gd name="connsiteY66" fmla="*/ 306196 h 359927"/>
                  <a:gd name="connsiteX67" fmla="*/ 276027 w 484542"/>
                  <a:gd name="connsiteY67" fmla="*/ 305274 h 359927"/>
                  <a:gd name="connsiteX68" fmla="*/ 276027 w 484542"/>
                  <a:gd name="connsiteY68" fmla="*/ 307118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84542" h="359927">
                    <a:moveTo>
                      <a:pt x="14282" y="244403"/>
                    </a:moveTo>
                    <a:cubicBezTo>
                      <a:pt x="28107" y="227802"/>
                      <a:pt x="89857" y="180766"/>
                      <a:pt x="156214" y="134652"/>
                    </a:cubicBezTo>
                    <a:cubicBezTo>
                      <a:pt x="226258" y="86694"/>
                      <a:pt x="252064" y="64559"/>
                      <a:pt x="252986" y="55337"/>
                    </a:cubicBezTo>
                    <a:cubicBezTo>
                      <a:pt x="253907" y="49803"/>
                      <a:pt x="252064" y="47958"/>
                      <a:pt x="245612" y="47036"/>
                    </a:cubicBezTo>
                    <a:cubicBezTo>
                      <a:pt x="241004" y="47036"/>
                      <a:pt x="232710" y="47958"/>
                      <a:pt x="226258" y="49803"/>
                    </a:cubicBezTo>
                    <a:cubicBezTo>
                      <a:pt x="219807" y="51648"/>
                      <a:pt x="212434" y="53492"/>
                      <a:pt x="211512" y="52570"/>
                    </a:cubicBezTo>
                    <a:cubicBezTo>
                      <a:pt x="190314" y="42425"/>
                      <a:pt x="88935" y="96839"/>
                      <a:pt x="72345" y="100528"/>
                    </a:cubicBezTo>
                    <a:cubicBezTo>
                      <a:pt x="43775" y="77471"/>
                      <a:pt x="79718" y="44269"/>
                      <a:pt x="102759" y="32280"/>
                    </a:cubicBezTo>
                    <a:cubicBezTo>
                      <a:pt x="141468" y="11067"/>
                      <a:pt x="188472" y="0"/>
                      <a:pt x="226258" y="0"/>
                    </a:cubicBezTo>
                    <a:cubicBezTo>
                      <a:pt x="237318" y="0"/>
                      <a:pt x="247456" y="922"/>
                      <a:pt x="256672" y="2767"/>
                    </a:cubicBezTo>
                    <a:cubicBezTo>
                      <a:pt x="282478" y="8300"/>
                      <a:pt x="311970" y="30435"/>
                      <a:pt x="321187" y="50725"/>
                    </a:cubicBezTo>
                    <a:cubicBezTo>
                      <a:pt x="331325" y="73782"/>
                      <a:pt x="322109" y="104217"/>
                      <a:pt x="299068" y="125430"/>
                    </a:cubicBezTo>
                    <a:cubicBezTo>
                      <a:pt x="291694" y="131885"/>
                      <a:pt x="286165" y="138341"/>
                      <a:pt x="286165" y="139264"/>
                    </a:cubicBezTo>
                    <a:cubicBezTo>
                      <a:pt x="285243" y="140186"/>
                      <a:pt x="211512" y="193678"/>
                      <a:pt x="198609" y="200134"/>
                    </a:cubicBezTo>
                    <a:cubicBezTo>
                      <a:pt x="195845" y="201978"/>
                      <a:pt x="194001" y="203823"/>
                      <a:pt x="194923" y="203823"/>
                    </a:cubicBezTo>
                    <a:cubicBezTo>
                      <a:pt x="195845" y="204745"/>
                      <a:pt x="191236" y="207512"/>
                      <a:pt x="184785" y="211201"/>
                    </a:cubicBezTo>
                    <a:cubicBezTo>
                      <a:pt x="177412" y="214890"/>
                      <a:pt x="169117" y="221346"/>
                      <a:pt x="164509" y="225958"/>
                    </a:cubicBezTo>
                    <a:cubicBezTo>
                      <a:pt x="160823" y="229647"/>
                      <a:pt x="157136" y="232414"/>
                      <a:pt x="156214" y="231491"/>
                    </a:cubicBezTo>
                    <a:cubicBezTo>
                      <a:pt x="155292" y="229647"/>
                      <a:pt x="116584" y="258237"/>
                      <a:pt x="99073" y="271149"/>
                    </a:cubicBezTo>
                    <a:cubicBezTo>
                      <a:pt x="96308" y="272994"/>
                      <a:pt x="68659" y="296973"/>
                      <a:pt x="68659" y="298817"/>
                    </a:cubicBezTo>
                    <a:cubicBezTo>
                      <a:pt x="69580" y="299740"/>
                      <a:pt x="80640" y="299740"/>
                      <a:pt x="92621" y="297895"/>
                    </a:cubicBezTo>
                    <a:cubicBezTo>
                      <a:pt x="105524" y="296973"/>
                      <a:pt x="115662" y="296973"/>
                      <a:pt x="115662" y="297895"/>
                    </a:cubicBezTo>
                    <a:cubicBezTo>
                      <a:pt x="115662" y="298817"/>
                      <a:pt x="116584" y="298817"/>
                      <a:pt x="119349" y="296973"/>
                    </a:cubicBezTo>
                    <a:cubicBezTo>
                      <a:pt x="122114" y="296051"/>
                      <a:pt x="132252" y="294206"/>
                      <a:pt x="142390" y="293284"/>
                    </a:cubicBezTo>
                    <a:cubicBezTo>
                      <a:pt x="152528" y="292362"/>
                      <a:pt x="160823" y="290517"/>
                      <a:pt x="162665" y="289595"/>
                    </a:cubicBezTo>
                    <a:cubicBezTo>
                      <a:pt x="163587" y="288672"/>
                      <a:pt x="166352" y="288672"/>
                      <a:pt x="168195" y="290517"/>
                    </a:cubicBezTo>
                    <a:cubicBezTo>
                      <a:pt x="170039" y="291439"/>
                      <a:pt x="170039" y="292362"/>
                      <a:pt x="169117" y="290517"/>
                    </a:cubicBezTo>
                    <a:cubicBezTo>
                      <a:pt x="168195" y="288672"/>
                      <a:pt x="170039" y="286828"/>
                      <a:pt x="173725" y="284983"/>
                    </a:cubicBezTo>
                    <a:cubicBezTo>
                      <a:pt x="182941" y="281294"/>
                      <a:pt x="248378" y="267460"/>
                      <a:pt x="305519" y="256393"/>
                    </a:cubicBezTo>
                    <a:cubicBezTo>
                      <a:pt x="332246" y="250859"/>
                      <a:pt x="356209" y="246248"/>
                      <a:pt x="359895" y="245326"/>
                    </a:cubicBezTo>
                    <a:cubicBezTo>
                      <a:pt x="390309" y="239792"/>
                      <a:pt x="445607" y="226880"/>
                      <a:pt x="464040" y="225958"/>
                    </a:cubicBezTo>
                    <a:cubicBezTo>
                      <a:pt x="485237" y="225035"/>
                      <a:pt x="487081" y="225035"/>
                      <a:pt x="482473" y="229647"/>
                    </a:cubicBezTo>
                    <a:cubicBezTo>
                      <a:pt x="479708" y="232414"/>
                      <a:pt x="476021" y="235180"/>
                      <a:pt x="472335" y="237025"/>
                    </a:cubicBezTo>
                    <a:cubicBezTo>
                      <a:pt x="468648" y="237947"/>
                      <a:pt x="466805" y="240714"/>
                      <a:pt x="464962" y="242559"/>
                    </a:cubicBezTo>
                    <a:cubicBezTo>
                      <a:pt x="464040" y="243481"/>
                      <a:pt x="458510" y="246248"/>
                      <a:pt x="451137" y="248092"/>
                    </a:cubicBezTo>
                    <a:cubicBezTo>
                      <a:pt x="443764" y="249015"/>
                      <a:pt x="432705" y="253626"/>
                      <a:pt x="427175" y="255471"/>
                    </a:cubicBezTo>
                    <a:cubicBezTo>
                      <a:pt x="421645" y="258237"/>
                      <a:pt x="407820" y="262849"/>
                      <a:pt x="394917" y="265615"/>
                    </a:cubicBezTo>
                    <a:cubicBezTo>
                      <a:pt x="382936" y="268382"/>
                      <a:pt x="372798" y="271149"/>
                      <a:pt x="373720" y="272994"/>
                    </a:cubicBezTo>
                    <a:cubicBezTo>
                      <a:pt x="374641" y="274838"/>
                      <a:pt x="369112" y="278528"/>
                      <a:pt x="362660" y="280372"/>
                    </a:cubicBezTo>
                    <a:cubicBezTo>
                      <a:pt x="355287" y="282217"/>
                      <a:pt x="350679" y="285906"/>
                      <a:pt x="350679" y="286828"/>
                    </a:cubicBezTo>
                    <a:cubicBezTo>
                      <a:pt x="351600" y="287750"/>
                      <a:pt x="345149" y="291439"/>
                      <a:pt x="336855" y="294206"/>
                    </a:cubicBezTo>
                    <a:cubicBezTo>
                      <a:pt x="322109" y="298817"/>
                      <a:pt x="315657" y="304351"/>
                      <a:pt x="329482" y="299740"/>
                    </a:cubicBezTo>
                    <a:cubicBezTo>
                      <a:pt x="333168" y="298817"/>
                      <a:pt x="336855" y="298817"/>
                      <a:pt x="337776" y="299740"/>
                    </a:cubicBezTo>
                    <a:cubicBezTo>
                      <a:pt x="338698" y="300662"/>
                      <a:pt x="335011" y="301584"/>
                      <a:pt x="330403" y="303429"/>
                    </a:cubicBezTo>
                    <a:cubicBezTo>
                      <a:pt x="324873" y="304351"/>
                      <a:pt x="321187" y="303429"/>
                      <a:pt x="320265" y="301584"/>
                    </a:cubicBezTo>
                    <a:cubicBezTo>
                      <a:pt x="319343" y="299740"/>
                      <a:pt x="318422" y="298817"/>
                      <a:pt x="313814" y="300662"/>
                    </a:cubicBezTo>
                    <a:cubicBezTo>
                      <a:pt x="311049" y="301584"/>
                      <a:pt x="309205" y="304351"/>
                      <a:pt x="310127" y="306196"/>
                    </a:cubicBezTo>
                    <a:cubicBezTo>
                      <a:pt x="311049" y="307118"/>
                      <a:pt x="309205" y="309885"/>
                      <a:pt x="306441" y="309885"/>
                    </a:cubicBezTo>
                    <a:cubicBezTo>
                      <a:pt x="303676" y="309885"/>
                      <a:pt x="302754" y="308963"/>
                      <a:pt x="304597" y="306196"/>
                    </a:cubicBezTo>
                    <a:cubicBezTo>
                      <a:pt x="308284" y="302507"/>
                      <a:pt x="306441" y="302507"/>
                      <a:pt x="299989" y="304351"/>
                    </a:cubicBezTo>
                    <a:cubicBezTo>
                      <a:pt x="295381" y="305274"/>
                      <a:pt x="293538" y="308040"/>
                      <a:pt x="294460" y="308963"/>
                    </a:cubicBezTo>
                    <a:cubicBezTo>
                      <a:pt x="297224" y="311729"/>
                      <a:pt x="203217" y="339398"/>
                      <a:pt x="173725" y="345854"/>
                    </a:cubicBezTo>
                    <a:cubicBezTo>
                      <a:pt x="165431" y="347698"/>
                      <a:pt x="152528" y="351387"/>
                      <a:pt x="145155" y="353232"/>
                    </a:cubicBezTo>
                    <a:cubicBezTo>
                      <a:pt x="135938" y="356921"/>
                      <a:pt x="128565" y="356921"/>
                      <a:pt x="116584" y="355076"/>
                    </a:cubicBezTo>
                    <a:cubicBezTo>
                      <a:pt x="105524" y="353232"/>
                      <a:pt x="99994" y="352310"/>
                      <a:pt x="93543" y="355999"/>
                    </a:cubicBezTo>
                    <a:cubicBezTo>
                      <a:pt x="88935" y="358765"/>
                      <a:pt x="81562" y="360610"/>
                      <a:pt x="76953" y="359688"/>
                    </a:cubicBezTo>
                    <a:cubicBezTo>
                      <a:pt x="48383" y="355999"/>
                      <a:pt x="35480" y="354154"/>
                      <a:pt x="29028" y="350465"/>
                    </a:cubicBezTo>
                    <a:cubicBezTo>
                      <a:pt x="20734" y="344931"/>
                      <a:pt x="7831" y="321874"/>
                      <a:pt x="5987" y="304351"/>
                    </a:cubicBezTo>
                    <a:cubicBezTo>
                      <a:pt x="5987" y="297895"/>
                      <a:pt x="4145" y="289595"/>
                      <a:pt x="2301" y="285906"/>
                    </a:cubicBezTo>
                    <a:cubicBezTo>
                      <a:pt x="-3229" y="273916"/>
                      <a:pt x="1379" y="258237"/>
                      <a:pt x="14282" y="244403"/>
                    </a:cubicBezTo>
                    <a:close/>
                    <a:moveTo>
                      <a:pt x="217963" y="324641"/>
                    </a:moveTo>
                    <a:cubicBezTo>
                      <a:pt x="219807" y="325563"/>
                      <a:pt x="221650" y="325563"/>
                      <a:pt x="223494" y="323719"/>
                    </a:cubicBezTo>
                    <a:cubicBezTo>
                      <a:pt x="224415" y="322797"/>
                      <a:pt x="224415" y="320030"/>
                      <a:pt x="222572" y="320030"/>
                    </a:cubicBezTo>
                    <a:cubicBezTo>
                      <a:pt x="220729" y="319108"/>
                      <a:pt x="217963" y="320030"/>
                      <a:pt x="217042" y="320952"/>
                    </a:cubicBezTo>
                    <a:cubicBezTo>
                      <a:pt x="216121" y="322797"/>
                      <a:pt x="216121" y="324641"/>
                      <a:pt x="217963" y="324641"/>
                    </a:cubicBezTo>
                    <a:close/>
                    <a:moveTo>
                      <a:pt x="276027" y="307118"/>
                    </a:moveTo>
                    <a:cubicBezTo>
                      <a:pt x="278792" y="308040"/>
                      <a:pt x="282478" y="308040"/>
                      <a:pt x="283400" y="306196"/>
                    </a:cubicBezTo>
                    <a:cubicBezTo>
                      <a:pt x="286165" y="302507"/>
                      <a:pt x="282478" y="302507"/>
                      <a:pt x="276027" y="305274"/>
                    </a:cubicBezTo>
                    <a:cubicBezTo>
                      <a:pt x="272340" y="305274"/>
                      <a:pt x="272340" y="305274"/>
                      <a:pt x="276027" y="307118"/>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7" name="Freeform 26">
                <a:extLst>
                  <a:ext uri="{FF2B5EF4-FFF2-40B4-BE49-F238E27FC236}">
                    <a16:creationId xmlns:a16="http://schemas.microsoft.com/office/drawing/2014/main" id="{D03275EF-F805-62F2-6CD6-32A1C2299276}"/>
                  </a:ext>
                </a:extLst>
              </p:cNvPr>
              <p:cNvSpPr/>
              <p:nvPr/>
            </p:nvSpPr>
            <p:spPr>
              <a:xfrm>
                <a:off x="8822705" y="735064"/>
                <a:ext cx="640597" cy="396578"/>
              </a:xfrm>
              <a:custGeom>
                <a:avLst/>
                <a:gdLst>
                  <a:gd name="connsiteX0" fmla="*/ 46136 w 640597"/>
                  <a:gd name="connsiteY0" fmla="*/ 166932 h 396578"/>
                  <a:gd name="connsiteX1" fmla="*/ 83923 w 640597"/>
                  <a:gd name="connsiteY1" fmla="*/ 119896 h 396578"/>
                  <a:gd name="connsiteX2" fmla="*/ 98669 w 640597"/>
                  <a:gd name="connsiteY2" fmla="*/ 105140 h 396578"/>
                  <a:gd name="connsiteX3" fmla="*/ 203735 w 640597"/>
                  <a:gd name="connsiteY3" fmla="*/ 13834 h 396578"/>
                  <a:gd name="connsiteX4" fmla="*/ 225855 w 640597"/>
                  <a:gd name="connsiteY4" fmla="*/ 0 h 396578"/>
                  <a:gd name="connsiteX5" fmla="*/ 250739 w 640597"/>
                  <a:gd name="connsiteY5" fmla="*/ 922 h 396578"/>
                  <a:gd name="connsiteX6" fmla="*/ 290369 w 640597"/>
                  <a:gd name="connsiteY6" fmla="*/ 8301 h 396578"/>
                  <a:gd name="connsiteX7" fmla="*/ 309723 w 640597"/>
                  <a:gd name="connsiteY7" fmla="*/ 12912 h 396578"/>
                  <a:gd name="connsiteX8" fmla="*/ 309723 w 640597"/>
                  <a:gd name="connsiteY8" fmla="*/ 13834 h 396578"/>
                  <a:gd name="connsiteX9" fmla="*/ 310645 w 640597"/>
                  <a:gd name="connsiteY9" fmla="*/ 21212 h 396578"/>
                  <a:gd name="connsiteX10" fmla="*/ 329078 w 640597"/>
                  <a:gd name="connsiteY10" fmla="*/ 82083 h 396578"/>
                  <a:gd name="connsiteX11" fmla="*/ 328156 w 640597"/>
                  <a:gd name="connsiteY11" fmla="*/ 83005 h 396578"/>
                  <a:gd name="connsiteX12" fmla="*/ 313410 w 640597"/>
                  <a:gd name="connsiteY12" fmla="*/ 111595 h 396578"/>
                  <a:gd name="connsiteX13" fmla="*/ 305115 w 640597"/>
                  <a:gd name="connsiteY13" fmla="*/ 119896 h 396578"/>
                  <a:gd name="connsiteX14" fmla="*/ 261799 w 640597"/>
                  <a:gd name="connsiteY14" fmla="*/ 157709 h 396578"/>
                  <a:gd name="connsiteX15" fmla="*/ 252582 w 640597"/>
                  <a:gd name="connsiteY15" fmla="*/ 161399 h 396578"/>
                  <a:gd name="connsiteX16" fmla="*/ 175165 w 640597"/>
                  <a:gd name="connsiteY16" fmla="*/ 194600 h 396578"/>
                  <a:gd name="connsiteX17" fmla="*/ 158576 w 640597"/>
                  <a:gd name="connsiteY17" fmla="*/ 200134 h 396578"/>
                  <a:gd name="connsiteX18" fmla="*/ 83923 w 640597"/>
                  <a:gd name="connsiteY18" fmla="*/ 238870 h 396578"/>
                  <a:gd name="connsiteX19" fmla="*/ 81158 w 640597"/>
                  <a:gd name="connsiteY19" fmla="*/ 235181 h 396578"/>
                  <a:gd name="connsiteX20" fmla="*/ 47057 w 640597"/>
                  <a:gd name="connsiteY20" fmla="*/ 305273 h 396578"/>
                  <a:gd name="connsiteX21" fmla="*/ 59961 w 640597"/>
                  <a:gd name="connsiteY21" fmla="*/ 342164 h 396578"/>
                  <a:gd name="connsiteX22" fmla="*/ 118945 w 640597"/>
                  <a:gd name="connsiteY22" fmla="*/ 348620 h 396578"/>
                  <a:gd name="connsiteX23" fmla="*/ 155811 w 640597"/>
                  <a:gd name="connsiteY23" fmla="*/ 345854 h 396578"/>
                  <a:gd name="connsiteX24" fmla="*/ 224011 w 640597"/>
                  <a:gd name="connsiteY24" fmla="*/ 328330 h 396578"/>
                  <a:gd name="connsiteX25" fmla="*/ 440595 w 640597"/>
                  <a:gd name="connsiteY25" fmla="*/ 229647 h 396578"/>
                  <a:gd name="connsiteX26" fmla="*/ 448890 w 640597"/>
                  <a:gd name="connsiteY26" fmla="*/ 224113 h 396578"/>
                  <a:gd name="connsiteX27" fmla="*/ 471009 w 640597"/>
                  <a:gd name="connsiteY27" fmla="*/ 209357 h 396578"/>
                  <a:gd name="connsiteX28" fmla="*/ 484834 w 640597"/>
                  <a:gd name="connsiteY28" fmla="*/ 199212 h 396578"/>
                  <a:gd name="connsiteX29" fmla="*/ 512483 w 640597"/>
                  <a:gd name="connsiteY29" fmla="*/ 180766 h 396578"/>
                  <a:gd name="connsiteX30" fmla="*/ 640590 w 640597"/>
                  <a:gd name="connsiteY30" fmla="*/ 94072 h 396578"/>
                  <a:gd name="connsiteX31" fmla="*/ 608333 w 640597"/>
                  <a:gd name="connsiteY31" fmla="*/ 126352 h 396578"/>
                  <a:gd name="connsiteX32" fmla="*/ 588057 w 640597"/>
                  <a:gd name="connsiteY32" fmla="*/ 143875 h 396578"/>
                  <a:gd name="connsiteX33" fmla="*/ 581605 w 640597"/>
                  <a:gd name="connsiteY33" fmla="*/ 151253 h 396578"/>
                  <a:gd name="connsiteX34" fmla="*/ 574233 w 640597"/>
                  <a:gd name="connsiteY34" fmla="*/ 158632 h 396578"/>
                  <a:gd name="connsiteX35" fmla="*/ 527229 w 640597"/>
                  <a:gd name="connsiteY35" fmla="*/ 201979 h 396578"/>
                  <a:gd name="connsiteX36" fmla="*/ 501424 w 640597"/>
                  <a:gd name="connsiteY36" fmla="*/ 222269 h 396578"/>
                  <a:gd name="connsiteX37" fmla="*/ 473775 w 640597"/>
                  <a:gd name="connsiteY37" fmla="*/ 239792 h 396578"/>
                  <a:gd name="connsiteX38" fmla="*/ 461793 w 640597"/>
                  <a:gd name="connsiteY38" fmla="*/ 248092 h 396578"/>
                  <a:gd name="connsiteX39" fmla="*/ 446126 w 640597"/>
                  <a:gd name="connsiteY39" fmla="*/ 260082 h 396578"/>
                  <a:gd name="connsiteX40" fmla="*/ 411103 w 640597"/>
                  <a:gd name="connsiteY40" fmla="*/ 284983 h 396578"/>
                  <a:gd name="connsiteX41" fmla="*/ 421241 w 640597"/>
                  <a:gd name="connsiteY41" fmla="*/ 281294 h 396578"/>
                  <a:gd name="connsiteX42" fmla="*/ 436909 w 640597"/>
                  <a:gd name="connsiteY42" fmla="*/ 273916 h 396578"/>
                  <a:gd name="connsiteX43" fmla="*/ 444282 w 640597"/>
                  <a:gd name="connsiteY43" fmla="*/ 268382 h 396578"/>
                  <a:gd name="connsiteX44" fmla="*/ 451655 w 640597"/>
                  <a:gd name="connsiteY44" fmla="*/ 264693 h 396578"/>
                  <a:gd name="connsiteX45" fmla="*/ 445204 w 640597"/>
                  <a:gd name="connsiteY45" fmla="*/ 275761 h 396578"/>
                  <a:gd name="connsiteX46" fmla="*/ 438752 w 640597"/>
                  <a:gd name="connsiteY46" fmla="*/ 280372 h 396578"/>
                  <a:gd name="connsiteX47" fmla="*/ 401887 w 640597"/>
                  <a:gd name="connsiteY47" fmla="*/ 312652 h 396578"/>
                  <a:gd name="connsiteX48" fmla="*/ 356727 w 640597"/>
                  <a:gd name="connsiteY48" fmla="*/ 335709 h 396578"/>
                  <a:gd name="connsiteX49" fmla="*/ 337372 w 640597"/>
                  <a:gd name="connsiteY49" fmla="*/ 345854 h 396578"/>
                  <a:gd name="connsiteX50" fmla="*/ 336451 w 640597"/>
                  <a:gd name="connsiteY50" fmla="*/ 345854 h 396578"/>
                  <a:gd name="connsiteX51" fmla="*/ 334608 w 640597"/>
                  <a:gd name="connsiteY51" fmla="*/ 344931 h 396578"/>
                  <a:gd name="connsiteX52" fmla="*/ 227698 w 640597"/>
                  <a:gd name="connsiteY52" fmla="*/ 381822 h 396578"/>
                  <a:gd name="connsiteX53" fmla="*/ 194519 w 640597"/>
                  <a:gd name="connsiteY53" fmla="*/ 387356 h 396578"/>
                  <a:gd name="connsiteX54" fmla="*/ 200049 w 640597"/>
                  <a:gd name="connsiteY54" fmla="*/ 389201 h 396578"/>
                  <a:gd name="connsiteX55" fmla="*/ 200970 w 640597"/>
                  <a:gd name="connsiteY55" fmla="*/ 392890 h 396578"/>
                  <a:gd name="connsiteX56" fmla="*/ 165027 w 640597"/>
                  <a:gd name="connsiteY56" fmla="*/ 396579 h 396578"/>
                  <a:gd name="connsiteX57" fmla="*/ 79315 w 640597"/>
                  <a:gd name="connsiteY57" fmla="*/ 389201 h 396578"/>
                  <a:gd name="connsiteX58" fmla="*/ 20330 w 640597"/>
                  <a:gd name="connsiteY58" fmla="*/ 339398 h 396578"/>
                  <a:gd name="connsiteX59" fmla="*/ 976 w 640597"/>
                  <a:gd name="connsiteY59" fmla="*/ 291439 h 396578"/>
                  <a:gd name="connsiteX60" fmla="*/ 46136 w 640597"/>
                  <a:gd name="connsiteY60" fmla="*/ 166932 h 396578"/>
                  <a:gd name="connsiteX61" fmla="*/ 152124 w 640597"/>
                  <a:gd name="connsiteY61" fmla="*/ 155865 h 396578"/>
                  <a:gd name="connsiteX62" fmla="*/ 190833 w 640597"/>
                  <a:gd name="connsiteY62" fmla="*/ 134652 h 396578"/>
                  <a:gd name="connsiteX63" fmla="*/ 169635 w 640597"/>
                  <a:gd name="connsiteY63" fmla="*/ 154942 h 396578"/>
                  <a:gd name="connsiteX64" fmla="*/ 173321 w 640597"/>
                  <a:gd name="connsiteY64" fmla="*/ 158632 h 396578"/>
                  <a:gd name="connsiteX65" fmla="*/ 177930 w 640597"/>
                  <a:gd name="connsiteY65" fmla="*/ 156787 h 396578"/>
                  <a:gd name="connsiteX66" fmla="*/ 185303 w 640597"/>
                  <a:gd name="connsiteY66" fmla="*/ 154020 h 396578"/>
                  <a:gd name="connsiteX67" fmla="*/ 215717 w 640597"/>
                  <a:gd name="connsiteY67" fmla="*/ 137419 h 396578"/>
                  <a:gd name="connsiteX68" fmla="*/ 260877 w 640597"/>
                  <a:gd name="connsiteY68" fmla="*/ 111595 h 396578"/>
                  <a:gd name="connsiteX69" fmla="*/ 278388 w 640597"/>
                  <a:gd name="connsiteY69" fmla="*/ 94994 h 396578"/>
                  <a:gd name="connsiteX70" fmla="*/ 280231 w 640597"/>
                  <a:gd name="connsiteY70" fmla="*/ 93150 h 396578"/>
                  <a:gd name="connsiteX71" fmla="*/ 287604 w 640597"/>
                  <a:gd name="connsiteY71" fmla="*/ 78394 h 396578"/>
                  <a:gd name="connsiteX72" fmla="*/ 282996 w 640597"/>
                  <a:gd name="connsiteY72" fmla="*/ 79316 h 396578"/>
                  <a:gd name="connsiteX73" fmla="*/ 233228 w 640597"/>
                  <a:gd name="connsiteY73" fmla="*/ 94072 h 396578"/>
                  <a:gd name="connsiteX74" fmla="*/ 152124 w 640597"/>
                  <a:gd name="connsiteY74" fmla="*/ 155865 h 396578"/>
                  <a:gd name="connsiteX75" fmla="*/ 158576 w 640597"/>
                  <a:gd name="connsiteY75" fmla="*/ 166932 h 396578"/>
                  <a:gd name="connsiteX76" fmla="*/ 163184 w 640597"/>
                  <a:gd name="connsiteY76" fmla="*/ 156787 h 396578"/>
                  <a:gd name="connsiteX77" fmla="*/ 159497 w 640597"/>
                  <a:gd name="connsiteY77" fmla="*/ 157709 h 396578"/>
                  <a:gd name="connsiteX78" fmla="*/ 155811 w 640597"/>
                  <a:gd name="connsiteY78" fmla="*/ 163243 h 396578"/>
                  <a:gd name="connsiteX79" fmla="*/ 158576 w 640597"/>
                  <a:gd name="connsiteY79" fmla="*/ 166932 h 396578"/>
                  <a:gd name="connsiteX80" fmla="*/ 308802 w 640597"/>
                  <a:gd name="connsiteY80" fmla="*/ 345854 h 396578"/>
                  <a:gd name="connsiteX81" fmla="*/ 311567 w 640597"/>
                  <a:gd name="connsiteY81" fmla="*/ 342164 h 396578"/>
                  <a:gd name="connsiteX82" fmla="*/ 306958 w 640597"/>
                  <a:gd name="connsiteY82" fmla="*/ 343087 h 396578"/>
                  <a:gd name="connsiteX83" fmla="*/ 308802 w 640597"/>
                  <a:gd name="connsiteY83" fmla="*/ 345854 h 396578"/>
                  <a:gd name="connsiteX84" fmla="*/ 318018 w 640597"/>
                  <a:gd name="connsiteY84" fmla="*/ 343087 h 396578"/>
                  <a:gd name="connsiteX85" fmla="*/ 326313 w 640597"/>
                  <a:gd name="connsiteY85" fmla="*/ 337553 h 396578"/>
                  <a:gd name="connsiteX86" fmla="*/ 324470 w 640597"/>
                  <a:gd name="connsiteY86" fmla="*/ 334786 h 396578"/>
                  <a:gd name="connsiteX87" fmla="*/ 318018 w 640597"/>
                  <a:gd name="connsiteY87" fmla="*/ 343087 h 396578"/>
                  <a:gd name="connsiteX88" fmla="*/ 430458 w 640597"/>
                  <a:gd name="connsiteY88" fmla="*/ 289595 h 396578"/>
                  <a:gd name="connsiteX89" fmla="*/ 435066 w 640597"/>
                  <a:gd name="connsiteY89" fmla="*/ 285906 h 396578"/>
                  <a:gd name="connsiteX90" fmla="*/ 429536 w 640597"/>
                  <a:gd name="connsiteY90" fmla="*/ 287750 h 396578"/>
                  <a:gd name="connsiteX91" fmla="*/ 430458 w 640597"/>
                  <a:gd name="connsiteY91" fmla="*/ 289595 h 396578"/>
                  <a:gd name="connsiteX92" fmla="*/ 476539 w 640597"/>
                  <a:gd name="connsiteY92" fmla="*/ 223191 h 396578"/>
                  <a:gd name="connsiteX93" fmla="*/ 502345 w 640597"/>
                  <a:gd name="connsiteY93" fmla="*/ 207512 h 396578"/>
                  <a:gd name="connsiteX94" fmla="*/ 489442 w 640597"/>
                  <a:gd name="connsiteY94" fmla="*/ 213968 h 396578"/>
                  <a:gd name="connsiteX95" fmla="*/ 476539 w 640597"/>
                  <a:gd name="connsiteY95" fmla="*/ 223191 h 396578"/>
                  <a:gd name="connsiteX96" fmla="*/ 539211 w 640597"/>
                  <a:gd name="connsiteY96" fmla="*/ 183533 h 396578"/>
                  <a:gd name="connsiteX97" fmla="*/ 544740 w 640597"/>
                  <a:gd name="connsiteY97" fmla="*/ 177077 h 396578"/>
                  <a:gd name="connsiteX98" fmla="*/ 539211 w 640597"/>
                  <a:gd name="connsiteY98" fmla="*/ 182611 h 396578"/>
                  <a:gd name="connsiteX99" fmla="*/ 539211 w 640597"/>
                  <a:gd name="connsiteY99" fmla="*/ 183533 h 39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40597" h="396578">
                    <a:moveTo>
                      <a:pt x="46136" y="166932"/>
                    </a:moveTo>
                    <a:cubicBezTo>
                      <a:pt x="52588" y="154020"/>
                      <a:pt x="73785" y="129119"/>
                      <a:pt x="83923" y="119896"/>
                    </a:cubicBezTo>
                    <a:cubicBezTo>
                      <a:pt x="92218" y="112518"/>
                      <a:pt x="98669" y="106062"/>
                      <a:pt x="98669" y="105140"/>
                    </a:cubicBezTo>
                    <a:cubicBezTo>
                      <a:pt x="99591" y="96839"/>
                      <a:pt x="187146" y="23979"/>
                      <a:pt x="203735" y="13834"/>
                    </a:cubicBezTo>
                    <a:lnTo>
                      <a:pt x="225855" y="0"/>
                    </a:lnTo>
                    <a:lnTo>
                      <a:pt x="250739" y="922"/>
                    </a:lnTo>
                    <a:cubicBezTo>
                      <a:pt x="270093" y="1845"/>
                      <a:pt x="278388" y="2767"/>
                      <a:pt x="290369" y="8301"/>
                    </a:cubicBezTo>
                    <a:cubicBezTo>
                      <a:pt x="301429" y="13834"/>
                      <a:pt x="305115" y="15679"/>
                      <a:pt x="309723" y="12912"/>
                    </a:cubicBezTo>
                    <a:cubicBezTo>
                      <a:pt x="314331" y="10145"/>
                      <a:pt x="315253" y="9223"/>
                      <a:pt x="309723" y="13834"/>
                    </a:cubicBezTo>
                    <a:cubicBezTo>
                      <a:pt x="306037" y="17523"/>
                      <a:pt x="306037" y="19368"/>
                      <a:pt x="310645" y="21212"/>
                    </a:cubicBezTo>
                    <a:cubicBezTo>
                      <a:pt x="322626" y="28591"/>
                      <a:pt x="337372" y="73782"/>
                      <a:pt x="329078" y="82083"/>
                    </a:cubicBezTo>
                    <a:lnTo>
                      <a:pt x="328156" y="83005"/>
                    </a:lnTo>
                    <a:cubicBezTo>
                      <a:pt x="326313" y="89461"/>
                      <a:pt x="318018" y="108829"/>
                      <a:pt x="313410" y="111595"/>
                    </a:cubicBezTo>
                    <a:cubicBezTo>
                      <a:pt x="310645" y="112518"/>
                      <a:pt x="306958" y="116207"/>
                      <a:pt x="305115" y="119896"/>
                    </a:cubicBezTo>
                    <a:cubicBezTo>
                      <a:pt x="301429" y="125429"/>
                      <a:pt x="284840" y="139264"/>
                      <a:pt x="261799" y="157709"/>
                    </a:cubicBezTo>
                    <a:cubicBezTo>
                      <a:pt x="258112" y="160476"/>
                      <a:pt x="254425" y="162321"/>
                      <a:pt x="252582" y="161399"/>
                    </a:cubicBezTo>
                    <a:cubicBezTo>
                      <a:pt x="248896" y="161399"/>
                      <a:pt x="188989" y="186300"/>
                      <a:pt x="175165" y="194600"/>
                    </a:cubicBezTo>
                    <a:cubicBezTo>
                      <a:pt x="169635" y="198290"/>
                      <a:pt x="162262" y="200134"/>
                      <a:pt x="158576" y="200134"/>
                    </a:cubicBezTo>
                    <a:cubicBezTo>
                      <a:pt x="128162" y="203823"/>
                      <a:pt x="104199" y="212124"/>
                      <a:pt x="83923" y="238870"/>
                    </a:cubicBezTo>
                    <a:lnTo>
                      <a:pt x="81158" y="235181"/>
                    </a:lnTo>
                    <a:cubicBezTo>
                      <a:pt x="70098" y="249937"/>
                      <a:pt x="49823" y="291439"/>
                      <a:pt x="47057" y="305273"/>
                    </a:cubicBezTo>
                    <a:cubicBezTo>
                      <a:pt x="42449" y="323719"/>
                      <a:pt x="48901" y="336631"/>
                      <a:pt x="59961" y="342164"/>
                    </a:cubicBezTo>
                    <a:cubicBezTo>
                      <a:pt x="67333" y="345854"/>
                      <a:pt x="94061" y="348620"/>
                      <a:pt x="118945" y="348620"/>
                    </a:cubicBezTo>
                    <a:cubicBezTo>
                      <a:pt x="133691" y="348620"/>
                      <a:pt x="146594" y="347698"/>
                      <a:pt x="155811" y="345854"/>
                    </a:cubicBezTo>
                    <a:cubicBezTo>
                      <a:pt x="175165" y="342164"/>
                      <a:pt x="212952" y="331097"/>
                      <a:pt x="224011" y="328330"/>
                    </a:cubicBezTo>
                    <a:cubicBezTo>
                      <a:pt x="265485" y="316341"/>
                      <a:pt x="423085" y="250859"/>
                      <a:pt x="440595" y="229647"/>
                    </a:cubicBezTo>
                    <a:cubicBezTo>
                      <a:pt x="442439" y="225958"/>
                      <a:pt x="447047" y="224113"/>
                      <a:pt x="448890" y="224113"/>
                    </a:cubicBezTo>
                    <a:cubicBezTo>
                      <a:pt x="454420" y="222269"/>
                      <a:pt x="469166" y="213968"/>
                      <a:pt x="471009" y="209357"/>
                    </a:cubicBezTo>
                    <a:cubicBezTo>
                      <a:pt x="471931" y="208434"/>
                      <a:pt x="477461" y="202901"/>
                      <a:pt x="484834" y="199212"/>
                    </a:cubicBezTo>
                    <a:cubicBezTo>
                      <a:pt x="492207" y="195523"/>
                      <a:pt x="504188" y="187222"/>
                      <a:pt x="512483" y="180766"/>
                    </a:cubicBezTo>
                    <a:cubicBezTo>
                      <a:pt x="555800" y="148486"/>
                      <a:pt x="641512" y="91305"/>
                      <a:pt x="640590" y="94072"/>
                    </a:cubicBezTo>
                    <a:cubicBezTo>
                      <a:pt x="638747" y="102373"/>
                      <a:pt x="614785" y="121740"/>
                      <a:pt x="608333" y="126352"/>
                    </a:cubicBezTo>
                    <a:cubicBezTo>
                      <a:pt x="596352" y="133730"/>
                      <a:pt x="587136" y="142953"/>
                      <a:pt x="588057" y="143875"/>
                    </a:cubicBezTo>
                    <a:cubicBezTo>
                      <a:pt x="588979" y="144797"/>
                      <a:pt x="585292" y="148486"/>
                      <a:pt x="581605" y="151253"/>
                    </a:cubicBezTo>
                    <a:cubicBezTo>
                      <a:pt x="577919" y="154020"/>
                      <a:pt x="574233" y="156787"/>
                      <a:pt x="574233" y="158632"/>
                    </a:cubicBezTo>
                    <a:cubicBezTo>
                      <a:pt x="573311" y="161399"/>
                      <a:pt x="537367" y="195523"/>
                      <a:pt x="527229" y="201979"/>
                    </a:cubicBezTo>
                    <a:cubicBezTo>
                      <a:pt x="523543" y="204745"/>
                      <a:pt x="511561" y="213968"/>
                      <a:pt x="501424" y="222269"/>
                    </a:cubicBezTo>
                    <a:cubicBezTo>
                      <a:pt x="490364" y="231491"/>
                      <a:pt x="478383" y="238870"/>
                      <a:pt x="473775" y="239792"/>
                    </a:cubicBezTo>
                    <a:cubicBezTo>
                      <a:pt x="470088" y="240714"/>
                      <a:pt x="464558" y="245325"/>
                      <a:pt x="461793" y="248092"/>
                    </a:cubicBezTo>
                    <a:cubicBezTo>
                      <a:pt x="458107" y="251781"/>
                      <a:pt x="451655" y="257315"/>
                      <a:pt x="446126" y="260082"/>
                    </a:cubicBezTo>
                    <a:cubicBezTo>
                      <a:pt x="442439" y="261927"/>
                      <a:pt x="411103" y="282216"/>
                      <a:pt x="411103" y="284983"/>
                    </a:cubicBezTo>
                    <a:cubicBezTo>
                      <a:pt x="410182" y="286828"/>
                      <a:pt x="414790" y="284983"/>
                      <a:pt x="421241" y="281294"/>
                    </a:cubicBezTo>
                    <a:cubicBezTo>
                      <a:pt x="426771" y="277605"/>
                      <a:pt x="434144" y="275761"/>
                      <a:pt x="436909" y="273916"/>
                    </a:cubicBezTo>
                    <a:cubicBezTo>
                      <a:pt x="439674" y="272994"/>
                      <a:pt x="442439" y="270227"/>
                      <a:pt x="444282" y="268382"/>
                    </a:cubicBezTo>
                    <a:cubicBezTo>
                      <a:pt x="446126" y="266538"/>
                      <a:pt x="449812" y="264693"/>
                      <a:pt x="451655" y="264693"/>
                    </a:cubicBezTo>
                    <a:cubicBezTo>
                      <a:pt x="459028" y="264693"/>
                      <a:pt x="452577" y="274838"/>
                      <a:pt x="445204" y="275761"/>
                    </a:cubicBezTo>
                    <a:cubicBezTo>
                      <a:pt x="441517" y="276683"/>
                      <a:pt x="438752" y="278527"/>
                      <a:pt x="438752" y="280372"/>
                    </a:cubicBezTo>
                    <a:cubicBezTo>
                      <a:pt x="437831" y="289595"/>
                      <a:pt x="428614" y="297895"/>
                      <a:pt x="401887" y="312652"/>
                    </a:cubicBezTo>
                    <a:cubicBezTo>
                      <a:pt x="385297" y="321875"/>
                      <a:pt x="365021" y="332942"/>
                      <a:pt x="356727" y="335709"/>
                    </a:cubicBezTo>
                    <a:cubicBezTo>
                      <a:pt x="349354" y="339398"/>
                      <a:pt x="340138" y="343087"/>
                      <a:pt x="337372" y="345854"/>
                    </a:cubicBezTo>
                    <a:cubicBezTo>
                      <a:pt x="333686" y="349543"/>
                      <a:pt x="333686" y="349543"/>
                      <a:pt x="336451" y="345854"/>
                    </a:cubicBezTo>
                    <a:cubicBezTo>
                      <a:pt x="339216" y="342164"/>
                      <a:pt x="338294" y="342164"/>
                      <a:pt x="334608" y="344931"/>
                    </a:cubicBezTo>
                    <a:cubicBezTo>
                      <a:pt x="308802" y="361532"/>
                      <a:pt x="258112" y="379055"/>
                      <a:pt x="227698" y="381822"/>
                    </a:cubicBezTo>
                    <a:cubicBezTo>
                      <a:pt x="209265" y="383667"/>
                      <a:pt x="197284" y="385512"/>
                      <a:pt x="194519" y="387356"/>
                    </a:cubicBezTo>
                    <a:cubicBezTo>
                      <a:pt x="193598" y="388278"/>
                      <a:pt x="195441" y="389201"/>
                      <a:pt x="200049" y="389201"/>
                    </a:cubicBezTo>
                    <a:cubicBezTo>
                      <a:pt x="207422" y="389201"/>
                      <a:pt x="207422" y="390123"/>
                      <a:pt x="200970" y="392890"/>
                    </a:cubicBezTo>
                    <a:cubicBezTo>
                      <a:pt x="196362" y="394734"/>
                      <a:pt x="182538" y="396579"/>
                      <a:pt x="165027" y="396579"/>
                    </a:cubicBezTo>
                    <a:cubicBezTo>
                      <a:pt x="135535" y="396579"/>
                      <a:pt x="96826" y="393812"/>
                      <a:pt x="79315" y="389201"/>
                    </a:cubicBezTo>
                    <a:cubicBezTo>
                      <a:pt x="48901" y="380900"/>
                      <a:pt x="39684" y="373522"/>
                      <a:pt x="20330" y="339398"/>
                    </a:cubicBezTo>
                    <a:cubicBezTo>
                      <a:pt x="6506" y="316341"/>
                      <a:pt x="1898" y="304351"/>
                      <a:pt x="976" y="291439"/>
                    </a:cubicBezTo>
                    <a:cubicBezTo>
                      <a:pt x="-5475" y="257315"/>
                      <a:pt x="21252" y="212124"/>
                      <a:pt x="46136" y="166932"/>
                    </a:cubicBezTo>
                    <a:close/>
                    <a:moveTo>
                      <a:pt x="152124" y="155865"/>
                    </a:moveTo>
                    <a:lnTo>
                      <a:pt x="190833" y="134652"/>
                    </a:lnTo>
                    <a:cubicBezTo>
                      <a:pt x="185303" y="138342"/>
                      <a:pt x="171478" y="149409"/>
                      <a:pt x="169635" y="154942"/>
                    </a:cubicBezTo>
                    <a:cubicBezTo>
                      <a:pt x="167792" y="160476"/>
                      <a:pt x="170557" y="163243"/>
                      <a:pt x="173321" y="158632"/>
                    </a:cubicBezTo>
                    <a:cubicBezTo>
                      <a:pt x="174243" y="157709"/>
                      <a:pt x="176086" y="156787"/>
                      <a:pt x="177930" y="156787"/>
                    </a:cubicBezTo>
                    <a:cubicBezTo>
                      <a:pt x="179773" y="156787"/>
                      <a:pt x="183460" y="155865"/>
                      <a:pt x="185303" y="154020"/>
                    </a:cubicBezTo>
                    <a:cubicBezTo>
                      <a:pt x="192676" y="148486"/>
                      <a:pt x="212952" y="137419"/>
                      <a:pt x="215717" y="137419"/>
                    </a:cubicBezTo>
                    <a:cubicBezTo>
                      <a:pt x="218482" y="137419"/>
                      <a:pt x="251660" y="117129"/>
                      <a:pt x="260877" y="111595"/>
                    </a:cubicBezTo>
                    <a:cubicBezTo>
                      <a:pt x="274701" y="103295"/>
                      <a:pt x="276545" y="98684"/>
                      <a:pt x="278388" y="94994"/>
                    </a:cubicBezTo>
                    <a:cubicBezTo>
                      <a:pt x="279309" y="93150"/>
                      <a:pt x="279309" y="91305"/>
                      <a:pt x="280231" y="93150"/>
                    </a:cubicBezTo>
                    <a:cubicBezTo>
                      <a:pt x="281153" y="94994"/>
                      <a:pt x="283918" y="83927"/>
                      <a:pt x="287604" y="78394"/>
                    </a:cubicBezTo>
                    <a:cubicBezTo>
                      <a:pt x="286682" y="78394"/>
                      <a:pt x="283918" y="79316"/>
                      <a:pt x="282996" y="79316"/>
                    </a:cubicBezTo>
                    <a:cubicBezTo>
                      <a:pt x="272858" y="82083"/>
                      <a:pt x="250739" y="88538"/>
                      <a:pt x="233228" y="94072"/>
                    </a:cubicBezTo>
                    <a:cubicBezTo>
                      <a:pt x="206501" y="110673"/>
                      <a:pt x="173321" y="134652"/>
                      <a:pt x="152124" y="155865"/>
                    </a:cubicBezTo>
                    <a:close/>
                    <a:moveTo>
                      <a:pt x="158576" y="166932"/>
                    </a:moveTo>
                    <a:cubicBezTo>
                      <a:pt x="163184" y="166010"/>
                      <a:pt x="166870" y="157709"/>
                      <a:pt x="163184" y="156787"/>
                    </a:cubicBezTo>
                    <a:cubicBezTo>
                      <a:pt x="162262" y="156787"/>
                      <a:pt x="160419" y="156787"/>
                      <a:pt x="159497" y="157709"/>
                    </a:cubicBezTo>
                    <a:cubicBezTo>
                      <a:pt x="159497" y="158632"/>
                      <a:pt x="158576" y="161399"/>
                      <a:pt x="155811" y="163243"/>
                    </a:cubicBezTo>
                    <a:cubicBezTo>
                      <a:pt x="153967" y="166932"/>
                      <a:pt x="154889" y="167854"/>
                      <a:pt x="158576" y="166932"/>
                    </a:cubicBezTo>
                    <a:close/>
                    <a:moveTo>
                      <a:pt x="308802" y="345854"/>
                    </a:moveTo>
                    <a:cubicBezTo>
                      <a:pt x="314331" y="345854"/>
                      <a:pt x="314331" y="344931"/>
                      <a:pt x="311567" y="342164"/>
                    </a:cubicBezTo>
                    <a:cubicBezTo>
                      <a:pt x="309723" y="341242"/>
                      <a:pt x="307880" y="342164"/>
                      <a:pt x="306958" y="343087"/>
                    </a:cubicBezTo>
                    <a:cubicBezTo>
                      <a:pt x="306037" y="344931"/>
                      <a:pt x="306037" y="345854"/>
                      <a:pt x="308802" y="345854"/>
                    </a:cubicBezTo>
                    <a:close/>
                    <a:moveTo>
                      <a:pt x="318018" y="343087"/>
                    </a:moveTo>
                    <a:cubicBezTo>
                      <a:pt x="319862" y="344931"/>
                      <a:pt x="326313" y="342164"/>
                      <a:pt x="326313" y="337553"/>
                    </a:cubicBezTo>
                    <a:cubicBezTo>
                      <a:pt x="326313" y="336631"/>
                      <a:pt x="325391" y="334786"/>
                      <a:pt x="324470" y="334786"/>
                    </a:cubicBezTo>
                    <a:cubicBezTo>
                      <a:pt x="320783" y="334786"/>
                      <a:pt x="316175" y="341242"/>
                      <a:pt x="318018" y="343087"/>
                    </a:cubicBezTo>
                    <a:close/>
                    <a:moveTo>
                      <a:pt x="430458" y="289595"/>
                    </a:moveTo>
                    <a:cubicBezTo>
                      <a:pt x="434144" y="288673"/>
                      <a:pt x="435987" y="286828"/>
                      <a:pt x="435066" y="285906"/>
                    </a:cubicBezTo>
                    <a:cubicBezTo>
                      <a:pt x="434144" y="284983"/>
                      <a:pt x="431379" y="284983"/>
                      <a:pt x="429536" y="287750"/>
                    </a:cubicBezTo>
                    <a:cubicBezTo>
                      <a:pt x="425850" y="290517"/>
                      <a:pt x="425850" y="290517"/>
                      <a:pt x="430458" y="289595"/>
                    </a:cubicBezTo>
                    <a:close/>
                    <a:moveTo>
                      <a:pt x="476539" y="223191"/>
                    </a:moveTo>
                    <a:cubicBezTo>
                      <a:pt x="477461" y="224113"/>
                      <a:pt x="501424" y="209357"/>
                      <a:pt x="502345" y="207512"/>
                    </a:cubicBezTo>
                    <a:cubicBezTo>
                      <a:pt x="502345" y="206590"/>
                      <a:pt x="496816" y="209357"/>
                      <a:pt x="489442" y="213968"/>
                    </a:cubicBezTo>
                    <a:cubicBezTo>
                      <a:pt x="482069" y="217657"/>
                      <a:pt x="475617" y="222269"/>
                      <a:pt x="476539" y="223191"/>
                    </a:cubicBezTo>
                    <a:close/>
                    <a:moveTo>
                      <a:pt x="539211" y="183533"/>
                    </a:moveTo>
                    <a:cubicBezTo>
                      <a:pt x="544740" y="179844"/>
                      <a:pt x="546583" y="177077"/>
                      <a:pt x="544740" y="177077"/>
                    </a:cubicBezTo>
                    <a:cubicBezTo>
                      <a:pt x="543819" y="177077"/>
                      <a:pt x="541054" y="179844"/>
                      <a:pt x="539211" y="182611"/>
                    </a:cubicBezTo>
                    <a:cubicBezTo>
                      <a:pt x="534602" y="186300"/>
                      <a:pt x="534602" y="186300"/>
                      <a:pt x="539211" y="183533"/>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8" name="Freeform 27">
                <a:extLst>
                  <a:ext uri="{FF2B5EF4-FFF2-40B4-BE49-F238E27FC236}">
                    <a16:creationId xmlns:a16="http://schemas.microsoft.com/office/drawing/2014/main" id="{957512F3-A5FF-72F6-C0E8-65BB62A7316C}"/>
                  </a:ext>
                </a:extLst>
              </p:cNvPr>
              <p:cNvSpPr/>
              <p:nvPr/>
            </p:nvSpPr>
            <p:spPr>
              <a:xfrm>
                <a:off x="9196173" y="367076"/>
                <a:ext cx="664346" cy="1004358"/>
              </a:xfrm>
              <a:custGeom>
                <a:avLst/>
                <a:gdLst>
                  <a:gd name="connsiteX0" fmla="*/ 41322 w 664346"/>
                  <a:gd name="connsiteY0" fmla="*/ 704619 h 1004358"/>
                  <a:gd name="connsiteX1" fmla="*/ 105836 w 664346"/>
                  <a:gd name="connsiteY1" fmla="*/ 581034 h 1004358"/>
                  <a:gd name="connsiteX2" fmla="*/ 131642 w 664346"/>
                  <a:gd name="connsiteY2" fmla="*/ 540454 h 1004358"/>
                  <a:gd name="connsiteX3" fmla="*/ 158369 w 664346"/>
                  <a:gd name="connsiteY3" fmla="*/ 501718 h 1004358"/>
                  <a:gd name="connsiteX4" fmla="*/ 162056 w 664346"/>
                  <a:gd name="connsiteY4" fmla="*/ 494340 h 1004358"/>
                  <a:gd name="connsiteX5" fmla="*/ 168507 w 664346"/>
                  <a:gd name="connsiteY5" fmla="*/ 482351 h 1004358"/>
                  <a:gd name="connsiteX6" fmla="*/ 176802 w 664346"/>
                  <a:gd name="connsiteY6" fmla="*/ 470361 h 1004358"/>
                  <a:gd name="connsiteX7" fmla="*/ 189705 w 664346"/>
                  <a:gd name="connsiteY7" fmla="*/ 447304 h 1004358"/>
                  <a:gd name="connsiteX8" fmla="*/ 217354 w 664346"/>
                  <a:gd name="connsiteY8" fmla="*/ 403957 h 1004358"/>
                  <a:gd name="connsiteX9" fmla="*/ 247768 w 664346"/>
                  <a:gd name="connsiteY9" fmla="*/ 365221 h 1004358"/>
                  <a:gd name="connsiteX10" fmla="*/ 264357 w 664346"/>
                  <a:gd name="connsiteY10" fmla="*/ 332019 h 1004358"/>
                  <a:gd name="connsiteX11" fmla="*/ 258827 w 664346"/>
                  <a:gd name="connsiteY11" fmla="*/ 332019 h 1004358"/>
                  <a:gd name="connsiteX12" fmla="*/ 246846 w 664346"/>
                  <a:gd name="connsiteY12" fmla="*/ 334786 h 1004358"/>
                  <a:gd name="connsiteX13" fmla="*/ 223805 w 664346"/>
                  <a:gd name="connsiteY13" fmla="*/ 340320 h 1004358"/>
                  <a:gd name="connsiteX14" fmla="*/ 180488 w 664346"/>
                  <a:gd name="connsiteY14" fmla="*/ 352310 h 1004358"/>
                  <a:gd name="connsiteX15" fmla="*/ 133485 w 664346"/>
                  <a:gd name="connsiteY15" fmla="*/ 356921 h 1004358"/>
                  <a:gd name="connsiteX16" fmla="*/ 85560 w 664346"/>
                  <a:gd name="connsiteY16" fmla="*/ 313574 h 1004358"/>
                  <a:gd name="connsiteX17" fmla="*/ 94776 w 664346"/>
                  <a:gd name="connsiteY17" fmla="*/ 308040 h 1004358"/>
                  <a:gd name="connsiteX18" fmla="*/ 141780 w 664346"/>
                  <a:gd name="connsiteY18" fmla="*/ 299740 h 1004358"/>
                  <a:gd name="connsiteX19" fmla="*/ 314125 w 664346"/>
                  <a:gd name="connsiteY19" fmla="*/ 261004 h 1004358"/>
                  <a:gd name="connsiteX20" fmla="*/ 328872 w 664346"/>
                  <a:gd name="connsiteY20" fmla="*/ 253626 h 1004358"/>
                  <a:gd name="connsiteX21" fmla="*/ 340853 w 664346"/>
                  <a:gd name="connsiteY21" fmla="*/ 239792 h 1004358"/>
                  <a:gd name="connsiteX22" fmla="*/ 348226 w 664346"/>
                  <a:gd name="connsiteY22" fmla="*/ 228725 h 1004358"/>
                  <a:gd name="connsiteX23" fmla="*/ 350069 w 664346"/>
                  <a:gd name="connsiteY23" fmla="*/ 225958 h 1004358"/>
                  <a:gd name="connsiteX24" fmla="*/ 365737 w 664346"/>
                  <a:gd name="connsiteY24" fmla="*/ 222269 h 1004358"/>
                  <a:gd name="connsiteX25" fmla="*/ 360207 w 664346"/>
                  <a:gd name="connsiteY25" fmla="*/ 221346 h 1004358"/>
                  <a:gd name="connsiteX26" fmla="*/ 354677 w 664346"/>
                  <a:gd name="connsiteY26" fmla="*/ 221346 h 1004358"/>
                  <a:gd name="connsiteX27" fmla="*/ 410897 w 664346"/>
                  <a:gd name="connsiteY27" fmla="*/ 144797 h 1004358"/>
                  <a:gd name="connsiteX28" fmla="*/ 423800 w 664346"/>
                  <a:gd name="connsiteY28" fmla="*/ 128196 h 1004358"/>
                  <a:gd name="connsiteX29" fmla="*/ 433016 w 664346"/>
                  <a:gd name="connsiteY29" fmla="*/ 116207 h 1004358"/>
                  <a:gd name="connsiteX30" fmla="*/ 481863 w 664346"/>
                  <a:gd name="connsiteY30" fmla="*/ 59948 h 1004358"/>
                  <a:gd name="connsiteX31" fmla="*/ 554672 w 664346"/>
                  <a:gd name="connsiteY31" fmla="*/ 0 h 1004358"/>
                  <a:gd name="connsiteX32" fmla="*/ 574948 w 664346"/>
                  <a:gd name="connsiteY32" fmla="*/ 5534 h 1004358"/>
                  <a:gd name="connsiteX33" fmla="*/ 604440 w 664346"/>
                  <a:gd name="connsiteY33" fmla="*/ 38736 h 1004358"/>
                  <a:gd name="connsiteX34" fmla="*/ 606284 w 664346"/>
                  <a:gd name="connsiteY34" fmla="*/ 53492 h 1004358"/>
                  <a:gd name="connsiteX35" fmla="*/ 600754 w 664346"/>
                  <a:gd name="connsiteY35" fmla="*/ 66404 h 1004358"/>
                  <a:gd name="connsiteX36" fmla="*/ 588773 w 664346"/>
                  <a:gd name="connsiteY36" fmla="*/ 84849 h 1004358"/>
                  <a:gd name="connsiteX37" fmla="*/ 550064 w 664346"/>
                  <a:gd name="connsiteY37" fmla="*/ 127274 h 1004358"/>
                  <a:gd name="connsiteX38" fmla="*/ 512277 w 664346"/>
                  <a:gd name="connsiteY38" fmla="*/ 168777 h 1004358"/>
                  <a:gd name="connsiteX39" fmla="*/ 475411 w 664346"/>
                  <a:gd name="connsiteY39" fmla="*/ 212124 h 1004358"/>
                  <a:gd name="connsiteX40" fmla="*/ 463430 w 664346"/>
                  <a:gd name="connsiteY40" fmla="*/ 225035 h 1004358"/>
                  <a:gd name="connsiteX41" fmla="*/ 452371 w 664346"/>
                  <a:gd name="connsiteY41" fmla="*/ 238870 h 1004358"/>
                  <a:gd name="connsiteX42" fmla="*/ 450528 w 664346"/>
                  <a:gd name="connsiteY42" fmla="*/ 242559 h 1004358"/>
                  <a:gd name="connsiteX43" fmla="*/ 489236 w 664346"/>
                  <a:gd name="connsiteY43" fmla="*/ 243481 h 1004358"/>
                  <a:gd name="connsiteX44" fmla="*/ 635776 w 664346"/>
                  <a:gd name="connsiteY44" fmla="*/ 244403 h 1004358"/>
                  <a:gd name="connsiteX45" fmla="*/ 664346 w 664346"/>
                  <a:gd name="connsiteY45" fmla="*/ 259160 h 1004358"/>
                  <a:gd name="connsiteX46" fmla="*/ 631168 w 664346"/>
                  <a:gd name="connsiteY46" fmla="*/ 261004 h 1004358"/>
                  <a:gd name="connsiteX47" fmla="*/ 514120 w 664346"/>
                  <a:gd name="connsiteY47" fmla="*/ 268382 h 1004358"/>
                  <a:gd name="connsiteX48" fmla="*/ 475411 w 664346"/>
                  <a:gd name="connsiteY48" fmla="*/ 278527 h 1004358"/>
                  <a:gd name="connsiteX49" fmla="*/ 466195 w 664346"/>
                  <a:gd name="connsiteY49" fmla="*/ 279450 h 1004358"/>
                  <a:gd name="connsiteX50" fmla="*/ 454214 w 664346"/>
                  <a:gd name="connsiteY50" fmla="*/ 280372 h 1004358"/>
                  <a:gd name="connsiteX51" fmla="*/ 446841 w 664346"/>
                  <a:gd name="connsiteY51" fmla="*/ 283139 h 1004358"/>
                  <a:gd name="connsiteX52" fmla="*/ 414584 w 664346"/>
                  <a:gd name="connsiteY52" fmla="*/ 292362 h 1004358"/>
                  <a:gd name="connsiteX53" fmla="*/ 409054 w 664346"/>
                  <a:gd name="connsiteY53" fmla="*/ 296973 h 1004358"/>
                  <a:gd name="connsiteX54" fmla="*/ 401681 w 664346"/>
                  <a:gd name="connsiteY54" fmla="*/ 304351 h 1004358"/>
                  <a:gd name="connsiteX55" fmla="*/ 391543 w 664346"/>
                  <a:gd name="connsiteY55" fmla="*/ 319108 h 1004358"/>
                  <a:gd name="connsiteX56" fmla="*/ 366659 w 664346"/>
                  <a:gd name="connsiteY56" fmla="*/ 353232 h 1004358"/>
                  <a:gd name="connsiteX57" fmla="*/ 332558 w 664346"/>
                  <a:gd name="connsiteY57" fmla="*/ 397501 h 1004358"/>
                  <a:gd name="connsiteX58" fmla="*/ 328872 w 664346"/>
                  <a:gd name="connsiteY58" fmla="*/ 403035 h 1004358"/>
                  <a:gd name="connsiteX59" fmla="*/ 310439 w 664346"/>
                  <a:gd name="connsiteY59" fmla="*/ 428858 h 1004358"/>
                  <a:gd name="connsiteX60" fmla="*/ 292006 w 664346"/>
                  <a:gd name="connsiteY60" fmla="*/ 454682 h 1004358"/>
                  <a:gd name="connsiteX61" fmla="*/ 264357 w 664346"/>
                  <a:gd name="connsiteY61" fmla="*/ 494340 h 1004358"/>
                  <a:gd name="connsiteX62" fmla="*/ 239473 w 664346"/>
                  <a:gd name="connsiteY62" fmla="*/ 534920 h 1004358"/>
                  <a:gd name="connsiteX63" fmla="*/ 219197 w 664346"/>
                  <a:gd name="connsiteY63" fmla="*/ 567200 h 1004358"/>
                  <a:gd name="connsiteX64" fmla="*/ 155605 w 664346"/>
                  <a:gd name="connsiteY64" fmla="*/ 660350 h 1004358"/>
                  <a:gd name="connsiteX65" fmla="*/ 155605 w 664346"/>
                  <a:gd name="connsiteY65" fmla="*/ 662194 h 1004358"/>
                  <a:gd name="connsiteX66" fmla="*/ 151918 w 664346"/>
                  <a:gd name="connsiteY66" fmla="*/ 682484 h 1004358"/>
                  <a:gd name="connsiteX67" fmla="*/ 127956 w 664346"/>
                  <a:gd name="connsiteY67" fmla="*/ 716609 h 1004358"/>
                  <a:gd name="connsiteX68" fmla="*/ 127034 w 664346"/>
                  <a:gd name="connsiteY68" fmla="*/ 721220 h 1004358"/>
                  <a:gd name="connsiteX69" fmla="*/ 126112 w 664346"/>
                  <a:gd name="connsiteY69" fmla="*/ 734132 h 1004358"/>
                  <a:gd name="connsiteX70" fmla="*/ 108601 w 664346"/>
                  <a:gd name="connsiteY70" fmla="*/ 755344 h 1004358"/>
                  <a:gd name="connsiteX71" fmla="*/ 105836 w 664346"/>
                  <a:gd name="connsiteY71" fmla="*/ 757189 h 1004358"/>
                  <a:gd name="connsiteX72" fmla="*/ 103071 w 664346"/>
                  <a:gd name="connsiteY72" fmla="*/ 759956 h 1004358"/>
                  <a:gd name="connsiteX73" fmla="*/ 101228 w 664346"/>
                  <a:gd name="connsiteY73" fmla="*/ 758111 h 1004358"/>
                  <a:gd name="connsiteX74" fmla="*/ 98463 w 664346"/>
                  <a:gd name="connsiteY74" fmla="*/ 752577 h 1004358"/>
                  <a:gd name="connsiteX75" fmla="*/ 88325 w 664346"/>
                  <a:gd name="connsiteY75" fmla="*/ 764567 h 1004358"/>
                  <a:gd name="connsiteX76" fmla="*/ 82795 w 664346"/>
                  <a:gd name="connsiteY76" fmla="*/ 781168 h 1004358"/>
                  <a:gd name="connsiteX77" fmla="*/ 86482 w 664346"/>
                  <a:gd name="connsiteY77" fmla="*/ 776557 h 1004358"/>
                  <a:gd name="connsiteX78" fmla="*/ 92012 w 664346"/>
                  <a:gd name="connsiteY78" fmla="*/ 771945 h 1004358"/>
                  <a:gd name="connsiteX79" fmla="*/ 95698 w 664346"/>
                  <a:gd name="connsiteY79" fmla="*/ 768256 h 1004358"/>
                  <a:gd name="connsiteX80" fmla="*/ 98463 w 664346"/>
                  <a:gd name="connsiteY80" fmla="*/ 763645 h 1004358"/>
                  <a:gd name="connsiteX81" fmla="*/ 101228 w 664346"/>
                  <a:gd name="connsiteY81" fmla="*/ 768256 h 1004358"/>
                  <a:gd name="connsiteX82" fmla="*/ 99385 w 664346"/>
                  <a:gd name="connsiteY82" fmla="*/ 775634 h 1004358"/>
                  <a:gd name="connsiteX83" fmla="*/ 93855 w 664346"/>
                  <a:gd name="connsiteY83" fmla="*/ 783935 h 1004358"/>
                  <a:gd name="connsiteX84" fmla="*/ 92012 w 664346"/>
                  <a:gd name="connsiteY84" fmla="*/ 797769 h 1004358"/>
                  <a:gd name="connsiteX85" fmla="*/ 89247 w 664346"/>
                  <a:gd name="connsiteY85" fmla="*/ 809759 h 1004358"/>
                  <a:gd name="connsiteX86" fmla="*/ 68971 w 664346"/>
                  <a:gd name="connsiteY86" fmla="*/ 870629 h 1004358"/>
                  <a:gd name="connsiteX87" fmla="*/ 61598 w 664346"/>
                  <a:gd name="connsiteY87" fmla="*/ 889074 h 1004358"/>
                  <a:gd name="connsiteX88" fmla="*/ 58833 w 664346"/>
                  <a:gd name="connsiteY88" fmla="*/ 899219 h 1004358"/>
                  <a:gd name="connsiteX89" fmla="*/ 62519 w 664346"/>
                  <a:gd name="connsiteY89" fmla="*/ 909364 h 1004358"/>
                  <a:gd name="connsiteX90" fmla="*/ 62519 w 664346"/>
                  <a:gd name="connsiteY90" fmla="*/ 913053 h 1004358"/>
                  <a:gd name="connsiteX91" fmla="*/ 65284 w 664346"/>
                  <a:gd name="connsiteY91" fmla="*/ 954556 h 1004358"/>
                  <a:gd name="connsiteX92" fmla="*/ 100307 w 664346"/>
                  <a:gd name="connsiteY92" fmla="*/ 994214 h 1004358"/>
                  <a:gd name="connsiteX93" fmla="*/ 98463 w 664346"/>
                  <a:gd name="connsiteY93" fmla="*/ 1004359 h 1004358"/>
                  <a:gd name="connsiteX94" fmla="*/ 34870 w 664346"/>
                  <a:gd name="connsiteY94" fmla="*/ 973924 h 1004358"/>
                  <a:gd name="connsiteX95" fmla="*/ 41322 w 664346"/>
                  <a:gd name="connsiteY95" fmla="*/ 704619 h 1004358"/>
                  <a:gd name="connsiteX96" fmla="*/ 40400 w 664346"/>
                  <a:gd name="connsiteY96" fmla="*/ 759033 h 1004358"/>
                  <a:gd name="connsiteX97" fmla="*/ 44087 w 664346"/>
                  <a:gd name="connsiteY97" fmla="*/ 750733 h 1004358"/>
                  <a:gd name="connsiteX98" fmla="*/ 41322 w 664346"/>
                  <a:gd name="connsiteY98" fmla="*/ 747966 h 1004358"/>
                  <a:gd name="connsiteX99" fmla="*/ 40400 w 664346"/>
                  <a:gd name="connsiteY99" fmla="*/ 759033 h 1004358"/>
                  <a:gd name="connsiteX100" fmla="*/ 58833 w 664346"/>
                  <a:gd name="connsiteY100" fmla="*/ 886307 h 1004358"/>
                  <a:gd name="connsiteX101" fmla="*/ 63441 w 664346"/>
                  <a:gd name="connsiteY101" fmla="*/ 872473 h 1004358"/>
                  <a:gd name="connsiteX102" fmla="*/ 67127 w 664346"/>
                  <a:gd name="connsiteY102" fmla="*/ 848494 h 1004358"/>
                  <a:gd name="connsiteX103" fmla="*/ 68049 w 664346"/>
                  <a:gd name="connsiteY103" fmla="*/ 825437 h 1004358"/>
                  <a:gd name="connsiteX104" fmla="*/ 59754 w 664346"/>
                  <a:gd name="connsiteY104" fmla="*/ 862328 h 1004358"/>
                  <a:gd name="connsiteX105" fmla="*/ 57911 w 664346"/>
                  <a:gd name="connsiteY105" fmla="*/ 880774 h 1004358"/>
                  <a:gd name="connsiteX106" fmla="*/ 58833 w 664346"/>
                  <a:gd name="connsiteY106" fmla="*/ 886307 h 1004358"/>
                  <a:gd name="connsiteX107" fmla="*/ 59754 w 664346"/>
                  <a:gd name="connsiteY107" fmla="*/ 702775 h 1004358"/>
                  <a:gd name="connsiteX108" fmla="*/ 67127 w 664346"/>
                  <a:gd name="connsiteY108" fmla="*/ 699085 h 1004358"/>
                  <a:gd name="connsiteX109" fmla="*/ 63441 w 664346"/>
                  <a:gd name="connsiteY109" fmla="*/ 695396 h 1004358"/>
                  <a:gd name="connsiteX110" fmla="*/ 62519 w 664346"/>
                  <a:gd name="connsiteY110" fmla="*/ 696318 h 1004358"/>
                  <a:gd name="connsiteX111" fmla="*/ 60676 w 664346"/>
                  <a:gd name="connsiteY111" fmla="*/ 700008 h 1004358"/>
                  <a:gd name="connsiteX112" fmla="*/ 59754 w 664346"/>
                  <a:gd name="connsiteY112" fmla="*/ 702775 h 1004358"/>
                  <a:gd name="connsiteX113" fmla="*/ 77266 w 664346"/>
                  <a:gd name="connsiteY113" fmla="*/ 801458 h 1004358"/>
                  <a:gd name="connsiteX114" fmla="*/ 80952 w 664346"/>
                  <a:gd name="connsiteY114" fmla="*/ 789468 h 1004358"/>
                  <a:gd name="connsiteX115" fmla="*/ 73579 w 664346"/>
                  <a:gd name="connsiteY115" fmla="*/ 797769 h 1004358"/>
                  <a:gd name="connsiteX116" fmla="*/ 77266 w 664346"/>
                  <a:gd name="connsiteY116" fmla="*/ 801458 h 1004358"/>
                  <a:gd name="connsiteX117" fmla="*/ 76344 w 664346"/>
                  <a:gd name="connsiteY117" fmla="*/ 736899 h 1004358"/>
                  <a:gd name="connsiteX118" fmla="*/ 80030 w 664346"/>
                  <a:gd name="connsiteY118" fmla="*/ 724909 h 1004358"/>
                  <a:gd name="connsiteX119" fmla="*/ 76344 w 664346"/>
                  <a:gd name="connsiteY119" fmla="*/ 728598 h 1004358"/>
                  <a:gd name="connsiteX120" fmla="*/ 76344 w 664346"/>
                  <a:gd name="connsiteY120" fmla="*/ 736899 h 1004358"/>
                  <a:gd name="connsiteX121" fmla="*/ 79109 w 664346"/>
                  <a:gd name="connsiteY121" fmla="*/ 677873 h 1004358"/>
                  <a:gd name="connsiteX122" fmla="*/ 80030 w 664346"/>
                  <a:gd name="connsiteY122" fmla="*/ 669573 h 1004358"/>
                  <a:gd name="connsiteX123" fmla="*/ 77266 w 664346"/>
                  <a:gd name="connsiteY123" fmla="*/ 676029 h 1004358"/>
                  <a:gd name="connsiteX124" fmla="*/ 79109 w 664346"/>
                  <a:gd name="connsiteY124" fmla="*/ 677873 h 1004358"/>
                  <a:gd name="connsiteX125" fmla="*/ 82795 w 664346"/>
                  <a:gd name="connsiteY125" fmla="*/ 711997 h 1004358"/>
                  <a:gd name="connsiteX126" fmla="*/ 92012 w 664346"/>
                  <a:gd name="connsiteY126" fmla="*/ 705541 h 1004358"/>
                  <a:gd name="connsiteX127" fmla="*/ 96620 w 664346"/>
                  <a:gd name="connsiteY127" fmla="*/ 690785 h 1004358"/>
                  <a:gd name="connsiteX128" fmla="*/ 89247 w 664346"/>
                  <a:gd name="connsiteY128" fmla="*/ 703697 h 1004358"/>
                  <a:gd name="connsiteX129" fmla="*/ 85560 w 664346"/>
                  <a:gd name="connsiteY129" fmla="*/ 707386 h 1004358"/>
                  <a:gd name="connsiteX130" fmla="*/ 82795 w 664346"/>
                  <a:gd name="connsiteY130" fmla="*/ 711997 h 1004358"/>
                  <a:gd name="connsiteX131" fmla="*/ 86482 w 664346"/>
                  <a:gd name="connsiteY131" fmla="*/ 804225 h 1004358"/>
                  <a:gd name="connsiteX132" fmla="*/ 91090 w 664346"/>
                  <a:gd name="connsiteY132" fmla="*/ 801458 h 1004358"/>
                  <a:gd name="connsiteX133" fmla="*/ 88325 w 664346"/>
                  <a:gd name="connsiteY133" fmla="*/ 797769 h 1004358"/>
                  <a:gd name="connsiteX134" fmla="*/ 82795 w 664346"/>
                  <a:gd name="connsiteY134" fmla="*/ 801458 h 1004358"/>
                  <a:gd name="connsiteX135" fmla="*/ 86482 w 664346"/>
                  <a:gd name="connsiteY135" fmla="*/ 804225 h 1004358"/>
                  <a:gd name="connsiteX136" fmla="*/ 104915 w 664346"/>
                  <a:gd name="connsiteY136" fmla="*/ 627148 h 1004358"/>
                  <a:gd name="connsiteX137" fmla="*/ 108601 w 664346"/>
                  <a:gd name="connsiteY137" fmla="*/ 622536 h 1004358"/>
                  <a:gd name="connsiteX138" fmla="*/ 104915 w 664346"/>
                  <a:gd name="connsiteY138" fmla="*/ 623459 h 1004358"/>
                  <a:gd name="connsiteX139" fmla="*/ 100307 w 664346"/>
                  <a:gd name="connsiteY139" fmla="*/ 628070 h 1004358"/>
                  <a:gd name="connsiteX140" fmla="*/ 104915 w 664346"/>
                  <a:gd name="connsiteY140" fmla="*/ 627148 h 1004358"/>
                  <a:gd name="connsiteX141" fmla="*/ 102149 w 664346"/>
                  <a:gd name="connsiteY141" fmla="*/ 742432 h 1004358"/>
                  <a:gd name="connsiteX142" fmla="*/ 114131 w 664346"/>
                  <a:gd name="connsiteY142" fmla="*/ 720298 h 1004358"/>
                  <a:gd name="connsiteX143" fmla="*/ 117817 w 664346"/>
                  <a:gd name="connsiteY143" fmla="*/ 716609 h 1004358"/>
                  <a:gd name="connsiteX144" fmla="*/ 120582 w 664346"/>
                  <a:gd name="connsiteY144" fmla="*/ 715686 h 1004358"/>
                  <a:gd name="connsiteX145" fmla="*/ 115052 w 664346"/>
                  <a:gd name="connsiteY145" fmla="*/ 713842 h 1004358"/>
                  <a:gd name="connsiteX146" fmla="*/ 109523 w 664346"/>
                  <a:gd name="connsiteY146" fmla="*/ 719375 h 1004358"/>
                  <a:gd name="connsiteX147" fmla="*/ 108601 w 664346"/>
                  <a:gd name="connsiteY147" fmla="*/ 724909 h 1004358"/>
                  <a:gd name="connsiteX148" fmla="*/ 104915 w 664346"/>
                  <a:gd name="connsiteY148" fmla="*/ 730443 h 1004358"/>
                  <a:gd name="connsiteX149" fmla="*/ 101228 w 664346"/>
                  <a:gd name="connsiteY149" fmla="*/ 739666 h 1004358"/>
                  <a:gd name="connsiteX150" fmla="*/ 102149 w 664346"/>
                  <a:gd name="connsiteY150" fmla="*/ 742432 h 1004358"/>
                  <a:gd name="connsiteX151" fmla="*/ 107680 w 664346"/>
                  <a:gd name="connsiteY151" fmla="*/ 615158 h 1004358"/>
                  <a:gd name="connsiteX152" fmla="*/ 113209 w 664346"/>
                  <a:gd name="connsiteY152" fmla="*/ 613314 h 1004358"/>
                  <a:gd name="connsiteX153" fmla="*/ 117817 w 664346"/>
                  <a:gd name="connsiteY153" fmla="*/ 605936 h 1004358"/>
                  <a:gd name="connsiteX154" fmla="*/ 113209 w 664346"/>
                  <a:gd name="connsiteY154" fmla="*/ 605936 h 1004358"/>
                  <a:gd name="connsiteX155" fmla="*/ 107680 w 664346"/>
                  <a:gd name="connsiteY155" fmla="*/ 615158 h 1004358"/>
                  <a:gd name="connsiteX156" fmla="*/ 110444 w 664346"/>
                  <a:gd name="connsiteY156" fmla="*/ 656661 h 1004358"/>
                  <a:gd name="connsiteX157" fmla="*/ 115052 w 664346"/>
                  <a:gd name="connsiteY157" fmla="*/ 656661 h 1004358"/>
                  <a:gd name="connsiteX158" fmla="*/ 114131 w 664346"/>
                  <a:gd name="connsiteY158" fmla="*/ 653894 h 1004358"/>
                  <a:gd name="connsiteX159" fmla="*/ 110444 w 664346"/>
                  <a:gd name="connsiteY159" fmla="*/ 656661 h 1004358"/>
                  <a:gd name="connsiteX160" fmla="*/ 119661 w 664346"/>
                  <a:gd name="connsiteY160" fmla="*/ 593946 h 1004358"/>
                  <a:gd name="connsiteX161" fmla="*/ 135329 w 664346"/>
                  <a:gd name="connsiteY161" fmla="*/ 576423 h 1004358"/>
                  <a:gd name="connsiteX162" fmla="*/ 130720 w 664346"/>
                  <a:gd name="connsiteY162" fmla="*/ 579190 h 1004358"/>
                  <a:gd name="connsiteX163" fmla="*/ 127034 w 664346"/>
                  <a:gd name="connsiteY163" fmla="*/ 581034 h 1004358"/>
                  <a:gd name="connsiteX164" fmla="*/ 119661 w 664346"/>
                  <a:gd name="connsiteY164" fmla="*/ 586568 h 1004358"/>
                  <a:gd name="connsiteX165" fmla="*/ 119661 w 664346"/>
                  <a:gd name="connsiteY165" fmla="*/ 593946 h 1004358"/>
                  <a:gd name="connsiteX166" fmla="*/ 123347 w 664346"/>
                  <a:gd name="connsiteY166" fmla="*/ 696318 h 1004358"/>
                  <a:gd name="connsiteX167" fmla="*/ 129798 w 664346"/>
                  <a:gd name="connsiteY167" fmla="*/ 693552 h 1004358"/>
                  <a:gd name="connsiteX168" fmla="*/ 127034 w 664346"/>
                  <a:gd name="connsiteY168" fmla="*/ 693552 h 1004358"/>
                  <a:gd name="connsiteX169" fmla="*/ 123347 w 664346"/>
                  <a:gd name="connsiteY169" fmla="*/ 691707 h 1004358"/>
                  <a:gd name="connsiteX170" fmla="*/ 119661 w 664346"/>
                  <a:gd name="connsiteY170" fmla="*/ 692629 h 1004358"/>
                  <a:gd name="connsiteX171" fmla="*/ 123347 w 664346"/>
                  <a:gd name="connsiteY171" fmla="*/ 696318 h 1004358"/>
                  <a:gd name="connsiteX172" fmla="*/ 123347 w 664346"/>
                  <a:gd name="connsiteY172" fmla="*/ 669573 h 1004358"/>
                  <a:gd name="connsiteX173" fmla="*/ 127034 w 664346"/>
                  <a:gd name="connsiteY173" fmla="*/ 676029 h 1004358"/>
                  <a:gd name="connsiteX174" fmla="*/ 129798 w 664346"/>
                  <a:gd name="connsiteY174" fmla="*/ 678795 h 1004358"/>
                  <a:gd name="connsiteX175" fmla="*/ 134407 w 664346"/>
                  <a:gd name="connsiteY175" fmla="*/ 677873 h 1004358"/>
                  <a:gd name="connsiteX176" fmla="*/ 139937 w 664346"/>
                  <a:gd name="connsiteY176" fmla="*/ 681562 h 1004358"/>
                  <a:gd name="connsiteX177" fmla="*/ 133485 w 664346"/>
                  <a:gd name="connsiteY177" fmla="*/ 674184 h 1004358"/>
                  <a:gd name="connsiteX178" fmla="*/ 123347 w 664346"/>
                  <a:gd name="connsiteY178" fmla="*/ 668650 h 1004358"/>
                  <a:gd name="connsiteX179" fmla="*/ 123347 w 664346"/>
                  <a:gd name="connsiteY179" fmla="*/ 669573 h 1004358"/>
                  <a:gd name="connsiteX180" fmla="*/ 125190 w 664346"/>
                  <a:gd name="connsiteY180" fmla="*/ 641904 h 1004358"/>
                  <a:gd name="connsiteX181" fmla="*/ 129798 w 664346"/>
                  <a:gd name="connsiteY181" fmla="*/ 638215 h 1004358"/>
                  <a:gd name="connsiteX182" fmla="*/ 128877 w 664346"/>
                  <a:gd name="connsiteY182" fmla="*/ 634526 h 1004358"/>
                  <a:gd name="connsiteX183" fmla="*/ 125190 w 664346"/>
                  <a:gd name="connsiteY183" fmla="*/ 638215 h 1004358"/>
                  <a:gd name="connsiteX184" fmla="*/ 125190 w 664346"/>
                  <a:gd name="connsiteY184" fmla="*/ 641904 h 1004358"/>
                  <a:gd name="connsiteX185" fmla="*/ 127034 w 664346"/>
                  <a:gd name="connsiteY185" fmla="*/ 571811 h 1004358"/>
                  <a:gd name="connsiteX186" fmla="*/ 129798 w 664346"/>
                  <a:gd name="connsiteY186" fmla="*/ 572734 h 1004358"/>
                  <a:gd name="connsiteX187" fmla="*/ 133485 w 664346"/>
                  <a:gd name="connsiteY187" fmla="*/ 569044 h 1004358"/>
                  <a:gd name="connsiteX188" fmla="*/ 129798 w 664346"/>
                  <a:gd name="connsiteY188" fmla="*/ 568122 h 1004358"/>
                  <a:gd name="connsiteX189" fmla="*/ 127034 w 664346"/>
                  <a:gd name="connsiteY189" fmla="*/ 571811 h 1004358"/>
                  <a:gd name="connsiteX190" fmla="*/ 127956 w 664346"/>
                  <a:gd name="connsiteY190" fmla="*/ 659427 h 1004358"/>
                  <a:gd name="connsiteX191" fmla="*/ 132564 w 664346"/>
                  <a:gd name="connsiteY191" fmla="*/ 658505 h 1004358"/>
                  <a:gd name="connsiteX192" fmla="*/ 144545 w 664346"/>
                  <a:gd name="connsiteY192" fmla="*/ 661272 h 1004358"/>
                  <a:gd name="connsiteX193" fmla="*/ 148231 w 664346"/>
                  <a:gd name="connsiteY193" fmla="*/ 664039 h 1004358"/>
                  <a:gd name="connsiteX194" fmla="*/ 150996 w 664346"/>
                  <a:gd name="connsiteY194" fmla="*/ 659427 h 1004358"/>
                  <a:gd name="connsiteX195" fmla="*/ 149153 w 664346"/>
                  <a:gd name="connsiteY195" fmla="*/ 655738 h 1004358"/>
                  <a:gd name="connsiteX196" fmla="*/ 141780 w 664346"/>
                  <a:gd name="connsiteY196" fmla="*/ 652049 h 1004358"/>
                  <a:gd name="connsiteX197" fmla="*/ 139937 w 664346"/>
                  <a:gd name="connsiteY197" fmla="*/ 649283 h 1004358"/>
                  <a:gd name="connsiteX198" fmla="*/ 127956 w 664346"/>
                  <a:gd name="connsiteY198" fmla="*/ 659427 h 1004358"/>
                  <a:gd name="connsiteX199" fmla="*/ 134407 w 664346"/>
                  <a:gd name="connsiteY199" fmla="*/ 569044 h 1004358"/>
                  <a:gd name="connsiteX200" fmla="*/ 141780 w 664346"/>
                  <a:gd name="connsiteY200" fmla="*/ 566278 h 1004358"/>
                  <a:gd name="connsiteX201" fmla="*/ 148231 w 664346"/>
                  <a:gd name="connsiteY201" fmla="*/ 562588 h 1004358"/>
                  <a:gd name="connsiteX202" fmla="*/ 149153 w 664346"/>
                  <a:gd name="connsiteY202" fmla="*/ 560744 h 1004358"/>
                  <a:gd name="connsiteX203" fmla="*/ 142702 w 664346"/>
                  <a:gd name="connsiteY203" fmla="*/ 560744 h 1004358"/>
                  <a:gd name="connsiteX204" fmla="*/ 134407 w 664346"/>
                  <a:gd name="connsiteY204" fmla="*/ 562588 h 1004358"/>
                  <a:gd name="connsiteX205" fmla="*/ 134407 w 664346"/>
                  <a:gd name="connsiteY205" fmla="*/ 569044 h 1004358"/>
                  <a:gd name="connsiteX206" fmla="*/ 132564 w 664346"/>
                  <a:gd name="connsiteY206" fmla="*/ 622536 h 1004358"/>
                  <a:gd name="connsiteX207" fmla="*/ 136250 w 664346"/>
                  <a:gd name="connsiteY207" fmla="*/ 623459 h 1004358"/>
                  <a:gd name="connsiteX208" fmla="*/ 139937 w 664346"/>
                  <a:gd name="connsiteY208" fmla="*/ 617925 h 1004358"/>
                  <a:gd name="connsiteX209" fmla="*/ 136250 w 664346"/>
                  <a:gd name="connsiteY209" fmla="*/ 617003 h 1004358"/>
                  <a:gd name="connsiteX210" fmla="*/ 132564 w 664346"/>
                  <a:gd name="connsiteY210" fmla="*/ 622536 h 1004358"/>
                  <a:gd name="connsiteX211" fmla="*/ 137172 w 664346"/>
                  <a:gd name="connsiteY211" fmla="*/ 554288 h 1004358"/>
                  <a:gd name="connsiteX212" fmla="*/ 142702 w 664346"/>
                  <a:gd name="connsiteY212" fmla="*/ 554288 h 1004358"/>
                  <a:gd name="connsiteX213" fmla="*/ 148231 w 664346"/>
                  <a:gd name="connsiteY213" fmla="*/ 553366 h 1004358"/>
                  <a:gd name="connsiteX214" fmla="*/ 151918 w 664346"/>
                  <a:gd name="connsiteY214" fmla="*/ 549677 h 1004358"/>
                  <a:gd name="connsiteX215" fmla="*/ 150996 w 664346"/>
                  <a:gd name="connsiteY215" fmla="*/ 546910 h 1004358"/>
                  <a:gd name="connsiteX216" fmla="*/ 147310 w 664346"/>
                  <a:gd name="connsiteY216" fmla="*/ 540454 h 1004358"/>
                  <a:gd name="connsiteX217" fmla="*/ 150996 w 664346"/>
                  <a:gd name="connsiteY217" fmla="*/ 536765 h 1004358"/>
                  <a:gd name="connsiteX218" fmla="*/ 161134 w 664346"/>
                  <a:gd name="connsiteY218" fmla="*/ 535842 h 1004358"/>
                  <a:gd name="connsiteX219" fmla="*/ 166664 w 664346"/>
                  <a:gd name="connsiteY219" fmla="*/ 530309 h 1004358"/>
                  <a:gd name="connsiteX220" fmla="*/ 167586 w 664346"/>
                  <a:gd name="connsiteY220" fmla="*/ 524775 h 1004358"/>
                  <a:gd name="connsiteX221" fmla="*/ 167586 w 664346"/>
                  <a:gd name="connsiteY221" fmla="*/ 512786 h 1004358"/>
                  <a:gd name="connsiteX222" fmla="*/ 167586 w 664346"/>
                  <a:gd name="connsiteY222" fmla="*/ 509097 h 1004358"/>
                  <a:gd name="connsiteX223" fmla="*/ 174959 w 664346"/>
                  <a:gd name="connsiteY223" fmla="*/ 510019 h 1004358"/>
                  <a:gd name="connsiteX224" fmla="*/ 174959 w 664346"/>
                  <a:gd name="connsiteY224" fmla="*/ 497107 h 1004358"/>
                  <a:gd name="connsiteX225" fmla="*/ 178646 w 664346"/>
                  <a:gd name="connsiteY225" fmla="*/ 497107 h 1004358"/>
                  <a:gd name="connsiteX226" fmla="*/ 184175 w 664346"/>
                  <a:gd name="connsiteY226" fmla="*/ 495262 h 1004358"/>
                  <a:gd name="connsiteX227" fmla="*/ 179567 w 664346"/>
                  <a:gd name="connsiteY227" fmla="*/ 491573 h 1004358"/>
                  <a:gd name="connsiteX228" fmla="*/ 175880 w 664346"/>
                  <a:gd name="connsiteY228" fmla="*/ 489729 h 1004358"/>
                  <a:gd name="connsiteX229" fmla="*/ 183254 w 664346"/>
                  <a:gd name="connsiteY229" fmla="*/ 487884 h 1004358"/>
                  <a:gd name="connsiteX230" fmla="*/ 192470 w 664346"/>
                  <a:gd name="connsiteY230" fmla="*/ 482351 h 1004358"/>
                  <a:gd name="connsiteX231" fmla="*/ 198000 w 664346"/>
                  <a:gd name="connsiteY231" fmla="*/ 472205 h 1004358"/>
                  <a:gd name="connsiteX232" fmla="*/ 201686 w 664346"/>
                  <a:gd name="connsiteY232" fmla="*/ 463905 h 1004358"/>
                  <a:gd name="connsiteX233" fmla="*/ 205373 w 664346"/>
                  <a:gd name="connsiteY233" fmla="*/ 460216 h 1004358"/>
                  <a:gd name="connsiteX234" fmla="*/ 209981 w 664346"/>
                  <a:gd name="connsiteY234" fmla="*/ 452838 h 1004358"/>
                  <a:gd name="connsiteX235" fmla="*/ 215511 w 664346"/>
                  <a:gd name="connsiteY235" fmla="*/ 445459 h 1004358"/>
                  <a:gd name="connsiteX236" fmla="*/ 216432 w 664346"/>
                  <a:gd name="connsiteY236" fmla="*/ 435314 h 1004358"/>
                  <a:gd name="connsiteX237" fmla="*/ 203529 w 664346"/>
                  <a:gd name="connsiteY237" fmla="*/ 442692 h 1004358"/>
                  <a:gd name="connsiteX238" fmla="*/ 196156 w 664346"/>
                  <a:gd name="connsiteY238" fmla="*/ 459294 h 1004358"/>
                  <a:gd name="connsiteX239" fmla="*/ 190627 w 664346"/>
                  <a:gd name="connsiteY239" fmla="*/ 471283 h 1004358"/>
                  <a:gd name="connsiteX240" fmla="*/ 190627 w 664346"/>
                  <a:gd name="connsiteY240" fmla="*/ 470361 h 1004358"/>
                  <a:gd name="connsiteX241" fmla="*/ 194313 w 664346"/>
                  <a:gd name="connsiteY241" fmla="*/ 464827 h 1004358"/>
                  <a:gd name="connsiteX242" fmla="*/ 188783 w 664346"/>
                  <a:gd name="connsiteY242" fmla="*/ 463905 h 1004358"/>
                  <a:gd name="connsiteX243" fmla="*/ 187862 w 664346"/>
                  <a:gd name="connsiteY243" fmla="*/ 474972 h 1004358"/>
                  <a:gd name="connsiteX244" fmla="*/ 186018 w 664346"/>
                  <a:gd name="connsiteY244" fmla="*/ 482351 h 1004358"/>
                  <a:gd name="connsiteX245" fmla="*/ 183254 w 664346"/>
                  <a:gd name="connsiteY245" fmla="*/ 481428 h 1004358"/>
                  <a:gd name="connsiteX246" fmla="*/ 182332 w 664346"/>
                  <a:gd name="connsiteY246" fmla="*/ 478661 h 1004358"/>
                  <a:gd name="connsiteX247" fmla="*/ 170351 w 664346"/>
                  <a:gd name="connsiteY247" fmla="*/ 504485 h 1004358"/>
                  <a:gd name="connsiteX248" fmla="*/ 168507 w 664346"/>
                  <a:gd name="connsiteY248" fmla="*/ 506330 h 1004358"/>
                  <a:gd name="connsiteX249" fmla="*/ 160213 w 664346"/>
                  <a:gd name="connsiteY249" fmla="*/ 515553 h 1004358"/>
                  <a:gd name="connsiteX250" fmla="*/ 154683 w 664346"/>
                  <a:gd name="connsiteY250" fmla="*/ 523853 h 1004358"/>
                  <a:gd name="connsiteX251" fmla="*/ 137172 w 664346"/>
                  <a:gd name="connsiteY251" fmla="*/ 554288 h 1004358"/>
                  <a:gd name="connsiteX252" fmla="*/ 143623 w 664346"/>
                  <a:gd name="connsiteY252" fmla="*/ 607780 h 1004358"/>
                  <a:gd name="connsiteX253" fmla="*/ 151918 w 664346"/>
                  <a:gd name="connsiteY253" fmla="*/ 600402 h 1004358"/>
                  <a:gd name="connsiteX254" fmla="*/ 146388 w 664346"/>
                  <a:gd name="connsiteY254" fmla="*/ 601324 h 1004358"/>
                  <a:gd name="connsiteX255" fmla="*/ 143623 w 664346"/>
                  <a:gd name="connsiteY255" fmla="*/ 607780 h 1004358"/>
                  <a:gd name="connsiteX256" fmla="*/ 147310 w 664346"/>
                  <a:gd name="connsiteY256" fmla="*/ 592101 h 1004358"/>
                  <a:gd name="connsiteX257" fmla="*/ 151918 w 664346"/>
                  <a:gd name="connsiteY257" fmla="*/ 593024 h 1004358"/>
                  <a:gd name="connsiteX258" fmla="*/ 156526 w 664346"/>
                  <a:gd name="connsiteY258" fmla="*/ 590257 h 1004358"/>
                  <a:gd name="connsiteX259" fmla="*/ 151918 w 664346"/>
                  <a:gd name="connsiteY259" fmla="*/ 589335 h 1004358"/>
                  <a:gd name="connsiteX260" fmla="*/ 147310 w 664346"/>
                  <a:gd name="connsiteY260" fmla="*/ 592101 h 1004358"/>
                  <a:gd name="connsiteX261" fmla="*/ 147310 w 664346"/>
                  <a:gd name="connsiteY261" fmla="*/ 618847 h 1004358"/>
                  <a:gd name="connsiteX262" fmla="*/ 150996 w 664346"/>
                  <a:gd name="connsiteY262" fmla="*/ 622536 h 1004358"/>
                  <a:gd name="connsiteX263" fmla="*/ 153761 w 664346"/>
                  <a:gd name="connsiteY263" fmla="*/ 618847 h 1004358"/>
                  <a:gd name="connsiteX264" fmla="*/ 150996 w 664346"/>
                  <a:gd name="connsiteY264" fmla="*/ 616081 h 1004358"/>
                  <a:gd name="connsiteX265" fmla="*/ 147310 w 664346"/>
                  <a:gd name="connsiteY265" fmla="*/ 618847 h 1004358"/>
                  <a:gd name="connsiteX266" fmla="*/ 152839 w 664346"/>
                  <a:gd name="connsiteY266" fmla="*/ 639138 h 1004358"/>
                  <a:gd name="connsiteX267" fmla="*/ 154683 w 664346"/>
                  <a:gd name="connsiteY267" fmla="*/ 645593 h 1004358"/>
                  <a:gd name="connsiteX268" fmla="*/ 156526 w 664346"/>
                  <a:gd name="connsiteY268" fmla="*/ 651127 h 1004358"/>
                  <a:gd name="connsiteX269" fmla="*/ 162056 w 664346"/>
                  <a:gd name="connsiteY269" fmla="*/ 640060 h 1004358"/>
                  <a:gd name="connsiteX270" fmla="*/ 153761 w 664346"/>
                  <a:gd name="connsiteY270" fmla="*/ 636371 h 1004358"/>
                  <a:gd name="connsiteX271" fmla="*/ 152839 w 664346"/>
                  <a:gd name="connsiteY271" fmla="*/ 639138 h 1004358"/>
                  <a:gd name="connsiteX272" fmla="*/ 159291 w 664346"/>
                  <a:gd name="connsiteY272" fmla="*/ 582879 h 1004358"/>
                  <a:gd name="connsiteX273" fmla="*/ 162978 w 664346"/>
                  <a:gd name="connsiteY273" fmla="*/ 579190 h 1004358"/>
                  <a:gd name="connsiteX274" fmla="*/ 159291 w 664346"/>
                  <a:gd name="connsiteY274" fmla="*/ 578267 h 1004358"/>
                  <a:gd name="connsiteX275" fmla="*/ 156526 w 664346"/>
                  <a:gd name="connsiteY275" fmla="*/ 581956 h 1004358"/>
                  <a:gd name="connsiteX276" fmla="*/ 159291 w 664346"/>
                  <a:gd name="connsiteY276" fmla="*/ 582879 h 1004358"/>
                  <a:gd name="connsiteX277" fmla="*/ 159291 w 664346"/>
                  <a:gd name="connsiteY277" fmla="*/ 625303 h 1004358"/>
                  <a:gd name="connsiteX278" fmla="*/ 162978 w 664346"/>
                  <a:gd name="connsiteY278" fmla="*/ 622536 h 1004358"/>
                  <a:gd name="connsiteX279" fmla="*/ 162056 w 664346"/>
                  <a:gd name="connsiteY279" fmla="*/ 618847 h 1004358"/>
                  <a:gd name="connsiteX280" fmla="*/ 158369 w 664346"/>
                  <a:gd name="connsiteY280" fmla="*/ 622536 h 1004358"/>
                  <a:gd name="connsiteX281" fmla="*/ 159291 w 664346"/>
                  <a:gd name="connsiteY281" fmla="*/ 625303 h 1004358"/>
                  <a:gd name="connsiteX282" fmla="*/ 162056 w 664346"/>
                  <a:gd name="connsiteY282" fmla="*/ 603169 h 1004358"/>
                  <a:gd name="connsiteX283" fmla="*/ 167586 w 664346"/>
                  <a:gd name="connsiteY283" fmla="*/ 593024 h 1004358"/>
                  <a:gd name="connsiteX284" fmla="*/ 166664 w 664346"/>
                  <a:gd name="connsiteY284" fmla="*/ 593946 h 1004358"/>
                  <a:gd name="connsiteX285" fmla="*/ 162056 w 664346"/>
                  <a:gd name="connsiteY285" fmla="*/ 597635 h 1004358"/>
                  <a:gd name="connsiteX286" fmla="*/ 159291 w 664346"/>
                  <a:gd name="connsiteY286" fmla="*/ 598557 h 1004358"/>
                  <a:gd name="connsiteX287" fmla="*/ 162056 w 664346"/>
                  <a:gd name="connsiteY287" fmla="*/ 603169 h 1004358"/>
                  <a:gd name="connsiteX288" fmla="*/ 174959 w 664346"/>
                  <a:gd name="connsiteY288" fmla="*/ 585645 h 1004358"/>
                  <a:gd name="connsiteX289" fmla="*/ 185097 w 664346"/>
                  <a:gd name="connsiteY289" fmla="*/ 583801 h 1004358"/>
                  <a:gd name="connsiteX290" fmla="*/ 183254 w 664346"/>
                  <a:gd name="connsiteY290" fmla="*/ 580112 h 1004358"/>
                  <a:gd name="connsiteX291" fmla="*/ 180488 w 664346"/>
                  <a:gd name="connsiteY291" fmla="*/ 576423 h 1004358"/>
                  <a:gd name="connsiteX292" fmla="*/ 186018 w 664346"/>
                  <a:gd name="connsiteY292" fmla="*/ 570889 h 1004358"/>
                  <a:gd name="connsiteX293" fmla="*/ 188783 w 664346"/>
                  <a:gd name="connsiteY293" fmla="*/ 566278 h 1004358"/>
                  <a:gd name="connsiteX294" fmla="*/ 173115 w 664346"/>
                  <a:gd name="connsiteY294" fmla="*/ 576423 h 1004358"/>
                  <a:gd name="connsiteX295" fmla="*/ 174959 w 664346"/>
                  <a:gd name="connsiteY295" fmla="*/ 585645 h 1004358"/>
                  <a:gd name="connsiteX296" fmla="*/ 194313 w 664346"/>
                  <a:gd name="connsiteY296" fmla="*/ 550599 h 1004358"/>
                  <a:gd name="connsiteX297" fmla="*/ 200764 w 664346"/>
                  <a:gd name="connsiteY297" fmla="*/ 544143 h 1004358"/>
                  <a:gd name="connsiteX298" fmla="*/ 195235 w 664346"/>
                  <a:gd name="connsiteY298" fmla="*/ 542299 h 1004358"/>
                  <a:gd name="connsiteX299" fmla="*/ 188783 w 664346"/>
                  <a:gd name="connsiteY299" fmla="*/ 548754 h 1004358"/>
                  <a:gd name="connsiteX300" fmla="*/ 194313 w 664346"/>
                  <a:gd name="connsiteY300" fmla="*/ 550599 h 1004358"/>
                  <a:gd name="connsiteX301" fmla="*/ 192470 w 664346"/>
                  <a:gd name="connsiteY301" fmla="*/ 523853 h 1004358"/>
                  <a:gd name="connsiteX302" fmla="*/ 198921 w 664346"/>
                  <a:gd name="connsiteY302" fmla="*/ 518319 h 1004358"/>
                  <a:gd name="connsiteX303" fmla="*/ 204451 w 664346"/>
                  <a:gd name="connsiteY303" fmla="*/ 510941 h 1004358"/>
                  <a:gd name="connsiteX304" fmla="*/ 198000 w 664346"/>
                  <a:gd name="connsiteY304" fmla="*/ 517397 h 1004358"/>
                  <a:gd name="connsiteX305" fmla="*/ 192470 w 664346"/>
                  <a:gd name="connsiteY305" fmla="*/ 523853 h 1004358"/>
                  <a:gd name="connsiteX306" fmla="*/ 208137 w 664346"/>
                  <a:gd name="connsiteY306" fmla="*/ 525697 h 1004358"/>
                  <a:gd name="connsiteX307" fmla="*/ 215511 w 664346"/>
                  <a:gd name="connsiteY307" fmla="*/ 513708 h 1004358"/>
                  <a:gd name="connsiteX308" fmla="*/ 210903 w 664346"/>
                  <a:gd name="connsiteY308" fmla="*/ 517397 h 1004358"/>
                  <a:gd name="connsiteX309" fmla="*/ 208137 w 664346"/>
                  <a:gd name="connsiteY309" fmla="*/ 525697 h 1004358"/>
                  <a:gd name="connsiteX310" fmla="*/ 212746 w 664346"/>
                  <a:gd name="connsiteY310" fmla="*/ 434392 h 1004358"/>
                  <a:gd name="connsiteX311" fmla="*/ 219197 w 664346"/>
                  <a:gd name="connsiteY311" fmla="*/ 433470 h 1004358"/>
                  <a:gd name="connsiteX312" fmla="*/ 224727 w 664346"/>
                  <a:gd name="connsiteY312" fmla="*/ 432548 h 1004358"/>
                  <a:gd name="connsiteX313" fmla="*/ 225649 w 664346"/>
                  <a:gd name="connsiteY313" fmla="*/ 422403 h 1004358"/>
                  <a:gd name="connsiteX314" fmla="*/ 218276 w 664346"/>
                  <a:gd name="connsiteY314" fmla="*/ 418714 h 1004358"/>
                  <a:gd name="connsiteX315" fmla="*/ 219197 w 664346"/>
                  <a:gd name="connsiteY315" fmla="*/ 421480 h 1004358"/>
                  <a:gd name="connsiteX316" fmla="*/ 218276 w 664346"/>
                  <a:gd name="connsiteY316" fmla="*/ 424247 h 1004358"/>
                  <a:gd name="connsiteX317" fmla="*/ 209981 w 664346"/>
                  <a:gd name="connsiteY317" fmla="*/ 431625 h 1004358"/>
                  <a:gd name="connsiteX318" fmla="*/ 212746 w 664346"/>
                  <a:gd name="connsiteY318" fmla="*/ 434392 h 1004358"/>
                  <a:gd name="connsiteX319" fmla="*/ 215511 w 664346"/>
                  <a:gd name="connsiteY319" fmla="*/ 509097 h 1004358"/>
                  <a:gd name="connsiteX320" fmla="*/ 236708 w 664346"/>
                  <a:gd name="connsiteY320" fmla="*/ 488806 h 1004358"/>
                  <a:gd name="connsiteX321" fmla="*/ 238552 w 664346"/>
                  <a:gd name="connsiteY321" fmla="*/ 482351 h 1004358"/>
                  <a:gd name="connsiteX322" fmla="*/ 234865 w 664346"/>
                  <a:gd name="connsiteY322" fmla="*/ 483273 h 1004358"/>
                  <a:gd name="connsiteX323" fmla="*/ 228413 w 664346"/>
                  <a:gd name="connsiteY323" fmla="*/ 490651 h 1004358"/>
                  <a:gd name="connsiteX324" fmla="*/ 220119 w 664346"/>
                  <a:gd name="connsiteY324" fmla="*/ 501718 h 1004358"/>
                  <a:gd name="connsiteX325" fmla="*/ 215511 w 664346"/>
                  <a:gd name="connsiteY325" fmla="*/ 509097 h 1004358"/>
                  <a:gd name="connsiteX326" fmla="*/ 234865 w 664346"/>
                  <a:gd name="connsiteY326" fmla="*/ 411335 h 1004358"/>
                  <a:gd name="connsiteX327" fmla="*/ 233944 w 664346"/>
                  <a:gd name="connsiteY327" fmla="*/ 407646 h 1004358"/>
                  <a:gd name="connsiteX328" fmla="*/ 225649 w 664346"/>
                  <a:gd name="connsiteY328" fmla="*/ 410413 h 1004358"/>
                  <a:gd name="connsiteX329" fmla="*/ 234865 w 664346"/>
                  <a:gd name="connsiteY329" fmla="*/ 411335 h 1004358"/>
                  <a:gd name="connsiteX330" fmla="*/ 230257 w 664346"/>
                  <a:gd name="connsiteY330" fmla="*/ 422403 h 1004358"/>
                  <a:gd name="connsiteX331" fmla="*/ 233944 w 664346"/>
                  <a:gd name="connsiteY331" fmla="*/ 426092 h 1004358"/>
                  <a:gd name="connsiteX332" fmla="*/ 236708 w 664346"/>
                  <a:gd name="connsiteY332" fmla="*/ 421480 h 1004358"/>
                  <a:gd name="connsiteX333" fmla="*/ 233944 w 664346"/>
                  <a:gd name="connsiteY333" fmla="*/ 417791 h 1004358"/>
                  <a:gd name="connsiteX334" fmla="*/ 230257 w 664346"/>
                  <a:gd name="connsiteY334" fmla="*/ 422403 h 1004358"/>
                  <a:gd name="connsiteX335" fmla="*/ 235786 w 664346"/>
                  <a:gd name="connsiteY335" fmla="*/ 522008 h 1004358"/>
                  <a:gd name="connsiteX336" fmla="*/ 235786 w 664346"/>
                  <a:gd name="connsiteY336" fmla="*/ 516475 h 1004358"/>
                  <a:gd name="connsiteX337" fmla="*/ 232100 w 664346"/>
                  <a:gd name="connsiteY337" fmla="*/ 522008 h 1004358"/>
                  <a:gd name="connsiteX338" fmla="*/ 235786 w 664346"/>
                  <a:gd name="connsiteY338" fmla="*/ 522008 h 1004358"/>
                  <a:gd name="connsiteX339" fmla="*/ 235786 w 664346"/>
                  <a:gd name="connsiteY339" fmla="*/ 396579 h 1004358"/>
                  <a:gd name="connsiteX340" fmla="*/ 246846 w 664346"/>
                  <a:gd name="connsiteY340" fmla="*/ 392890 h 1004358"/>
                  <a:gd name="connsiteX341" fmla="*/ 247768 w 664346"/>
                  <a:gd name="connsiteY341" fmla="*/ 389201 h 1004358"/>
                  <a:gd name="connsiteX342" fmla="*/ 237630 w 664346"/>
                  <a:gd name="connsiteY342" fmla="*/ 394734 h 1004358"/>
                  <a:gd name="connsiteX343" fmla="*/ 235786 w 664346"/>
                  <a:gd name="connsiteY343" fmla="*/ 396579 h 1004358"/>
                  <a:gd name="connsiteX344" fmla="*/ 245925 w 664346"/>
                  <a:gd name="connsiteY344" fmla="*/ 471283 h 1004358"/>
                  <a:gd name="connsiteX345" fmla="*/ 246846 w 664346"/>
                  <a:gd name="connsiteY345" fmla="*/ 462060 h 1004358"/>
                  <a:gd name="connsiteX346" fmla="*/ 243160 w 664346"/>
                  <a:gd name="connsiteY346" fmla="*/ 465749 h 1004358"/>
                  <a:gd name="connsiteX347" fmla="*/ 245925 w 664346"/>
                  <a:gd name="connsiteY347" fmla="*/ 471283 h 1004358"/>
                  <a:gd name="connsiteX348" fmla="*/ 247768 w 664346"/>
                  <a:gd name="connsiteY348" fmla="*/ 400268 h 1004358"/>
                  <a:gd name="connsiteX349" fmla="*/ 251454 w 664346"/>
                  <a:gd name="connsiteY349" fmla="*/ 397501 h 1004358"/>
                  <a:gd name="connsiteX350" fmla="*/ 247768 w 664346"/>
                  <a:gd name="connsiteY350" fmla="*/ 396579 h 1004358"/>
                  <a:gd name="connsiteX351" fmla="*/ 245003 w 664346"/>
                  <a:gd name="connsiteY351" fmla="*/ 399346 h 1004358"/>
                  <a:gd name="connsiteX352" fmla="*/ 247768 w 664346"/>
                  <a:gd name="connsiteY352" fmla="*/ 400268 h 1004358"/>
                  <a:gd name="connsiteX353" fmla="*/ 245925 w 664346"/>
                  <a:gd name="connsiteY353" fmla="*/ 383667 h 1004358"/>
                  <a:gd name="connsiteX354" fmla="*/ 254219 w 664346"/>
                  <a:gd name="connsiteY354" fmla="*/ 374444 h 1004358"/>
                  <a:gd name="connsiteX355" fmla="*/ 248690 w 664346"/>
                  <a:gd name="connsiteY355" fmla="*/ 377211 h 1004358"/>
                  <a:gd name="connsiteX356" fmla="*/ 245925 w 664346"/>
                  <a:gd name="connsiteY356" fmla="*/ 383667 h 1004358"/>
                  <a:gd name="connsiteX357" fmla="*/ 257906 w 664346"/>
                  <a:gd name="connsiteY357" fmla="*/ 461138 h 1004358"/>
                  <a:gd name="connsiteX358" fmla="*/ 262514 w 664346"/>
                  <a:gd name="connsiteY358" fmla="*/ 459294 h 1004358"/>
                  <a:gd name="connsiteX359" fmla="*/ 258827 w 664346"/>
                  <a:gd name="connsiteY359" fmla="*/ 456527 h 1004358"/>
                  <a:gd name="connsiteX360" fmla="*/ 254219 w 664346"/>
                  <a:gd name="connsiteY360" fmla="*/ 459294 h 1004358"/>
                  <a:gd name="connsiteX361" fmla="*/ 257906 w 664346"/>
                  <a:gd name="connsiteY361" fmla="*/ 461138 h 1004358"/>
                  <a:gd name="connsiteX362" fmla="*/ 256984 w 664346"/>
                  <a:gd name="connsiteY362" fmla="*/ 370755 h 1004358"/>
                  <a:gd name="connsiteX363" fmla="*/ 264357 w 664346"/>
                  <a:gd name="connsiteY363" fmla="*/ 363377 h 1004358"/>
                  <a:gd name="connsiteX364" fmla="*/ 268044 w 664346"/>
                  <a:gd name="connsiteY364" fmla="*/ 355999 h 1004358"/>
                  <a:gd name="connsiteX365" fmla="*/ 268966 w 664346"/>
                  <a:gd name="connsiteY365" fmla="*/ 358765 h 1004358"/>
                  <a:gd name="connsiteX366" fmla="*/ 268966 w 664346"/>
                  <a:gd name="connsiteY366" fmla="*/ 363377 h 1004358"/>
                  <a:gd name="connsiteX367" fmla="*/ 287398 w 664346"/>
                  <a:gd name="connsiteY367" fmla="*/ 344931 h 1004358"/>
                  <a:gd name="connsiteX368" fmla="*/ 282790 w 664346"/>
                  <a:gd name="connsiteY368" fmla="*/ 348620 h 1004358"/>
                  <a:gd name="connsiteX369" fmla="*/ 272652 w 664346"/>
                  <a:gd name="connsiteY369" fmla="*/ 350465 h 1004358"/>
                  <a:gd name="connsiteX370" fmla="*/ 265279 w 664346"/>
                  <a:gd name="connsiteY370" fmla="*/ 354154 h 1004358"/>
                  <a:gd name="connsiteX371" fmla="*/ 259749 w 664346"/>
                  <a:gd name="connsiteY371" fmla="*/ 364299 h 1004358"/>
                  <a:gd name="connsiteX372" fmla="*/ 256984 w 664346"/>
                  <a:gd name="connsiteY372" fmla="*/ 367988 h 1004358"/>
                  <a:gd name="connsiteX373" fmla="*/ 256984 w 664346"/>
                  <a:gd name="connsiteY373" fmla="*/ 370755 h 1004358"/>
                  <a:gd name="connsiteX374" fmla="*/ 262514 w 664346"/>
                  <a:gd name="connsiteY374" fmla="*/ 437159 h 1004358"/>
                  <a:gd name="connsiteX375" fmla="*/ 265279 w 664346"/>
                  <a:gd name="connsiteY375" fmla="*/ 438081 h 1004358"/>
                  <a:gd name="connsiteX376" fmla="*/ 268966 w 664346"/>
                  <a:gd name="connsiteY376" fmla="*/ 434392 h 1004358"/>
                  <a:gd name="connsiteX377" fmla="*/ 265279 w 664346"/>
                  <a:gd name="connsiteY377" fmla="*/ 433470 h 1004358"/>
                  <a:gd name="connsiteX378" fmla="*/ 262514 w 664346"/>
                  <a:gd name="connsiteY378" fmla="*/ 437159 h 1004358"/>
                  <a:gd name="connsiteX379" fmla="*/ 277260 w 664346"/>
                  <a:gd name="connsiteY379" fmla="*/ 341242 h 1004358"/>
                  <a:gd name="connsiteX380" fmla="*/ 280025 w 664346"/>
                  <a:gd name="connsiteY380" fmla="*/ 340320 h 1004358"/>
                  <a:gd name="connsiteX381" fmla="*/ 280025 w 664346"/>
                  <a:gd name="connsiteY381" fmla="*/ 335709 h 1004358"/>
                  <a:gd name="connsiteX382" fmla="*/ 277260 w 664346"/>
                  <a:gd name="connsiteY382" fmla="*/ 341242 h 1004358"/>
                  <a:gd name="connsiteX383" fmla="*/ 281868 w 664346"/>
                  <a:gd name="connsiteY383" fmla="*/ 419636 h 1004358"/>
                  <a:gd name="connsiteX384" fmla="*/ 287398 w 664346"/>
                  <a:gd name="connsiteY384" fmla="*/ 414102 h 1004358"/>
                  <a:gd name="connsiteX385" fmla="*/ 281868 w 664346"/>
                  <a:gd name="connsiteY385" fmla="*/ 415947 h 1004358"/>
                  <a:gd name="connsiteX386" fmla="*/ 281868 w 664346"/>
                  <a:gd name="connsiteY386" fmla="*/ 419636 h 1004358"/>
                  <a:gd name="connsiteX387" fmla="*/ 328872 w 664346"/>
                  <a:gd name="connsiteY387" fmla="*/ 365221 h 1004358"/>
                  <a:gd name="connsiteX388" fmla="*/ 332558 w 664346"/>
                  <a:gd name="connsiteY388" fmla="*/ 362455 h 1004358"/>
                  <a:gd name="connsiteX389" fmla="*/ 329793 w 664346"/>
                  <a:gd name="connsiteY389" fmla="*/ 360610 h 1004358"/>
                  <a:gd name="connsiteX390" fmla="*/ 325185 w 664346"/>
                  <a:gd name="connsiteY390" fmla="*/ 362455 h 1004358"/>
                  <a:gd name="connsiteX391" fmla="*/ 328872 w 664346"/>
                  <a:gd name="connsiteY391" fmla="*/ 365221 h 1004358"/>
                  <a:gd name="connsiteX392" fmla="*/ 339932 w 664346"/>
                  <a:gd name="connsiteY392" fmla="*/ 354154 h 1004358"/>
                  <a:gd name="connsiteX393" fmla="*/ 343618 w 664346"/>
                  <a:gd name="connsiteY393" fmla="*/ 353232 h 1004358"/>
                  <a:gd name="connsiteX394" fmla="*/ 338088 w 664346"/>
                  <a:gd name="connsiteY394" fmla="*/ 353232 h 1004358"/>
                  <a:gd name="connsiteX395" fmla="*/ 339932 w 664346"/>
                  <a:gd name="connsiteY395" fmla="*/ 354154 h 1004358"/>
                  <a:gd name="connsiteX396" fmla="*/ 348226 w 664346"/>
                  <a:gd name="connsiteY396" fmla="*/ 343087 h 1004358"/>
                  <a:gd name="connsiteX397" fmla="*/ 351913 w 664346"/>
                  <a:gd name="connsiteY397" fmla="*/ 337553 h 1004358"/>
                  <a:gd name="connsiteX398" fmla="*/ 346383 w 664346"/>
                  <a:gd name="connsiteY398" fmla="*/ 343087 h 1004358"/>
                  <a:gd name="connsiteX399" fmla="*/ 348226 w 664346"/>
                  <a:gd name="connsiteY399" fmla="*/ 343087 h 1004358"/>
                  <a:gd name="connsiteX400" fmla="*/ 355599 w 664346"/>
                  <a:gd name="connsiteY400" fmla="*/ 244403 h 1004358"/>
                  <a:gd name="connsiteX401" fmla="*/ 356521 w 664346"/>
                  <a:gd name="connsiteY401" fmla="*/ 238870 h 1004358"/>
                  <a:gd name="connsiteX402" fmla="*/ 352834 w 664346"/>
                  <a:gd name="connsiteY402" fmla="*/ 237025 h 1004358"/>
                  <a:gd name="connsiteX403" fmla="*/ 351913 w 664346"/>
                  <a:gd name="connsiteY403" fmla="*/ 241636 h 1004358"/>
                  <a:gd name="connsiteX404" fmla="*/ 355599 w 664346"/>
                  <a:gd name="connsiteY404" fmla="*/ 244403 h 1004358"/>
                  <a:gd name="connsiteX405" fmla="*/ 380483 w 664346"/>
                  <a:gd name="connsiteY405" fmla="*/ 220424 h 1004358"/>
                  <a:gd name="connsiteX406" fmla="*/ 380483 w 664346"/>
                  <a:gd name="connsiteY406" fmla="*/ 216735 h 1004358"/>
                  <a:gd name="connsiteX407" fmla="*/ 374954 w 664346"/>
                  <a:gd name="connsiteY407" fmla="*/ 217657 h 1004358"/>
                  <a:gd name="connsiteX408" fmla="*/ 380483 w 664346"/>
                  <a:gd name="connsiteY408" fmla="*/ 220424 h 1004358"/>
                  <a:gd name="connsiteX409" fmla="*/ 387856 w 664346"/>
                  <a:gd name="connsiteY409" fmla="*/ 206590 h 1004358"/>
                  <a:gd name="connsiteX410" fmla="*/ 390621 w 664346"/>
                  <a:gd name="connsiteY410" fmla="*/ 201978 h 1004358"/>
                  <a:gd name="connsiteX411" fmla="*/ 392464 w 664346"/>
                  <a:gd name="connsiteY411" fmla="*/ 199212 h 1004358"/>
                  <a:gd name="connsiteX412" fmla="*/ 392464 w 664346"/>
                  <a:gd name="connsiteY412" fmla="*/ 191834 h 1004358"/>
                  <a:gd name="connsiteX413" fmla="*/ 388778 w 664346"/>
                  <a:gd name="connsiteY413" fmla="*/ 194600 h 1004358"/>
                  <a:gd name="connsiteX414" fmla="*/ 384170 w 664346"/>
                  <a:gd name="connsiteY414" fmla="*/ 203823 h 1004358"/>
                  <a:gd name="connsiteX415" fmla="*/ 387856 w 664346"/>
                  <a:gd name="connsiteY415" fmla="*/ 206590 h 100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Lst>
                <a:rect l="l" t="t" r="r" b="b"/>
                <a:pathLst>
                  <a:path w="664346" h="1004358">
                    <a:moveTo>
                      <a:pt x="41322" y="704619"/>
                    </a:moveTo>
                    <a:cubicBezTo>
                      <a:pt x="52381" y="677873"/>
                      <a:pt x="93855" y="596713"/>
                      <a:pt x="105836" y="581034"/>
                    </a:cubicBezTo>
                    <a:cubicBezTo>
                      <a:pt x="108601" y="576423"/>
                      <a:pt x="120582" y="558899"/>
                      <a:pt x="131642" y="540454"/>
                    </a:cubicBezTo>
                    <a:cubicBezTo>
                      <a:pt x="141780" y="522931"/>
                      <a:pt x="154683" y="506330"/>
                      <a:pt x="158369" y="501718"/>
                    </a:cubicBezTo>
                    <a:cubicBezTo>
                      <a:pt x="162056" y="496185"/>
                      <a:pt x="164821" y="496185"/>
                      <a:pt x="162056" y="494340"/>
                    </a:cubicBezTo>
                    <a:cubicBezTo>
                      <a:pt x="160213" y="493418"/>
                      <a:pt x="161134" y="489729"/>
                      <a:pt x="168507" y="482351"/>
                    </a:cubicBezTo>
                    <a:cubicBezTo>
                      <a:pt x="174037" y="476817"/>
                      <a:pt x="177724" y="471283"/>
                      <a:pt x="176802" y="470361"/>
                    </a:cubicBezTo>
                    <a:cubicBezTo>
                      <a:pt x="176802" y="465749"/>
                      <a:pt x="186940" y="451915"/>
                      <a:pt x="189705" y="447304"/>
                    </a:cubicBezTo>
                    <a:cubicBezTo>
                      <a:pt x="193391" y="443615"/>
                      <a:pt x="217354" y="405801"/>
                      <a:pt x="217354" y="403957"/>
                    </a:cubicBezTo>
                    <a:cubicBezTo>
                      <a:pt x="217354" y="401190"/>
                      <a:pt x="245003" y="365221"/>
                      <a:pt x="247768" y="365221"/>
                    </a:cubicBezTo>
                    <a:cubicBezTo>
                      <a:pt x="249611" y="366144"/>
                      <a:pt x="264357" y="335709"/>
                      <a:pt x="264357" y="332019"/>
                    </a:cubicBezTo>
                    <a:cubicBezTo>
                      <a:pt x="264357" y="331097"/>
                      <a:pt x="261593" y="331097"/>
                      <a:pt x="258827" y="332019"/>
                    </a:cubicBezTo>
                    <a:cubicBezTo>
                      <a:pt x="256062" y="332942"/>
                      <a:pt x="249611" y="334786"/>
                      <a:pt x="246846" y="334786"/>
                    </a:cubicBezTo>
                    <a:cubicBezTo>
                      <a:pt x="243160" y="334786"/>
                      <a:pt x="233022" y="338475"/>
                      <a:pt x="223805" y="340320"/>
                    </a:cubicBezTo>
                    <a:cubicBezTo>
                      <a:pt x="220119" y="341242"/>
                      <a:pt x="181410" y="350465"/>
                      <a:pt x="180488" y="352310"/>
                    </a:cubicBezTo>
                    <a:cubicBezTo>
                      <a:pt x="176802" y="355999"/>
                      <a:pt x="149153" y="357843"/>
                      <a:pt x="133485" y="356921"/>
                    </a:cubicBezTo>
                    <a:cubicBezTo>
                      <a:pt x="103071" y="354154"/>
                      <a:pt x="79109" y="333864"/>
                      <a:pt x="85560" y="313574"/>
                    </a:cubicBezTo>
                    <a:cubicBezTo>
                      <a:pt x="87403" y="308040"/>
                      <a:pt x="90168" y="306196"/>
                      <a:pt x="94776" y="308040"/>
                    </a:cubicBezTo>
                    <a:cubicBezTo>
                      <a:pt x="98463" y="308963"/>
                      <a:pt x="119661" y="305273"/>
                      <a:pt x="141780" y="299740"/>
                    </a:cubicBezTo>
                    <a:cubicBezTo>
                      <a:pt x="200764" y="284061"/>
                      <a:pt x="215511" y="281294"/>
                      <a:pt x="314125" y="261004"/>
                    </a:cubicBezTo>
                    <a:cubicBezTo>
                      <a:pt x="320577" y="260082"/>
                      <a:pt x="326107" y="256393"/>
                      <a:pt x="328872" y="253626"/>
                    </a:cubicBezTo>
                    <a:cubicBezTo>
                      <a:pt x="330715" y="250859"/>
                      <a:pt x="336245" y="244403"/>
                      <a:pt x="340853" y="239792"/>
                    </a:cubicBezTo>
                    <a:cubicBezTo>
                      <a:pt x="345461" y="235180"/>
                      <a:pt x="348226" y="229647"/>
                      <a:pt x="348226" y="228725"/>
                    </a:cubicBezTo>
                    <a:cubicBezTo>
                      <a:pt x="348226" y="226880"/>
                      <a:pt x="349148" y="225035"/>
                      <a:pt x="350069" y="225958"/>
                    </a:cubicBezTo>
                    <a:cubicBezTo>
                      <a:pt x="357442" y="226880"/>
                      <a:pt x="365737" y="225035"/>
                      <a:pt x="365737" y="222269"/>
                    </a:cubicBezTo>
                    <a:cubicBezTo>
                      <a:pt x="365737" y="221346"/>
                      <a:pt x="362972" y="220424"/>
                      <a:pt x="360207" y="221346"/>
                    </a:cubicBezTo>
                    <a:cubicBezTo>
                      <a:pt x="356521" y="222269"/>
                      <a:pt x="354677" y="222269"/>
                      <a:pt x="354677" y="221346"/>
                    </a:cubicBezTo>
                    <a:cubicBezTo>
                      <a:pt x="354677" y="221346"/>
                      <a:pt x="402603" y="155865"/>
                      <a:pt x="410897" y="144797"/>
                    </a:cubicBezTo>
                    <a:cubicBezTo>
                      <a:pt x="414584" y="139264"/>
                      <a:pt x="421035" y="131886"/>
                      <a:pt x="423800" y="128196"/>
                    </a:cubicBezTo>
                    <a:cubicBezTo>
                      <a:pt x="427487" y="122663"/>
                      <a:pt x="431173" y="118051"/>
                      <a:pt x="433016" y="116207"/>
                    </a:cubicBezTo>
                    <a:cubicBezTo>
                      <a:pt x="439468" y="106062"/>
                      <a:pt x="474490" y="67326"/>
                      <a:pt x="481863" y="59948"/>
                    </a:cubicBezTo>
                    <a:cubicBezTo>
                      <a:pt x="495687" y="45191"/>
                      <a:pt x="530709" y="0"/>
                      <a:pt x="554672" y="0"/>
                    </a:cubicBezTo>
                    <a:cubicBezTo>
                      <a:pt x="560202" y="0"/>
                      <a:pt x="564810" y="1845"/>
                      <a:pt x="574948" y="5534"/>
                    </a:cubicBezTo>
                    <a:cubicBezTo>
                      <a:pt x="595224" y="11990"/>
                      <a:pt x="605362" y="23057"/>
                      <a:pt x="604440" y="38736"/>
                    </a:cubicBezTo>
                    <a:cubicBezTo>
                      <a:pt x="604440" y="44269"/>
                      <a:pt x="604440" y="50725"/>
                      <a:pt x="606284" y="53492"/>
                    </a:cubicBezTo>
                    <a:cubicBezTo>
                      <a:pt x="607206" y="54414"/>
                      <a:pt x="605362" y="60870"/>
                      <a:pt x="600754" y="66404"/>
                    </a:cubicBezTo>
                    <a:cubicBezTo>
                      <a:pt x="597067" y="71938"/>
                      <a:pt x="590616" y="80238"/>
                      <a:pt x="588773" y="84849"/>
                    </a:cubicBezTo>
                    <a:cubicBezTo>
                      <a:pt x="586930" y="90383"/>
                      <a:pt x="569418" y="108829"/>
                      <a:pt x="550064" y="127274"/>
                    </a:cubicBezTo>
                    <a:cubicBezTo>
                      <a:pt x="530709" y="145720"/>
                      <a:pt x="514120" y="164165"/>
                      <a:pt x="512277" y="168777"/>
                    </a:cubicBezTo>
                    <a:cubicBezTo>
                      <a:pt x="507669" y="178922"/>
                      <a:pt x="480020" y="212124"/>
                      <a:pt x="475411" y="212124"/>
                    </a:cubicBezTo>
                    <a:cubicBezTo>
                      <a:pt x="474490" y="212124"/>
                      <a:pt x="468960" y="217657"/>
                      <a:pt x="463430" y="225035"/>
                    </a:cubicBezTo>
                    <a:cubicBezTo>
                      <a:pt x="457901" y="232414"/>
                      <a:pt x="453293" y="237947"/>
                      <a:pt x="452371" y="238870"/>
                    </a:cubicBezTo>
                    <a:cubicBezTo>
                      <a:pt x="451449" y="238870"/>
                      <a:pt x="450528" y="239792"/>
                      <a:pt x="450528" y="242559"/>
                    </a:cubicBezTo>
                    <a:cubicBezTo>
                      <a:pt x="450528" y="245325"/>
                      <a:pt x="461587" y="245325"/>
                      <a:pt x="489236" y="243481"/>
                    </a:cubicBezTo>
                    <a:cubicBezTo>
                      <a:pt x="548221" y="240714"/>
                      <a:pt x="615500" y="241636"/>
                      <a:pt x="635776" y="244403"/>
                    </a:cubicBezTo>
                    <a:cubicBezTo>
                      <a:pt x="652365" y="247170"/>
                      <a:pt x="664346" y="254548"/>
                      <a:pt x="664346" y="259160"/>
                    </a:cubicBezTo>
                    <a:cubicBezTo>
                      <a:pt x="664346" y="260082"/>
                      <a:pt x="649601" y="261004"/>
                      <a:pt x="631168" y="261004"/>
                    </a:cubicBezTo>
                    <a:cubicBezTo>
                      <a:pt x="602597" y="261004"/>
                      <a:pt x="558359" y="263771"/>
                      <a:pt x="514120" y="268382"/>
                    </a:cubicBezTo>
                    <a:cubicBezTo>
                      <a:pt x="497531" y="271149"/>
                      <a:pt x="475411" y="275761"/>
                      <a:pt x="475411" y="278527"/>
                    </a:cubicBezTo>
                    <a:cubicBezTo>
                      <a:pt x="475411" y="279450"/>
                      <a:pt x="471725" y="279450"/>
                      <a:pt x="466195" y="279450"/>
                    </a:cubicBezTo>
                    <a:cubicBezTo>
                      <a:pt x="460665" y="279450"/>
                      <a:pt x="455136" y="278527"/>
                      <a:pt x="454214" y="280372"/>
                    </a:cubicBezTo>
                    <a:cubicBezTo>
                      <a:pt x="453293" y="282216"/>
                      <a:pt x="448684" y="283139"/>
                      <a:pt x="446841" y="283139"/>
                    </a:cubicBezTo>
                    <a:cubicBezTo>
                      <a:pt x="432095" y="284061"/>
                      <a:pt x="414584" y="288673"/>
                      <a:pt x="414584" y="292362"/>
                    </a:cubicBezTo>
                    <a:cubicBezTo>
                      <a:pt x="414584" y="293284"/>
                      <a:pt x="411819" y="296051"/>
                      <a:pt x="409054" y="296973"/>
                    </a:cubicBezTo>
                    <a:cubicBezTo>
                      <a:pt x="405367" y="297895"/>
                      <a:pt x="402603" y="300662"/>
                      <a:pt x="401681" y="304351"/>
                    </a:cubicBezTo>
                    <a:cubicBezTo>
                      <a:pt x="400759" y="308040"/>
                      <a:pt x="396151" y="314496"/>
                      <a:pt x="391543" y="319108"/>
                    </a:cubicBezTo>
                    <a:cubicBezTo>
                      <a:pt x="386935" y="323719"/>
                      <a:pt x="375875" y="340320"/>
                      <a:pt x="366659" y="353232"/>
                    </a:cubicBezTo>
                    <a:cubicBezTo>
                      <a:pt x="351913" y="373522"/>
                      <a:pt x="349148" y="380900"/>
                      <a:pt x="332558" y="397501"/>
                    </a:cubicBezTo>
                    <a:cubicBezTo>
                      <a:pt x="330715" y="399346"/>
                      <a:pt x="328872" y="402112"/>
                      <a:pt x="328872" y="403035"/>
                    </a:cubicBezTo>
                    <a:cubicBezTo>
                      <a:pt x="328872" y="403957"/>
                      <a:pt x="320577" y="415947"/>
                      <a:pt x="310439" y="428858"/>
                    </a:cubicBezTo>
                    <a:cubicBezTo>
                      <a:pt x="300301" y="441770"/>
                      <a:pt x="292006" y="452838"/>
                      <a:pt x="292006" y="454682"/>
                    </a:cubicBezTo>
                    <a:cubicBezTo>
                      <a:pt x="292006" y="458371"/>
                      <a:pt x="268044" y="493418"/>
                      <a:pt x="264357" y="494340"/>
                    </a:cubicBezTo>
                    <a:cubicBezTo>
                      <a:pt x="262514" y="495262"/>
                      <a:pt x="241317" y="531231"/>
                      <a:pt x="239473" y="534920"/>
                    </a:cubicBezTo>
                    <a:cubicBezTo>
                      <a:pt x="236708" y="539532"/>
                      <a:pt x="231178" y="546910"/>
                      <a:pt x="219197" y="567200"/>
                    </a:cubicBezTo>
                    <a:cubicBezTo>
                      <a:pt x="183254" y="626226"/>
                      <a:pt x="160213" y="661272"/>
                      <a:pt x="155605" y="660350"/>
                    </a:cubicBezTo>
                    <a:cubicBezTo>
                      <a:pt x="151918" y="659427"/>
                      <a:pt x="151918" y="659427"/>
                      <a:pt x="155605" y="662194"/>
                    </a:cubicBezTo>
                    <a:cubicBezTo>
                      <a:pt x="159291" y="665883"/>
                      <a:pt x="159291" y="667728"/>
                      <a:pt x="151918" y="682484"/>
                    </a:cubicBezTo>
                    <a:cubicBezTo>
                      <a:pt x="140858" y="705541"/>
                      <a:pt x="130720" y="719375"/>
                      <a:pt x="127956" y="716609"/>
                    </a:cubicBezTo>
                    <a:cubicBezTo>
                      <a:pt x="127034" y="715686"/>
                      <a:pt x="127034" y="716609"/>
                      <a:pt x="127034" y="721220"/>
                    </a:cubicBezTo>
                    <a:cubicBezTo>
                      <a:pt x="127956" y="724909"/>
                      <a:pt x="127956" y="730443"/>
                      <a:pt x="126112" y="734132"/>
                    </a:cubicBezTo>
                    <a:cubicBezTo>
                      <a:pt x="118739" y="748888"/>
                      <a:pt x="111366" y="756266"/>
                      <a:pt x="108601" y="755344"/>
                    </a:cubicBezTo>
                    <a:cubicBezTo>
                      <a:pt x="107680" y="754422"/>
                      <a:pt x="105836" y="755344"/>
                      <a:pt x="105836" y="757189"/>
                    </a:cubicBezTo>
                    <a:cubicBezTo>
                      <a:pt x="105836" y="758111"/>
                      <a:pt x="104915" y="759956"/>
                      <a:pt x="103071" y="759956"/>
                    </a:cubicBezTo>
                    <a:cubicBezTo>
                      <a:pt x="101228" y="759956"/>
                      <a:pt x="100307" y="759033"/>
                      <a:pt x="101228" y="758111"/>
                    </a:cubicBezTo>
                    <a:cubicBezTo>
                      <a:pt x="102149" y="757189"/>
                      <a:pt x="100307" y="754422"/>
                      <a:pt x="98463" y="752577"/>
                    </a:cubicBezTo>
                    <a:cubicBezTo>
                      <a:pt x="95698" y="749811"/>
                      <a:pt x="93855" y="751655"/>
                      <a:pt x="88325" y="764567"/>
                    </a:cubicBezTo>
                    <a:cubicBezTo>
                      <a:pt x="84639" y="771945"/>
                      <a:pt x="82795" y="780246"/>
                      <a:pt x="82795" y="781168"/>
                    </a:cubicBezTo>
                    <a:cubicBezTo>
                      <a:pt x="83717" y="782090"/>
                      <a:pt x="85560" y="780246"/>
                      <a:pt x="86482" y="776557"/>
                    </a:cubicBezTo>
                    <a:cubicBezTo>
                      <a:pt x="87403" y="772868"/>
                      <a:pt x="90168" y="771023"/>
                      <a:pt x="92012" y="771945"/>
                    </a:cubicBezTo>
                    <a:cubicBezTo>
                      <a:pt x="95698" y="773790"/>
                      <a:pt x="97541" y="772868"/>
                      <a:pt x="95698" y="768256"/>
                    </a:cubicBezTo>
                    <a:cubicBezTo>
                      <a:pt x="94776" y="765489"/>
                      <a:pt x="94776" y="763645"/>
                      <a:pt x="98463" y="763645"/>
                    </a:cubicBezTo>
                    <a:cubicBezTo>
                      <a:pt x="101228" y="763645"/>
                      <a:pt x="102149" y="765489"/>
                      <a:pt x="101228" y="768256"/>
                    </a:cubicBezTo>
                    <a:cubicBezTo>
                      <a:pt x="100307" y="771023"/>
                      <a:pt x="99385" y="773790"/>
                      <a:pt x="99385" y="775634"/>
                    </a:cubicBezTo>
                    <a:cubicBezTo>
                      <a:pt x="99385" y="776557"/>
                      <a:pt x="96620" y="780246"/>
                      <a:pt x="93855" y="783935"/>
                    </a:cubicBezTo>
                    <a:cubicBezTo>
                      <a:pt x="89247" y="789468"/>
                      <a:pt x="88325" y="791313"/>
                      <a:pt x="92012" y="797769"/>
                    </a:cubicBezTo>
                    <a:cubicBezTo>
                      <a:pt x="95698" y="804225"/>
                      <a:pt x="95698" y="806070"/>
                      <a:pt x="89247" y="809759"/>
                    </a:cubicBezTo>
                    <a:cubicBezTo>
                      <a:pt x="80030" y="815292"/>
                      <a:pt x="69892" y="860484"/>
                      <a:pt x="68971" y="870629"/>
                    </a:cubicBezTo>
                    <a:cubicBezTo>
                      <a:pt x="68049" y="878007"/>
                      <a:pt x="63441" y="889074"/>
                      <a:pt x="61598" y="889074"/>
                    </a:cubicBezTo>
                    <a:cubicBezTo>
                      <a:pt x="60676" y="889074"/>
                      <a:pt x="58833" y="893686"/>
                      <a:pt x="58833" y="899219"/>
                    </a:cubicBezTo>
                    <a:cubicBezTo>
                      <a:pt x="58833" y="904753"/>
                      <a:pt x="60676" y="909364"/>
                      <a:pt x="62519" y="909364"/>
                    </a:cubicBezTo>
                    <a:cubicBezTo>
                      <a:pt x="65284" y="910287"/>
                      <a:pt x="66206" y="910287"/>
                      <a:pt x="62519" y="913053"/>
                    </a:cubicBezTo>
                    <a:cubicBezTo>
                      <a:pt x="56990" y="918587"/>
                      <a:pt x="57911" y="934266"/>
                      <a:pt x="65284" y="954556"/>
                    </a:cubicBezTo>
                    <a:cubicBezTo>
                      <a:pt x="75422" y="982224"/>
                      <a:pt x="80030" y="987758"/>
                      <a:pt x="100307" y="994214"/>
                    </a:cubicBezTo>
                    <a:cubicBezTo>
                      <a:pt x="120582" y="1000670"/>
                      <a:pt x="119661" y="1004359"/>
                      <a:pt x="98463" y="1004359"/>
                    </a:cubicBezTo>
                    <a:cubicBezTo>
                      <a:pt x="77266" y="1004359"/>
                      <a:pt x="48695" y="990525"/>
                      <a:pt x="34870" y="973924"/>
                    </a:cubicBezTo>
                    <a:cubicBezTo>
                      <a:pt x="-13976" y="913976"/>
                      <a:pt x="-11212" y="831893"/>
                      <a:pt x="41322" y="704619"/>
                    </a:cubicBezTo>
                    <a:close/>
                    <a:moveTo>
                      <a:pt x="40400" y="759033"/>
                    </a:moveTo>
                    <a:cubicBezTo>
                      <a:pt x="41322" y="758111"/>
                      <a:pt x="44087" y="754422"/>
                      <a:pt x="44087" y="750733"/>
                    </a:cubicBezTo>
                    <a:cubicBezTo>
                      <a:pt x="44087" y="745199"/>
                      <a:pt x="43165" y="745199"/>
                      <a:pt x="41322" y="747966"/>
                    </a:cubicBezTo>
                    <a:cubicBezTo>
                      <a:pt x="37635" y="753500"/>
                      <a:pt x="37635" y="760878"/>
                      <a:pt x="40400" y="759033"/>
                    </a:cubicBezTo>
                    <a:close/>
                    <a:moveTo>
                      <a:pt x="58833" y="886307"/>
                    </a:moveTo>
                    <a:cubicBezTo>
                      <a:pt x="59754" y="886307"/>
                      <a:pt x="62519" y="880774"/>
                      <a:pt x="63441" y="872473"/>
                    </a:cubicBezTo>
                    <a:cubicBezTo>
                      <a:pt x="64363" y="865095"/>
                      <a:pt x="66206" y="854028"/>
                      <a:pt x="67127" y="848494"/>
                    </a:cubicBezTo>
                    <a:cubicBezTo>
                      <a:pt x="70814" y="834660"/>
                      <a:pt x="70814" y="825437"/>
                      <a:pt x="68049" y="825437"/>
                    </a:cubicBezTo>
                    <a:cubicBezTo>
                      <a:pt x="64363" y="825437"/>
                      <a:pt x="59754" y="848494"/>
                      <a:pt x="59754" y="862328"/>
                    </a:cubicBezTo>
                    <a:cubicBezTo>
                      <a:pt x="59754" y="868784"/>
                      <a:pt x="58833" y="877085"/>
                      <a:pt x="57911" y="880774"/>
                    </a:cubicBezTo>
                    <a:cubicBezTo>
                      <a:pt x="56068" y="883541"/>
                      <a:pt x="56990" y="886307"/>
                      <a:pt x="58833" y="886307"/>
                    </a:cubicBezTo>
                    <a:close/>
                    <a:moveTo>
                      <a:pt x="59754" y="702775"/>
                    </a:moveTo>
                    <a:cubicBezTo>
                      <a:pt x="60676" y="703697"/>
                      <a:pt x="67127" y="701852"/>
                      <a:pt x="67127" y="699085"/>
                    </a:cubicBezTo>
                    <a:cubicBezTo>
                      <a:pt x="67127" y="698163"/>
                      <a:pt x="66206" y="697241"/>
                      <a:pt x="63441" y="695396"/>
                    </a:cubicBezTo>
                    <a:cubicBezTo>
                      <a:pt x="61598" y="694474"/>
                      <a:pt x="61598" y="694474"/>
                      <a:pt x="62519" y="696318"/>
                    </a:cubicBezTo>
                    <a:cubicBezTo>
                      <a:pt x="63441" y="698163"/>
                      <a:pt x="62519" y="700008"/>
                      <a:pt x="60676" y="700008"/>
                    </a:cubicBezTo>
                    <a:cubicBezTo>
                      <a:pt x="58833" y="700008"/>
                      <a:pt x="58833" y="701852"/>
                      <a:pt x="59754" y="702775"/>
                    </a:cubicBezTo>
                    <a:close/>
                    <a:moveTo>
                      <a:pt x="77266" y="801458"/>
                    </a:moveTo>
                    <a:cubicBezTo>
                      <a:pt x="82795" y="794080"/>
                      <a:pt x="83717" y="790391"/>
                      <a:pt x="80952" y="789468"/>
                    </a:cubicBezTo>
                    <a:cubicBezTo>
                      <a:pt x="79109" y="788546"/>
                      <a:pt x="76344" y="790391"/>
                      <a:pt x="73579" y="797769"/>
                    </a:cubicBezTo>
                    <a:cubicBezTo>
                      <a:pt x="68971" y="812525"/>
                      <a:pt x="69892" y="813448"/>
                      <a:pt x="77266" y="801458"/>
                    </a:cubicBezTo>
                    <a:close/>
                    <a:moveTo>
                      <a:pt x="76344" y="736899"/>
                    </a:moveTo>
                    <a:cubicBezTo>
                      <a:pt x="79109" y="736899"/>
                      <a:pt x="81874" y="727676"/>
                      <a:pt x="80030" y="724909"/>
                    </a:cubicBezTo>
                    <a:cubicBezTo>
                      <a:pt x="79109" y="723987"/>
                      <a:pt x="78187" y="725831"/>
                      <a:pt x="76344" y="728598"/>
                    </a:cubicBezTo>
                    <a:cubicBezTo>
                      <a:pt x="72658" y="733210"/>
                      <a:pt x="72658" y="736899"/>
                      <a:pt x="76344" y="736899"/>
                    </a:cubicBezTo>
                    <a:close/>
                    <a:moveTo>
                      <a:pt x="79109" y="677873"/>
                    </a:moveTo>
                    <a:cubicBezTo>
                      <a:pt x="81874" y="671417"/>
                      <a:pt x="82795" y="669573"/>
                      <a:pt x="80030" y="669573"/>
                    </a:cubicBezTo>
                    <a:cubicBezTo>
                      <a:pt x="79109" y="669573"/>
                      <a:pt x="77266" y="672340"/>
                      <a:pt x="77266" y="676029"/>
                    </a:cubicBezTo>
                    <a:cubicBezTo>
                      <a:pt x="77266" y="680640"/>
                      <a:pt x="78187" y="680640"/>
                      <a:pt x="79109" y="677873"/>
                    </a:cubicBezTo>
                    <a:close/>
                    <a:moveTo>
                      <a:pt x="82795" y="711997"/>
                    </a:moveTo>
                    <a:cubicBezTo>
                      <a:pt x="82795" y="719375"/>
                      <a:pt x="87403" y="716609"/>
                      <a:pt x="92012" y="705541"/>
                    </a:cubicBezTo>
                    <a:cubicBezTo>
                      <a:pt x="95698" y="695396"/>
                      <a:pt x="97541" y="690785"/>
                      <a:pt x="96620" y="690785"/>
                    </a:cubicBezTo>
                    <a:cubicBezTo>
                      <a:pt x="92933" y="690785"/>
                      <a:pt x="89247" y="700930"/>
                      <a:pt x="89247" y="703697"/>
                    </a:cubicBezTo>
                    <a:cubicBezTo>
                      <a:pt x="88325" y="705541"/>
                      <a:pt x="88325" y="707386"/>
                      <a:pt x="85560" y="707386"/>
                    </a:cubicBezTo>
                    <a:cubicBezTo>
                      <a:pt x="83717" y="707386"/>
                      <a:pt x="82795" y="709231"/>
                      <a:pt x="82795" y="711997"/>
                    </a:cubicBezTo>
                    <a:close/>
                    <a:moveTo>
                      <a:pt x="86482" y="804225"/>
                    </a:moveTo>
                    <a:cubicBezTo>
                      <a:pt x="89247" y="804225"/>
                      <a:pt x="91090" y="803303"/>
                      <a:pt x="91090" y="801458"/>
                    </a:cubicBezTo>
                    <a:cubicBezTo>
                      <a:pt x="91090" y="799614"/>
                      <a:pt x="90168" y="797769"/>
                      <a:pt x="88325" y="797769"/>
                    </a:cubicBezTo>
                    <a:cubicBezTo>
                      <a:pt x="86482" y="797769"/>
                      <a:pt x="84639" y="798691"/>
                      <a:pt x="82795" y="801458"/>
                    </a:cubicBezTo>
                    <a:cubicBezTo>
                      <a:pt x="82795" y="803303"/>
                      <a:pt x="83717" y="804225"/>
                      <a:pt x="86482" y="804225"/>
                    </a:cubicBezTo>
                    <a:close/>
                    <a:moveTo>
                      <a:pt x="104915" y="627148"/>
                    </a:moveTo>
                    <a:cubicBezTo>
                      <a:pt x="106758" y="625303"/>
                      <a:pt x="108601" y="623459"/>
                      <a:pt x="108601" y="622536"/>
                    </a:cubicBezTo>
                    <a:cubicBezTo>
                      <a:pt x="108601" y="621614"/>
                      <a:pt x="107680" y="623459"/>
                      <a:pt x="104915" y="623459"/>
                    </a:cubicBezTo>
                    <a:cubicBezTo>
                      <a:pt x="102149" y="624381"/>
                      <a:pt x="100307" y="627148"/>
                      <a:pt x="100307" y="628070"/>
                    </a:cubicBezTo>
                    <a:cubicBezTo>
                      <a:pt x="100307" y="629915"/>
                      <a:pt x="102149" y="629915"/>
                      <a:pt x="104915" y="627148"/>
                    </a:cubicBezTo>
                    <a:close/>
                    <a:moveTo>
                      <a:pt x="102149" y="742432"/>
                    </a:moveTo>
                    <a:cubicBezTo>
                      <a:pt x="105836" y="742432"/>
                      <a:pt x="114131" y="725831"/>
                      <a:pt x="114131" y="720298"/>
                    </a:cubicBezTo>
                    <a:cubicBezTo>
                      <a:pt x="114131" y="718453"/>
                      <a:pt x="115052" y="716609"/>
                      <a:pt x="117817" y="716609"/>
                    </a:cubicBezTo>
                    <a:cubicBezTo>
                      <a:pt x="118739" y="716609"/>
                      <a:pt x="120582" y="715686"/>
                      <a:pt x="120582" y="715686"/>
                    </a:cubicBezTo>
                    <a:cubicBezTo>
                      <a:pt x="120582" y="714764"/>
                      <a:pt x="117817" y="713842"/>
                      <a:pt x="115052" y="713842"/>
                    </a:cubicBezTo>
                    <a:cubicBezTo>
                      <a:pt x="109523" y="713842"/>
                      <a:pt x="109523" y="714764"/>
                      <a:pt x="109523" y="719375"/>
                    </a:cubicBezTo>
                    <a:cubicBezTo>
                      <a:pt x="110444" y="723065"/>
                      <a:pt x="110444" y="724909"/>
                      <a:pt x="108601" y="724909"/>
                    </a:cubicBezTo>
                    <a:cubicBezTo>
                      <a:pt x="107680" y="724909"/>
                      <a:pt x="104915" y="727676"/>
                      <a:pt x="104915" y="730443"/>
                    </a:cubicBezTo>
                    <a:cubicBezTo>
                      <a:pt x="103993" y="734132"/>
                      <a:pt x="102149" y="737821"/>
                      <a:pt x="101228" y="739666"/>
                    </a:cubicBezTo>
                    <a:cubicBezTo>
                      <a:pt x="100307" y="740588"/>
                      <a:pt x="101228" y="742432"/>
                      <a:pt x="102149" y="742432"/>
                    </a:cubicBezTo>
                    <a:close/>
                    <a:moveTo>
                      <a:pt x="107680" y="615158"/>
                    </a:moveTo>
                    <a:cubicBezTo>
                      <a:pt x="109523" y="619770"/>
                      <a:pt x="110444" y="618847"/>
                      <a:pt x="113209" y="613314"/>
                    </a:cubicBezTo>
                    <a:cubicBezTo>
                      <a:pt x="115052" y="609625"/>
                      <a:pt x="116896" y="605936"/>
                      <a:pt x="117817" y="605936"/>
                    </a:cubicBezTo>
                    <a:lnTo>
                      <a:pt x="113209" y="605936"/>
                    </a:lnTo>
                    <a:cubicBezTo>
                      <a:pt x="106758" y="605936"/>
                      <a:pt x="104915" y="609625"/>
                      <a:pt x="107680" y="615158"/>
                    </a:cubicBezTo>
                    <a:close/>
                    <a:moveTo>
                      <a:pt x="110444" y="656661"/>
                    </a:moveTo>
                    <a:cubicBezTo>
                      <a:pt x="111366" y="657583"/>
                      <a:pt x="114131" y="657583"/>
                      <a:pt x="115052" y="656661"/>
                    </a:cubicBezTo>
                    <a:cubicBezTo>
                      <a:pt x="120582" y="653894"/>
                      <a:pt x="118739" y="652049"/>
                      <a:pt x="114131" y="653894"/>
                    </a:cubicBezTo>
                    <a:cubicBezTo>
                      <a:pt x="110444" y="653894"/>
                      <a:pt x="109523" y="655738"/>
                      <a:pt x="110444" y="656661"/>
                    </a:cubicBezTo>
                    <a:close/>
                    <a:moveTo>
                      <a:pt x="119661" y="593946"/>
                    </a:moveTo>
                    <a:cubicBezTo>
                      <a:pt x="123347" y="593946"/>
                      <a:pt x="135329" y="580112"/>
                      <a:pt x="135329" y="576423"/>
                    </a:cubicBezTo>
                    <a:cubicBezTo>
                      <a:pt x="135329" y="574578"/>
                      <a:pt x="133485" y="575501"/>
                      <a:pt x="130720" y="579190"/>
                    </a:cubicBezTo>
                    <a:cubicBezTo>
                      <a:pt x="127956" y="582879"/>
                      <a:pt x="127034" y="582879"/>
                      <a:pt x="127034" y="581034"/>
                    </a:cubicBezTo>
                    <a:cubicBezTo>
                      <a:pt x="127034" y="574578"/>
                      <a:pt x="122425" y="577345"/>
                      <a:pt x="119661" y="586568"/>
                    </a:cubicBezTo>
                    <a:cubicBezTo>
                      <a:pt x="116896" y="593024"/>
                      <a:pt x="116896" y="593946"/>
                      <a:pt x="119661" y="593946"/>
                    </a:cubicBezTo>
                    <a:close/>
                    <a:moveTo>
                      <a:pt x="123347" y="696318"/>
                    </a:moveTo>
                    <a:cubicBezTo>
                      <a:pt x="129798" y="695396"/>
                      <a:pt x="129798" y="695396"/>
                      <a:pt x="129798" y="693552"/>
                    </a:cubicBezTo>
                    <a:cubicBezTo>
                      <a:pt x="129798" y="692629"/>
                      <a:pt x="128877" y="692629"/>
                      <a:pt x="127034" y="693552"/>
                    </a:cubicBezTo>
                    <a:cubicBezTo>
                      <a:pt x="126112" y="694474"/>
                      <a:pt x="123347" y="693552"/>
                      <a:pt x="123347" y="691707"/>
                    </a:cubicBezTo>
                    <a:cubicBezTo>
                      <a:pt x="122425" y="688940"/>
                      <a:pt x="121504" y="689863"/>
                      <a:pt x="119661" y="692629"/>
                    </a:cubicBezTo>
                    <a:cubicBezTo>
                      <a:pt x="119661" y="696318"/>
                      <a:pt x="119661" y="697241"/>
                      <a:pt x="123347" y="696318"/>
                    </a:cubicBezTo>
                    <a:close/>
                    <a:moveTo>
                      <a:pt x="123347" y="669573"/>
                    </a:moveTo>
                    <a:cubicBezTo>
                      <a:pt x="125190" y="669573"/>
                      <a:pt x="127034" y="673262"/>
                      <a:pt x="127034" y="676029"/>
                    </a:cubicBezTo>
                    <a:cubicBezTo>
                      <a:pt x="127034" y="680640"/>
                      <a:pt x="127956" y="681562"/>
                      <a:pt x="129798" y="678795"/>
                    </a:cubicBezTo>
                    <a:cubicBezTo>
                      <a:pt x="131642" y="676029"/>
                      <a:pt x="133485" y="675106"/>
                      <a:pt x="134407" y="677873"/>
                    </a:cubicBezTo>
                    <a:cubicBezTo>
                      <a:pt x="135329" y="679718"/>
                      <a:pt x="138093" y="681562"/>
                      <a:pt x="139937" y="681562"/>
                    </a:cubicBezTo>
                    <a:cubicBezTo>
                      <a:pt x="140858" y="681562"/>
                      <a:pt x="139015" y="677873"/>
                      <a:pt x="133485" y="674184"/>
                    </a:cubicBezTo>
                    <a:cubicBezTo>
                      <a:pt x="127956" y="670495"/>
                      <a:pt x="124269" y="666806"/>
                      <a:pt x="123347" y="668650"/>
                    </a:cubicBezTo>
                    <a:cubicBezTo>
                      <a:pt x="120582" y="668650"/>
                      <a:pt x="121504" y="669573"/>
                      <a:pt x="123347" y="669573"/>
                    </a:cubicBezTo>
                    <a:close/>
                    <a:moveTo>
                      <a:pt x="125190" y="641904"/>
                    </a:moveTo>
                    <a:cubicBezTo>
                      <a:pt x="127956" y="641904"/>
                      <a:pt x="129798" y="640060"/>
                      <a:pt x="129798" y="638215"/>
                    </a:cubicBezTo>
                    <a:cubicBezTo>
                      <a:pt x="129798" y="635448"/>
                      <a:pt x="128877" y="634526"/>
                      <a:pt x="128877" y="634526"/>
                    </a:cubicBezTo>
                    <a:cubicBezTo>
                      <a:pt x="127956" y="634526"/>
                      <a:pt x="126112" y="635448"/>
                      <a:pt x="125190" y="638215"/>
                    </a:cubicBezTo>
                    <a:cubicBezTo>
                      <a:pt x="121504" y="640982"/>
                      <a:pt x="121504" y="641904"/>
                      <a:pt x="125190" y="641904"/>
                    </a:cubicBezTo>
                    <a:close/>
                    <a:moveTo>
                      <a:pt x="127034" y="571811"/>
                    </a:moveTo>
                    <a:cubicBezTo>
                      <a:pt x="127034" y="573656"/>
                      <a:pt x="127956" y="574578"/>
                      <a:pt x="129798" y="572734"/>
                    </a:cubicBezTo>
                    <a:cubicBezTo>
                      <a:pt x="130720" y="571811"/>
                      <a:pt x="133485" y="569967"/>
                      <a:pt x="133485" y="569044"/>
                    </a:cubicBezTo>
                    <a:cubicBezTo>
                      <a:pt x="133485" y="568122"/>
                      <a:pt x="132564" y="568122"/>
                      <a:pt x="129798" y="568122"/>
                    </a:cubicBezTo>
                    <a:cubicBezTo>
                      <a:pt x="127956" y="569044"/>
                      <a:pt x="127034" y="569967"/>
                      <a:pt x="127034" y="571811"/>
                    </a:cubicBezTo>
                    <a:close/>
                    <a:moveTo>
                      <a:pt x="127956" y="659427"/>
                    </a:moveTo>
                    <a:cubicBezTo>
                      <a:pt x="128877" y="660350"/>
                      <a:pt x="131642" y="660350"/>
                      <a:pt x="132564" y="658505"/>
                    </a:cubicBezTo>
                    <a:cubicBezTo>
                      <a:pt x="135329" y="654816"/>
                      <a:pt x="144545" y="656661"/>
                      <a:pt x="144545" y="661272"/>
                    </a:cubicBezTo>
                    <a:cubicBezTo>
                      <a:pt x="144545" y="662194"/>
                      <a:pt x="145466" y="664039"/>
                      <a:pt x="148231" y="664039"/>
                    </a:cubicBezTo>
                    <a:cubicBezTo>
                      <a:pt x="149153" y="664039"/>
                      <a:pt x="150996" y="662194"/>
                      <a:pt x="150996" y="659427"/>
                    </a:cubicBezTo>
                    <a:cubicBezTo>
                      <a:pt x="150996" y="656661"/>
                      <a:pt x="150075" y="654816"/>
                      <a:pt x="149153" y="655738"/>
                    </a:cubicBezTo>
                    <a:cubicBezTo>
                      <a:pt x="143623" y="656661"/>
                      <a:pt x="139015" y="654816"/>
                      <a:pt x="141780" y="652049"/>
                    </a:cubicBezTo>
                    <a:cubicBezTo>
                      <a:pt x="142702" y="650205"/>
                      <a:pt x="142702" y="648360"/>
                      <a:pt x="139937" y="649283"/>
                    </a:cubicBezTo>
                    <a:cubicBezTo>
                      <a:pt x="132564" y="651127"/>
                      <a:pt x="126112" y="657583"/>
                      <a:pt x="127956" y="659427"/>
                    </a:cubicBezTo>
                    <a:close/>
                    <a:moveTo>
                      <a:pt x="134407" y="569044"/>
                    </a:moveTo>
                    <a:cubicBezTo>
                      <a:pt x="138093" y="571811"/>
                      <a:pt x="138093" y="571811"/>
                      <a:pt x="141780" y="566278"/>
                    </a:cubicBezTo>
                    <a:cubicBezTo>
                      <a:pt x="143623" y="562588"/>
                      <a:pt x="147310" y="560744"/>
                      <a:pt x="148231" y="562588"/>
                    </a:cubicBezTo>
                    <a:cubicBezTo>
                      <a:pt x="149153" y="564433"/>
                      <a:pt x="150996" y="562588"/>
                      <a:pt x="149153" y="560744"/>
                    </a:cubicBezTo>
                    <a:cubicBezTo>
                      <a:pt x="147310" y="557977"/>
                      <a:pt x="145466" y="557055"/>
                      <a:pt x="142702" y="560744"/>
                    </a:cubicBezTo>
                    <a:cubicBezTo>
                      <a:pt x="140858" y="562588"/>
                      <a:pt x="137172" y="563511"/>
                      <a:pt x="134407" y="562588"/>
                    </a:cubicBezTo>
                    <a:cubicBezTo>
                      <a:pt x="127956" y="559822"/>
                      <a:pt x="128877" y="565355"/>
                      <a:pt x="134407" y="569044"/>
                    </a:cubicBezTo>
                    <a:close/>
                    <a:moveTo>
                      <a:pt x="132564" y="622536"/>
                    </a:moveTo>
                    <a:cubicBezTo>
                      <a:pt x="132564" y="624381"/>
                      <a:pt x="134407" y="624381"/>
                      <a:pt x="136250" y="623459"/>
                    </a:cubicBezTo>
                    <a:cubicBezTo>
                      <a:pt x="138093" y="622536"/>
                      <a:pt x="139937" y="619770"/>
                      <a:pt x="139937" y="617925"/>
                    </a:cubicBezTo>
                    <a:cubicBezTo>
                      <a:pt x="139937" y="617003"/>
                      <a:pt x="138093" y="616081"/>
                      <a:pt x="136250" y="617003"/>
                    </a:cubicBezTo>
                    <a:cubicBezTo>
                      <a:pt x="134407" y="618847"/>
                      <a:pt x="132564" y="620692"/>
                      <a:pt x="132564" y="622536"/>
                    </a:cubicBezTo>
                    <a:close/>
                    <a:moveTo>
                      <a:pt x="137172" y="554288"/>
                    </a:moveTo>
                    <a:cubicBezTo>
                      <a:pt x="138093" y="556133"/>
                      <a:pt x="140858" y="556133"/>
                      <a:pt x="142702" y="554288"/>
                    </a:cubicBezTo>
                    <a:cubicBezTo>
                      <a:pt x="144545" y="552444"/>
                      <a:pt x="147310" y="551521"/>
                      <a:pt x="148231" y="553366"/>
                    </a:cubicBezTo>
                    <a:cubicBezTo>
                      <a:pt x="149153" y="554288"/>
                      <a:pt x="150996" y="553366"/>
                      <a:pt x="151918" y="549677"/>
                    </a:cubicBezTo>
                    <a:cubicBezTo>
                      <a:pt x="152839" y="546910"/>
                      <a:pt x="152839" y="545988"/>
                      <a:pt x="150996" y="546910"/>
                    </a:cubicBezTo>
                    <a:cubicBezTo>
                      <a:pt x="150075" y="547832"/>
                      <a:pt x="147310" y="545065"/>
                      <a:pt x="147310" y="540454"/>
                    </a:cubicBezTo>
                    <a:cubicBezTo>
                      <a:pt x="147310" y="533076"/>
                      <a:pt x="148231" y="533076"/>
                      <a:pt x="150996" y="536765"/>
                    </a:cubicBezTo>
                    <a:cubicBezTo>
                      <a:pt x="153761" y="541376"/>
                      <a:pt x="154683" y="541376"/>
                      <a:pt x="161134" y="535842"/>
                    </a:cubicBezTo>
                    <a:cubicBezTo>
                      <a:pt x="164821" y="532153"/>
                      <a:pt x="167586" y="530309"/>
                      <a:pt x="166664" y="530309"/>
                    </a:cubicBezTo>
                    <a:cubicBezTo>
                      <a:pt x="165742" y="530309"/>
                      <a:pt x="165742" y="527542"/>
                      <a:pt x="167586" y="524775"/>
                    </a:cubicBezTo>
                    <a:cubicBezTo>
                      <a:pt x="171272" y="521086"/>
                      <a:pt x="169429" y="517397"/>
                      <a:pt x="167586" y="512786"/>
                    </a:cubicBezTo>
                    <a:cubicBezTo>
                      <a:pt x="164821" y="507252"/>
                      <a:pt x="163899" y="507252"/>
                      <a:pt x="167586" y="509097"/>
                    </a:cubicBezTo>
                    <a:cubicBezTo>
                      <a:pt x="171272" y="511863"/>
                      <a:pt x="173115" y="511863"/>
                      <a:pt x="174959" y="510019"/>
                    </a:cubicBezTo>
                    <a:cubicBezTo>
                      <a:pt x="180488" y="506330"/>
                      <a:pt x="179567" y="498029"/>
                      <a:pt x="174959" y="497107"/>
                    </a:cubicBezTo>
                    <a:cubicBezTo>
                      <a:pt x="173115" y="496185"/>
                      <a:pt x="174959" y="496185"/>
                      <a:pt x="178646" y="497107"/>
                    </a:cubicBezTo>
                    <a:cubicBezTo>
                      <a:pt x="184175" y="498951"/>
                      <a:pt x="186018" y="498029"/>
                      <a:pt x="184175" y="495262"/>
                    </a:cubicBezTo>
                    <a:cubicBezTo>
                      <a:pt x="183254" y="493418"/>
                      <a:pt x="180488" y="491573"/>
                      <a:pt x="179567" y="491573"/>
                    </a:cubicBezTo>
                    <a:cubicBezTo>
                      <a:pt x="177724" y="492496"/>
                      <a:pt x="175880" y="490651"/>
                      <a:pt x="175880" y="489729"/>
                    </a:cubicBezTo>
                    <a:cubicBezTo>
                      <a:pt x="175880" y="488806"/>
                      <a:pt x="179567" y="486962"/>
                      <a:pt x="183254" y="487884"/>
                    </a:cubicBezTo>
                    <a:cubicBezTo>
                      <a:pt x="188783" y="488806"/>
                      <a:pt x="191548" y="486962"/>
                      <a:pt x="192470" y="482351"/>
                    </a:cubicBezTo>
                    <a:cubicBezTo>
                      <a:pt x="192470" y="478661"/>
                      <a:pt x="195235" y="474050"/>
                      <a:pt x="198000" y="472205"/>
                    </a:cubicBezTo>
                    <a:cubicBezTo>
                      <a:pt x="200764" y="471283"/>
                      <a:pt x="201686" y="466672"/>
                      <a:pt x="201686" y="463905"/>
                    </a:cubicBezTo>
                    <a:cubicBezTo>
                      <a:pt x="202608" y="462060"/>
                      <a:pt x="202608" y="460216"/>
                      <a:pt x="205373" y="460216"/>
                    </a:cubicBezTo>
                    <a:cubicBezTo>
                      <a:pt x="206295" y="460216"/>
                      <a:pt x="209059" y="456527"/>
                      <a:pt x="209981" y="452838"/>
                    </a:cubicBezTo>
                    <a:cubicBezTo>
                      <a:pt x="210903" y="449149"/>
                      <a:pt x="213668" y="445459"/>
                      <a:pt x="215511" y="445459"/>
                    </a:cubicBezTo>
                    <a:cubicBezTo>
                      <a:pt x="220119" y="445459"/>
                      <a:pt x="221040" y="438081"/>
                      <a:pt x="216432" y="435314"/>
                    </a:cubicBezTo>
                    <a:cubicBezTo>
                      <a:pt x="215511" y="434392"/>
                      <a:pt x="209059" y="438081"/>
                      <a:pt x="203529" y="442692"/>
                    </a:cubicBezTo>
                    <a:cubicBezTo>
                      <a:pt x="193391" y="451915"/>
                      <a:pt x="193391" y="453760"/>
                      <a:pt x="196156" y="459294"/>
                    </a:cubicBezTo>
                    <a:cubicBezTo>
                      <a:pt x="199843" y="466672"/>
                      <a:pt x="198000" y="471283"/>
                      <a:pt x="190627" y="471283"/>
                    </a:cubicBezTo>
                    <a:cubicBezTo>
                      <a:pt x="186018" y="471283"/>
                      <a:pt x="185097" y="470361"/>
                      <a:pt x="190627" y="470361"/>
                    </a:cubicBezTo>
                    <a:cubicBezTo>
                      <a:pt x="194313" y="469439"/>
                      <a:pt x="194313" y="466672"/>
                      <a:pt x="194313" y="464827"/>
                    </a:cubicBezTo>
                    <a:cubicBezTo>
                      <a:pt x="193391" y="461138"/>
                      <a:pt x="192470" y="461138"/>
                      <a:pt x="188783" y="463905"/>
                    </a:cubicBezTo>
                    <a:cubicBezTo>
                      <a:pt x="184175" y="467594"/>
                      <a:pt x="183254" y="474972"/>
                      <a:pt x="187862" y="474972"/>
                    </a:cubicBezTo>
                    <a:cubicBezTo>
                      <a:pt x="192470" y="474972"/>
                      <a:pt x="191548" y="480506"/>
                      <a:pt x="186018" y="482351"/>
                    </a:cubicBezTo>
                    <a:cubicBezTo>
                      <a:pt x="183254" y="483273"/>
                      <a:pt x="182332" y="483273"/>
                      <a:pt x="183254" y="481428"/>
                    </a:cubicBezTo>
                    <a:cubicBezTo>
                      <a:pt x="184175" y="480506"/>
                      <a:pt x="184175" y="478661"/>
                      <a:pt x="182332" y="478661"/>
                    </a:cubicBezTo>
                    <a:cubicBezTo>
                      <a:pt x="178646" y="478661"/>
                      <a:pt x="170351" y="499874"/>
                      <a:pt x="170351" y="504485"/>
                    </a:cubicBezTo>
                    <a:cubicBezTo>
                      <a:pt x="170351" y="506330"/>
                      <a:pt x="169429" y="507252"/>
                      <a:pt x="168507" y="506330"/>
                    </a:cubicBezTo>
                    <a:cubicBezTo>
                      <a:pt x="164821" y="504485"/>
                      <a:pt x="160213" y="509097"/>
                      <a:pt x="160213" y="515553"/>
                    </a:cubicBezTo>
                    <a:cubicBezTo>
                      <a:pt x="160213" y="517397"/>
                      <a:pt x="156526" y="522008"/>
                      <a:pt x="154683" y="523853"/>
                    </a:cubicBezTo>
                    <a:cubicBezTo>
                      <a:pt x="146388" y="532153"/>
                      <a:pt x="135329" y="551521"/>
                      <a:pt x="137172" y="554288"/>
                    </a:cubicBezTo>
                    <a:close/>
                    <a:moveTo>
                      <a:pt x="143623" y="607780"/>
                    </a:moveTo>
                    <a:cubicBezTo>
                      <a:pt x="145466" y="607780"/>
                      <a:pt x="153761" y="600402"/>
                      <a:pt x="151918" y="600402"/>
                    </a:cubicBezTo>
                    <a:cubicBezTo>
                      <a:pt x="150996" y="599479"/>
                      <a:pt x="149153" y="600402"/>
                      <a:pt x="146388" y="601324"/>
                    </a:cubicBezTo>
                    <a:cubicBezTo>
                      <a:pt x="141780" y="602246"/>
                      <a:pt x="139015" y="607780"/>
                      <a:pt x="143623" y="607780"/>
                    </a:cubicBezTo>
                    <a:close/>
                    <a:moveTo>
                      <a:pt x="147310" y="592101"/>
                    </a:moveTo>
                    <a:cubicBezTo>
                      <a:pt x="147310" y="593024"/>
                      <a:pt x="149153" y="593024"/>
                      <a:pt x="151918" y="593024"/>
                    </a:cubicBezTo>
                    <a:cubicBezTo>
                      <a:pt x="154683" y="593024"/>
                      <a:pt x="156526" y="592101"/>
                      <a:pt x="156526" y="590257"/>
                    </a:cubicBezTo>
                    <a:cubicBezTo>
                      <a:pt x="156526" y="589335"/>
                      <a:pt x="154683" y="589335"/>
                      <a:pt x="151918" y="589335"/>
                    </a:cubicBezTo>
                    <a:cubicBezTo>
                      <a:pt x="149153" y="589335"/>
                      <a:pt x="147310" y="591179"/>
                      <a:pt x="147310" y="592101"/>
                    </a:cubicBezTo>
                    <a:close/>
                    <a:moveTo>
                      <a:pt x="147310" y="618847"/>
                    </a:moveTo>
                    <a:cubicBezTo>
                      <a:pt x="147310" y="620692"/>
                      <a:pt x="148231" y="622536"/>
                      <a:pt x="150996" y="622536"/>
                    </a:cubicBezTo>
                    <a:cubicBezTo>
                      <a:pt x="151918" y="622536"/>
                      <a:pt x="153761" y="621614"/>
                      <a:pt x="153761" y="618847"/>
                    </a:cubicBezTo>
                    <a:cubicBezTo>
                      <a:pt x="153761" y="617925"/>
                      <a:pt x="152839" y="616081"/>
                      <a:pt x="150996" y="616081"/>
                    </a:cubicBezTo>
                    <a:cubicBezTo>
                      <a:pt x="148231" y="616081"/>
                      <a:pt x="147310" y="617925"/>
                      <a:pt x="147310" y="618847"/>
                    </a:cubicBezTo>
                    <a:close/>
                    <a:moveTo>
                      <a:pt x="152839" y="639138"/>
                    </a:moveTo>
                    <a:cubicBezTo>
                      <a:pt x="154683" y="640982"/>
                      <a:pt x="156526" y="643749"/>
                      <a:pt x="154683" y="645593"/>
                    </a:cubicBezTo>
                    <a:cubicBezTo>
                      <a:pt x="153761" y="647438"/>
                      <a:pt x="154683" y="650205"/>
                      <a:pt x="156526" y="651127"/>
                    </a:cubicBezTo>
                    <a:cubicBezTo>
                      <a:pt x="163899" y="656661"/>
                      <a:pt x="168507" y="646516"/>
                      <a:pt x="162056" y="640060"/>
                    </a:cubicBezTo>
                    <a:cubicBezTo>
                      <a:pt x="160213" y="638215"/>
                      <a:pt x="156526" y="636371"/>
                      <a:pt x="153761" y="636371"/>
                    </a:cubicBezTo>
                    <a:cubicBezTo>
                      <a:pt x="150075" y="636371"/>
                      <a:pt x="149153" y="636371"/>
                      <a:pt x="152839" y="639138"/>
                    </a:cubicBezTo>
                    <a:close/>
                    <a:moveTo>
                      <a:pt x="159291" y="582879"/>
                    </a:moveTo>
                    <a:cubicBezTo>
                      <a:pt x="161134" y="581956"/>
                      <a:pt x="162978" y="580112"/>
                      <a:pt x="162978" y="579190"/>
                    </a:cubicBezTo>
                    <a:cubicBezTo>
                      <a:pt x="162978" y="578267"/>
                      <a:pt x="162056" y="578267"/>
                      <a:pt x="159291" y="578267"/>
                    </a:cubicBezTo>
                    <a:cubicBezTo>
                      <a:pt x="158369" y="578267"/>
                      <a:pt x="156526" y="579190"/>
                      <a:pt x="156526" y="581956"/>
                    </a:cubicBezTo>
                    <a:cubicBezTo>
                      <a:pt x="156526" y="582879"/>
                      <a:pt x="157447" y="582879"/>
                      <a:pt x="159291" y="582879"/>
                    </a:cubicBezTo>
                    <a:close/>
                    <a:moveTo>
                      <a:pt x="159291" y="625303"/>
                    </a:moveTo>
                    <a:cubicBezTo>
                      <a:pt x="160213" y="625303"/>
                      <a:pt x="162978" y="624381"/>
                      <a:pt x="162978" y="622536"/>
                    </a:cubicBezTo>
                    <a:cubicBezTo>
                      <a:pt x="162978" y="620692"/>
                      <a:pt x="162056" y="618847"/>
                      <a:pt x="162056" y="618847"/>
                    </a:cubicBezTo>
                    <a:cubicBezTo>
                      <a:pt x="161134" y="618847"/>
                      <a:pt x="160213" y="619770"/>
                      <a:pt x="158369" y="622536"/>
                    </a:cubicBezTo>
                    <a:cubicBezTo>
                      <a:pt x="157447" y="623459"/>
                      <a:pt x="157447" y="625303"/>
                      <a:pt x="159291" y="625303"/>
                    </a:cubicBezTo>
                    <a:close/>
                    <a:moveTo>
                      <a:pt x="162056" y="603169"/>
                    </a:moveTo>
                    <a:cubicBezTo>
                      <a:pt x="165742" y="605013"/>
                      <a:pt x="167586" y="599479"/>
                      <a:pt x="167586" y="593024"/>
                    </a:cubicBezTo>
                    <a:cubicBezTo>
                      <a:pt x="167586" y="589335"/>
                      <a:pt x="166664" y="590257"/>
                      <a:pt x="166664" y="593946"/>
                    </a:cubicBezTo>
                    <a:cubicBezTo>
                      <a:pt x="165742" y="596713"/>
                      <a:pt x="163899" y="598557"/>
                      <a:pt x="162056" y="597635"/>
                    </a:cubicBezTo>
                    <a:cubicBezTo>
                      <a:pt x="161134" y="596713"/>
                      <a:pt x="159291" y="597635"/>
                      <a:pt x="159291" y="598557"/>
                    </a:cubicBezTo>
                    <a:cubicBezTo>
                      <a:pt x="159291" y="599479"/>
                      <a:pt x="160213" y="602246"/>
                      <a:pt x="162056" y="603169"/>
                    </a:cubicBezTo>
                    <a:close/>
                    <a:moveTo>
                      <a:pt x="174959" y="585645"/>
                    </a:moveTo>
                    <a:cubicBezTo>
                      <a:pt x="178646" y="586568"/>
                      <a:pt x="182332" y="585645"/>
                      <a:pt x="185097" y="583801"/>
                    </a:cubicBezTo>
                    <a:cubicBezTo>
                      <a:pt x="190627" y="578267"/>
                      <a:pt x="190627" y="578267"/>
                      <a:pt x="183254" y="580112"/>
                    </a:cubicBezTo>
                    <a:cubicBezTo>
                      <a:pt x="177724" y="581034"/>
                      <a:pt x="177724" y="581956"/>
                      <a:pt x="180488" y="576423"/>
                    </a:cubicBezTo>
                    <a:cubicBezTo>
                      <a:pt x="182332" y="572734"/>
                      <a:pt x="185097" y="570889"/>
                      <a:pt x="186018" y="570889"/>
                    </a:cubicBezTo>
                    <a:cubicBezTo>
                      <a:pt x="186940" y="570889"/>
                      <a:pt x="188783" y="568122"/>
                      <a:pt x="188783" y="566278"/>
                    </a:cubicBezTo>
                    <a:cubicBezTo>
                      <a:pt x="188783" y="558899"/>
                      <a:pt x="177724" y="565355"/>
                      <a:pt x="173115" y="576423"/>
                    </a:cubicBezTo>
                    <a:cubicBezTo>
                      <a:pt x="169429" y="582879"/>
                      <a:pt x="168507" y="582879"/>
                      <a:pt x="174959" y="585645"/>
                    </a:cubicBezTo>
                    <a:close/>
                    <a:moveTo>
                      <a:pt x="194313" y="550599"/>
                    </a:moveTo>
                    <a:cubicBezTo>
                      <a:pt x="198921" y="550599"/>
                      <a:pt x="199843" y="549677"/>
                      <a:pt x="200764" y="544143"/>
                    </a:cubicBezTo>
                    <a:cubicBezTo>
                      <a:pt x="200764" y="536765"/>
                      <a:pt x="199843" y="536765"/>
                      <a:pt x="195235" y="542299"/>
                    </a:cubicBezTo>
                    <a:cubicBezTo>
                      <a:pt x="191548" y="545988"/>
                      <a:pt x="188783" y="547832"/>
                      <a:pt x="188783" y="548754"/>
                    </a:cubicBezTo>
                    <a:cubicBezTo>
                      <a:pt x="188783" y="549677"/>
                      <a:pt x="191548" y="550599"/>
                      <a:pt x="194313" y="550599"/>
                    </a:cubicBezTo>
                    <a:close/>
                    <a:moveTo>
                      <a:pt x="192470" y="523853"/>
                    </a:moveTo>
                    <a:lnTo>
                      <a:pt x="198921" y="518319"/>
                    </a:lnTo>
                    <a:cubicBezTo>
                      <a:pt x="205373" y="512786"/>
                      <a:pt x="207216" y="510941"/>
                      <a:pt x="204451" y="510941"/>
                    </a:cubicBezTo>
                    <a:cubicBezTo>
                      <a:pt x="203529" y="510941"/>
                      <a:pt x="200764" y="514630"/>
                      <a:pt x="198000" y="517397"/>
                    </a:cubicBezTo>
                    <a:lnTo>
                      <a:pt x="192470" y="523853"/>
                    </a:lnTo>
                    <a:close/>
                    <a:moveTo>
                      <a:pt x="208137" y="525697"/>
                    </a:moveTo>
                    <a:cubicBezTo>
                      <a:pt x="209059" y="529387"/>
                      <a:pt x="212746" y="524775"/>
                      <a:pt x="215511" y="513708"/>
                    </a:cubicBezTo>
                    <a:cubicBezTo>
                      <a:pt x="215511" y="512786"/>
                      <a:pt x="213668" y="514630"/>
                      <a:pt x="210903" y="517397"/>
                    </a:cubicBezTo>
                    <a:cubicBezTo>
                      <a:pt x="208137" y="520164"/>
                      <a:pt x="206295" y="522931"/>
                      <a:pt x="208137" y="525697"/>
                    </a:cubicBezTo>
                    <a:close/>
                    <a:moveTo>
                      <a:pt x="212746" y="434392"/>
                    </a:moveTo>
                    <a:cubicBezTo>
                      <a:pt x="216432" y="431625"/>
                      <a:pt x="218276" y="431625"/>
                      <a:pt x="219197" y="433470"/>
                    </a:cubicBezTo>
                    <a:cubicBezTo>
                      <a:pt x="220119" y="435314"/>
                      <a:pt x="222884" y="435314"/>
                      <a:pt x="224727" y="432548"/>
                    </a:cubicBezTo>
                    <a:cubicBezTo>
                      <a:pt x="230257" y="427014"/>
                      <a:pt x="230257" y="427014"/>
                      <a:pt x="225649" y="422403"/>
                    </a:cubicBezTo>
                    <a:cubicBezTo>
                      <a:pt x="223805" y="420558"/>
                      <a:pt x="220119" y="418714"/>
                      <a:pt x="218276" y="418714"/>
                    </a:cubicBezTo>
                    <a:cubicBezTo>
                      <a:pt x="217354" y="418714"/>
                      <a:pt x="217354" y="419636"/>
                      <a:pt x="219197" y="421480"/>
                    </a:cubicBezTo>
                    <a:cubicBezTo>
                      <a:pt x="222884" y="425169"/>
                      <a:pt x="222884" y="424247"/>
                      <a:pt x="218276" y="424247"/>
                    </a:cubicBezTo>
                    <a:cubicBezTo>
                      <a:pt x="215511" y="425169"/>
                      <a:pt x="211824" y="427936"/>
                      <a:pt x="209981" y="431625"/>
                    </a:cubicBezTo>
                    <a:cubicBezTo>
                      <a:pt x="208137" y="438081"/>
                      <a:pt x="209059" y="438081"/>
                      <a:pt x="212746" y="434392"/>
                    </a:cubicBezTo>
                    <a:close/>
                    <a:moveTo>
                      <a:pt x="215511" y="509097"/>
                    </a:moveTo>
                    <a:cubicBezTo>
                      <a:pt x="218276" y="511863"/>
                      <a:pt x="233944" y="495262"/>
                      <a:pt x="236708" y="488806"/>
                    </a:cubicBezTo>
                    <a:cubicBezTo>
                      <a:pt x="237630" y="485117"/>
                      <a:pt x="238552" y="482351"/>
                      <a:pt x="238552" y="482351"/>
                    </a:cubicBezTo>
                    <a:cubicBezTo>
                      <a:pt x="238552" y="481428"/>
                      <a:pt x="237630" y="481428"/>
                      <a:pt x="234865" y="483273"/>
                    </a:cubicBezTo>
                    <a:cubicBezTo>
                      <a:pt x="232100" y="484195"/>
                      <a:pt x="229335" y="487884"/>
                      <a:pt x="228413" y="490651"/>
                    </a:cubicBezTo>
                    <a:cubicBezTo>
                      <a:pt x="227492" y="493418"/>
                      <a:pt x="223805" y="498029"/>
                      <a:pt x="220119" y="501718"/>
                    </a:cubicBezTo>
                    <a:cubicBezTo>
                      <a:pt x="216432" y="504485"/>
                      <a:pt x="214589" y="507252"/>
                      <a:pt x="215511" y="509097"/>
                    </a:cubicBezTo>
                    <a:close/>
                    <a:moveTo>
                      <a:pt x="234865" y="411335"/>
                    </a:moveTo>
                    <a:cubicBezTo>
                      <a:pt x="240395" y="409491"/>
                      <a:pt x="240395" y="409491"/>
                      <a:pt x="233944" y="407646"/>
                    </a:cubicBezTo>
                    <a:cubicBezTo>
                      <a:pt x="231178" y="406724"/>
                      <a:pt x="227492" y="408568"/>
                      <a:pt x="225649" y="410413"/>
                    </a:cubicBezTo>
                    <a:cubicBezTo>
                      <a:pt x="221962" y="414102"/>
                      <a:pt x="225649" y="414102"/>
                      <a:pt x="234865" y="411335"/>
                    </a:cubicBezTo>
                    <a:close/>
                    <a:moveTo>
                      <a:pt x="230257" y="422403"/>
                    </a:moveTo>
                    <a:cubicBezTo>
                      <a:pt x="230257" y="424247"/>
                      <a:pt x="231178" y="426092"/>
                      <a:pt x="233944" y="426092"/>
                    </a:cubicBezTo>
                    <a:cubicBezTo>
                      <a:pt x="234865" y="426092"/>
                      <a:pt x="236708" y="423325"/>
                      <a:pt x="236708" y="421480"/>
                    </a:cubicBezTo>
                    <a:cubicBezTo>
                      <a:pt x="236708" y="418714"/>
                      <a:pt x="235786" y="417791"/>
                      <a:pt x="233944" y="417791"/>
                    </a:cubicBezTo>
                    <a:cubicBezTo>
                      <a:pt x="231178" y="418714"/>
                      <a:pt x="230257" y="420558"/>
                      <a:pt x="230257" y="422403"/>
                    </a:cubicBezTo>
                    <a:close/>
                    <a:moveTo>
                      <a:pt x="235786" y="522008"/>
                    </a:moveTo>
                    <a:cubicBezTo>
                      <a:pt x="239473" y="516475"/>
                      <a:pt x="239473" y="516475"/>
                      <a:pt x="235786" y="516475"/>
                    </a:cubicBezTo>
                    <a:cubicBezTo>
                      <a:pt x="233944" y="516475"/>
                      <a:pt x="232100" y="519242"/>
                      <a:pt x="232100" y="522008"/>
                    </a:cubicBezTo>
                    <a:cubicBezTo>
                      <a:pt x="233022" y="525697"/>
                      <a:pt x="233022" y="525697"/>
                      <a:pt x="235786" y="522008"/>
                    </a:cubicBezTo>
                    <a:close/>
                    <a:moveTo>
                      <a:pt x="235786" y="396579"/>
                    </a:moveTo>
                    <a:cubicBezTo>
                      <a:pt x="238552" y="393812"/>
                      <a:pt x="243160" y="392890"/>
                      <a:pt x="246846" y="392890"/>
                    </a:cubicBezTo>
                    <a:cubicBezTo>
                      <a:pt x="254219" y="392890"/>
                      <a:pt x="256062" y="389201"/>
                      <a:pt x="247768" y="389201"/>
                    </a:cubicBezTo>
                    <a:cubicBezTo>
                      <a:pt x="244081" y="389201"/>
                      <a:pt x="240395" y="390123"/>
                      <a:pt x="237630" y="394734"/>
                    </a:cubicBezTo>
                    <a:cubicBezTo>
                      <a:pt x="233944" y="397501"/>
                      <a:pt x="233944" y="398423"/>
                      <a:pt x="235786" y="396579"/>
                    </a:cubicBezTo>
                    <a:close/>
                    <a:moveTo>
                      <a:pt x="245925" y="471283"/>
                    </a:moveTo>
                    <a:cubicBezTo>
                      <a:pt x="250533" y="471283"/>
                      <a:pt x="251454" y="464827"/>
                      <a:pt x="246846" y="462060"/>
                    </a:cubicBezTo>
                    <a:cubicBezTo>
                      <a:pt x="245925" y="461138"/>
                      <a:pt x="244081" y="462983"/>
                      <a:pt x="243160" y="465749"/>
                    </a:cubicBezTo>
                    <a:cubicBezTo>
                      <a:pt x="243160" y="469439"/>
                      <a:pt x="244081" y="472205"/>
                      <a:pt x="245925" y="471283"/>
                    </a:cubicBezTo>
                    <a:close/>
                    <a:moveTo>
                      <a:pt x="247768" y="400268"/>
                    </a:moveTo>
                    <a:cubicBezTo>
                      <a:pt x="248690" y="399346"/>
                      <a:pt x="251454" y="398423"/>
                      <a:pt x="251454" y="397501"/>
                    </a:cubicBezTo>
                    <a:cubicBezTo>
                      <a:pt x="251454" y="396579"/>
                      <a:pt x="250533" y="396579"/>
                      <a:pt x="247768" y="396579"/>
                    </a:cubicBezTo>
                    <a:cubicBezTo>
                      <a:pt x="246846" y="396579"/>
                      <a:pt x="245003" y="397501"/>
                      <a:pt x="245003" y="399346"/>
                    </a:cubicBezTo>
                    <a:cubicBezTo>
                      <a:pt x="245003" y="401190"/>
                      <a:pt x="245925" y="401190"/>
                      <a:pt x="247768" y="400268"/>
                    </a:cubicBezTo>
                    <a:close/>
                    <a:moveTo>
                      <a:pt x="245925" y="383667"/>
                    </a:moveTo>
                    <a:cubicBezTo>
                      <a:pt x="247768" y="385512"/>
                      <a:pt x="256062" y="376289"/>
                      <a:pt x="254219" y="374444"/>
                    </a:cubicBezTo>
                    <a:cubicBezTo>
                      <a:pt x="253298" y="373522"/>
                      <a:pt x="250533" y="373522"/>
                      <a:pt x="248690" y="377211"/>
                    </a:cubicBezTo>
                    <a:cubicBezTo>
                      <a:pt x="246846" y="380900"/>
                      <a:pt x="245925" y="382745"/>
                      <a:pt x="245925" y="383667"/>
                    </a:cubicBezTo>
                    <a:close/>
                    <a:moveTo>
                      <a:pt x="257906" y="461138"/>
                    </a:moveTo>
                    <a:cubicBezTo>
                      <a:pt x="260671" y="461138"/>
                      <a:pt x="262514" y="459294"/>
                      <a:pt x="262514" y="459294"/>
                    </a:cubicBezTo>
                    <a:cubicBezTo>
                      <a:pt x="262514" y="458371"/>
                      <a:pt x="260671" y="457449"/>
                      <a:pt x="258827" y="456527"/>
                    </a:cubicBezTo>
                    <a:cubicBezTo>
                      <a:pt x="256062" y="455605"/>
                      <a:pt x="255141" y="457449"/>
                      <a:pt x="254219" y="459294"/>
                    </a:cubicBezTo>
                    <a:cubicBezTo>
                      <a:pt x="254219" y="461138"/>
                      <a:pt x="255141" y="462060"/>
                      <a:pt x="257906" y="461138"/>
                    </a:cubicBezTo>
                    <a:close/>
                    <a:moveTo>
                      <a:pt x="256984" y="370755"/>
                    </a:moveTo>
                    <a:cubicBezTo>
                      <a:pt x="260671" y="374444"/>
                      <a:pt x="264357" y="369833"/>
                      <a:pt x="264357" y="363377"/>
                    </a:cubicBezTo>
                    <a:cubicBezTo>
                      <a:pt x="264357" y="359688"/>
                      <a:pt x="265279" y="356921"/>
                      <a:pt x="268044" y="355999"/>
                    </a:cubicBezTo>
                    <a:cubicBezTo>
                      <a:pt x="269887" y="355076"/>
                      <a:pt x="269887" y="355999"/>
                      <a:pt x="268966" y="358765"/>
                    </a:cubicBezTo>
                    <a:cubicBezTo>
                      <a:pt x="268044" y="361532"/>
                      <a:pt x="268044" y="363377"/>
                      <a:pt x="268966" y="363377"/>
                    </a:cubicBezTo>
                    <a:cubicBezTo>
                      <a:pt x="272652" y="363377"/>
                      <a:pt x="287398" y="347698"/>
                      <a:pt x="287398" y="344931"/>
                    </a:cubicBezTo>
                    <a:cubicBezTo>
                      <a:pt x="287398" y="343087"/>
                      <a:pt x="285555" y="344931"/>
                      <a:pt x="282790" y="348620"/>
                    </a:cubicBezTo>
                    <a:cubicBezTo>
                      <a:pt x="277260" y="355999"/>
                      <a:pt x="272652" y="356921"/>
                      <a:pt x="272652" y="350465"/>
                    </a:cubicBezTo>
                    <a:cubicBezTo>
                      <a:pt x="272652" y="345854"/>
                      <a:pt x="271730" y="346776"/>
                      <a:pt x="265279" y="354154"/>
                    </a:cubicBezTo>
                    <a:cubicBezTo>
                      <a:pt x="260671" y="358765"/>
                      <a:pt x="258827" y="364299"/>
                      <a:pt x="259749" y="364299"/>
                    </a:cubicBezTo>
                    <a:cubicBezTo>
                      <a:pt x="260671" y="365221"/>
                      <a:pt x="258827" y="367066"/>
                      <a:pt x="256984" y="367988"/>
                    </a:cubicBezTo>
                    <a:cubicBezTo>
                      <a:pt x="256984" y="367988"/>
                      <a:pt x="256062" y="369833"/>
                      <a:pt x="256984" y="370755"/>
                    </a:cubicBezTo>
                    <a:close/>
                    <a:moveTo>
                      <a:pt x="262514" y="437159"/>
                    </a:moveTo>
                    <a:cubicBezTo>
                      <a:pt x="262514" y="439003"/>
                      <a:pt x="263435" y="439926"/>
                      <a:pt x="265279" y="438081"/>
                    </a:cubicBezTo>
                    <a:cubicBezTo>
                      <a:pt x="267122" y="436237"/>
                      <a:pt x="268966" y="435314"/>
                      <a:pt x="268966" y="434392"/>
                    </a:cubicBezTo>
                    <a:cubicBezTo>
                      <a:pt x="268966" y="433470"/>
                      <a:pt x="268044" y="433470"/>
                      <a:pt x="265279" y="433470"/>
                    </a:cubicBezTo>
                    <a:cubicBezTo>
                      <a:pt x="263435" y="434392"/>
                      <a:pt x="262514" y="435314"/>
                      <a:pt x="262514" y="437159"/>
                    </a:cubicBezTo>
                    <a:close/>
                    <a:moveTo>
                      <a:pt x="277260" y="341242"/>
                    </a:moveTo>
                    <a:cubicBezTo>
                      <a:pt x="277260" y="344009"/>
                      <a:pt x="278182" y="343087"/>
                      <a:pt x="280025" y="340320"/>
                    </a:cubicBezTo>
                    <a:cubicBezTo>
                      <a:pt x="283712" y="334786"/>
                      <a:pt x="283712" y="332942"/>
                      <a:pt x="280025" y="335709"/>
                    </a:cubicBezTo>
                    <a:cubicBezTo>
                      <a:pt x="279103" y="336631"/>
                      <a:pt x="277260" y="338475"/>
                      <a:pt x="277260" y="341242"/>
                    </a:cubicBezTo>
                    <a:close/>
                    <a:moveTo>
                      <a:pt x="281868" y="419636"/>
                    </a:moveTo>
                    <a:cubicBezTo>
                      <a:pt x="285555" y="419636"/>
                      <a:pt x="289242" y="415947"/>
                      <a:pt x="287398" y="414102"/>
                    </a:cubicBezTo>
                    <a:cubicBezTo>
                      <a:pt x="286476" y="413180"/>
                      <a:pt x="283712" y="414102"/>
                      <a:pt x="281868" y="415947"/>
                    </a:cubicBezTo>
                    <a:cubicBezTo>
                      <a:pt x="279103" y="418714"/>
                      <a:pt x="280025" y="419636"/>
                      <a:pt x="281868" y="419636"/>
                    </a:cubicBezTo>
                    <a:close/>
                    <a:moveTo>
                      <a:pt x="328872" y="365221"/>
                    </a:moveTo>
                    <a:cubicBezTo>
                      <a:pt x="330715" y="365221"/>
                      <a:pt x="332558" y="364299"/>
                      <a:pt x="332558" y="362455"/>
                    </a:cubicBezTo>
                    <a:cubicBezTo>
                      <a:pt x="332558" y="361532"/>
                      <a:pt x="331637" y="360610"/>
                      <a:pt x="329793" y="360610"/>
                    </a:cubicBezTo>
                    <a:cubicBezTo>
                      <a:pt x="327950" y="360610"/>
                      <a:pt x="326107" y="361532"/>
                      <a:pt x="325185" y="362455"/>
                    </a:cubicBezTo>
                    <a:cubicBezTo>
                      <a:pt x="325185" y="364299"/>
                      <a:pt x="326107" y="365221"/>
                      <a:pt x="328872" y="365221"/>
                    </a:cubicBezTo>
                    <a:close/>
                    <a:moveTo>
                      <a:pt x="339932" y="354154"/>
                    </a:moveTo>
                    <a:cubicBezTo>
                      <a:pt x="343618" y="355076"/>
                      <a:pt x="344540" y="353232"/>
                      <a:pt x="343618" y="353232"/>
                    </a:cubicBezTo>
                    <a:cubicBezTo>
                      <a:pt x="342696" y="352310"/>
                      <a:pt x="339932" y="352310"/>
                      <a:pt x="338088" y="353232"/>
                    </a:cubicBezTo>
                    <a:cubicBezTo>
                      <a:pt x="336245" y="354154"/>
                      <a:pt x="337166" y="354154"/>
                      <a:pt x="339932" y="354154"/>
                    </a:cubicBezTo>
                    <a:close/>
                    <a:moveTo>
                      <a:pt x="348226" y="343087"/>
                    </a:moveTo>
                    <a:cubicBezTo>
                      <a:pt x="352834" y="339398"/>
                      <a:pt x="354677" y="337553"/>
                      <a:pt x="351913" y="337553"/>
                    </a:cubicBezTo>
                    <a:cubicBezTo>
                      <a:pt x="350991" y="337553"/>
                      <a:pt x="349148" y="340320"/>
                      <a:pt x="346383" y="343087"/>
                    </a:cubicBezTo>
                    <a:cubicBezTo>
                      <a:pt x="343618" y="346776"/>
                      <a:pt x="343618" y="347698"/>
                      <a:pt x="348226" y="343087"/>
                    </a:cubicBezTo>
                    <a:close/>
                    <a:moveTo>
                      <a:pt x="355599" y="244403"/>
                    </a:moveTo>
                    <a:cubicBezTo>
                      <a:pt x="360207" y="237947"/>
                      <a:pt x="361129" y="237025"/>
                      <a:pt x="356521" y="238870"/>
                    </a:cubicBezTo>
                    <a:cubicBezTo>
                      <a:pt x="354677" y="239792"/>
                      <a:pt x="352834" y="238870"/>
                      <a:pt x="352834" y="237025"/>
                    </a:cubicBezTo>
                    <a:cubicBezTo>
                      <a:pt x="351913" y="235180"/>
                      <a:pt x="351913" y="237025"/>
                      <a:pt x="351913" y="241636"/>
                    </a:cubicBezTo>
                    <a:cubicBezTo>
                      <a:pt x="351913" y="249015"/>
                      <a:pt x="352834" y="249015"/>
                      <a:pt x="355599" y="244403"/>
                    </a:cubicBezTo>
                    <a:close/>
                    <a:moveTo>
                      <a:pt x="380483" y="220424"/>
                    </a:moveTo>
                    <a:cubicBezTo>
                      <a:pt x="384170" y="219502"/>
                      <a:pt x="384170" y="218579"/>
                      <a:pt x="380483" y="216735"/>
                    </a:cubicBezTo>
                    <a:cubicBezTo>
                      <a:pt x="378640" y="215813"/>
                      <a:pt x="376797" y="215813"/>
                      <a:pt x="374954" y="217657"/>
                    </a:cubicBezTo>
                    <a:cubicBezTo>
                      <a:pt x="372189" y="221346"/>
                      <a:pt x="376797" y="222269"/>
                      <a:pt x="380483" y="220424"/>
                    </a:cubicBezTo>
                    <a:close/>
                    <a:moveTo>
                      <a:pt x="387856" y="206590"/>
                    </a:moveTo>
                    <a:cubicBezTo>
                      <a:pt x="389699" y="205668"/>
                      <a:pt x="391543" y="202901"/>
                      <a:pt x="390621" y="201978"/>
                    </a:cubicBezTo>
                    <a:cubicBezTo>
                      <a:pt x="389699" y="201056"/>
                      <a:pt x="390621" y="199212"/>
                      <a:pt x="392464" y="199212"/>
                    </a:cubicBezTo>
                    <a:cubicBezTo>
                      <a:pt x="396151" y="199212"/>
                      <a:pt x="396151" y="193678"/>
                      <a:pt x="392464" y="191834"/>
                    </a:cubicBezTo>
                    <a:cubicBezTo>
                      <a:pt x="390621" y="190911"/>
                      <a:pt x="388778" y="192756"/>
                      <a:pt x="388778" y="194600"/>
                    </a:cubicBezTo>
                    <a:cubicBezTo>
                      <a:pt x="389699" y="197367"/>
                      <a:pt x="386935" y="201056"/>
                      <a:pt x="384170" y="203823"/>
                    </a:cubicBezTo>
                    <a:cubicBezTo>
                      <a:pt x="379562" y="208434"/>
                      <a:pt x="380483" y="209357"/>
                      <a:pt x="387856"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29" name="Freeform 28">
                <a:extLst>
                  <a:ext uri="{FF2B5EF4-FFF2-40B4-BE49-F238E27FC236}">
                    <a16:creationId xmlns:a16="http://schemas.microsoft.com/office/drawing/2014/main" id="{0F251AA1-A499-EA25-F85F-7E14DB6641FD}"/>
                  </a:ext>
                </a:extLst>
              </p:cNvPr>
              <p:cNvSpPr/>
              <p:nvPr/>
            </p:nvSpPr>
            <p:spPr>
              <a:xfrm>
                <a:off x="9475161" y="389211"/>
                <a:ext cx="558861" cy="983192"/>
              </a:xfrm>
              <a:custGeom>
                <a:avLst/>
                <a:gdLst>
                  <a:gd name="connsiteX0" fmla="*/ 404714 w 558861"/>
                  <a:gd name="connsiteY0" fmla="*/ 257315 h 983192"/>
                  <a:gd name="connsiteX1" fmla="*/ 400106 w 558861"/>
                  <a:gd name="connsiteY1" fmla="*/ 266538 h 983192"/>
                  <a:gd name="connsiteX2" fmla="*/ 388124 w 558861"/>
                  <a:gd name="connsiteY2" fmla="*/ 280372 h 983192"/>
                  <a:gd name="connsiteX3" fmla="*/ 371535 w 558861"/>
                  <a:gd name="connsiteY3" fmla="*/ 301584 h 983192"/>
                  <a:gd name="connsiteX4" fmla="*/ 362318 w 558861"/>
                  <a:gd name="connsiteY4" fmla="*/ 316341 h 983192"/>
                  <a:gd name="connsiteX5" fmla="*/ 339277 w 558861"/>
                  <a:gd name="connsiteY5" fmla="*/ 349543 h 983192"/>
                  <a:gd name="connsiteX6" fmla="*/ 307942 w 558861"/>
                  <a:gd name="connsiteY6" fmla="*/ 392890 h 983192"/>
                  <a:gd name="connsiteX7" fmla="*/ 305177 w 558861"/>
                  <a:gd name="connsiteY7" fmla="*/ 398423 h 983192"/>
                  <a:gd name="connsiteX8" fmla="*/ 287666 w 558861"/>
                  <a:gd name="connsiteY8" fmla="*/ 423325 h 983192"/>
                  <a:gd name="connsiteX9" fmla="*/ 270155 w 558861"/>
                  <a:gd name="connsiteY9" fmla="*/ 449149 h 983192"/>
                  <a:gd name="connsiteX10" fmla="*/ 245271 w 558861"/>
                  <a:gd name="connsiteY10" fmla="*/ 487884 h 983192"/>
                  <a:gd name="connsiteX11" fmla="*/ 222230 w 558861"/>
                  <a:gd name="connsiteY11" fmla="*/ 527542 h 983192"/>
                  <a:gd name="connsiteX12" fmla="*/ 203798 w 558861"/>
                  <a:gd name="connsiteY12" fmla="*/ 558899 h 983192"/>
                  <a:gd name="connsiteX13" fmla="*/ 144813 w 558861"/>
                  <a:gd name="connsiteY13" fmla="*/ 650205 h 983192"/>
                  <a:gd name="connsiteX14" fmla="*/ 144813 w 558861"/>
                  <a:gd name="connsiteY14" fmla="*/ 652049 h 983192"/>
                  <a:gd name="connsiteX15" fmla="*/ 142048 w 558861"/>
                  <a:gd name="connsiteY15" fmla="*/ 671417 h 983192"/>
                  <a:gd name="connsiteX16" fmla="*/ 119928 w 558861"/>
                  <a:gd name="connsiteY16" fmla="*/ 704619 h 983192"/>
                  <a:gd name="connsiteX17" fmla="*/ 119007 w 558861"/>
                  <a:gd name="connsiteY17" fmla="*/ 709231 h 983192"/>
                  <a:gd name="connsiteX18" fmla="*/ 118085 w 558861"/>
                  <a:gd name="connsiteY18" fmla="*/ 722142 h 983192"/>
                  <a:gd name="connsiteX19" fmla="*/ 101496 w 558861"/>
                  <a:gd name="connsiteY19" fmla="*/ 742433 h 983192"/>
                  <a:gd name="connsiteX20" fmla="*/ 98731 w 558861"/>
                  <a:gd name="connsiteY20" fmla="*/ 744277 h 983192"/>
                  <a:gd name="connsiteX21" fmla="*/ 95966 w 558861"/>
                  <a:gd name="connsiteY21" fmla="*/ 747044 h 983192"/>
                  <a:gd name="connsiteX22" fmla="*/ 94123 w 558861"/>
                  <a:gd name="connsiteY22" fmla="*/ 745199 h 983192"/>
                  <a:gd name="connsiteX23" fmla="*/ 91358 w 558861"/>
                  <a:gd name="connsiteY23" fmla="*/ 739666 h 983192"/>
                  <a:gd name="connsiteX24" fmla="*/ 82142 w 558861"/>
                  <a:gd name="connsiteY24" fmla="*/ 751655 h 983192"/>
                  <a:gd name="connsiteX25" fmla="*/ 77533 w 558861"/>
                  <a:gd name="connsiteY25" fmla="*/ 767334 h 983192"/>
                  <a:gd name="connsiteX26" fmla="*/ 81220 w 558861"/>
                  <a:gd name="connsiteY26" fmla="*/ 762723 h 983192"/>
                  <a:gd name="connsiteX27" fmla="*/ 86750 w 558861"/>
                  <a:gd name="connsiteY27" fmla="*/ 758111 h 983192"/>
                  <a:gd name="connsiteX28" fmla="*/ 89515 w 558861"/>
                  <a:gd name="connsiteY28" fmla="*/ 754422 h 983192"/>
                  <a:gd name="connsiteX29" fmla="*/ 92279 w 558861"/>
                  <a:gd name="connsiteY29" fmla="*/ 749811 h 983192"/>
                  <a:gd name="connsiteX30" fmla="*/ 95044 w 558861"/>
                  <a:gd name="connsiteY30" fmla="*/ 754422 h 983192"/>
                  <a:gd name="connsiteX31" fmla="*/ 93201 w 558861"/>
                  <a:gd name="connsiteY31" fmla="*/ 761800 h 983192"/>
                  <a:gd name="connsiteX32" fmla="*/ 87671 w 558861"/>
                  <a:gd name="connsiteY32" fmla="*/ 770101 h 983192"/>
                  <a:gd name="connsiteX33" fmla="*/ 85828 w 558861"/>
                  <a:gd name="connsiteY33" fmla="*/ 783013 h 983192"/>
                  <a:gd name="connsiteX34" fmla="*/ 83985 w 558861"/>
                  <a:gd name="connsiteY34" fmla="*/ 795002 h 983192"/>
                  <a:gd name="connsiteX35" fmla="*/ 66474 w 558861"/>
                  <a:gd name="connsiteY35" fmla="*/ 854950 h 983192"/>
                  <a:gd name="connsiteX36" fmla="*/ 59101 w 558861"/>
                  <a:gd name="connsiteY36" fmla="*/ 873396 h 983192"/>
                  <a:gd name="connsiteX37" fmla="*/ 57257 w 558861"/>
                  <a:gd name="connsiteY37" fmla="*/ 883541 h 983192"/>
                  <a:gd name="connsiteX38" fmla="*/ 60944 w 558861"/>
                  <a:gd name="connsiteY38" fmla="*/ 892764 h 983192"/>
                  <a:gd name="connsiteX39" fmla="*/ 60944 w 558861"/>
                  <a:gd name="connsiteY39" fmla="*/ 896453 h 983192"/>
                  <a:gd name="connsiteX40" fmla="*/ 64630 w 558861"/>
                  <a:gd name="connsiteY40" fmla="*/ 936111 h 983192"/>
                  <a:gd name="connsiteX41" fmla="*/ 99652 w 558861"/>
                  <a:gd name="connsiteY41" fmla="*/ 973002 h 983192"/>
                  <a:gd name="connsiteX42" fmla="*/ 97810 w 558861"/>
                  <a:gd name="connsiteY42" fmla="*/ 983146 h 983192"/>
                  <a:gd name="connsiteX43" fmla="*/ 36060 w 558861"/>
                  <a:gd name="connsiteY43" fmla="*/ 955478 h 983192"/>
                  <a:gd name="connsiteX44" fmla="*/ 35138 w 558861"/>
                  <a:gd name="connsiteY44" fmla="*/ 695396 h 983192"/>
                  <a:gd name="connsiteX45" fmla="*/ 94123 w 558861"/>
                  <a:gd name="connsiteY45" fmla="*/ 574578 h 983192"/>
                  <a:gd name="connsiteX46" fmla="*/ 117164 w 558861"/>
                  <a:gd name="connsiteY46" fmla="*/ 534920 h 983192"/>
                  <a:gd name="connsiteX47" fmla="*/ 142048 w 558861"/>
                  <a:gd name="connsiteY47" fmla="*/ 497107 h 983192"/>
                  <a:gd name="connsiteX48" fmla="*/ 145734 w 558861"/>
                  <a:gd name="connsiteY48" fmla="*/ 489729 h 983192"/>
                  <a:gd name="connsiteX49" fmla="*/ 151264 w 558861"/>
                  <a:gd name="connsiteY49" fmla="*/ 478661 h 983192"/>
                  <a:gd name="connsiteX50" fmla="*/ 158637 w 558861"/>
                  <a:gd name="connsiteY50" fmla="*/ 466672 h 983192"/>
                  <a:gd name="connsiteX51" fmla="*/ 170618 w 558861"/>
                  <a:gd name="connsiteY51" fmla="*/ 444537 h 983192"/>
                  <a:gd name="connsiteX52" fmla="*/ 196424 w 558861"/>
                  <a:gd name="connsiteY52" fmla="*/ 402112 h 983192"/>
                  <a:gd name="connsiteX53" fmla="*/ 224073 w 558861"/>
                  <a:gd name="connsiteY53" fmla="*/ 363377 h 983192"/>
                  <a:gd name="connsiteX54" fmla="*/ 253565 w 558861"/>
                  <a:gd name="connsiteY54" fmla="*/ 320030 h 983192"/>
                  <a:gd name="connsiteX55" fmla="*/ 270155 w 558861"/>
                  <a:gd name="connsiteY55" fmla="*/ 296973 h 983192"/>
                  <a:gd name="connsiteX56" fmla="*/ 284901 w 558861"/>
                  <a:gd name="connsiteY56" fmla="*/ 274838 h 983192"/>
                  <a:gd name="connsiteX57" fmla="*/ 298726 w 558861"/>
                  <a:gd name="connsiteY57" fmla="*/ 252704 h 983192"/>
                  <a:gd name="connsiteX58" fmla="*/ 309786 w 558861"/>
                  <a:gd name="connsiteY58" fmla="*/ 238870 h 983192"/>
                  <a:gd name="connsiteX59" fmla="*/ 317158 w 558861"/>
                  <a:gd name="connsiteY59" fmla="*/ 227802 h 983192"/>
                  <a:gd name="connsiteX60" fmla="*/ 319002 w 558861"/>
                  <a:gd name="connsiteY60" fmla="*/ 225036 h 983192"/>
                  <a:gd name="connsiteX61" fmla="*/ 333748 w 558861"/>
                  <a:gd name="connsiteY61" fmla="*/ 220424 h 983192"/>
                  <a:gd name="connsiteX62" fmla="*/ 328218 w 558861"/>
                  <a:gd name="connsiteY62" fmla="*/ 219502 h 983192"/>
                  <a:gd name="connsiteX63" fmla="*/ 322688 w 558861"/>
                  <a:gd name="connsiteY63" fmla="*/ 219502 h 983192"/>
                  <a:gd name="connsiteX64" fmla="*/ 374300 w 558861"/>
                  <a:gd name="connsiteY64" fmla="*/ 144797 h 983192"/>
                  <a:gd name="connsiteX65" fmla="*/ 386281 w 558861"/>
                  <a:gd name="connsiteY65" fmla="*/ 128196 h 983192"/>
                  <a:gd name="connsiteX66" fmla="*/ 394575 w 558861"/>
                  <a:gd name="connsiteY66" fmla="*/ 116207 h 983192"/>
                  <a:gd name="connsiteX67" fmla="*/ 439736 w 558861"/>
                  <a:gd name="connsiteY67" fmla="*/ 59948 h 983192"/>
                  <a:gd name="connsiteX68" fmla="*/ 507937 w 558861"/>
                  <a:gd name="connsiteY68" fmla="*/ 0 h 983192"/>
                  <a:gd name="connsiteX69" fmla="*/ 527291 w 558861"/>
                  <a:gd name="connsiteY69" fmla="*/ 4611 h 983192"/>
                  <a:gd name="connsiteX70" fmla="*/ 556783 w 558861"/>
                  <a:gd name="connsiteY70" fmla="*/ 35969 h 983192"/>
                  <a:gd name="connsiteX71" fmla="*/ 558627 w 558861"/>
                  <a:gd name="connsiteY71" fmla="*/ 49803 h 983192"/>
                  <a:gd name="connsiteX72" fmla="*/ 554019 w 558861"/>
                  <a:gd name="connsiteY72" fmla="*/ 62715 h 983192"/>
                  <a:gd name="connsiteX73" fmla="*/ 542959 w 558861"/>
                  <a:gd name="connsiteY73" fmla="*/ 80238 h 983192"/>
                  <a:gd name="connsiteX74" fmla="*/ 507015 w 558861"/>
                  <a:gd name="connsiteY74" fmla="*/ 121740 h 983192"/>
                  <a:gd name="connsiteX75" fmla="*/ 471993 w 558861"/>
                  <a:gd name="connsiteY75" fmla="*/ 163243 h 983192"/>
                  <a:gd name="connsiteX76" fmla="*/ 437892 w 558861"/>
                  <a:gd name="connsiteY76" fmla="*/ 206590 h 983192"/>
                  <a:gd name="connsiteX77" fmla="*/ 426833 w 558861"/>
                  <a:gd name="connsiteY77" fmla="*/ 219502 h 983192"/>
                  <a:gd name="connsiteX78" fmla="*/ 416695 w 558861"/>
                  <a:gd name="connsiteY78" fmla="*/ 233336 h 983192"/>
                  <a:gd name="connsiteX79" fmla="*/ 414852 w 558861"/>
                  <a:gd name="connsiteY79" fmla="*/ 236103 h 983192"/>
                  <a:gd name="connsiteX80" fmla="*/ 404714 w 558861"/>
                  <a:gd name="connsiteY80" fmla="*/ 257315 h 983192"/>
                  <a:gd name="connsiteX81" fmla="*/ 36981 w 558861"/>
                  <a:gd name="connsiteY81" fmla="*/ 749811 h 983192"/>
                  <a:gd name="connsiteX82" fmla="*/ 39746 w 558861"/>
                  <a:gd name="connsiteY82" fmla="*/ 741510 h 983192"/>
                  <a:gd name="connsiteX83" fmla="*/ 36981 w 558861"/>
                  <a:gd name="connsiteY83" fmla="*/ 738743 h 983192"/>
                  <a:gd name="connsiteX84" fmla="*/ 36981 w 558861"/>
                  <a:gd name="connsiteY84" fmla="*/ 749811 h 983192"/>
                  <a:gd name="connsiteX85" fmla="*/ 58179 w 558861"/>
                  <a:gd name="connsiteY85" fmla="*/ 871551 h 983192"/>
                  <a:gd name="connsiteX86" fmla="*/ 61866 w 558861"/>
                  <a:gd name="connsiteY86" fmla="*/ 858639 h 983192"/>
                  <a:gd name="connsiteX87" fmla="*/ 64630 w 558861"/>
                  <a:gd name="connsiteY87" fmla="*/ 835582 h 983192"/>
                  <a:gd name="connsiteX88" fmla="*/ 65552 w 558861"/>
                  <a:gd name="connsiteY88" fmla="*/ 812525 h 983192"/>
                  <a:gd name="connsiteX89" fmla="*/ 58179 w 558861"/>
                  <a:gd name="connsiteY89" fmla="*/ 847572 h 983192"/>
                  <a:gd name="connsiteX90" fmla="*/ 57257 w 558861"/>
                  <a:gd name="connsiteY90" fmla="*/ 865095 h 983192"/>
                  <a:gd name="connsiteX91" fmla="*/ 58179 w 558861"/>
                  <a:gd name="connsiteY91" fmla="*/ 871551 h 983192"/>
                  <a:gd name="connsiteX92" fmla="*/ 54493 w 558861"/>
                  <a:gd name="connsiteY92" fmla="*/ 695396 h 983192"/>
                  <a:gd name="connsiteX93" fmla="*/ 61866 w 558861"/>
                  <a:gd name="connsiteY93" fmla="*/ 691707 h 983192"/>
                  <a:gd name="connsiteX94" fmla="*/ 58179 w 558861"/>
                  <a:gd name="connsiteY94" fmla="*/ 688940 h 983192"/>
                  <a:gd name="connsiteX95" fmla="*/ 57257 w 558861"/>
                  <a:gd name="connsiteY95" fmla="*/ 689863 h 983192"/>
                  <a:gd name="connsiteX96" fmla="*/ 55414 w 558861"/>
                  <a:gd name="connsiteY96" fmla="*/ 692629 h 983192"/>
                  <a:gd name="connsiteX97" fmla="*/ 54493 w 558861"/>
                  <a:gd name="connsiteY97" fmla="*/ 695396 h 983192"/>
                  <a:gd name="connsiteX98" fmla="*/ 73847 w 558861"/>
                  <a:gd name="connsiteY98" fmla="*/ 789468 h 983192"/>
                  <a:gd name="connsiteX99" fmla="*/ 77533 w 558861"/>
                  <a:gd name="connsiteY99" fmla="*/ 777479 h 983192"/>
                  <a:gd name="connsiteX100" fmla="*/ 71082 w 558861"/>
                  <a:gd name="connsiteY100" fmla="*/ 785779 h 983192"/>
                  <a:gd name="connsiteX101" fmla="*/ 73847 w 558861"/>
                  <a:gd name="connsiteY101" fmla="*/ 789468 h 983192"/>
                  <a:gd name="connsiteX102" fmla="*/ 71082 w 558861"/>
                  <a:gd name="connsiteY102" fmla="*/ 726754 h 983192"/>
                  <a:gd name="connsiteX103" fmla="*/ 74769 w 558861"/>
                  <a:gd name="connsiteY103" fmla="*/ 715686 h 983192"/>
                  <a:gd name="connsiteX104" fmla="*/ 71082 w 558861"/>
                  <a:gd name="connsiteY104" fmla="*/ 719376 h 983192"/>
                  <a:gd name="connsiteX105" fmla="*/ 71082 w 558861"/>
                  <a:gd name="connsiteY105" fmla="*/ 726754 h 983192"/>
                  <a:gd name="connsiteX106" fmla="*/ 72003 w 558861"/>
                  <a:gd name="connsiteY106" fmla="*/ 669573 h 983192"/>
                  <a:gd name="connsiteX107" fmla="*/ 72003 w 558861"/>
                  <a:gd name="connsiteY107" fmla="*/ 661272 h 983192"/>
                  <a:gd name="connsiteX108" fmla="*/ 69239 w 558861"/>
                  <a:gd name="connsiteY108" fmla="*/ 667728 h 983192"/>
                  <a:gd name="connsiteX109" fmla="*/ 72003 w 558861"/>
                  <a:gd name="connsiteY109" fmla="*/ 669573 h 983192"/>
                  <a:gd name="connsiteX110" fmla="*/ 76612 w 558861"/>
                  <a:gd name="connsiteY110" fmla="*/ 702775 h 983192"/>
                  <a:gd name="connsiteX111" fmla="*/ 84906 w 558861"/>
                  <a:gd name="connsiteY111" fmla="*/ 696319 h 983192"/>
                  <a:gd name="connsiteX112" fmla="*/ 88593 w 558861"/>
                  <a:gd name="connsiteY112" fmla="*/ 682485 h 983192"/>
                  <a:gd name="connsiteX113" fmla="*/ 81220 w 558861"/>
                  <a:gd name="connsiteY113" fmla="*/ 695396 h 983192"/>
                  <a:gd name="connsiteX114" fmla="*/ 78455 w 558861"/>
                  <a:gd name="connsiteY114" fmla="*/ 699085 h 983192"/>
                  <a:gd name="connsiteX115" fmla="*/ 76612 w 558861"/>
                  <a:gd name="connsiteY115" fmla="*/ 702775 h 983192"/>
                  <a:gd name="connsiteX116" fmla="*/ 83063 w 558861"/>
                  <a:gd name="connsiteY116" fmla="*/ 791313 h 983192"/>
                  <a:gd name="connsiteX117" fmla="*/ 87671 w 558861"/>
                  <a:gd name="connsiteY117" fmla="*/ 788546 h 983192"/>
                  <a:gd name="connsiteX118" fmla="*/ 84906 w 558861"/>
                  <a:gd name="connsiteY118" fmla="*/ 785779 h 983192"/>
                  <a:gd name="connsiteX119" fmla="*/ 80298 w 558861"/>
                  <a:gd name="connsiteY119" fmla="*/ 789468 h 983192"/>
                  <a:gd name="connsiteX120" fmla="*/ 83063 w 558861"/>
                  <a:gd name="connsiteY120" fmla="*/ 791313 h 983192"/>
                  <a:gd name="connsiteX121" fmla="*/ 95044 w 558861"/>
                  <a:gd name="connsiteY121" fmla="*/ 620692 h 983192"/>
                  <a:gd name="connsiteX122" fmla="*/ 98731 w 558861"/>
                  <a:gd name="connsiteY122" fmla="*/ 616081 h 983192"/>
                  <a:gd name="connsiteX123" fmla="*/ 95044 w 558861"/>
                  <a:gd name="connsiteY123" fmla="*/ 617003 h 983192"/>
                  <a:gd name="connsiteX124" fmla="*/ 90436 w 558861"/>
                  <a:gd name="connsiteY124" fmla="*/ 621614 h 983192"/>
                  <a:gd name="connsiteX125" fmla="*/ 95044 w 558861"/>
                  <a:gd name="connsiteY125" fmla="*/ 620692 h 983192"/>
                  <a:gd name="connsiteX126" fmla="*/ 95966 w 558861"/>
                  <a:gd name="connsiteY126" fmla="*/ 731365 h 983192"/>
                  <a:gd name="connsiteX127" fmla="*/ 107026 w 558861"/>
                  <a:gd name="connsiteY127" fmla="*/ 709231 h 983192"/>
                  <a:gd name="connsiteX128" fmla="*/ 109791 w 558861"/>
                  <a:gd name="connsiteY128" fmla="*/ 705542 h 983192"/>
                  <a:gd name="connsiteX129" fmla="*/ 112555 w 558861"/>
                  <a:gd name="connsiteY129" fmla="*/ 704619 h 983192"/>
                  <a:gd name="connsiteX130" fmla="*/ 107026 w 558861"/>
                  <a:gd name="connsiteY130" fmla="*/ 702775 h 983192"/>
                  <a:gd name="connsiteX131" fmla="*/ 102418 w 558861"/>
                  <a:gd name="connsiteY131" fmla="*/ 708308 h 983192"/>
                  <a:gd name="connsiteX132" fmla="*/ 101496 w 558861"/>
                  <a:gd name="connsiteY132" fmla="*/ 713842 h 983192"/>
                  <a:gd name="connsiteX133" fmla="*/ 97810 w 558861"/>
                  <a:gd name="connsiteY133" fmla="*/ 719376 h 983192"/>
                  <a:gd name="connsiteX134" fmla="*/ 94123 w 558861"/>
                  <a:gd name="connsiteY134" fmla="*/ 728598 h 983192"/>
                  <a:gd name="connsiteX135" fmla="*/ 95966 w 558861"/>
                  <a:gd name="connsiteY135" fmla="*/ 731365 h 983192"/>
                  <a:gd name="connsiteX136" fmla="*/ 97810 w 558861"/>
                  <a:gd name="connsiteY136" fmla="*/ 608703 h 983192"/>
                  <a:gd name="connsiteX137" fmla="*/ 103339 w 558861"/>
                  <a:gd name="connsiteY137" fmla="*/ 606858 h 983192"/>
                  <a:gd name="connsiteX138" fmla="*/ 107947 w 558861"/>
                  <a:gd name="connsiteY138" fmla="*/ 599480 h 983192"/>
                  <a:gd name="connsiteX139" fmla="*/ 103339 w 558861"/>
                  <a:gd name="connsiteY139" fmla="*/ 599480 h 983192"/>
                  <a:gd name="connsiteX140" fmla="*/ 97810 w 558861"/>
                  <a:gd name="connsiteY140" fmla="*/ 608703 h 983192"/>
                  <a:gd name="connsiteX141" fmla="*/ 101496 w 558861"/>
                  <a:gd name="connsiteY141" fmla="*/ 648360 h 983192"/>
                  <a:gd name="connsiteX142" fmla="*/ 106104 w 558861"/>
                  <a:gd name="connsiteY142" fmla="*/ 648360 h 983192"/>
                  <a:gd name="connsiteX143" fmla="*/ 105183 w 558861"/>
                  <a:gd name="connsiteY143" fmla="*/ 645594 h 983192"/>
                  <a:gd name="connsiteX144" fmla="*/ 101496 w 558861"/>
                  <a:gd name="connsiteY144" fmla="*/ 648360 h 983192"/>
                  <a:gd name="connsiteX145" fmla="*/ 108869 w 558861"/>
                  <a:gd name="connsiteY145" fmla="*/ 588412 h 983192"/>
                  <a:gd name="connsiteX146" fmla="*/ 123615 w 558861"/>
                  <a:gd name="connsiteY146" fmla="*/ 570889 h 983192"/>
                  <a:gd name="connsiteX147" fmla="*/ 119007 w 558861"/>
                  <a:gd name="connsiteY147" fmla="*/ 573656 h 983192"/>
                  <a:gd name="connsiteX148" fmla="*/ 115320 w 558861"/>
                  <a:gd name="connsiteY148" fmla="*/ 575501 h 983192"/>
                  <a:gd name="connsiteX149" fmla="*/ 107947 w 558861"/>
                  <a:gd name="connsiteY149" fmla="*/ 581034 h 983192"/>
                  <a:gd name="connsiteX150" fmla="*/ 108869 w 558861"/>
                  <a:gd name="connsiteY150" fmla="*/ 588412 h 983192"/>
                  <a:gd name="connsiteX151" fmla="*/ 115320 w 558861"/>
                  <a:gd name="connsiteY151" fmla="*/ 687096 h 983192"/>
                  <a:gd name="connsiteX152" fmla="*/ 121772 w 558861"/>
                  <a:gd name="connsiteY152" fmla="*/ 684329 h 983192"/>
                  <a:gd name="connsiteX153" fmla="*/ 119007 w 558861"/>
                  <a:gd name="connsiteY153" fmla="*/ 684329 h 983192"/>
                  <a:gd name="connsiteX154" fmla="*/ 115320 w 558861"/>
                  <a:gd name="connsiteY154" fmla="*/ 682485 h 983192"/>
                  <a:gd name="connsiteX155" fmla="*/ 112555 w 558861"/>
                  <a:gd name="connsiteY155" fmla="*/ 683407 h 983192"/>
                  <a:gd name="connsiteX156" fmla="*/ 115320 w 558861"/>
                  <a:gd name="connsiteY156" fmla="*/ 687096 h 983192"/>
                  <a:gd name="connsiteX157" fmla="*/ 114399 w 558861"/>
                  <a:gd name="connsiteY157" fmla="*/ 660350 h 983192"/>
                  <a:gd name="connsiteX158" fmla="*/ 118085 w 558861"/>
                  <a:gd name="connsiteY158" fmla="*/ 666806 h 983192"/>
                  <a:gd name="connsiteX159" fmla="*/ 120850 w 558861"/>
                  <a:gd name="connsiteY159" fmla="*/ 669573 h 983192"/>
                  <a:gd name="connsiteX160" fmla="*/ 125459 w 558861"/>
                  <a:gd name="connsiteY160" fmla="*/ 668650 h 983192"/>
                  <a:gd name="connsiteX161" fmla="*/ 130988 w 558861"/>
                  <a:gd name="connsiteY161" fmla="*/ 671417 h 983192"/>
                  <a:gd name="connsiteX162" fmla="*/ 124537 w 558861"/>
                  <a:gd name="connsiteY162" fmla="*/ 664039 h 983192"/>
                  <a:gd name="connsiteX163" fmla="*/ 114399 w 558861"/>
                  <a:gd name="connsiteY163" fmla="*/ 658505 h 983192"/>
                  <a:gd name="connsiteX164" fmla="*/ 114399 w 558861"/>
                  <a:gd name="connsiteY164" fmla="*/ 660350 h 983192"/>
                  <a:gd name="connsiteX165" fmla="*/ 115320 w 558861"/>
                  <a:gd name="connsiteY165" fmla="*/ 634526 h 983192"/>
                  <a:gd name="connsiteX166" fmla="*/ 119928 w 558861"/>
                  <a:gd name="connsiteY166" fmla="*/ 630837 h 983192"/>
                  <a:gd name="connsiteX167" fmla="*/ 119007 w 558861"/>
                  <a:gd name="connsiteY167" fmla="*/ 627148 h 983192"/>
                  <a:gd name="connsiteX168" fmla="*/ 115320 w 558861"/>
                  <a:gd name="connsiteY168" fmla="*/ 630837 h 983192"/>
                  <a:gd name="connsiteX169" fmla="*/ 115320 w 558861"/>
                  <a:gd name="connsiteY169" fmla="*/ 634526 h 983192"/>
                  <a:gd name="connsiteX170" fmla="*/ 115320 w 558861"/>
                  <a:gd name="connsiteY170" fmla="*/ 567200 h 983192"/>
                  <a:gd name="connsiteX171" fmla="*/ 118085 w 558861"/>
                  <a:gd name="connsiteY171" fmla="*/ 568122 h 983192"/>
                  <a:gd name="connsiteX172" fmla="*/ 120850 w 558861"/>
                  <a:gd name="connsiteY172" fmla="*/ 564433 h 983192"/>
                  <a:gd name="connsiteX173" fmla="*/ 118085 w 558861"/>
                  <a:gd name="connsiteY173" fmla="*/ 563511 h 983192"/>
                  <a:gd name="connsiteX174" fmla="*/ 115320 w 558861"/>
                  <a:gd name="connsiteY174" fmla="*/ 567200 h 983192"/>
                  <a:gd name="connsiteX175" fmla="*/ 118085 w 558861"/>
                  <a:gd name="connsiteY175" fmla="*/ 651127 h 983192"/>
                  <a:gd name="connsiteX176" fmla="*/ 122693 w 558861"/>
                  <a:gd name="connsiteY176" fmla="*/ 649283 h 983192"/>
                  <a:gd name="connsiteX177" fmla="*/ 133753 w 558861"/>
                  <a:gd name="connsiteY177" fmla="*/ 651127 h 983192"/>
                  <a:gd name="connsiteX178" fmla="*/ 136518 w 558861"/>
                  <a:gd name="connsiteY178" fmla="*/ 653894 h 983192"/>
                  <a:gd name="connsiteX179" fmla="*/ 139283 w 558861"/>
                  <a:gd name="connsiteY179" fmla="*/ 649283 h 983192"/>
                  <a:gd name="connsiteX180" fmla="*/ 137440 w 558861"/>
                  <a:gd name="connsiteY180" fmla="*/ 645594 h 983192"/>
                  <a:gd name="connsiteX181" fmla="*/ 130067 w 558861"/>
                  <a:gd name="connsiteY181" fmla="*/ 642827 h 983192"/>
                  <a:gd name="connsiteX182" fmla="*/ 128223 w 558861"/>
                  <a:gd name="connsiteY182" fmla="*/ 640060 h 983192"/>
                  <a:gd name="connsiteX183" fmla="*/ 118085 w 558861"/>
                  <a:gd name="connsiteY183" fmla="*/ 651127 h 983192"/>
                  <a:gd name="connsiteX184" fmla="*/ 121772 w 558861"/>
                  <a:gd name="connsiteY184" fmla="*/ 563511 h 983192"/>
                  <a:gd name="connsiteX185" fmla="*/ 128223 w 558861"/>
                  <a:gd name="connsiteY185" fmla="*/ 560744 h 983192"/>
                  <a:gd name="connsiteX186" fmla="*/ 134675 w 558861"/>
                  <a:gd name="connsiteY186" fmla="*/ 557055 h 983192"/>
                  <a:gd name="connsiteX187" fmla="*/ 135596 w 558861"/>
                  <a:gd name="connsiteY187" fmla="*/ 555210 h 983192"/>
                  <a:gd name="connsiteX188" fmla="*/ 129145 w 558861"/>
                  <a:gd name="connsiteY188" fmla="*/ 555210 h 983192"/>
                  <a:gd name="connsiteX189" fmla="*/ 120850 w 558861"/>
                  <a:gd name="connsiteY189" fmla="*/ 557055 h 983192"/>
                  <a:gd name="connsiteX190" fmla="*/ 121772 w 558861"/>
                  <a:gd name="connsiteY190" fmla="*/ 563511 h 983192"/>
                  <a:gd name="connsiteX191" fmla="*/ 121772 w 558861"/>
                  <a:gd name="connsiteY191" fmla="*/ 615158 h 983192"/>
                  <a:gd name="connsiteX192" fmla="*/ 124537 w 558861"/>
                  <a:gd name="connsiteY192" fmla="*/ 616081 h 983192"/>
                  <a:gd name="connsiteX193" fmla="*/ 127301 w 558861"/>
                  <a:gd name="connsiteY193" fmla="*/ 610547 h 983192"/>
                  <a:gd name="connsiteX194" fmla="*/ 124537 w 558861"/>
                  <a:gd name="connsiteY194" fmla="*/ 609625 h 983192"/>
                  <a:gd name="connsiteX195" fmla="*/ 121772 w 558861"/>
                  <a:gd name="connsiteY195" fmla="*/ 615158 h 983192"/>
                  <a:gd name="connsiteX196" fmla="*/ 124537 w 558861"/>
                  <a:gd name="connsiteY196" fmla="*/ 549677 h 983192"/>
                  <a:gd name="connsiteX197" fmla="*/ 129145 w 558861"/>
                  <a:gd name="connsiteY197" fmla="*/ 549677 h 983192"/>
                  <a:gd name="connsiteX198" fmla="*/ 133753 w 558861"/>
                  <a:gd name="connsiteY198" fmla="*/ 547832 h 983192"/>
                  <a:gd name="connsiteX199" fmla="*/ 136518 w 558861"/>
                  <a:gd name="connsiteY199" fmla="*/ 544143 h 983192"/>
                  <a:gd name="connsiteX200" fmla="*/ 135596 w 558861"/>
                  <a:gd name="connsiteY200" fmla="*/ 541376 h 983192"/>
                  <a:gd name="connsiteX201" fmla="*/ 131910 w 558861"/>
                  <a:gd name="connsiteY201" fmla="*/ 534920 h 983192"/>
                  <a:gd name="connsiteX202" fmla="*/ 135596 w 558861"/>
                  <a:gd name="connsiteY202" fmla="*/ 531231 h 983192"/>
                  <a:gd name="connsiteX203" fmla="*/ 145734 w 558861"/>
                  <a:gd name="connsiteY203" fmla="*/ 530309 h 983192"/>
                  <a:gd name="connsiteX204" fmla="*/ 150342 w 558861"/>
                  <a:gd name="connsiteY204" fmla="*/ 524775 h 983192"/>
                  <a:gd name="connsiteX205" fmla="*/ 151264 w 558861"/>
                  <a:gd name="connsiteY205" fmla="*/ 519242 h 983192"/>
                  <a:gd name="connsiteX206" fmla="*/ 151264 w 558861"/>
                  <a:gd name="connsiteY206" fmla="*/ 507252 h 983192"/>
                  <a:gd name="connsiteX207" fmla="*/ 151264 w 558861"/>
                  <a:gd name="connsiteY207" fmla="*/ 504485 h 983192"/>
                  <a:gd name="connsiteX208" fmla="*/ 158637 w 558861"/>
                  <a:gd name="connsiteY208" fmla="*/ 504485 h 983192"/>
                  <a:gd name="connsiteX209" fmla="*/ 158637 w 558861"/>
                  <a:gd name="connsiteY209" fmla="*/ 491573 h 983192"/>
                  <a:gd name="connsiteX210" fmla="*/ 161402 w 558861"/>
                  <a:gd name="connsiteY210" fmla="*/ 491573 h 983192"/>
                  <a:gd name="connsiteX211" fmla="*/ 166932 w 558861"/>
                  <a:gd name="connsiteY211" fmla="*/ 489729 h 983192"/>
                  <a:gd name="connsiteX212" fmla="*/ 162324 w 558861"/>
                  <a:gd name="connsiteY212" fmla="*/ 486962 h 983192"/>
                  <a:gd name="connsiteX213" fmla="*/ 159559 w 558861"/>
                  <a:gd name="connsiteY213" fmla="*/ 485117 h 983192"/>
                  <a:gd name="connsiteX214" fmla="*/ 166932 w 558861"/>
                  <a:gd name="connsiteY214" fmla="*/ 483273 h 983192"/>
                  <a:gd name="connsiteX215" fmla="*/ 175227 w 558861"/>
                  <a:gd name="connsiteY215" fmla="*/ 477739 h 983192"/>
                  <a:gd name="connsiteX216" fmla="*/ 179835 w 558861"/>
                  <a:gd name="connsiteY216" fmla="*/ 468516 h 983192"/>
                  <a:gd name="connsiteX217" fmla="*/ 183521 w 558861"/>
                  <a:gd name="connsiteY217" fmla="*/ 460216 h 983192"/>
                  <a:gd name="connsiteX218" fmla="*/ 186286 w 558861"/>
                  <a:gd name="connsiteY218" fmla="*/ 456527 h 983192"/>
                  <a:gd name="connsiteX219" fmla="*/ 190894 w 558861"/>
                  <a:gd name="connsiteY219" fmla="*/ 449149 h 983192"/>
                  <a:gd name="connsiteX220" fmla="*/ 196424 w 558861"/>
                  <a:gd name="connsiteY220" fmla="*/ 441770 h 983192"/>
                  <a:gd name="connsiteX221" fmla="*/ 197346 w 558861"/>
                  <a:gd name="connsiteY221" fmla="*/ 432548 h 983192"/>
                  <a:gd name="connsiteX222" fmla="*/ 185365 w 558861"/>
                  <a:gd name="connsiteY222" fmla="*/ 440848 h 983192"/>
                  <a:gd name="connsiteX223" fmla="*/ 177991 w 558861"/>
                  <a:gd name="connsiteY223" fmla="*/ 456527 h 983192"/>
                  <a:gd name="connsiteX224" fmla="*/ 173383 w 558861"/>
                  <a:gd name="connsiteY224" fmla="*/ 467594 h 983192"/>
                  <a:gd name="connsiteX225" fmla="*/ 173383 w 558861"/>
                  <a:gd name="connsiteY225" fmla="*/ 466672 h 983192"/>
                  <a:gd name="connsiteX226" fmla="*/ 176148 w 558861"/>
                  <a:gd name="connsiteY226" fmla="*/ 461138 h 983192"/>
                  <a:gd name="connsiteX227" fmla="*/ 170618 w 558861"/>
                  <a:gd name="connsiteY227" fmla="*/ 461138 h 983192"/>
                  <a:gd name="connsiteX228" fmla="*/ 170618 w 558861"/>
                  <a:gd name="connsiteY228" fmla="*/ 472205 h 983192"/>
                  <a:gd name="connsiteX229" fmla="*/ 168775 w 558861"/>
                  <a:gd name="connsiteY229" fmla="*/ 479584 h 983192"/>
                  <a:gd name="connsiteX230" fmla="*/ 166010 w 558861"/>
                  <a:gd name="connsiteY230" fmla="*/ 478661 h 983192"/>
                  <a:gd name="connsiteX231" fmla="*/ 165089 w 558861"/>
                  <a:gd name="connsiteY231" fmla="*/ 475895 h 983192"/>
                  <a:gd name="connsiteX232" fmla="*/ 154029 w 558861"/>
                  <a:gd name="connsiteY232" fmla="*/ 501718 h 983192"/>
                  <a:gd name="connsiteX233" fmla="*/ 152186 w 558861"/>
                  <a:gd name="connsiteY233" fmla="*/ 503563 h 983192"/>
                  <a:gd name="connsiteX234" fmla="*/ 143891 w 558861"/>
                  <a:gd name="connsiteY234" fmla="*/ 512786 h 983192"/>
                  <a:gd name="connsiteX235" fmla="*/ 139283 w 558861"/>
                  <a:gd name="connsiteY235" fmla="*/ 521086 h 983192"/>
                  <a:gd name="connsiteX236" fmla="*/ 124537 w 558861"/>
                  <a:gd name="connsiteY236" fmla="*/ 549677 h 983192"/>
                  <a:gd name="connsiteX237" fmla="*/ 131910 w 558861"/>
                  <a:gd name="connsiteY237" fmla="*/ 600402 h 983192"/>
                  <a:gd name="connsiteX238" fmla="*/ 140205 w 558861"/>
                  <a:gd name="connsiteY238" fmla="*/ 593024 h 983192"/>
                  <a:gd name="connsiteX239" fmla="*/ 135596 w 558861"/>
                  <a:gd name="connsiteY239" fmla="*/ 593946 h 983192"/>
                  <a:gd name="connsiteX240" fmla="*/ 131910 w 558861"/>
                  <a:gd name="connsiteY240" fmla="*/ 600402 h 983192"/>
                  <a:gd name="connsiteX241" fmla="*/ 134675 w 558861"/>
                  <a:gd name="connsiteY241" fmla="*/ 584723 h 983192"/>
                  <a:gd name="connsiteX242" fmla="*/ 139283 w 558861"/>
                  <a:gd name="connsiteY242" fmla="*/ 585646 h 983192"/>
                  <a:gd name="connsiteX243" fmla="*/ 143891 w 558861"/>
                  <a:gd name="connsiteY243" fmla="*/ 582879 h 983192"/>
                  <a:gd name="connsiteX244" fmla="*/ 139283 w 558861"/>
                  <a:gd name="connsiteY244" fmla="*/ 581956 h 983192"/>
                  <a:gd name="connsiteX245" fmla="*/ 134675 w 558861"/>
                  <a:gd name="connsiteY245" fmla="*/ 584723 h 983192"/>
                  <a:gd name="connsiteX246" fmla="*/ 135596 w 558861"/>
                  <a:gd name="connsiteY246" fmla="*/ 611469 h 983192"/>
                  <a:gd name="connsiteX247" fmla="*/ 138361 w 558861"/>
                  <a:gd name="connsiteY247" fmla="*/ 614236 h 983192"/>
                  <a:gd name="connsiteX248" fmla="*/ 141126 w 558861"/>
                  <a:gd name="connsiteY248" fmla="*/ 611469 h 983192"/>
                  <a:gd name="connsiteX249" fmla="*/ 138361 w 558861"/>
                  <a:gd name="connsiteY249" fmla="*/ 608703 h 983192"/>
                  <a:gd name="connsiteX250" fmla="*/ 135596 w 558861"/>
                  <a:gd name="connsiteY250" fmla="*/ 611469 h 983192"/>
                  <a:gd name="connsiteX251" fmla="*/ 141126 w 558861"/>
                  <a:gd name="connsiteY251" fmla="*/ 630837 h 983192"/>
                  <a:gd name="connsiteX252" fmla="*/ 142969 w 558861"/>
                  <a:gd name="connsiteY252" fmla="*/ 637293 h 983192"/>
                  <a:gd name="connsiteX253" fmla="*/ 144813 w 558861"/>
                  <a:gd name="connsiteY253" fmla="*/ 642827 h 983192"/>
                  <a:gd name="connsiteX254" fmla="*/ 149421 w 558861"/>
                  <a:gd name="connsiteY254" fmla="*/ 631759 h 983192"/>
                  <a:gd name="connsiteX255" fmla="*/ 141126 w 558861"/>
                  <a:gd name="connsiteY255" fmla="*/ 628070 h 983192"/>
                  <a:gd name="connsiteX256" fmla="*/ 141126 w 558861"/>
                  <a:gd name="connsiteY256" fmla="*/ 630837 h 983192"/>
                  <a:gd name="connsiteX257" fmla="*/ 145734 w 558861"/>
                  <a:gd name="connsiteY257" fmla="*/ 576423 h 983192"/>
                  <a:gd name="connsiteX258" fmla="*/ 148499 w 558861"/>
                  <a:gd name="connsiteY258" fmla="*/ 572734 h 983192"/>
                  <a:gd name="connsiteX259" fmla="*/ 145734 w 558861"/>
                  <a:gd name="connsiteY259" fmla="*/ 571811 h 983192"/>
                  <a:gd name="connsiteX260" fmla="*/ 142969 w 558861"/>
                  <a:gd name="connsiteY260" fmla="*/ 574578 h 983192"/>
                  <a:gd name="connsiteX261" fmla="*/ 145734 w 558861"/>
                  <a:gd name="connsiteY261" fmla="*/ 576423 h 983192"/>
                  <a:gd name="connsiteX262" fmla="*/ 147577 w 558861"/>
                  <a:gd name="connsiteY262" fmla="*/ 617003 h 983192"/>
                  <a:gd name="connsiteX263" fmla="*/ 150342 w 558861"/>
                  <a:gd name="connsiteY263" fmla="*/ 614236 h 983192"/>
                  <a:gd name="connsiteX264" fmla="*/ 149421 w 558861"/>
                  <a:gd name="connsiteY264" fmla="*/ 611469 h 983192"/>
                  <a:gd name="connsiteX265" fmla="*/ 146656 w 558861"/>
                  <a:gd name="connsiteY265" fmla="*/ 615158 h 983192"/>
                  <a:gd name="connsiteX266" fmla="*/ 147577 w 558861"/>
                  <a:gd name="connsiteY266" fmla="*/ 617003 h 983192"/>
                  <a:gd name="connsiteX267" fmla="*/ 149421 w 558861"/>
                  <a:gd name="connsiteY267" fmla="*/ 595790 h 983192"/>
                  <a:gd name="connsiteX268" fmla="*/ 154950 w 558861"/>
                  <a:gd name="connsiteY268" fmla="*/ 586568 h 983192"/>
                  <a:gd name="connsiteX269" fmla="*/ 154029 w 558861"/>
                  <a:gd name="connsiteY269" fmla="*/ 587490 h 983192"/>
                  <a:gd name="connsiteX270" fmla="*/ 149421 w 558861"/>
                  <a:gd name="connsiteY270" fmla="*/ 591179 h 983192"/>
                  <a:gd name="connsiteX271" fmla="*/ 146656 w 558861"/>
                  <a:gd name="connsiteY271" fmla="*/ 592101 h 983192"/>
                  <a:gd name="connsiteX272" fmla="*/ 149421 w 558861"/>
                  <a:gd name="connsiteY272" fmla="*/ 595790 h 983192"/>
                  <a:gd name="connsiteX273" fmla="*/ 161402 w 558861"/>
                  <a:gd name="connsiteY273" fmla="*/ 578267 h 983192"/>
                  <a:gd name="connsiteX274" fmla="*/ 170618 w 558861"/>
                  <a:gd name="connsiteY274" fmla="*/ 576423 h 983192"/>
                  <a:gd name="connsiteX275" fmla="*/ 168775 w 558861"/>
                  <a:gd name="connsiteY275" fmla="*/ 572734 h 983192"/>
                  <a:gd name="connsiteX276" fmla="*/ 166010 w 558861"/>
                  <a:gd name="connsiteY276" fmla="*/ 569044 h 983192"/>
                  <a:gd name="connsiteX277" fmla="*/ 171540 w 558861"/>
                  <a:gd name="connsiteY277" fmla="*/ 563511 h 983192"/>
                  <a:gd name="connsiteX278" fmla="*/ 174305 w 558861"/>
                  <a:gd name="connsiteY278" fmla="*/ 558899 h 983192"/>
                  <a:gd name="connsiteX279" fmla="*/ 159559 w 558861"/>
                  <a:gd name="connsiteY279" fmla="*/ 569044 h 983192"/>
                  <a:gd name="connsiteX280" fmla="*/ 161402 w 558861"/>
                  <a:gd name="connsiteY280" fmla="*/ 578267 h 983192"/>
                  <a:gd name="connsiteX281" fmla="*/ 178913 w 558861"/>
                  <a:gd name="connsiteY281" fmla="*/ 544143 h 983192"/>
                  <a:gd name="connsiteX282" fmla="*/ 185365 w 558861"/>
                  <a:gd name="connsiteY282" fmla="*/ 537687 h 983192"/>
                  <a:gd name="connsiteX283" fmla="*/ 179835 w 558861"/>
                  <a:gd name="connsiteY283" fmla="*/ 535842 h 983192"/>
                  <a:gd name="connsiteX284" fmla="*/ 173383 w 558861"/>
                  <a:gd name="connsiteY284" fmla="*/ 542299 h 983192"/>
                  <a:gd name="connsiteX285" fmla="*/ 178913 w 558861"/>
                  <a:gd name="connsiteY285" fmla="*/ 544143 h 983192"/>
                  <a:gd name="connsiteX286" fmla="*/ 177070 w 558861"/>
                  <a:gd name="connsiteY286" fmla="*/ 518319 h 983192"/>
                  <a:gd name="connsiteX287" fmla="*/ 183521 w 558861"/>
                  <a:gd name="connsiteY287" fmla="*/ 512786 h 983192"/>
                  <a:gd name="connsiteX288" fmla="*/ 189051 w 558861"/>
                  <a:gd name="connsiteY288" fmla="*/ 505407 h 983192"/>
                  <a:gd name="connsiteX289" fmla="*/ 182599 w 558861"/>
                  <a:gd name="connsiteY289" fmla="*/ 511864 h 983192"/>
                  <a:gd name="connsiteX290" fmla="*/ 177070 w 558861"/>
                  <a:gd name="connsiteY290" fmla="*/ 518319 h 983192"/>
                  <a:gd name="connsiteX291" fmla="*/ 191816 w 558861"/>
                  <a:gd name="connsiteY291" fmla="*/ 520164 h 983192"/>
                  <a:gd name="connsiteX292" fmla="*/ 198267 w 558861"/>
                  <a:gd name="connsiteY292" fmla="*/ 508174 h 983192"/>
                  <a:gd name="connsiteX293" fmla="*/ 193659 w 558861"/>
                  <a:gd name="connsiteY293" fmla="*/ 511864 h 983192"/>
                  <a:gd name="connsiteX294" fmla="*/ 191816 w 558861"/>
                  <a:gd name="connsiteY294" fmla="*/ 520164 h 983192"/>
                  <a:gd name="connsiteX295" fmla="*/ 193659 w 558861"/>
                  <a:gd name="connsiteY295" fmla="*/ 431625 h 983192"/>
                  <a:gd name="connsiteX296" fmla="*/ 200111 w 558861"/>
                  <a:gd name="connsiteY296" fmla="*/ 430703 h 983192"/>
                  <a:gd name="connsiteX297" fmla="*/ 205640 w 558861"/>
                  <a:gd name="connsiteY297" fmla="*/ 429781 h 983192"/>
                  <a:gd name="connsiteX298" fmla="*/ 206562 w 558861"/>
                  <a:gd name="connsiteY298" fmla="*/ 419636 h 983192"/>
                  <a:gd name="connsiteX299" fmla="*/ 199189 w 558861"/>
                  <a:gd name="connsiteY299" fmla="*/ 416869 h 983192"/>
                  <a:gd name="connsiteX300" fmla="*/ 200111 w 558861"/>
                  <a:gd name="connsiteY300" fmla="*/ 419636 h 983192"/>
                  <a:gd name="connsiteX301" fmla="*/ 199189 w 558861"/>
                  <a:gd name="connsiteY301" fmla="*/ 422403 h 983192"/>
                  <a:gd name="connsiteX302" fmla="*/ 190894 w 558861"/>
                  <a:gd name="connsiteY302" fmla="*/ 429781 h 983192"/>
                  <a:gd name="connsiteX303" fmla="*/ 193659 w 558861"/>
                  <a:gd name="connsiteY303" fmla="*/ 431625 h 983192"/>
                  <a:gd name="connsiteX304" fmla="*/ 198267 w 558861"/>
                  <a:gd name="connsiteY304" fmla="*/ 503563 h 983192"/>
                  <a:gd name="connsiteX305" fmla="*/ 217622 w 558861"/>
                  <a:gd name="connsiteY305" fmla="*/ 483273 h 983192"/>
                  <a:gd name="connsiteX306" fmla="*/ 219465 w 558861"/>
                  <a:gd name="connsiteY306" fmla="*/ 476817 h 983192"/>
                  <a:gd name="connsiteX307" fmla="*/ 215779 w 558861"/>
                  <a:gd name="connsiteY307" fmla="*/ 477739 h 983192"/>
                  <a:gd name="connsiteX308" fmla="*/ 209327 w 558861"/>
                  <a:gd name="connsiteY308" fmla="*/ 485117 h 983192"/>
                  <a:gd name="connsiteX309" fmla="*/ 201032 w 558861"/>
                  <a:gd name="connsiteY309" fmla="*/ 496185 h 983192"/>
                  <a:gd name="connsiteX310" fmla="*/ 198267 w 558861"/>
                  <a:gd name="connsiteY310" fmla="*/ 503563 h 983192"/>
                  <a:gd name="connsiteX311" fmla="*/ 214857 w 558861"/>
                  <a:gd name="connsiteY311" fmla="*/ 408568 h 983192"/>
                  <a:gd name="connsiteX312" fmla="*/ 213935 w 558861"/>
                  <a:gd name="connsiteY312" fmla="*/ 405802 h 983192"/>
                  <a:gd name="connsiteX313" fmla="*/ 205640 w 558861"/>
                  <a:gd name="connsiteY313" fmla="*/ 408568 h 983192"/>
                  <a:gd name="connsiteX314" fmla="*/ 214857 w 558861"/>
                  <a:gd name="connsiteY314" fmla="*/ 408568 h 983192"/>
                  <a:gd name="connsiteX315" fmla="*/ 210249 w 558861"/>
                  <a:gd name="connsiteY315" fmla="*/ 419636 h 983192"/>
                  <a:gd name="connsiteX316" fmla="*/ 213935 w 558861"/>
                  <a:gd name="connsiteY316" fmla="*/ 422403 h 983192"/>
                  <a:gd name="connsiteX317" fmla="*/ 216700 w 558861"/>
                  <a:gd name="connsiteY317" fmla="*/ 417791 h 983192"/>
                  <a:gd name="connsiteX318" fmla="*/ 213935 w 558861"/>
                  <a:gd name="connsiteY318" fmla="*/ 415024 h 983192"/>
                  <a:gd name="connsiteX319" fmla="*/ 210249 w 558861"/>
                  <a:gd name="connsiteY319" fmla="*/ 419636 h 983192"/>
                  <a:gd name="connsiteX320" fmla="*/ 218543 w 558861"/>
                  <a:gd name="connsiteY320" fmla="*/ 515553 h 983192"/>
                  <a:gd name="connsiteX321" fmla="*/ 218543 w 558861"/>
                  <a:gd name="connsiteY321" fmla="*/ 510019 h 983192"/>
                  <a:gd name="connsiteX322" fmla="*/ 215779 w 558861"/>
                  <a:gd name="connsiteY322" fmla="*/ 515553 h 983192"/>
                  <a:gd name="connsiteX323" fmla="*/ 218543 w 558861"/>
                  <a:gd name="connsiteY323" fmla="*/ 515553 h 983192"/>
                  <a:gd name="connsiteX324" fmla="*/ 214857 w 558861"/>
                  <a:gd name="connsiteY324" fmla="*/ 394734 h 983192"/>
                  <a:gd name="connsiteX325" fmla="*/ 224995 w 558861"/>
                  <a:gd name="connsiteY325" fmla="*/ 391045 h 983192"/>
                  <a:gd name="connsiteX326" fmla="*/ 225916 w 558861"/>
                  <a:gd name="connsiteY326" fmla="*/ 387356 h 983192"/>
                  <a:gd name="connsiteX327" fmla="*/ 215779 w 558861"/>
                  <a:gd name="connsiteY327" fmla="*/ 392890 h 983192"/>
                  <a:gd name="connsiteX328" fmla="*/ 214857 w 558861"/>
                  <a:gd name="connsiteY328" fmla="*/ 394734 h 983192"/>
                  <a:gd name="connsiteX329" fmla="*/ 226838 w 558861"/>
                  <a:gd name="connsiteY329" fmla="*/ 465750 h 983192"/>
                  <a:gd name="connsiteX330" fmla="*/ 227760 w 558861"/>
                  <a:gd name="connsiteY330" fmla="*/ 456527 h 983192"/>
                  <a:gd name="connsiteX331" fmla="*/ 224073 w 558861"/>
                  <a:gd name="connsiteY331" fmla="*/ 460216 h 983192"/>
                  <a:gd name="connsiteX332" fmla="*/ 226838 w 558861"/>
                  <a:gd name="connsiteY332" fmla="*/ 465750 h 983192"/>
                  <a:gd name="connsiteX333" fmla="*/ 225916 w 558861"/>
                  <a:gd name="connsiteY333" fmla="*/ 397501 h 983192"/>
                  <a:gd name="connsiteX334" fmla="*/ 228681 w 558861"/>
                  <a:gd name="connsiteY334" fmla="*/ 394734 h 983192"/>
                  <a:gd name="connsiteX335" fmla="*/ 225916 w 558861"/>
                  <a:gd name="connsiteY335" fmla="*/ 393812 h 983192"/>
                  <a:gd name="connsiteX336" fmla="*/ 223152 w 558861"/>
                  <a:gd name="connsiteY336" fmla="*/ 396579 h 983192"/>
                  <a:gd name="connsiteX337" fmla="*/ 225916 w 558861"/>
                  <a:gd name="connsiteY337" fmla="*/ 397501 h 983192"/>
                  <a:gd name="connsiteX338" fmla="*/ 224073 w 558861"/>
                  <a:gd name="connsiteY338" fmla="*/ 381822 h 983192"/>
                  <a:gd name="connsiteX339" fmla="*/ 232368 w 558861"/>
                  <a:gd name="connsiteY339" fmla="*/ 372600 h 983192"/>
                  <a:gd name="connsiteX340" fmla="*/ 226838 w 558861"/>
                  <a:gd name="connsiteY340" fmla="*/ 375366 h 983192"/>
                  <a:gd name="connsiteX341" fmla="*/ 224073 w 558861"/>
                  <a:gd name="connsiteY341" fmla="*/ 381822 h 983192"/>
                  <a:gd name="connsiteX342" fmla="*/ 237898 w 558861"/>
                  <a:gd name="connsiteY342" fmla="*/ 456527 h 983192"/>
                  <a:gd name="connsiteX343" fmla="*/ 242506 w 558861"/>
                  <a:gd name="connsiteY343" fmla="*/ 454682 h 983192"/>
                  <a:gd name="connsiteX344" fmla="*/ 238820 w 558861"/>
                  <a:gd name="connsiteY344" fmla="*/ 451916 h 983192"/>
                  <a:gd name="connsiteX345" fmla="*/ 234211 w 558861"/>
                  <a:gd name="connsiteY345" fmla="*/ 454682 h 983192"/>
                  <a:gd name="connsiteX346" fmla="*/ 237898 w 558861"/>
                  <a:gd name="connsiteY346" fmla="*/ 456527 h 983192"/>
                  <a:gd name="connsiteX347" fmla="*/ 234211 w 558861"/>
                  <a:gd name="connsiteY347" fmla="*/ 368911 h 983192"/>
                  <a:gd name="connsiteX348" fmla="*/ 241584 w 558861"/>
                  <a:gd name="connsiteY348" fmla="*/ 361532 h 983192"/>
                  <a:gd name="connsiteX349" fmla="*/ 244349 w 558861"/>
                  <a:gd name="connsiteY349" fmla="*/ 354154 h 983192"/>
                  <a:gd name="connsiteX350" fmla="*/ 245271 w 558861"/>
                  <a:gd name="connsiteY350" fmla="*/ 356921 h 983192"/>
                  <a:gd name="connsiteX351" fmla="*/ 245271 w 558861"/>
                  <a:gd name="connsiteY351" fmla="*/ 361532 h 983192"/>
                  <a:gd name="connsiteX352" fmla="*/ 262782 w 558861"/>
                  <a:gd name="connsiteY352" fmla="*/ 343087 h 983192"/>
                  <a:gd name="connsiteX353" fmla="*/ 258174 w 558861"/>
                  <a:gd name="connsiteY353" fmla="*/ 346776 h 983192"/>
                  <a:gd name="connsiteX354" fmla="*/ 248957 w 558861"/>
                  <a:gd name="connsiteY354" fmla="*/ 348620 h 983192"/>
                  <a:gd name="connsiteX355" fmla="*/ 242506 w 558861"/>
                  <a:gd name="connsiteY355" fmla="*/ 352310 h 983192"/>
                  <a:gd name="connsiteX356" fmla="*/ 236976 w 558861"/>
                  <a:gd name="connsiteY356" fmla="*/ 362455 h 983192"/>
                  <a:gd name="connsiteX357" fmla="*/ 234211 w 558861"/>
                  <a:gd name="connsiteY357" fmla="*/ 366144 h 983192"/>
                  <a:gd name="connsiteX358" fmla="*/ 234211 w 558861"/>
                  <a:gd name="connsiteY358" fmla="*/ 368911 h 983192"/>
                  <a:gd name="connsiteX359" fmla="*/ 241584 w 558861"/>
                  <a:gd name="connsiteY359" fmla="*/ 432548 h 983192"/>
                  <a:gd name="connsiteX360" fmla="*/ 244349 w 558861"/>
                  <a:gd name="connsiteY360" fmla="*/ 433470 h 983192"/>
                  <a:gd name="connsiteX361" fmla="*/ 247114 w 558861"/>
                  <a:gd name="connsiteY361" fmla="*/ 429781 h 983192"/>
                  <a:gd name="connsiteX362" fmla="*/ 244349 w 558861"/>
                  <a:gd name="connsiteY362" fmla="*/ 428859 h 983192"/>
                  <a:gd name="connsiteX363" fmla="*/ 241584 w 558861"/>
                  <a:gd name="connsiteY363" fmla="*/ 432548 h 983192"/>
                  <a:gd name="connsiteX364" fmla="*/ 253565 w 558861"/>
                  <a:gd name="connsiteY364" fmla="*/ 339398 h 983192"/>
                  <a:gd name="connsiteX365" fmla="*/ 256330 w 558861"/>
                  <a:gd name="connsiteY365" fmla="*/ 338475 h 983192"/>
                  <a:gd name="connsiteX366" fmla="*/ 256330 w 558861"/>
                  <a:gd name="connsiteY366" fmla="*/ 333864 h 983192"/>
                  <a:gd name="connsiteX367" fmla="*/ 253565 w 558861"/>
                  <a:gd name="connsiteY367" fmla="*/ 339398 h 983192"/>
                  <a:gd name="connsiteX368" fmla="*/ 260017 w 558861"/>
                  <a:gd name="connsiteY368" fmla="*/ 415024 h 983192"/>
                  <a:gd name="connsiteX369" fmla="*/ 264625 w 558861"/>
                  <a:gd name="connsiteY369" fmla="*/ 409491 h 983192"/>
                  <a:gd name="connsiteX370" fmla="*/ 260017 w 558861"/>
                  <a:gd name="connsiteY370" fmla="*/ 411335 h 983192"/>
                  <a:gd name="connsiteX371" fmla="*/ 260017 w 558861"/>
                  <a:gd name="connsiteY371" fmla="*/ 415024 h 983192"/>
                  <a:gd name="connsiteX372" fmla="*/ 303334 w 558861"/>
                  <a:gd name="connsiteY372" fmla="*/ 361532 h 983192"/>
                  <a:gd name="connsiteX373" fmla="*/ 307020 w 558861"/>
                  <a:gd name="connsiteY373" fmla="*/ 358766 h 983192"/>
                  <a:gd name="connsiteX374" fmla="*/ 304255 w 558861"/>
                  <a:gd name="connsiteY374" fmla="*/ 356921 h 983192"/>
                  <a:gd name="connsiteX375" fmla="*/ 299647 w 558861"/>
                  <a:gd name="connsiteY375" fmla="*/ 358766 h 983192"/>
                  <a:gd name="connsiteX376" fmla="*/ 303334 w 558861"/>
                  <a:gd name="connsiteY376" fmla="*/ 361532 h 983192"/>
                  <a:gd name="connsiteX377" fmla="*/ 313472 w 558861"/>
                  <a:gd name="connsiteY377" fmla="*/ 351387 h 983192"/>
                  <a:gd name="connsiteX378" fmla="*/ 317158 w 558861"/>
                  <a:gd name="connsiteY378" fmla="*/ 350465 h 983192"/>
                  <a:gd name="connsiteX379" fmla="*/ 311628 w 558861"/>
                  <a:gd name="connsiteY379" fmla="*/ 350465 h 983192"/>
                  <a:gd name="connsiteX380" fmla="*/ 313472 w 558861"/>
                  <a:gd name="connsiteY380" fmla="*/ 351387 h 983192"/>
                  <a:gd name="connsiteX381" fmla="*/ 321767 w 558861"/>
                  <a:gd name="connsiteY381" fmla="*/ 340320 h 983192"/>
                  <a:gd name="connsiteX382" fmla="*/ 325453 w 558861"/>
                  <a:gd name="connsiteY382" fmla="*/ 334786 h 983192"/>
                  <a:gd name="connsiteX383" fmla="*/ 320845 w 558861"/>
                  <a:gd name="connsiteY383" fmla="*/ 340320 h 983192"/>
                  <a:gd name="connsiteX384" fmla="*/ 321767 w 558861"/>
                  <a:gd name="connsiteY384" fmla="*/ 340320 h 983192"/>
                  <a:gd name="connsiteX385" fmla="*/ 325453 w 558861"/>
                  <a:gd name="connsiteY385" fmla="*/ 244403 h 983192"/>
                  <a:gd name="connsiteX386" fmla="*/ 326375 w 558861"/>
                  <a:gd name="connsiteY386" fmla="*/ 238870 h 983192"/>
                  <a:gd name="connsiteX387" fmla="*/ 322688 w 558861"/>
                  <a:gd name="connsiteY387" fmla="*/ 237025 h 983192"/>
                  <a:gd name="connsiteX388" fmla="*/ 321767 w 558861"/>
                  <a:gd name="connsiteY388" fmla="*/ 241636 h 983192"/>
                  <a:gd name="connsiteX389" fmla="*/ 325453 w 558861"/>
                  <a:gd name="connsiteY389" fmla="*/ 244403 h 983192"/>
                  <a:gd name="connsiteX390" fmla="*/ 348494 w 558861"/>
                  <a:gd name="connsiteY390" fmla="*/ 221346 h 983192"/>
                  <a:gd name="connsiteX391" fmla="*/ 348494 w 558861"/>
                  <a:gd name="connsiteY391" fmla="*/ 218579 h 983192"/>
                  <a:gd name="connsiteX392" fmla="*/ 343886 w 558861"/>
                  <a:gd name="connsiteY392" fmla="*/ 219502 h 983192"/>
                  <a:gd name="connsiteX393" fmla="*/ 348494 w 558861"/>
                  <a:gd name="connsiteY393" fmla="*/ 221346 h 983192"/>
                  <a:gd name="connsiteX394" fmla="*/ 354945 w 558861"/>
                  <a:gd name="connsiteY394" fmla="*/ 206590 h 983192"/>
                  <a:gd name="connsiteX395" fmla="*/ 357710 w 558861"/>
                  <a:gd name="connsiteY395" fmla="*/ 201979 h 983192"/>
                  <a:gd name="connsiteX396" fmla="*/ 359553 w 558861"/>
                  <a:gd name="connsiteY396" fmla="*/ 199212 h 983192"/>
                  <a:gd name="connsiteX397" fmla="*/ 359553 w 558861"/>
                  <a:gd name="connsiteY397" fmla="*/ 191834 h 983192"/>
                  <a:gd name="connsiteX398" fmla="*/ 356789 w 558861"/>
                  <a:gd name="connsiteY398" fmla="*/ 194600 h 983192"/>
                  <a:gd name="connsiteX399" fmla="*/ 353102 w 558861"/>
                  <a:gd name="connsiteY399" fmla="*/ 203823 h 983192"/>
                  <a:gd name="connsiteX400" fmla="*/ 354945 w 558861"/>
                  <a:gd name="connsiteY400" fmla="*/ 206590 h 98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558861" h="983192">
                    <a:moveTo>
                      <a:pt x="404714" y="257315"/>
                    </a:moveTo>
                    <a:lnTo>
                      <a:pt x="400106" y="266538"/>
                    </a:lnTo>
                    <a:lnTo>
                      <a:pt x="388124" y="280372"/>
                    </a:lnTo>
                    <a:lnTo>
                      <a:pt x="371535" y="301584"/>
                    </a:lnTo>
                    <a:cubicBezTo>
                      <a:pt x="370613" y="304351"/>
                      <a:pt x="366926" y="310807"/>
                      <a:pt x="362318" y="316341"/>
                    </a:cubicBezTo>
                    <a:cubicBezTo>
                      <a:pt x="357710" y="321875"/>
                      <a:pt x="347572" y="336631"/>
                      <a:pt x="339277" y="349543"/>
                    </a:cubicBezTo>
                    <a:cubicBezTo>
                      <a:pt x="326375" y="369833"/>
                      <a:pt x="323610" y="377211"/>
                      <a:pt x="307942" y="392890"/>
                    </a:cubicBezTo>
                    <a:cubicBezTo>
                      <a:pt x="306099" y="394734"/>
                      <a:pt x="305177" y="397501"/>
                      <a:pt x="305177" y="398423"/>
                    </a:cubicBezTo>
                    <a:cubicBezTo>
                      <a:pt x="305177" y="399346"/>
                      <a:pt x="297804" y="411335"/>
                      <a:pt x="287666" y="423325"/>
                    </a:cubicBezTo>
                    <a:cubicBezTo>
                      <a:pt x="278450" y="436237"/>
                      <a:pt x="270155" y="447304"/>
                      <a:pt x="270155" y="449149"/>
                    </a:cubicBezTo>
                    <a:cubicBezTo>
                      <a:pt x="270155" y="451916"/>
                      <a:pt x="248036" y="486962"/>
                      <a:pt x="245271" y="487884"/>
                    </a:cubicBezTo>
                    <a:cubicBezTo>
                      <a:pt x="243428" y="488807"/>
                      <a:pt x="224073" y="523853"/>
                      <a:pt x="222230" y="527542"/>
                    </a:cubicBezTo>
                    <a:cubicBezTo>
                      <a:pt x="219465" y="532153"/>
                      <a:pt x="214857" y="539532"/>
                      <a:pt x="203798" y="558899"/>
                    </a:cubicBezTo>
                    <a:cubicBezTo>
                      <a:pt x="170618" y="617003"/>
                      <a:pt x="149421" y="651127"/>
                      <a:pt x="144813" y="650205"/>
                    </a:cubicBezTo>
                    <a:cubicBezTo>
                      <a:pt x="142048" y="649283"/>
                      <a:pt x="142048" y="649283"/>
                      <a:pt x="144813" y="652049"/>
                    </a:cubicBezTo>
                    <a:cubicBezTo>
                      <a:pt x="147577" y="654816"/>
                      <a:pt x="148499" y="656661"/>
                      <a:pt x="142048" y="671417"/>
                    </a:cubicBezTo>
                    <a:cubicBezTo>
                      <a:pt x="131910" y="693552"/>
                      <a:pt x="122693" y="707386"/>
                      <a:pt x="119928" y="704619"/>
                    </a:cubicBezTo>
                    <a:cubicBezTo>
                      <a:pt x="119007" y="703697"/>
                      <a:pt x="119007" y="704619"/>
                      <a:pt x="119007" y="709231"/>
                    </a:cubicBezTo>
                    <a:cubicBezTo>
                      <a:pt x="119928" y="712920"/>
                      <a:pt x="119928" y="718453"/>
                      <a:pt x="118085" y="722142"/>
                    </a:cubicBezTo>
                    <a:cubicBezTo>
                      <a:pt x="111634" y="735977"/>
                      <a:pt x="104261" y="744277"/>
                      <a:pt x="101496" y="742433"/>
                    </a:cubicBezTo>
                    <a:cubicBezTo>
                      <a:pt x="100574" y="741510"/>
                      <a:pt x="98731" y="742433"/>
                      <a:pt x="98731" y="744277"/>
                    </a:cubicBezTo>
                    <a:cubicBezTo>
                      <a:pt x="98731" y="745199"/>
                      <a:pt x="97810" y="747044"/>
                      <a:pt x="95966" y="747044"/>
                    </a:cubicBezTo>
                    <a:cubicBezTo>
                      <a:pt x="94123" y="747044"/>
                      <a:pt x="93201" y="746122"/>
                      <a:pt x="94123" y="745199"/>
                    </a:cubicBezTo>
                    <a:cubicBezTo>
                      <a:pt x="95044" y="744277"/>
                      <a:pt x="93201" y="741510"/>
                      <a:pt x="91358" y="739666"/>
                    </a:cubicBezTo>
                    <a:cubicBezTo>
                      <a:pt x="88593" y="736899"/>
                      <a:pt x="86750" y="738743"/>
                      <a:pt x="82142" y="751655"/>
                    </a:cubicBezTo>
                    <a:cubicBezTo>
                      <a:pt x="79377" y="759033"/>
                      <a:pt x="76612" y="767334"/>
                      <a:pt x="77533" y="767334"/>
                    </a:cubicBezTo>
                    <a:cubicBezTo>
                      <a:pt x="78455" y="768256"/>
                      <a:pt x="80298" y="766412"/>
                      <a:pt x="81220" y="762723"/>
                    </a:cubicBezTo>
                    <a:cubicBezTo>
                      <a:pt x="82142" y="759033"/>
                      <a:pt x="83985" y="757189"/>
                      <a:pt x="86750" y="758111"/>
                    </a:cubicBezTo>
                    <a:cubicBezTo>
                      <a:pt x="89515" y="759956"/>
                      <a:pt x="91358" y="759033"/>
                      <a:pt x="89515" y="754422"/>
                    </a:cubicBezTo>
                    <a:cubicBezTo>
                      <a:pt x="88593" y="751655"/>
                      <a:pt x="88593" y="749811"/>
                      <a:pt x="92279" y="749811"/>
                    </a:cubicBezTo>
                    <a:cubicBezTo>
                      <a:pt x="95044" y="749811"/>
                      <a:pt x="95966" y="751655"/>
                      <a:pt x="95044" y="754422"/>
                    </a:cubicBezTo>
                    <a:cubicBezTo>
                      <a:pt x="94123" y="757189"/>
                      <a:pt x="93201" y="759956"/>
                      <a:pt x="93201" y="761800"/>
                    </a:cubicBezTo>
                    <a:cubicBezTo>
                      <a:pt x="93201" y="762723"/>
                      <a:pt x="90436" y="766412"/>
                      <a:pt x="87671" y="770101"/>
                    </a:cubicBezTo>
                    <a:cubicBezTo>
                      <a:pt x="83063" y="775634"/>
                      <a:pt x="83063" y="777479"/>
                      <a:pt x="85828" y="783013"/>
                    </a:cubicBezTo>
                    <a:cubicBezTo>
                      <a:pt x="89515" y="789468"/>
                      <a:pt x="89515" y="791313"/>
                      <a:pt x="83985" y="795002"/>
                    </a:cubicBezTo>
                    <a:cubicBezTo>
                      <a:pt x="75690" y="800536"/>
                      <a:pt x="66474" y="844805"/>
                      <a:pt x="66474" y="854950"/>
                    </a:cubicBezTo>
                    <a:cubicBezTo>
                      <a:pt x="66474" y="862329"/>
                      <a:pt x="60944" y="873396"/>
                      <a:pt x="59101" y="873396"/>
                    </a:cubicBezTo>
                    <a:cubicBezTo>
                      <a:pt x="58179" y="873396"/>
                      <a:pt x="56336" y="878007"/>
                      <a:pt x="57257" y="883541"/>
                    </a:cubicBezTo>
                    <a:cubicBezTo>
                      <a:pt x="57257" y="889074"/>
                      <a:pt x="59101" y="892764"/>
                      <a:pt x="60944" y="892764"/>
                    </a:cubicBezTo>
                    <a:cubicBezTo>
                      <a:pt x="63709" y="893686"/>
                      <a:pt x="63709" y="893686"/>
                      <a:pt x="60944" y="896453"/>
                    </a:cubicBezTo>
                    <a:cubicBezTo>
                      <a:pt x="56336" y="901986"/>
                      <a:pt x="57257" y="916743"/>
                      <a:pt x="64630" y="936111"/>
                    </a:cubicBezTo>
                    <a:cubicBezTo>
                      <a:pt x="74769" y="961934"/>
                      <a:pt x="79377" y="967468"/>
                      <a:pt x="99652" y="973002"/>
                    </a:cubicBezTo>
                    <a:cubicBezTo>
                      <a:pt x="119007" y="978535"/>
                      <a:pt x="119007" y="982224"/>
                      <a:pt x="97810" y="983146"/>
                    </a:cubicBezTo>
                    <a:cubicBezTo>
                      <a:pt x="77533" y="984069"/>
                      <a:pt x="48962" y="971157"/>
                      <a:pt x="36060" y="955478"/>
                    </a:cubicBezTo>
                    <a:cubicBezTo>
                      <a:pt x="-11865" y="899220"/>
                      <a:pt x="-11865" y="819904"/>
                      <a:pt x="35138" y="695396"/>
                    </a:cubicBezTo>
                    <a:cubicBezTo>
                      <a:pt x="45276" y="669573"/>
                      <a:pt x="83063" y="590257"/>
                      <a:pt x="94123" y="574578"/>
                    </a:cubicBezTo>
                    <a:cubicBezTo>
                      <a:pt x="96888" y="569967"/>
                      <a:pt x="107026" y="552444"/>
                      <a:pt x="117164" y="534920"/>
                    </a:cubicBezTo>
                    <a:cubicBezTo>
                      <a:pt x="126380" y="517397"/>
                      <a:pt x="138361" y="501718"/>
                      <a:pt x="142048" y="497107"/>
                    </a:cubicBezTo>
                    <a:cubicBezTo>
                      <a:pt x="144813" y="491573"/>
                      <a:pt x="148499" y="491573"/>
                      <a:pt x="145734" y="489729"/>
                    </a:cubicBezTo>
                    <a:cubicBezTo>
                      <a:pt x="143891" y="488807"/>
                      <a:pt x="144813" y="485117"/>
                      <a:pt x="151264" y="478661"/>
                    </a:cubicBezTo>
                    <a:cubicBezTo>
                      <a:pt x="155872" y="473128"/>
                      <a:pt x="159559" y="467594"/>
                      <a:pt x="158637" y="466672"/>
                    </a:cubicBezTo>
                    <a:cubicBezTo>
                      <a:pt x="158637" y="462060"/>
                      <a:pt x="167854" y="448226"/>
                      <a:pt x="170618" y="444537"/>
                    </a:cubicBezTo>
                    <a:cubicBezTo>
                      <a:pt x="173383" y="440848"/>
                      <a:pt x="196424" y="403957"/>
                      <a:pt x="196424" y="402112"/>
                    </a:cubicBezTo>
                    <a:cubicBezTo>
                      <a:pt x="196424" y="399346"/>
                      <a:pt x="222230" y="363377"/>
                      <a:pt x="224073" y="363377"/>
                    </a:cubicBezTo>
                    <a:cubicBezTo>
                      <a:pt x="230525" y="347698"/>
                      <a:pt x="253565" y="320030"/>
                      <a:pt x="253565" y="320030"/>
                    </a:cubicBezTo>
                    <a:lnTo>
                      <a:pt x="270155" y="296973"/>
                    </a:lnTo>
                    <a:lnTo>
                      <a:pt x="284901" y="274838"/>
                    </a:lnTo>
                    <a:lnTo>
                      <a:pt x="298726" y="252704"/>
                    </a:lnTo>
                    <a:cubicBezTo>
                      <a:pt x="300569" y="249937"/>
                      <a:pt x="305177" y="243481"/>
                      <a:pt x="309786" y="238870"/>
                    </a:cubicBezTo>
                    <a:cubicBezTo>
                      <a:pt x="314394" y="234258"/>
                      <a:pt x="317158" y="229647"/>
                      <a:pt x="317158" y="227802"/>
                    </a:cubicBezTo>
                    <a:cubicBezTo>
                      <a:pt x="317158" y="225958"/>
                      <a:pt x="318080" y="225036"/>
                      <a:pt x="319002" y="225036"/>
                    </a:cubicBezTo>
                    <a:cubicBezTo>
                      <a:pt x="326375" y="225036"/>
                      <a:pt x="333748" y="224113"/>
                      <a:pt x="333748" y="220424"/>
                    </a:cubicBezTo>
                    <a:cubicBezTo>
                      <a:pt x="333748" y="219502"/>
                      <a:pt x="330983" y="218579"/>
                      <a:pt x="328218" y="219502"/>
                    </a:cubicBezTo>
                    <a:cubicBezTo>
                      <a:pt x="325453" y="220424"/>
                      <a:pt x="322688" y="221346"/>
                      <a:pt x="322688" y="219502"/>
                    </a:cubicBezTo>
                    <a:cubicBezTo>
                      <a:pt x="322688" y="219502"/>
                      <a:pt x="366926" y="154942"/>
                      <a:pt x="374300" y="144797"/>
                    </a:cubicBezTo>
                    <a:cubicBezTo>
                      <a:pt x="377986" y="139264"/>
                      <a:pt x="383516" y="131886"/>
                      <a:pt x="386281" y="128196"/>
                    </a:cubicBezTo>
                    <a:cubicBezTo>
                      <a:pt x="389046" y="122663"/>
                      <a:pt x="393654" y="118974"/>
                      <a:pt x="394575" y="116207"/>
                    </a:cubicBezTo>
                    <a:cubicBezTo>
                      <a:pt x="401027" y="106984"/>
                      <a:pt x="433284" y="68249"/>
                      <a:pt x="439736" y="59948"/>
                    </a:cubicBezTo>
                    <a:cubicBezTo>
                      <a:pt x="452639" y="45192"/>
                      <a:pt x="484896" y="922"/>
                      <a:pt x="507937" y="0"/>
                    </a:cubicBezTo>
                    <a:cubicBezTo>
                      <a:pt x="512545" y="0"/>
                      <a:pt x="518075" y="1845"/>
                      <a:pt x="527291" y="4611"/>
                    </a:cubicBezTo>
                    <a:cubicBezTo>
                      <a:pt x="546645" y="10145"/>
                      <a:pt x="556783" y="20290"/>
                      <a:pt x="556783" y="35969"/>
                    </a:cubicBezTo>
                    <a:cubicBezTo>
                      <a:pt x="556783" y="41502"/>
                      <a:pt x="556783" y="47958"/>
                      <a:pt x="558627" y="49803"/>
                    </a:cubicBezTo>
                    <a:cubicBezTo>
                      <a:pt x="559548" y="50725"/>
                      <a:pt x="557705" y="57181"/>
                      <a:pt x="554019" y="62715"/>
                    </a:cubicBezTo>
                    <a:cubicBezTo>
                      <a:pt x="550332" y="68249"/>
                      <a:pt x="544802" y="76549"/>
                      <a:pt x="542959" y="80238"/>
                    </a:cubicBezTo>
                    <a:cubicBezTo>
                      <a:pt x="541116" y="85772"/>
                      <a:pt x="524526" y="104217"/>
                      <a:pt x="507015" y="121740"/>
                    </a:cubicBezTo>
                    <a:cubicBezTo>
                      <a:pt x="488582" y="140186"/>
                      <a:pt x="473836" y="158632"/>
                      <a:pt x="471993" y="163243"/>
                    </a:cubicBezTo>
                    <a:cubicBezTo>
                      <a:pt x="468306" y="173388"/>
                      <a:pt x="441579" y="206590"/>
                      <a:pt x="437892" y="206590"/>
                    </a:cubicBezTo>
                    <a:cubicBezTo>
                      <a:pt x="436971" y="206590"/>
                      <a:pt x="431441" y="212124"/>
                      <a:pt x="426833" y="219502"/>
                    </a:cubicBezTo>
                    <a:cubicBezTo>
                      <a:pt x="422224" y="226880"/>
                      <a:pt x="417616" y="232414"/>
                      <a:pt x="416695" y="233336"/>
                    </a:cubicBezTo>
                    <a:cubicBezTo>
                      <a:pt x="415773" y="233336"/>
                      <a:pt x="414852" y="234258"/>
                      <a:pt x="414852" y="236103"/>
                    </a:cubicBezTo>
                    <a:lnTo>
                      <a:pt x="404714" y="257315"/>
                    </a:lnTo>
                    <a:close/>
                    <a:moveTo>
                      <a:pt x="36981" y="749811"/>
                    </a:moveTo>
                    <a:cubicBezTo>
                      <a:pt x="37903" y="748888"/>
                      <a:pt x="39746" y="745199"/>
                      <a:pt x="39746" y="741510"/>
                    </a:cubicBezTo>
                    <a:cubicBezTo>
                      <a:pt x="39746" y="736899"/>
                      <a:pt x="38825" y="735977"/>
                      <a:pt x="36981" y="738743"/>
                    </a:cubicBezTo>
                    <a:cubicBezTo>
                      <a:pt x="34217" y="744277"/>
                      <a:pt x="34217" y="751655"/>
                      <a:pt x="36981" y="749811"/>
                    </a:cubicBezTo>
                    <a:close/>
                    <a:moveTo>
                      <a:pt x="58179" y="871551"/>
                    </a:moveTo>
                    <a:cubicBezTo>
                      <a:pt x="59101" y="871551"/>
                      <a:pt x="60944" y="866018"/>
                      <a:pt x="61866" y="858639"/>
                    </a:cubicBezTo>
                    <a:cubicBezTo>
                      <a:pt x="62787" y="851261"/>
                      <a:pt x="63709" y="840194"/>
                      <a:pt x="64630" y="835582"/>
                    </a:cubicBezTo>
                    <a:cubicBezTo>
                      <a:pt x="67395" y="822670"/>
                      <a:pt x="67395" y="812525"/>
                      <a:pt x="65552" y="812525"/>
                    </a:cubicBezTo>
                    <a:cubicBezTo>
                      <a:pt x="61866" y="812525"/>
                      <a:pt x="58179" y="835582"/>
                      <a:pt x="58179" y="847572"/>
                    </a:cubicBezTo>
                    <a:cubicBezTo>
                      <a:pt x="58179" y="854028"/>
                      <a:pt x="58179" y="862329"/>
                      <a:pt x="57257" y="865095"/>
                    </a:cubicBezTo>
                    <a:cubicBezTo>
                      <a:pt x="55414" y="868784"/>
                      <a:pt x="56336" y="871551"/>
                      <a:pt x="58179" y="871551"/>
                    </a:cubicBezTo>
                    <a:close/>
                    <a:moveTo>
                      <a:pt x="54493" y="695396"/>
                    </a:moveTo>
                    <a:cubicBezTo>
                      <a:pt x="55414" y="696319"/>
                      <a:pt x="61866" y="694474"/>
                      <a:pt x="61866" y="691707"/>
                    </a:cubicBezTo>
                    <a:cubicBezTo>
                      <a:pt x="61866" y="690785"/>
                      <a:pt x="60944" y="689863"/>
                      <a:pt x="58179" y="688940"/>
                    </a:cubicBezTo>
                    <a:cubicBezTo>
                      <a:pt x="56336" y="688018"/>
                      <a:pt x="56336" y="688018"/>
                      <a:pt x="57257" y="689863"/>
                    </a:cubicBezTo>
                    <a:cubicBezTo>
                      <a:pt x="58179" y="691707"/>
                      <a:pt x="57257" y="692629"/>
                      <a:pt x="55414" y="692629"/>
                    </a:cubicBezTo>
                    <a:cubicBezTo>
                      <a:pt x="53571" y="693552"/>
                      <a:pt x="52649" y="693552"/>
                      <a:pt x="54493" y="695396"/>
                    </a:cubicBezTo>
                    <a:close/>
                    <a:moveTo>
                      <a:pt x="73847" y="789468"/>
                    </a:moveTo>
                    <a:cubicBezTo>
                      <a:pt x="78455" y="782090"/>
                      <a:pt x="79377" y="778401"/>
                      <a:pt x="77533" y="777479"/>
                    </a:cubicBezTo>
                    <a:cubicBezTo>
                      <a:pt x="75690" y="776557"/>
                      <a:pt x="72925" y="779324"/>
                      <a:pt x="71082" y="785779"/>
                    </a:cubicBezTo>
                    <a:cubicBezTo>
                      <a:pt x="66474" y="800536"/>
                      <a:pt x="66474" y="800536"/>
                      <a:pt x="73847" y="789468"/>
                    </a:cubicBezTo>
                    <a:close/>
                    <a:moveTo>
                      <a:pt x="71082" y="726754"/>
                    </a:moveTo>
                    <a:cubicBezTo>
                      <a:pt x="73847" y="726754"/>
                      <a:pt x="76612" y="717531"/>
                      <a:pt x="74769" y="715686"/>
                    </a:cubicBezTo>
                    <a:cubicBezTo>
                      <a:pt x="73847" y="714764"/>
                      <a:pt x="72925" y="716609"/>
                      <a:pt x="71082" y="719376"/>
                    </a:cubicBezTo>
                    <a:cubicBezTo>
                      <a:pt x="67395" y="723987"/>
                      <a:pt x="67395" y="726754"/>
                      <a:pt x="71082" y="726754"/>
                    </a:cubicBezTo>
                    <a:close/>
                    <a:moveTo>
                      <a:pt x="72003" y="669573"/>
                    </a:moveTo>
                    <a:cubicBezTo>
                      <a:pt x="74769" y="663117"/>
                      <a:pt x="75690" y="661272"/>
                      <a:pt x="72003" y="661272"/>
                    </a:cubicBezTo>
                    <a:cubicBezTo>
                      <a:pt x="71082" y="661272"/>
                      <a:pt x="69239" y="664039"/>
                      <a:pt x="69239" y="667728"/>
                    </a:cubicBezTo>
                    <a:cubicBezTo>
                      <a:pt x="70161" y="673262"/>
                      <a:pt x="71082" y="673262"/>
                      <a:pt x="72003" y="669573"/>
                    </a:cubicBezTo>
                    <a:close/>
                    <a:moveTo>
                      <a:pt x="76612" y="702775"/>
                    </a:moveTo>
                    <a:cubicBezTo>
                      <a:pt x="76612" y="710153"/>
                      <a:pt x="81220" y="707386"/>
                      <a:pt x="84906" y="696319"/>
                    </a:cubicBezTo>
                    <a:cubicBezTo>
                      <a:pt x="88593" y="687096"/>
                      <a:pt x="89515" y="682485"/>
                      <a:pt x="88593" y="682485"/>
                    </a:cubicBezTo>
                    <a:cubicBezTo>
                      <a:pt x="85828" y="682485"/>
                      <a:pt x="81220" y="692629"/>
                      <a:pt x="81220" y="695396"/>
                    </a:cubicBezTo>
                    <a:cubicBezTo>
                      <a:pt x="80298" y="697241"/>
                      <a:pt x="80298" y="698163"/>
                      <a:pt x="78455" y="699085"/>
                    </a:cubicBezTo>
                    <a:cubicBezTo>
                      <a:pt x="77533" y="698163"/>
                      <a:pt x="76612" y="700008"/>
                      <a:pt x="76612" y="702775"/>
                    </a:cubicBezTo>
                    <a:close/>
                    <a:moveTo>
                      <a:pt x="83063" y="791313"/>
                    </a:moveTo>
                    <a:cubicBezTo>
                      <a:pt x="85828" y="791313"/>
                      <a:pt x="87671" y="789468"/>
                      <a:pt x="87671" y="788546"/>
                    </a:cubicBezTo>
                    <a:cubicBezTo>
                      <a:pt x="87671" y="786702"/>
                      <a:pt x="86750" y="785779"/>
                      <a:pt x="84906" y="785779"/>
                    </a:cubicBezTo>
                    <a:cubicBezTo>
                      <a:pt x="83063" y="785779"/>
                      <a:pt x="81220" y="786702"/>
                      <a:pt x="80298" y="789468"/>
                    </a:cubicBezTo>
                    <a:cubicBezTo>
                      <a:pt x="79377" y="790391"/>
                      <a:pt x="80298" y="791313"/>
                      <a:pt x="83063" y="791313"/>
                    </a:cubicBezTo>
                    <a:close/>
                    <a:moveTo>
                      <a:pt x="95044" y="620692"/>
                    </a:moveTo>
                    <a:cubicBezTo>
                      <a:pt x="96888" y="618847"/>
                      <a:pt x="98731" y="617003"/>
                      <a:pt x="98731" y="616081"/>
                    </a:cubicBezTo>
                    <a:cubicBezTo>
                      <a:pt x="98731" y="615158"/>
                      <a:pt x="97810" y="617003"/>
                      <a:pt x="95044" y="617003"/>
                    </a:cubicBezTo>
                    <a:cubicBezTo>
                      <a:pt x="92279" y="617925"/>
                      <a:pt x="90436" y="620692"/>
                      <a:pt x="90436" y="621614"/>
                    </a:cubicBezTo>
                    <a:cubicBezTo>
                      <a:pt x="91358" y="623459"/>
                      <a:pt x="93201" y="623459"/>
                      <a:pt x="95044" y="620692"/>
                    </a:cubicBezTo>
                    <a:close/>
                    <a:moveTo>
                      <a:pt x="95966" y="731365"/>
                    </a:moveTo>
                    <a:cubicBezTo>
                      <a:pt x="98731" y="731365"/>
                      <a:pt x="107026" y="715686"/>
                      <a:pt x="107026" y="709231"/>
                    </a:cubicBezTo>
                    <a:cubicBezTo>
                      <a:pt x="107026" y="707386"/>
                      <a:pt x="107947" y="705542"/>
                      <a:pt x="109791" y="705542"/>
                    </a:cubicBezTo>
                    <a:cubicBezTo>
                      <a:pt x="110712" y="705542"/>
                      <a:pt x="112555" y="704619"/>
                      <a:pt x="112555" y="704619"/>
                    </a:cubicBezTo>
                    <a:cubicBezTo>
                      <a:pt x="112555" y="703697"/>
                      <a:pt x="109791" y="702775"/>
                      <a:pt x="107026" y="702775"/>
                    </a:cubicBezTo>
                    <a:cubicBezTo>
                      <a:pt x="102418" y="702775"/>
                      <a:pt x="102418" y="703697"/>
                      <a:pt x="102418" y="708308"/>
                    </a:cubicBezTo>
                    <a:cubicBezTo>
                      <a:pt x="103339" y="711075"/>
                      <a:pt x="103339" y="713842"/>
                      <a:pt x="101496" y="713842"/>
                    </a:cubicBezTo>
                    <a:cubicBezTo>
                      <a:pt x="100574" y="713842"/>
                      <a:pt x="98731" y="716609"/>
                      <a:pt x="97810" y="719376"/>
                    </a:cubicBezTo>
                    <a:cubicBezTo>
                      <a:pt x="96888" y="722142"/>
                      <a:pt x="95966" y="726754"/>
                      <a:pt x="94123" y="728598"/>
                    </a:cubicBezTo>
                    <a:cubicBezTo>
                      <a:pt x="94123" y="730443"/>
                      <a:pt x="95044" y="731365"/>
                      <a:pt x="95966" y="731365"/>
                    </a:cubicBezTo>
                    <a:close/>
                    <a:moveTo>
                      <a:pt x="97810" y="608703"/>
                    </a:moveTo>
                    <a:cubicBezTo>
                      <a:pt x="99652" y="613314"/>
                      <a:pt x="100574" y="612392"/>
                      <a:pt x="103339" y="606858"/>
                    </a:cubicBezTo>
                    <a:cubicBezTo>
                      <a:pt x="105183" y="603169"/>
                      <a:pt x="107026" y="599480"/>
                      <a:pt x="107947" y="599480"/>
                    </a:cubicBezTo>
                    <a:lnTo>
                      <a:pt x="103339" y="599480"/>
                    </a:lnTo>
                    <a:cubicBezTo>
                      <a:pt x="96888" y="600402"/>
                      <a:pt x="95044" y="603169"/>
                      <a:pt x="97810" y="608703"/>
                    </a:cubicBezTo>
                    <a:close/>
                    <a:moveTo>
                      <a:pt x="101496" y="648360"/>
                    </a:moveTo>
                    <a:cubicBezTo>
                      <a:pt x="102418" y="649283"/>
                      <a:pt x="104261" y="649283"/>
                      <a:pt x="106104" y="648360"/>
                    </a:cubicBezTo>
                    <a:cubicBezTo>
                      <a:pt x="110712" y="645594"/>
                      <a:pt x="108869" y="643749"/>
                      <a:pt x="105183" y="645594"/>
                    </a:cubicBezTo>
                    <a:cubicBezTo>
                      <a:pt x="101496" y="646516"/>
                      <a:pt x="100574" y="647438"/>
                      <a:pt x="101496" y="648360"/>
                    </a:cubicBezTo>
                    <a:close/>
                    <a:moveTo>
                      <a:pt x="108869" y="588412"/>
                    </a:moveTo>
                    <a:cubicBezTo>
                      <a:pt x="112555" y="588412"/>
                      <a:pt x="123615" y="574578"/>
                      <a:pt x="123615" y="570889"/>
                    </a:cubicBezTo>
                    <a:cubicBezTo>
                      <a:pt x="123615" y="569044"/>
                      <a:pt x="121772" y="569967"/>
                      <a:pt x="119007" y="573656"/>
                    </a:cubicBezTo>
                    <a:cubicBezTo>
                      <a:pt x="116242" y="576423"/>
                      <a:pt x="115320" y="577345"/>
                      <a:pt x="115320" y="575501"/>
                    </a:cubicBezTo>
                    <a:cubicBezTo>
                      <a:pt x="115320" y="569044"/>
                      <a:pt x="110712" y="572734"/>
                      <a:pt x="107947" y="581034"/>
                    </a:cubicBezTo>
                    <a:cubicBezTo>
                      <a:pt x="105183" y="587490"/>
                      <a:pt x="106104" y="588412"/>
                      <a:pt x="108869" y="588412"/>
                    </a:cubicBezTo>
                    <a:close/>
                    <a:moveTo>
                      <a:pt x="115320" y="687096"/>
                    </a:moveTo>
                    <a:cubicBezTo>
                      <a:pt x="121772" y="685251"/>
                      <a:pt x="121772" y="686174"/>
                      <a:pt x="121772" y="684329"/>
                    </a:cubicBezTo>
                    <a:cubicBezTo>
                      <a:pt x="121772" y="683407"/>
                      <a:pt x="120850" y="683407"/>
                      <a:pt x="119007" y="684329"/>
                    </a:cubicBezTo>
                    <a:cubicBezTo>
                      <a:pt x="118085" y="685251"/>
                      <a:pt x="116242" y="684329"/>
                      <a:pt x="115320" y="682485"/>
                    </a:cubicBezTo>
                    <a:cubicBezTo>
                      <a:pt x="114399" y="679718"/>
                      <a:pt x="113477" y="680640"/>
                      <a:pt x="112555" y="683407"/>
                    </a:cubicBezTo>
                    <a:cubicBezTo>
                      <a:pt x="110712" y="687096"/>
                      <a:pt x="111634" y="688018"/>
                      <a:pt x="115320" y="687096"/>
                    </a:cubicBezTo>
                    <a:close/>
                    <a:moveTo>
                      <a:pt x="114399" y="660350"/>
                    </a:moveTo>
                    <a:cubicBezTo>
                      <a:pt x="116242" y="660350"/>
                      <a:pt x="118085" y="663117"/>
                      <a:pt x="118085" y="666806"/>
                    </a:cubicBezTo>
                    <a:cubicBezTo>
                      <a:pt x="118085" y="671417"/>
                      <a:pt x="119007" y="671417"/>
                      <a:pt x="120850" y="669573"/>
                    </a:cubicBezTo>
                    <a:cubicBezTo>
                      <a:pt x="122693" y="666806"/>
                      <a:pt x="123615" y="665883"/>
                      <a:pt x="125459" y="668650"/>
                    </a:cubicBezTo>
                    <a:cubicBezTo>
                      <a:pt x="126380" y="670495"/>
                      <a:pt x="129145" y="671417"/>
                      <a:pt x="130988" y="671417"/>
                    </a:cubicBezTo>
                    <a:cubicBezTo>
                      <a:pt x="131910" y="671417"/>
                      <a:pt x="130067" y="667728"/>
                      <a:pt x="124537" y="664039"/>
                    </a:cubicBezTo>
                    <a:cubicBezTo>
                      <a:pt x="119007" y="660350"/>
                      <a:pt x="115320" y="657583"/>
                      <a:pt x="114399" y="658505"/>
                    </a:cubicBezTo>
                    <a:cubicBezTo>
                      <a:pt x="111634" y="660350"/>
                      <a:pt x="112555" y="660350"/>
                      <a:pt x="114399" y="660350"/>
                    </a:cubicBezTo>
                    <a:close/>
                    <a:moveTo>
                      <a:pt x="115320" y="634526"/>
                    </a:moveTo>
                    <a:cubicBezTo>
                      <a:pt x="118085" y="634526"/>
                      <a:pt x="119928" y="632681"/>
                      <a:pt x="119928" y="630837"/>
                    </a:cubicBezTo>
                    <a:cubicBezTo>
                      <a:pt x="119928" y="628070"/>
                      <a:pt x="119007" y="627148"/>
                      <a:pt x="119007" y="627148"/>
                    </a:cubicBezTo>
                    <a:cubicBezTo>
                      <a:pt x="118085" y="627148"/>
                      <a:pt x="116242" y="628070"/>
                      <a:pt x="115320" y="630837"/>
                    </a:cubicBezTo>
                    <a:cubicBezTo>
                      <a:pt x="111634" y="632681"/>
                      <a:pt x="111634" y="634526"/>
                      <a:pt x="115320" y="634526"/>
                    </a:cubicBezTo>
                    <a:close/>
                    <a:moveTo>
                      <a:pt x="115320" y="567200"/>
                    </a:moveTo>
                    <a:cubicBezTo>
                      <a:pt x="115320" y="569044"/>
                      <a:pt x="116242" y="569967"/>
                      <a:pt x="118085" y="568122"/>
                    </a:cubicBezTo>
                    <a:cubicBezTo>
                      <a:pt x="119007" y="567200"/>
                      <a:pt x="120850" y="565355"/>
                      <a:pt x="120850" y="564433"/>
                    </a:cubicBezTo>
                    <a:cubicBezTo>
                      <a:pt x="120850" y="563511"/>
                      <a:pt x="119928" y="563511"/>
                      <a:pt x="118085" y="563511"/>
                    </a:cubicBezTo>
                    <a:cubicBezTo>
                      <a:pt x="116242" y="563511"/>
                      <a:pt x="115320" y="565355"/>
                      <a:pt x="115320" y="567200"/>
                    </a:cubicBezTo>
                    <a:close/>
                    <a:moveTo>
                      <a:pt x="118085" y="651127"/>
                    </a:moveTo>
                    <a:cubicBezTo>
                      <a:pt x="119007" y="652049"/>
                      <a:pt x="120850" y="652049"/>
                      <a:pt x="122693" y="649283"/>
                    </a:cubicBezTo>
                    <a:cubicBezTo>
                      <a:pt x="125459" y="645594"/>
                      <a:pt x="133753" y="647438"/>
                      <a:pt x="133753" y="651127"/>
                    </a:cubicBezTo>
                    <a:cubicBezTo>
                      <a:pt x="133753" y="652049"/>
                      <a:pt x="134675" y="653894"/>
                      <a:pt x="136518" y="653894"/>
                    </a:cubicBezTo>
                    <a:cubicBezTo>
                      <a:pt x="137440" y="653894"/>
                      <a:pt x="139283" y="652049"/>
                      <a:pt x="139283" y="649283"/>
                    </a:cubicBezTo>
                    <a:cubicBezTo>
                      <a:pt x="139283" y="646516"/>
                      <a:pt x="138361" y="644671"/>
                      <a:pt x="137440" y="645594"/>
                    </a:cubicBezTo>
                    <a:cubicBezTo>
                      <a:pt x="131910" y="646516"/>
                      <a:pt x="128223" y="645594"/>
                      <a:pt x="130067" y="642827"/>
                    </a:cubicBezTo>
                    <a:cubicBezTo>
                      <a:pt x="130988" y="640982"/>
                      <a:pt x="130988" y="640060"/>
                      <a:pt x="128223" y="640060"/>
                    </a:cubicBezTo>
                    <a:cubicBezTo>
                      <a:pt x="122693" y="642827"/>
                      <a:pt x="116242" y="649283"/>
                      <a:pt x="118085" y="651127"/>
                    </a:cubicBezTo>
                    <a:close/>
                    <a:moveTo>
                      <a:pt x="121772" y="563511"/>
                    </a:moveTo>
                    <a:cubicBezTo>
                      <a:pt x="124537" y="566278"/>
                      <a:pt x="125459" y="566278"/>
                      <a:pt x="128223" y="560744"/>
                    </a:cubicBezTo>
                    <a:cubicBezTo>
                      <a:pt x="130067" y="557977"/>
                      <a:pt x="132832" y="555210"/>
                      <a:pt x="134675" y="557055"/>
                    </a:cubicBezTo>
                    <a:cubicBezTo>
                      <a:pt x="135596" y="558899"/>
                      <a:pt x="137440" y="557055"/>
                      <a:pt x="135596" y="555210"/>
                    </a:cubicBezTo>
                    <a:cubicBezTo>
                      <a:pt x="133753" y="552444"/>
                      <a:pt x="131910" y="552444"/>
                      <a:pt x="129145" y="555210"/>
                    </a:cubicBezTo>
                    <a:cubicBezTo>
                      <a:pt x="127301" y="557055"/>
                      <a:pt x="123615" y="557977"/>
                      <a:pt x="120850" y="557055"/>
                    </a:cubicBezTo>
                    <a:cubicBezTo>
                      <a:pt x="116242" y="555210"/>
                      <a:pt x="117164" y="559822"/>
                      <a:pt x="121772" y="563511"/>
                    </a:cubicBezTo>
                    <a:close/>
                    <a:moveTo>
                      <a:pt x="121772" y="615158"/>
                    </a:moveTo>
                    <a:cubicBezTo>
                      <a:pt x="121772" y="617003"/>
                      <a:pt x="123615" y="617003"/>
                      <a:pt x="124537" y="616081"/>
                    </a:cubicBezTo>
                    <a:cubicBezTo>
                      <a:pt x="126380" y="615158"/>
                      <a:pt x="127301" y="612392"/>
                      <a:pt x="127301" y="610547"/>
                    </a:cubicBezTo>
                    <a:cubicBezTo>
                      <a:pt x="127301" y="609625"/>
                      <a:pt x="125459" y="608703"/>
                      <a:pt x="124537" y="609625"/>
                    </a:cubicBezTo>
                    <a:cubicBezTo>
                      <a:pt x="123615" y="611469"/>
                      <a:pt x="121772" y="614236"/>
                      <a:pt x="121772" y="615158"/>
                    </a:cubicBezTo>
                    <a:close/>
                    <a:moveTo>
                      <a:pt x="124537" y="549677"/>
                    </a:moveTo>
                    <a:cubicBezTo>
                      <a:pt x="125459" y="551521"/>
                      <a:pt x="127301" y="551521"/>
                      <a:pt x="129145" y="549677"/>
                    </a:cubicBezTo>
                    <a:cubicBezTo>
                      <a:pt x="130988" y="547832"/>
                      <a:pt x="133753" y="546910"/>
                      <a:pt x="133753" y="547832"/>
                    </a:cubicBezTo>
                    <a:cubicBezTo>
                      <a:pt x="134675" y="548755"/>
                      <a:pt x="136518" y="547832"/>
                      <a:pt x="136518" y="544143"/>
                    </a:cubicBezTo>
                    <a:cubicBezTo>
                      <a:pt x="137440" y="541376"/>
                      <a:pt x="137440" y="540454"/>
                      <a:pt x="135596" y="541376"/>
                    </a:cubicBezTo>
                    <a:cubicBezTo>
                      <a:pt x="134675" y="542299"/>
                      <a:pt x="132832" y="539532"/>
                      <a:pt x="131910" y="534920"/>
                    </a:cubicBezTo>
                    <a:cubicBezTo>
                      <a:pt x="131910" y="528464"/>
                      <a:pt x="132832" y="527542"/>
                      <a:pt x="135596" y="531231"/>
                    </a:cubicBezTo>
                    <a:cubicBezTo>
                      <a:pt x="138361" y="535842"/>
                      <a:pt x="139283" y="535842"/>
                      <a:pt x="145734" y="530309"/>
                    </a:cubicBezTo>
                    <a:cubicBezTo>
                      <a:pt x="149421" y="526620"/>
                      <a:pt x="152186" y="524775"/>
                      <a:pt x="150342" y="524775"/>
                    </a:cubicBezTo>
                    <a:cubicBezTo>
                      <a:pt x="149421" y="524775"/>
                      <a:pt x="149421" y="522008"/>
                      <a:pt x="151264" y="519242"/>
                    </a:cubicBezTo>
                    <a:cubicBezTo>
                      <a:pt x="154029" y="515553"/>
                      <a:pt x="153108" y="511864"/>
                      <a:pt x="151264" y="507252"/>
                    </a:cubicBezTo>
                    <a:cubicBezTo>
                      <a:pt x="148499" y="501718"/>
                      <a:pt x="147577" y="501718"/>
                      <a:pt x="151264" y="504485"/>
                    </a:cubicBezTo>
                    <a:cubicBezTo>
                      <a:pt x="154029" y="507252"/>
                      <a:pt x="156794" y="507252"/>
                      <a:pt x="158637" y="504485"/>
                    </a:cubicBezTo>
                    <a:cubicBezTo>
                      <a:pt x="163245" y="500796"/>
                      <a:pt x="162324" y="493418"/>
                      <a:pt x="158637" y="491573"/>
                    </a:cubicBezTo>
                    <a:cubicBezTo>
                      <a:pt x="156794" y="490651"/>
                      <a:pt x="158637" y="490651"/>
                      <a:pt x="161402" y="491573"/>
                    </a:cubicBezTo>
                    <a:cubicBezTo>
                      <a:pt x="166932" y="493418"/>
                      <a:pt x="168775" y="492496"/>
                      <a:pt x="166932" y="489729"/>
                    </a:cubicBezTo>
                    <a:cubicBezTo>
                      <a:pt x="166010" y="487884"/>
                      <a:pt x="163245" y="486040"/>
                      <a:pt x="162324" y="486962"/>
                    </a:cubicBezTo>
                    <a:cubicBezTo>
                      <a:pt x="160481" y="487884"/>
                      <a:pt x="159559" y="486040"/>
                      <a:pt x="159559" y="485117"/>
                    </a:cubicBezTo>
                    <a:cubicBezTo>
                      <a:pt x="159559" y="484195"/>
                      <a:pt x="162324" y="482351"/>
                      <a:pt x="166932" y="483273"/>
                    </a:cubicBezTo>
                    <a:cubicBezTo>
                      <a:pt x="172462" y="483273"/>
                      <a:pt x="175227" y="481428"/>
                      <a:pt x="175227" y="477739"/>
                    </a:cubicBezTo>
                    <a:cubicBezTo>
                      <a:pt x="175227" y="474972"/>
                      <a:pt x="177070" y="469439"/>
                      <a:pt x="179835" y="468516"/>
                    </a:cubicBezTo>
                    <a:cubicBezTo>
                      <a:pt x="182599" y="467594"/>
                      <a:pt x="183521" y="462983"/>
                      <a:pt x="183521" y="460216"/>
                    </a:cubicBezTo>
                    <a:cubicBezTo>
                      <a:pt x="184443" y="458371"/>
                      <a:pt x="184443" y="456527"/>
                      <a:pt x="186286" y="456527"/>
                    </a:cubicBezTo>
                    <a:cubicBezTo>
                      <a:pt x="187208" y="456527"/>
                      <a:pt x="189051" y="452838"/>
                      <a:pt x="190894" y="449149"/>
                    </a:cubicBezTo>
                    <a:cubicBezTo>
                      <a:pt x="191816" y="445459"/>
                      <a:pt x="194581" y="441770"/>
                      <a:pt x="196424" y="441770"/>
                    </a:cubicBezTo>
                    <a:cubicBezTo>
                      <a:pt x="201032" y="441770"/>
                      <a:pt x="201954" y="434392"/>
                      <a:pt x="197346" y="432548"/>
                    </a:cubicBezTo>
                    <a:cubicBezTo>
                      <a:pt x="196424" y="431625"/>
                      <a:pt x="190894" y="435314"/>
                      <a:pt x="185365" y="440848"/>
                    </a:cubicBezTo>
                    <a:cubicBezTo>
                      <a:pt x="176148" y="450071"/>
                      <a:pt x="175227" y="451916"/>
                      <a:pt x="177991" y="456527"/>
                    </a:cubicBezTo>
                    <a:cubicBezTo>
                      <a:pt x="181678" y="463905"/>
                      <a:pt x="179835" y="467594"/>
                      <a:pt x="173383" y="467594"/>
                    </a:cubicBezTo>
                    <a:cubicBezTo>
                      <a:pt x="168775" y="467594"/>
                      <a:pt x="168775" y="466672"/>
                      <a:pt x="173383" y="466672"/>
                    </a:cubicBezTo>
                    <a:cubicBezTo>
                      <a:pt x="176148" y="465750"/>
                      <a:pt x="177070" y="462983"/>
                      <a:pt x="176148" y="461138"/>
                    </a:cubicBezTo>
                    <a:cubicBezTo>
                      <a:pt x="175227" y="458371"/>
                      <a:pt x="174305" y="458371"/>
                      <a:pt x="170618" y="461138"/>
                    </a:cubicBezTo>
                    <a:cubicBezTo>
                      <a:pt x="166010" y="464827"/>
                      <a:pt x="166010" y="472205"/>
                      <a:pt x="170618" y="472205"/>
                    </a:cubicBezTo>
                    <a:cubicBezTo>
                      <a:pt x="175227" y="472205"/>
                      <a:pt x="174305" y="477739"/>
                      <a:pt x="168775" y="479584"/>
                    </a:cubicBezTo>
                    <a:cubicBezTo>
                      <a:pt x="166010" y="480506"/>
                      <a:pt x="165089" y="480506"/>
                      <a:pt x="166010" y="478661"/>
                    </a:cubicBezTo>
                    <a:cubicBezTo>
                      <a:pt x="166932" y="477739"/>
                      <a:pt x="166932" y="475895"/>
                      <a:pt x="165089" y="475895"/>
                    </a:cubicBezTo>
                    <a:cubicBezTo>
                      <a:pt x="162324" y="475895"/>
                      <a:pt x="154029" y="496185"/>
                      <a:pt x="154029" y="501718"/>
                    </a:cubicBezTo>
                    <a:cubicBezTo>
                      <a:pt x="154029" y="503563"/>
                      <a:pt x="153108" y="504485"/>
                      <a:pt x="152186" y="503563"/>
                    </a:cubicBezTo>
                    <a:cubicBezTo>
                      <a:pt x="149421" y="501718"/>
                      <a:pt x="143891" y="506330"/>
                      <a:pt x="143891" y="512786"/>
                    </a:cubicBezTo>
                    <a:cubicBezTo>
                      <a:pt x="143891" y="514630"/>
                      <a:pt x="141126" y="519242"/>
                      <a:pt x="139283" y="521086"/>
                    </a:cubicBezTo>
                    <a:cubicBezTo>
                      <a:pt x="132832" y="528464"/>
                      <a:pt x="122693" y="546910"/>
                      <a:pt x="124537" y="549677"/>
                    </a:cubicBezTo>
                    <a:close/>
                    <a:moveTo>
                      <a:pt x="131910" y="600402"/>
                    </a:moveTo>
                    <a:cubicBezTo>
                      <a:pt x="133753" y="600402"/>
                      <a:pt x="141126" y="593024"/>
                      <a:pt x="140205" y="593024"/>
                    </a:cubicBezTo>
                    <a:cubicBezTo>
                      <a:pt x="139283" y="592101"/>
                      <a:pt x="137440" y="593024"/>
                      <a:pt x="135596" y="593946"/>
                    </a:cubicBezTo>
                    <a:cubicBezTo>
                      <a:pt x="130067" y="595790"/>
                      <a:pt x="128223" y="600402"/>
                      <a:pt x="131910" y="600402"/>
                    </a:cubicBezTo>
                    <a:close/>
                    <a:moveTo>
                      <a:pt x="134675" y="584723"/>
                    </a:moveTo>
                    <a:cubicBezTo>
                      <a:pt x="134675" y="585646"/>
                      <a:pt x="136518" y="585646"/>
                      <a:pt x="139283" y="585646"/>
                    </a:cubicBezTo>
                    <a:cubicBezTo>
                      <a:pt x="142048" y="585646"/>
                      <a:pt x="143891" y="584723"/>
                      <a:pt x="143891" y="582879"/>
                    </a:cubicBezTo>
                    <a:cubicBezTo>
                      <a:pt x="143891" y="581956"/>
                      <a:pt x="142048" y="581956"/>
                      <a:pt x="139283" y="581956"/>
                    </a:cubicBezTo>
                    <a:cubicBezTo>
                      <a:pt x="136518" y="582879"/>
                      <a:pt x="134675" y="584723"/>
                      <a:pt x="134675" y="584723"/>
                    </a:cubicBezTo>
                    <a:close/>
                    <a:moveTo>
                      <a:pt x="135596" y="611469"/>
                    </a:moveTo>
                    <a:cubicBezTo>
                      <a:pt x="135596" y="613314"/>
                      <a:pt x="136518" y="614236"/>
                      <a:pt x="138361" y="614236"/>
                    </a:cubicBezTo>
                    <a:cubicBezTo>
                      <a:pt x="139283" y="614236"/>
                      <a:pt x="141126" y="613314"/>
                      <a:pt x="141126" y="611469"/>
                    </a:cubicBezTo>
                    <a:cubicBezTo>
                      <a:pt x="141126" y="610547"/>
                      <a:pt x="140205" y="608703"/>
                      <a:pt x="138361" y="608703"/>
                    </a:cubicBezTo>
                    <a:cubicBezTo>
                      <a:pt x="137440" y="608703"/>
                      <a:pt x="135596" y="610547"/>
                      <a:pt x="135596" y="611469"/>
                    </a:cubicBezTo>
                    <a:close/>
                    <a:moveTo>
                      <a:pt x="141126" y="630837"/>
                    </a:moveTo>
                    <a:cubicBezTo>
                      <a:pt x="142969" y="632681"/>
                      <a:pt x="144813" y="635448"/>
                      <a:pt x="142969" y="637293"/>
                    </a:cubicBezTo>
                    <a:cubicBezTo>
                      <a:pt x="142048" y="639138"/>
                      <a:pt x="142969" y="641904"/>
                      <a:pt x="144813" y="642827"/>
                    </a:cubicBezTo>
                    <a:cubicBezTo>
                      <a:pt x="152186" y="647438"/>
                      <a:pt x="155872" y="638215"/>
                      <a:pt x="149421" y="631759"/>
                    </a:cubicBezTo>
                    <a:cubicBezTo>
                      <a:pt x="147577" y="629915"/>
                      <a:pt x="143891" y="628070"/>
                      <a:pt x="141126" y="628070"/>
                    </a:cubicBezTo>
                    <a:cubicBezTo>
                      <a:pt x="139283" y="628070"/>
                      <a:pt x="138361" y="628070"/>
                      <a:pt x="141126" y="630837"/>
                    </a:cubicBezTo>
                    <a:close/>
                    <a:moveTo>
                      <a:pt x="145734" y="576423"/>
                    </a:moveTo>
                    <a:cubicBezTo>
                      <a:pt x="147577" y="575501"/>
                      <a:pt x="148499" y="573656"/>
                      <a:pt x="148499" y="572734"/>
                    </a:cubicBezTo>
                    <a:cubicBezTo>
                      <a:pt x="148499" y="571811"/>
                      <a:pt x="147577" y="571811"/>
                      <a:pt x="145734" y="571811"/>
                    </a:cubicBezTo>
                    <a:cubicBezTo>
                      <a:pt x="144813" y="571811"/>
                      <a:pt x="142969" y="572734"/>
                      <a:pt x="142969" y="574578"/>
                    </a:cubicBezTo>
                    <a:cubicBezTo>
                      <a:pt x="143891" y="576423"/>
                      <a:pt x="144813" y="576423"/>
                      <a:pt x="145734" y="576423"/>
                    </a:cubicBezTo>
                    <a:close/>
                    <a:moveTo>
                      <a:pt x="147577" y="617003"/>
                    </a:moveTo>
                    <a:cubicBezTo>
                      <a:pt x="148499" y="617003"/>
                      <a:pt x="150342" y="616081"/>
                      <a:pt x="150342" y="614236"/>
                    </a:cubicBezTo>
                    <a:cubicBezTo>
                      <a:pt x="150342" y="612392"/>
                      <a:pt x="149421" y="611469"/>
                      <a:pt x="149421" y="611469"/>
                    </a:cubicBezTo>
                    <a:cubicBezTo>
                      <a:pt x="148499" y="611469"/>
                      <a:pt x="147577" y="612392"/>
                      <a:pt x="146656" y="615158"/>
                    </a:cubicBezTo>
                    <a:cubicBezTo>
                      <a:pt x="145734" y="616081"/>
                      <a:pt x="145734" y="617003"/>
                      <a:pt x="147577" y="617003"/>
                    </a:cubicBezTo>
                    <a:close/>
                    <a:moveTo>
                      <a:pt x="149421" y="595790"/>
                    </a:moveTo>
                    <a:cubicBezTo>
                      <a:pt x="152186" y="597635"/>
                      <a:pt x="154950" y="592101"/>
                      <a:pt x="154950" y="586568"/>
                    </a:cubicBezTo>
                    <a:cubicBezTo>
                      <a:pt x="154950" y="583801"/>
                      <a:pt x="154029" y="583801"/>
                      <a:pt x="154029" y="587490"/>
                    </a:cubicBezTo>
                    <a:cubicBezTo>
                      <a:pt x="153108" y="590257"/>
                      <a:pt x="151264" y="592101"/>
                      <a:pt x="149421" y="591179"/>
                    </a:cubicBezTo>
                    <a:cubicBezTo>
                      <a:pt x="148499" y="590257"/>
                      <a:pt x="146656" y="591179"/>
                      <a:pt x="146656" y="592101"/>
                    </a:cubicBezTo>
                    <a:cubicBezTo>
                      <a:pt x="146656" y="592101"/>
                      <a:pt x="147577" y="594868"/>
                      <a:pt x="149421" y="595790"/>
                    </a:cubicBezTo>
                    <a:close/>
                    <a:moveTo>
                      <a:pt x="161402" y="578267"/>
                    </a:moveTo>
                    <a:cubicBezTo>
                      <a:pt x="164167" y="579190"/>
                      <a:pt x="168775" y="578267"/>
                      <a:pt x="170618" y="576423"/>
                    </a:cubicBezTo>
                    <a:cubicBezTo>
                      <a:pt x="175227" y="570889"/>
                      <a:pt x="175227" y="570889"/>
                      <a:pt x="168775" y="572734"/>
                    </a:cubicBezTo>
                    <a:cubicBezTo>
                      <a:pt x="164167" y="574578"/>
                      <a:pt x="163245" y="574578"/>
                      <a:pt x="166010" y="569044"/>
                    </a:cubicBezTo>
                    <a:cubicBezTo>
                      <a:pt x="167854" y="566278"/>
                      <a:pt x="170618" y="563511"/>
                      <a:pt x="171540" y="563511"/>
                    </a:cubicBezTo>
                    <a:cubicBezTo>
                      <a:pt x="172462" y="563511"/>
                      <a:pt x="174305" y="560744"/>
                      <a:pt x="174305" y="558899"/>
                    </a:cubicBezTo>
                    <a:cubicBezTo>
                      <a:pt x="174305" y="552444"/>
                      <a:pt x="163245" y="558899"/>
                      <a:pt x="159559" y="569044"/>
                    </a:cubicBezTo>
                    <a:cubicBezTo>
                      <a:pt x="155872" y="576423"/>
                      <a:pt x="155872" y="575501"/>
                      <a:pt x="161402" y="578267"/>
                    </a:cubicBezTo>
                    <a:close/>
                    <a:moveTo>
                      <a:pt x="178913" y="544143"/>
                    </a:moveTo>
                    <a:cubicBezTo>
                      <a:pt x="183521" y="544143"/>
                      <a:pt x="184443" y="542299"/>
                      <a:pt x="185365" y="537687"/>
                    </a:cubicBezTo>
                    <a:cubicBezTo>
                      <a:pt x="185365" y="531231"/>
                      <a:pt x="184443" y="531231"/>
                      <a:pt x="179835" y="535842"/>
                    </a:cubicBezTo>
                    <a:cubicBezTo>
                      <a:pt x="177070" y="539532"/>
                      <a:pt x="173383" y="541376"/>
                      <a:pt x="173383" y="542299"/>
                    </a:cubicBezTo>
                    <a:cubicBezTo>
                      <a:pt x="173383" y="543221"/>
                      <a:pt x="176148" y="544143"/>
                      <a:pt x="178913" y="544143"/>
                    </a:cubicBezTo>
                    <a:close/>
                    <a:moveTo>
                      <a:pt x="177070" y="518319"/>
                    </a:moveTo>
                    <a:lnTo>
                      <a:pt x="183521" y="512786"/>
                    </a:lnTo>
                    <a:cubicBezTo>
                      <a:pt x="189973" y="507252"/>
                      <a:pt x="191816" y="505407"/>
                      <a:pt x="189051" y="505407"/>
                    </a:cubicBezTo>
                    <a:cubicBezTo>
                      <a:pt x="188130" y="505407"/>
                      <a:pt x="185365" y="509097"/>
                      <a:pt x="182599" y="511864"/>
                    </a:cubicBezTo>
                    <a:lnTo>
                      <a:pt x="177070" y="518319"/>
                    </a:lnTo>
                    <a:close/>
                    <a:moveTo>
                      <a:pt x="191816" y="520164"/>
                    </a:moveTo>
                    <a:cubicBezTo>
                      <a:pt x="192738" y="522931"/>
                      <a:pt x="196424" y="519242"/>
                      <a:pt x="198267" y="508174"/>
                    </a:cubicBezTo>
                    <a:cubicBezTo>
                      <a:pt x="198267" y="507252"/>
                      <a:pt x="196424" y="509097"/>
                      <a:pt x="193659" y="511864"/>
                    </a:cubicBezTo>
                    <a:cubicBezTo>
                      <a:pt x="190894" y="514630"/>
                      <a:pt x="189973" y="516475"/>
                      <a:pt x="191816" y="520164"/>
                    </a:cubicBezTo>
                    <a:close/>
                    <a:moveTo>
                      <a:pt x="193659" y="431625"/>
                    </a:moveTo>
                    <a:cubicBezTo>
                      <a:pt x="196424" y="428859"/>
                      <a:pt x="198267" y="428859"/>
                      <a:pt x="200111" y="430703"/>
                    </a:cubicBezTo>
                    <a:cubicBezTo>
                      <a:pt x="201032" y="432548"/>
                      <a:pt x="202876" y="432548"/>
                      <a:pt x="205640" y="429781"/>
                    </a:cubicBezTo>
                    <a:cubicBezTo>
                      <a:pt x="210249" y="424247"/>
                      <a:pt x="211170" y="424247"/>
                      <a:pt x="206562" y="419636"/>
                    </a:cubicBezTo>
                    <a:cubicBezTo>
                      <a:pt x="204719" y="417791"/>
                      <a:pt x="201032" y="416869"/>
                      <a:pt x="199189" y="416869"/>
                    </a:cubicBezTo>
                    <a:cubicBezTo>
                      <a:pt x="198267" y="416869"/>
                      <a:pt x="198267" y="417791"/>
                      <a:pt x="200111" y="419636"/>
                    </a:cubicBezTo>
                    <a:cubicBezTo>
                      <a:pt x="203798" y="423325"/>
                      <a:pt x="203798" y="422403"/>
                      <a:pt x="199189" y="422403"/>
                    </a:cubicBezTo>
                    <a:cubicBezTo>
                      <a:pt x="196424" y="423325"/>
                      <a:pt x="192738" y="426092"/>
                      <a:pt x="190894" y="429781"/>
                    </a:cubicBezTo>
                    <a:cubicBezTo>
                      <a:pt x="189973" y="435314"/>
                      <a:pt x="189973" y="435314"/>
                      <a:pt x="193659" y="431625"/>
                    </a:cubicBezTo>
                    <a:close/>
                    <a:moveTo>
                      <a:pt x="198267" y="503563"/>
                    </a:moveTo>
                    <a:cubicBezTo>
                      <a:pt x="201032" y="506330"/>
                      <a:pt x="215779" y="489729"/>
                      <a:pt x="217622" y="483273"/>
                    </a:cubicBezTo>
                    <a:cubicBezTo>
                      <a:pt x="218543" y="480506"/>
                      <a:pt x="219465" y="476817"/>
                      <a:pt x="219465" y="476817"/>
                    </a:cubicBezTo>
                    <a:cubicBezTo>
                      <a:pt x="219465" y="475895"/>
                      <a:pt x="218543" y="475895"/>
                      <a:pt x="215779" y="477739"/>
                    </a:cubicBezTo>
                    <a:cubicBezTo>
                      <a:pt x="213014" y="478661"/>
                      <a:pt x="211170" y="482351"/>
                      <a:pt x="209327" y="485117"/>
                    </a:cubicBezTo>
                    <a:cubicBezTo>
                      <a:pt x="208406" y="487884"/>
                      <a:pt x="204719" y="492496"/>
                      <a:pt x="201032" y="496185"/>
                    </a:cubicBezTo>
                    <a:cubicBezTo>
                      <a:pt x="199189" y="498951"/>
                      <a:pt x="197346" y="502641"/>
                      <a:pt x="198267" y="503563"/>
                    </a:cubicBezTo>
                    <a:close/>
                    <a:moveTo>
                      <a:pt x="214857" y="408568"/>
                    </a:moveTo>
                    <a:cubicBezTo>
                      <a:pt x="219465" y="406724"/>
                      <a:pt x="219465" y="406724"/>
                      <a:pt x="213935" y="405802"/>
                    </a:cubicBezTo>
                    <a:cubicBezTo>
                      <a:pt x="211170" y="404879"/>
                      <a:pt x="207484" y="406724"/>
                      <a:pt x="205640" y="408568"/>
                    </a:cubicBezTo>
                    <a:cubicBezTo>
                      <a:pt x="201954" y="411335"/>
                      <a:pt x="205640" y="412257"/>
                      <a:pt x="214857" y="408568"/>
                    </a:cubicBezTo>
                    <a:close/>
                    <a:moveTo>
                      <a:pt x="210249" y="419636"/>
                    </a:moveTo>
                    <a:cubicBezTo>
                      <a:pt x="210249" y="421480"/>
                      <a:pt x="211170" y="422403"/>
                      <a:pt x="213935" y="422403"/>
                    </a:cubicBezTo>
                    <a:cubicBezTo>
                      <a:pt x="214857" y="422403"/>
                      <a:pt x="216700" y="419636"/>
                      <a:pt x="216700" y="417791"/>
                    </a:cubicBezTo>
                    <a:cubicBezTo>
                      <a:pt x="216700" y="415024"/>
                      <a:pt x="215779" y="414102"/>
                      <a:pt x="213935" y="415024"/>
                    </a:cubicBezTo>
                    <a:cubicBezTo>
                      <a:pt x="211170" y="415947"/>
                      <a:pt x="209327" y="417791"/>
                      <a:pt x="210249" y="419636"/>
                    </a:cubicBezTo>
                    <a:close/>
                    <a:moveTo>
                      <a:pt x="218543" y="515553"/>
                    </a:moveTo>
                    <a:cubicBezTo>
                      <a:pt x="221308" y="510019"/>
                      <a:pt x="221308" y="510019"/>
                      <a:pt x="218543" y="510019"/>
                    </a:cubicBezTo>
                    <a:cubicBezTo>
                      <a:pt x="216700" y="510019"/>
                      <a:pt x="215779" y="512786"/>
                      <a:pt x="215779" y="515553"/>
                    </a:cubicBezTo>
                    <a:cubicBezTo>
                      <a:pt x="215779" y="519242"/>
                      <a:pt x="215779" y="519242"/>
                      <a:pt x="218543" y="515553"/>
                    </a:cubicBezTo>
                    <a:close/>
                    <a:moveTo>
                      <a:pt x="214857" y="394734"/>
                    </a:moveTo>
                    <a:cubicBezTo>
                      <a:pt x="217622" y="391968"/>
                      <a:pt x="221308" y="391045"/>
                      <a:pt x="224995" y="391045"/>
                    </a:cubicBezTo>
                    <a:cubicBezTo>
                      <a:pt x="232368" y="391045"/>
                      <a:pt x="233289" y="387356"/>
                      <a:pt x="225916" y="387356"/>
                    </a:cubicBezTo>
                    <a:cubicBezTo>
                      <a:pt x="223152" y="387356"/>
                      <a:pt x="219465" y="389201"/>
                      <a:pt x="215779" y="392890"/>
                    </a:cubicBezTo>
                    <a:cubicBezTo>
                      <a:pt x="213014" y="395657"/>
                      <a:pt x="213014" y="396579"/>
                      <a:pt x="214857" y="394734"/>
                    </a:cubicBezTo>
                    <a:close/>
                    <a:moveTo>
                      <a:pt x="226838" y="465750"/>
                    </a:moveTo>
                    <a:cubicBezTo>
                      <a:pt x="231447" y="465750"/>
                      <a:pt x="232368" y="459294"/>
                      <a:pt x="227760" y="456527"/>
                    </a:cubicBezTo>
                    <a:cubicBezTo>
                      <a:pt x="226838" y="455605"/>
                      <a:pt x="224995" y="457449"/>
                      <a:pt x="224073" y="460216"/>
                    </a:cubicBezTo>
                    <a:cubicBezTo>
                      <a:pt x="224073" y="463905"/>
                      <a:pt x="224995" y="466672"/>
                      <a:pt x="226838" y="465750"/>
                    </a:cubicBezTo>
                    <a:close/>
                    <a:moveTo>
                      <a:pt x="225916" y="397501"/>
                    </a:moveTo>
                    <a:cubicBezTo>
                      <a:pt x="226838" y="396579"/>
                      <a:pt x="228681" y="395657"/>
                      <a:pt x="228681" y="394734"/>
                    </a:cubicBezTo>
                    <a:cubicBezTo>
                      <a:pt x="228681" y="393812"/>
                      <a:pt x="227760" y="393812"/>
                      <a:pt x="225916" y="393812"/>
                    </a:cubicBezTo>
                    <a:cubicBezTo>
                      <a:pt x="224995" y="393812"/>
                      <a:pt x="223152" y="394734"/>
                      <a:pt x="223152" y="396579"/>
                    </a:cubicBezTo>
                    <a:cubicBezTo>
                      <a:pt x="224073" y="398423"/>
                      <a:pt x="224995" y="399346"/>
                      <a:pt x="225916" y="397501"/>
                    </a:cubicBezTo>
                    <a:close/>
                    <a:moveTo>
                      <a:pt x="224073" y="381822"/>
                    </a:moveTo>
                    <a:cubicBezTo>
                      <a:pt x="225916" y="383667"/>
                      <a:pt x="234211" y="374444"/>
                      <a:pt x="232368" y="372600"/>
                    </a:cubicBezTo>
                    <a:cubicBezTo>
                      <a:pt x="231447" y="371677"/>
                      <a:pt x="228681" y="371677"/>
                      <a:pt x="226838" y="375366"/>
                    </a:cubicBezTo>
                    <a:cubicBezTo>
                      <a:pt x="224995" y="379056"/>
                      <a:pt x="224073" y="380900"/>
                      <a:pt x="224073" y="381822"/>
                    </a:cubicBezTo>
                    <a:close/>
                    <a:moveTo>
                      <a:pt x="237898" y="456527"/>
                    </a:moveTo>
                    <a:cubicBezTo>
                      <a:pt x="240663" y="456527"/>
                      <a:pt x="242506" y="454682"/>
                      <a:pt x="242506" y="454682"/>
                    </a:cubicBezTo>
                    <a:cubicBezTo>
                      <a:pt x="242506" y="453760"/>
                      <a:pt x="240663" y="452838"/>
                      <a:pt x="238820" y="451916"/>
                    </a:cubicBezTo>
                    <a:cubicBezTo>
                      <a:pt x="236055" y="450993"/>
                      <a:pt x="235133" y="452838"/>
                      <a:pt x="234211" y="454682"/>
                    </a:cubicBezTo>
                    <a:cubicBezTo>
                      <a:pt x="234211" y="456527"/>
                      <a:pt x="235133" y="457449"/>
                      <a:pt x="237898" y="456527"/>
                    </a:cubicBezTo>
                    <a:close/>
                    <a:moveTo>
                      <a:pt x="234211" y="368911"/>
                    </a:moveTo>
                    <a:cubicBezTo>
                      <a:pt x="237898" y="371677"/>
                      <a:pt x="241584" y="367066"/>
                      <a:pt x="241584" y="361532"/>
                    </a:cubicBezTo>
                    <a:cubicBezTo>
                      <a:pt x="241584" y="358766"/>
                      <a:pt x="242506" y="355076"/>
                      <a:pt x="244349" y="354154"/>
                    </a:cubicBezTo>
                    <a:cubicBezTo>
                      <a:pt x="246192" y="353232"/>
                      <a:pt x="246192" y="354154"/>
                      <a:pt x="245271" y="356921"/>
                    </a:cubicBezTo>
                    <a:cubicBezTo>
                      <a:pt x="244349" y="359688"/>
                      <a:pt x="244349" y="361532"/>
                      <a:pt x="245271" y="361532"/>
                    </a:cubicBezTo>
                    <a:cubicBezTo>
                      <a:pt x="248036" y="361532"/>
                      <a:pt x="262782" y="345854"/>
                      <a:pt x="262782" y="343087"/>
                    </a:cubicBezTo>
                    <a:cubicBezTo>
                      <a:pt x="262782" y="341242"/>
                      <a:pt x="260938" y="343087"/>
                      <a:pt x="258174" y="346776"/>
                    </a:cubicBezTo>
                    <a:cubicBezTo>
                      <a:pt x="252644" y="354154"/>
                      <a:pt x="248957" y="355076"/>
                      <a:pt x="248957" y="348620"/>
                    </a:cubicBezTo>
                    <a:cubicBezTo>
                      <a:pt x="248957" y="344009"/>
                      <a:pt x="248036" y="345854"/>
                      <a:pt x="242506" y="352310"/>
                    </a:cubicBezTo>
                    <a:cubicBezTo>
                      <a:pt x="237898" y="356921"/>
                      <a:pt x="236055" y="361532"/>
                      <a:pt x="236976" y="362455"/>
                    </a:cubicBezTo>
                    <a:cubicBezTo>
                      <a:pt x="237898" y="363377"/>
                      <a:pt x="236055" y="365221"/>
                      <a:pt x="234211" y="366144"/>
                    </a:cubicBezTo>
                    <a:cubicBezTo>
                      <a:pt x="234211" y="366144"/>
                      <a:pt x="233289" y="367988"/>
                      <a:pt x="234211" y="368911"/>
                    </a:cubicBezTo>
                    <a:close/>
                    <a:moveTo>
                      <a:pt x="241584" y="432548"/>
                    </a:moveTo>
                    <a:cubicBezTo>
                      <a:pt x="241584" y="434392"/>
                      <a:pt x="242506" y="435314"/>
                      <a:pt x="244349" y="433470"/>
                    </a:cubicBezTo>
                    <a:cubicBezTo>
                      <a:pt x="246192" y="431625"/>
                      <a:pt x="247114" y="430703"/>
                      <a:pt x="247114" y="429781"/>
                    </a:cubicBezTo>
                    <a:cubicBezTo>
                      <a:pt x="247114" y="428859"/>
                      <a:pt x="246192" y="428859"/>
                      <a:pt x="244349" y="428859"/>
                    </a:cubicBezTo>
                    <a:cubicBezTo>
                      <a:pt x="242506" y="429781"/>
                      <a:pt x="241584" y="430703"/>
                      <a:pt x="241584" y="432548"/>
                    </a:cubicBezTo>
                    <a:close/>
                    <a:moveTo>
                      <a:pt x="253565" y="339398"/>
                    </a:moveTo>
                    <a:cubicBezTo>
                      <a:pt x="253565" y="342165"/>
                      <a:pt x="254487" y="341242"/>
                      <a:pt x="256330" y="338475"/>
                    </a:cubicBezTo>
                    <a:cubicBezTo>
                      <a:pt x="260017" y="332942"/>
                      <a:pt x="260017" y="331097"/>
                      <a:pt x="256330" y="333864"/>
                    </a:cubicBezTo>
                    <a:cubicBezTo>
                      <a:pt x="254487" y="334786"/>
                      <a:pt x="252644" y="337553"/>
                      <a:pt x="253565" y="339398"/>
                    </a:cubicBezTo>
                    <a:close/>
                    <a:moveTo>
                      <a:pt x="260017" y="415024"/>
                    </a:moveTo>
                    <a:cubicBezTo>
                      <a:pt x="263704" y="415024"/>
                      <a:pt x="266469" y="411335"/>
                      <a:pt x="264625" y="409491"/>
                    </a:cubicBezTo>
                    <a:cubicBezTo>
                      <a:pt x="263704" y="408568"/>
                      <a:pt x="261860" y="409491"/>
                      <a:pt x="260017" y="411335"/>
                    </a:cubicBezTo>
                    <a:cubicBezTo>
                      <a:pt x="257252" y="414102"/>
                      <a:pt x="258174" y="415024"/>
                      <a:pt x="260017" y="415024"/>
                    </a:cubicBezTo>
                    <a:close/>
                    <a:moveTo>
                      <a:pt x="303334" y="361532"/>
                    </a:moveTo>
                    <a:cubicBezTo>
                      <a:pt x="305177" y="361532"/>
                      <a:pt x="307020" y="360610"/>
                      <a:pt x="307020" y="358766"/>
                    </a:cubicBezTo>
                    <a:cubicBezTo>
                      <a:pt x="307020" y="357843"/>
                      <a:pt x="306099" y="356921"/>
                      <a:pt x="304255" y="356921"/>
                    </a:cubicBezTo>
                    <a:cubicBezTo>
                      <a:pt x="302412" y="356921"/>
                      <a:pt x="301491" y="357843"/>
                      <a:pt x="299647" y="358766"/>
                    </a:cubicBezTo>
                    <a:cubicBezTo>
                      <a:pt x="299647" y="360610"/>
                      <a:pt x="300569" y="362455"/>
                      <a:pt x="303334" y="361532"/>
                    </a:cubicBezTo>
                    <a:close/>
                    <a:moveTo>
                      <a:pt x="313472" y="351387"/>
                    </a:moveTo>
                    <a:cubicBezTo>
                      <a:pt x="316236" y="352310"/>
                      <a:pt x="318080" y="350465"/>
                      <a:pt x="317158" y="350465"/>
                    </a:cubicBezTo>
                    <a:cubicBezTo>
                      <a:pt x="316236" y="349543"/>
                      <a:pt x="314394" y="349543"/>
                      <a:pt x="311628" y="350465"/>
                    </a:cubicBezTo>
                    <a:cubicBezTo>
                      <a:pt x="309786" y="350465"/>
                      <a:pt x="310707" y="351387"/>
                      <a:pt x="313472" y="351387"/>
                    </a:cubicBezTo>
                    <a:close/>
                    <a:moveTo>
                      <a:pt x="321767" y="340320"/>
                    </a:moveTo>
                    <a:cubicBezTo>
                      <a:pt x="326375" y="336631"/>
                      <a:pt x="328218" y="334786"/>
                      <a:pt x="325453" y="334786"/>
                    </a:cubicBezTo>
                    <a:cubicBezTo>
                      <a:pt x="324531" y="334786"/>
                      <a:pt x="322688" y="337553"/>
                      <a:pt x="320845" y="340320"/>
                    </a:cubicBezTo>
                    <a:cubicBezTo>
                      <a:pt x="317158" y="343087"/>
                      <a:pt x="317158" y="344009"/>
                      <a:pt x="321767" y="340320"/>
                    </a:cubicBezTo>
                    <a:close/>
                    <a:moveTo>
                      <a:pt x="325453" y="244403"/>
                    </a:moveTo>
                    <a:cubicBezTo>
                      <a:pt x="330061" y="237947"/>
                      <a:pt x="330061" y="237025"/>
                      <a:pt x="326375" y="238870"/>
                    </a:cubicBezTo>
                    <a:cubicBezTo>
                      <a:pt x="324531" y="239792"/>
                      <a:pt x="323610" y="238870"/>
                      <a:pt x="322688" y="237025"/>
                    </a:cubicBezTo>
                    <a:cubicBezTo>
                      <a:pt x="321767" y="235180"/>
                      <a:pt x="321767" y="237025"/>
                      <a:pt x="321767" y="241636"/>
                    </a:cubicBezTo>
                    <a:cubicBezTo>
                      <a:pt x="321767" y="249015"/>
                      <a:pt x="322688" y="249015"/>
                      <a:pt x="325453" y="244403"/>
                    </a:cubicBezTo>
                    <a:close/>
                    <a:moveTo>
                      <a:pt x="348494" y="221346"/>
                    </a:moveTo>
                    <a:cubicBezTo>
                      <a:pt x="351259" y="220424"/>
                      <a:pt x="351259" y="219502"/>
                      <a:pt x="348494" y="218579"/>
                    </a:cubicBezTo>
                    <a:cubicBezTo>
                      <a:pt x="346651" y="217657"/>
                      <a:pt x="344808" y="217657"/>
                      <a:pt x="343886" y="219502"/>
                    </a:cubicBezTo>
                    <a:cubicBezTo>
                      <a:pt x="341121" y="222269"/>
                      <a:pt x="344808" y="222269"/>
                      <a:pt x="348494" y="221346"/>
                    </a:cubicBezTo>
                    <a:close/>
                    <a:moveTo>
                      <a:pt x="354945" y="206590"/>
                    </a:moveTo>
                    <a:cubicBezTo>
                      <a:pt x="356789" y="205668"/>
                      <a:pt x="358632" y="202901"/>
                      <a:pt x="357710" y="201979"/>
                    </a:cubicBezTo>
                    <a:cubicBezTo>
                      <a:pt x="356789" y="201056"/>
                      <a:pt x="357710" y="199212"/>
                      <a:pt x="359553" y="199212"/>
                    </a:cubicBezTo>
                    <a:cubicBezTo>
                      <a:pt x="363240" y="199212"/>
                      <a:pt x="363240" y="193678"/>
                      <a:pt x="359553" y="191834"/>
                    </a:cubicBezTo>
                    <a:cubicBezTo>
                      <a:pt x="357710" y="190911"/>
                      <a:pt x="356789" y="192756"/>
                      <a:pt x="356789" y="194600"/>
                    </a:cubicBezTo>
                    <a:cubicBezTo>
                      <a:pt x="357710" y="197367"/>
                      <a:pt x="354945" y="201056"/>
                      <a:pt x="353102" y="203823"/>
                    </a:cubicBezTo>
                    <a:cubicBezTo>
                      <a:pt x="347572" y="209357"/>
                      <a:pt x="348494" y="209357"/>
                      <a:pt x="354945" y="206590"/>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sp>
            <p:nvSpPr>
              <p:cNvPr id="30" name="Freeform 29">
                <a:extLst>
                  <a:ext uri="{FF2B5EF4-FFF2-40B4-BE49-F238E27FC236}">
                    <a16:creationId xmlns:a16="http://schemas.microsoft.com/office/drawing/2014/main" id="{D4595149-349E-6963-D892-9D34F1FA6B8F}"/>
                  </a:ext>
                </a:extLst>
              </p:cNvPr>
              <p:cNvSpPr/>
              <p:nvPr/>
            </p:nvSpPr>
            <p:spPr>
              <a:xfrm>
                <a:off x="9868815" y="550609"/>
                <a:ext cx="505127" cy="563451"/>
              </a:xfrm>
              <a:custGeom>
                <a:avLst/>
                <a:gdLst>
                  <a:gd name="connsiteX0" fmla="*/ 0 w 505127"/>
                  <a:gd name="connsiteY0" fmla="*/ 453760 h 563451"/>
                  <a:gd name="connsiteX1" fmla="*/ 9216 w 505127"/>
                  <a:gd name="connsiteY1" fmla="*/ 408568 h 563451"/>
                  <a:gd name="connsiteX2" fmla="*/ 42395 w 505127"/>
                  <a:gd name="connsiteY2" fmla="*/ 346776 h 563451"/>
                  <a:gd name="connsiteX3" fmla="*/ 43317 w 505127"/>
                  <a:gd name="connsiteY3" fmla="*/ 344009 h 563451"/>
                  <a:gd name="connsiteX4" fmla="*/ 46082 w 505127"/>
                  <a:gd name="connsiteY4" fmla="*/ 338475 h 563451"/>
                  <a:gd name="connsiteX5" fmla="*/ 51611 w 505127"/>
                  <a:gd name="connsiteY5" fmla="*/ 332020 h 563451"/>
                  <a:gd name="connsiteX6" fmla="*/ 63593 w 505127"/>
                  <a:gd name="connsiteY6" fmla="*/ 311729 h 563451"/>
                  <a:gd name="connsiteX7" fmla="*/ 76496 w 505127"/>
                  <a:gd name="connsiteY7" fmla="*/ 292362 h 563451"/>
                  <a:gd name="connsiteX8" fmla="*/ 82947 w 505127"/>
                  <a:gd name="connsiteY8" fmla="*/ 284061 h 563451"/>
                  <a:gd name="connsiteX9" fmla="*/ 100458 w 505127"/>
                  <a:gd name="connsiteY9" fmla="*/ 260082 h 563451"/>
                  <a:gd name="connsiteX10" fmla="*/ 148383 w 505127"/>
                  <a:gd name="connsiteY10" fmla="*/ 232414 h 563451"/>
                  <a:gd name="connsiteX11" fmla="*/ 198151 w 505127"/>
                  <a:gd name="connsiteY11" fmla="*/ 261927 h 563451"/>
                  <a:gd name="connsiteX12" fmla="*/ 185248 w 505127"/>
                  <a:gd name="connsiteY12" fmla="*/ 302507 h 563451"/>
                  <a:gd name="connsiteX13" fmla="*/ 177875 w 505127"/>
                  <a:gd name="connsiteY13" fmla="*/ 315418 h 563451"/>
                  <a:gd name="connsiteX14" fmla="*/ 166816 w 505127"/>
                  <a:gd name="connsiteY14" fmla="*/ 329253 h 563451"/>
                  <a:gd name="connsiteX15" fmla="*/ 111518 w 505127"/>
                  <a:gd name="connsiteY15" fmla="*/ 403957 h 563451"/>
                  <a:gd name="connsiteX16" fmla="*/ 102301 w 505127"/>
                  <a:gd name="connsiteY16" fmla="*/ 415947 h 563451"/>
                  <a:gd name="connsiteX17" fmla="*/ 103223 w 505127"/>
                  <a:gd name="connsiteY17" fmla="*/ 421480 h 563451"/>
                  <a:gd name="connsiteX18" fmla="*/ 105067 w 505127"/>
                  <a:gd name="connsiteY18" fmla="*/ 429781 h 563451"/>
                  <a:gd name="connsiteX19" fmla="*/ 98615 w 505127"/>
                  <a:gd name="connsiteY19" fmla="*/ 430703 h 563451"/>
                  <a:gd name="connsiteX20" fmla="*/ 81104 w 505127"/>
                  <a:gd name="connsiteY20" fmla="*/ 450993 h 563451"/>
                  <a:gd name="connsiteX21" fmla="*/ 70044 w 505127"/>
                  <a:gd name="connsiteY21" fmla="*/ 497107 h 563451"/>
                  <a:gd name="connsiteX22" fmla="*/ 77418 w 505127"/>
                  <a:gd name="connsiteY22" fmla="*/ 500796 h 563451"/>
                  <a:gd name="connsiteX23" fmla="*/ 71887 w 505127"/>
                  <a:gd name="connsiteY23" fmla="*/ 512786 h 563451"/>
                  <a:gd name="connsiteX24" fmla="*/ 93085 w 505127"/>
                  <a:gd name="connsiteY24" fmla="*/ 515553 h 563451"/>
                  <a:gd name="connsiteX25" fmla="*/ 340083 w 505127"/>
                  <a:gd name="connsiteY25" fmla="*/ 409491 h 563451"/>
                  <a:gd name="connsiteX26" fmla="*/ 387087 w 505127"/>
                  <a:gd name="connsiteY26" fmla="*/ 379978 h 563451"/>
                  <a:gd name="connsiteX27" fmla="*/ 500447 w 505127"/>
                  <a:gd name="connsiteY27" fmla="*/ 318185 h 563451"/>
                  <a:gd name="connsiteX28" fmla="*/ 475563 w 505127"/>
                  <a:gd name="connsiteY28" fmla="*/ 353232 h 563451"/>
                  <a:gd name="connsiteX29" fmla="*/ 402754 w 505127"/>
                  <a:gd name="connsiteY29" fmla="*/ 409491 h 563451"/>
                  <a:gd name="connsiteX30" fmla="*/ 384322 w 505127"/>
                  <a:gd name="connsiteY30" fmla="*/ 427014 h 563451"/>
                  <a:gd name="connsiteX31" fmla="*/ 379714 w 505127"/>
                  <a:gd name="connsiteY31" fmla="*/ 435314 h 563451"/>
                  <a:gd name="connsiteX32" fmla="*/ 376027 w 505127"/>
                  <a:gd name="connsiteY32" fmla="*/ 445459 h 563451"/>
                  <a:gd name="connsiteX33" fmla="*/ 371419 w 505127"/>
                  <a:gd name="connsiteY33" fmla="*/ 452838 h 563451"/>
                  <a:gd name="connsiteX34" fmla="*/ 347456 w 505127"/>
                  <a:gd name="connsiteY34" fmla="*/ 468516 h 563451"/>
                  <a:gd name="connsiteX35" fmla="*/ 317964 w 505127"/>
                  <a:gd name="connsiteY35" fmla="*/ 487884 h 563451"/>
                  <a:gd name="connsiteX36" fmla="*/ 306904 w 505127"/>
                  <a:gd name="connsiteY36" fmla="*/ 497107 h 563451"/>
                  <a:gd name="connsiteX37" fmla="*/ 305061 w 505127"/>
                  <a:gd name="connsiteY37" fmla="*/ 498951 h 563451"/>
                  <a:gd name="connsiteX38" fmla="*/ 273726 w 505127"/>
                  <a:gd name="connsiteY38" fmla="*/ 517397 h 563451"/>
                  <a:gd name="connsiteX39" fmla="*/ 224879 w 505127"/>
                  <a:gd name="connsiteY39" fmla="*/ 545065 h 563451"/>
                  <a:gd name="connsiteX40" fmla="*/ 193543 w 505127"/>
                  <a:gd name="connsiteY40" fmla="*/ 555210 h 563451"/>
                  <a:gd name="connsiteX41" fmla="*/ 141010 w 505127"/>
                  <a:gd name="connsiteY41" fmla="*/ 560744 h 563451"/>
                  <a:gd name="connsiteX42" fmla="*/ 93085 w 505127"/>
                  <a:gd name="connsiteY42" fmla="*/ 552444 h 563451"/>
                  <a:gd name="connsiteX43" fmla="*/ 60828 w 505127"/>
                  <a:gd name="connsiteY43" fmla="*/ 533076 h 563451"/>
                  <a:gd name="connsiteX44" fmla="*/ 59906 w 505127"/>
                  <a:gd name="connsiteY44" fmla="*/ 535842 h 563451"/>
                  <a:gd name="connsiteX45" fmla="*/ 0 w 505127"/>
                  <a:gd name="connsiteY45" fmla="*/ 453760 h 563451"/>
                  <a:gd name="connsiteX46" fmla="*/ 305061 w 505127"/>
                  <a:gd name="connsiteY46" fmla="*/ 4611 h 563451"/>
                  <a:gd name="connsiteX47" fmla="*/ 317964 w 505127"/>
                  <a:gd name="connsiteY47" fmla="*/ 0 h 563451"/>
                  <a:gd name="connsiteX48" fmla="*/ 352986 w 505127"/>
                  <a:gd name="connsiteY48" fmla="*/ 47036 h 563451"/>
                  <a:gd name="connsiteX49" fmla="*/ 345613 w 505127"/>
                  <a:gd name="connsiteY49" fmla="*/ 70093 h 563451"/>
                  <a:gd name="connsiteX50" fmla="*/ 282942 w 505127"/>
                  <a:gd name="connsiteY50" fmla="*/ 112518 h 563451"/>
                  <a:gd name="connsiteX51" fmla="*/ 256214 w 505127"/>
                  <a:gd name="connsiteY51" fmla="*/ 128196 h 563451"/>
                  <a:gd name="connsiteX52" fmla="*/ 235938 w 505127"/>
                  <a:gd name="connsiteY52" fmla="*/ 142953 h 563451"/>
                  <a:gd name="connsiteX53" fmla="*/ 223036 w 505127"/>
                  <a:gd name="connsiteY53" fmla="*/ 152176 h 563451"/>
                  <a:gd name="connsiteX54" fmla="*/ 214741 w 505127"/>
                  <a:gd name="connsiteY54" fmla="*/ 156787 h 563451"/>
                  <a:gd name="connsiteX55" fmla="*/ 207368 w 505127"/>
                  <a:gd name="connsiteY55" fmla="*/ 152176 h 563451"/>
                  <a:gd name="connsiteX56" fmla="*/ 305061 w 505127"/>
                  <a:gd name="connsiteY56" fmla="*/ 4611 h 56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05127" h="563451">
                    <a:moveTo>
                      <a:pt x="0" y="453760"/>
                    </a:moveTo>
                    <a:cubicBezTo>
                      <a:pt x="0" y="442693"/>
                      <a:pt x="6452" y="415024"/>
                      <a:pt x="9216" y="408568"/>
                    </a:cubicBezTo>
                    <a:cubicBezTo>
                      <a:pt x="13825" y="396579"/>
                      <a:pt x="36865" y="346776"/>
                      <a:pt x="42395" y="346776"/>
                    </a:cubicBezTo>
                    <a:cubicBezTo>
                      <a:pt x="43317" y="346776"/>
                      <a:pt x="44238" y="345854"/>
                      <a:pt x="43317" y="344009"/>
                    </a:cubicBezTo>
                    <a:cubicBezTo>
                      <a:pt x="42395" y="343087"/>
                      <a:pt x="43317" y="340320"/>
                      <a:pt x="46082" y="338475"/>
                    </a:cubicBezTo>
                    <a:cubicBezTo>
                      <a:pt x="48847" y="336631"/>
                      <a:pt x="50690" y="332942"/>
                      <a:pt x="51611" y="332020"/>
                    </a:cubicBezTo>
                    <a:cubicBezTo>
                      <a:pt x="51611" y="330175"/>
                      <a:pt x="57141" y="320952"/>
                      <a:pt x="63593" y="311729"/>
                    </a:cubicBezTo>
                    <a:cubicBezTo>
                      <a:pt x="70044" y="302507"/>
                      <a:pt x="76496" y="294206"/>
                      <a:pt x="76496" y="292362"/>
                    </a:cubicBezTo>
                    <a:cubicBezTo>
                      <a:pt x="76496" y="291439"/>
                      <a:pt x="80182" y="287750"/>
                      <a:pt x="82947" y="284061"/>
                    </a:cubicBezTo>
                    <a:cubicBezTo>
                      <a:pt x="86634" y="280372"/>
                      <a:pt x="94007" y="268382"/>
                      <a:pt x="100458" y="260082"/>
                    </a:cubicBezTo>
                    <a:cubicBezTo>
                      <a:pt x="114283" y="239792"/>
                      <a:pt x="122577" y="231491"/>
                      <a:pt x="148383" y="232414"/>
                    </a:cubicBezTo>
                    <a:cubicBezTo>
                      <a:pt x="169581" y="232414"/>
                      <a:pt x="189857" y="244403"/>
                      <a:pt x="198151" y="261927"/>
                    </a:cubicBezTo>
                    <a:cubicBezTo>
                      <a:pt x="203681" y="272994"/>
                      <a:pt x="199995" y="280372"/>
                      <a:pt x="185248" y="302507"/>
                    </a:cubicBezTo>
                    <a:cubicBezTo>
                      <a:pt x="183406" y="305273"/>
                      <a:pt x="180640" y="310807"/>
                      <a:pt x="177875" y="315418"/>
                    </a:cubicBezTo>
                    <a:cubicBezTo>
                      <a:pt x="176032" y="319108"/>
                      <a:pt x="171424" y="325564"/>
                      <a:pt x="166816" y="329253"/>
                    </a:cubicBezTo>
                    <a:cubicBezTo>
                      <a:pt x="158521" y="333864"/>
                      <a:pt x="123499" y="382745"/>
                      <a:pt x="111518" y="403957"/>
                    </a:cubicBezTo>
                    <a:cubicBezTo>
                      <a:pt x="107831" y="409491"/>
                      <a:pt x="103223" y="415024"/>
                      <a:pt x="102301" y="415947"/>
                    </a:cubicBezTo>
                    <a:cubicBezTo>
                      <a:pt x="99536" y="416869"/>
                      <a:pt x="100458" y="418714"/>
                      <a:pt x="103223" y="421480"/>
                    </a:cubicBezTo>
                    <a:cubicBezTo>
                      <a:pt x="105067" y="422403"/>
                      <a:pt x="105988" y="425169"/>
                      <a:pt x="105067" y="429781"/>
                    </a:cubicBezTo>
                    <a:cubicBezTo>
                      <a:pt x="104145" y="433470"/>
                      <a:pt x="101380" y="433470"/>
                      <a:pt x="98615" y="430703"/>
                    </a:cubicBezTo>
                    <a:cubicBezTo>
                      <a:pt x="94928" y="427014"/>
                      <a:pt x="93085" y="430703"/>
                      <a:pt x="81104" y="450993"/>
                    </a:cubicBezTo>
                    <a:cubicBezTo>
                      <a:pt x="64514" y="479584"/>
                      <a:pt x="60828" y="497107"/>
                      <a:pt x="70044" y="497107"/>
                    </a:cubicBezTo>
                    <a:cubicBezTo>
                      <a:pt x="73731" y="497107"/>
                      <a:pt x="76496" y="498951"/>
                      <a:pt x="77418" y="500796"/>
                    </a:cubicBezTo>
                    <a:cubicBezTo>
                      <a:pt x="75574" y="505407"/>
                      <a:pt x="73731" y="509097"/>
                      <a:pt x="71887" y="512786"/>
                    </a:cubicBezTo>
                    <a:cubicBezTo>
                      <a:pt x="74652" y="514630"/>
                      <a:pt x="80182" y="515553"/>
                      <a:pt x="93085" y="515553"/>
                    </a:cubicBezTo>
                    <a:cubicBezTo>
                      <a:pt x="176032" y="515553"/>
                      <a:pt x="270961" y="454682"/>
                      <a:pt x="340083" y="409491"/>
                    </a:cubicBezTo>
                    <a:cubicBezTo>
                      <a:pt x="355751" y="400268"/>
                      <a:pt x="371419" y="390123"/>
                      <a:pt x="387087" y="379978"/>
                    </a:cubicBezTo>
                    <a:cubicBezTo>
                      <a:pt x="404598" y="368911"/>
                      <a:pt x="483858" y="312652"/>
                      <a:pt x="500447" y="318185"/>
                    </a:cubicBezTo>
                    <a:cubicBezTo>
                      <a:pt x="517959" y="324641"/>
                      <a:pt x="481093" y="349543"/>
                      <a:pt x="475563" y="353232"/>
                    </a:cubicBezTo>
                    <a:cubicBezTo>
                      <a:pt x="450680" y="370755"/>
                      <a:pt x="426717" y="395657"/>
                      <a:pt x="402754" y="409491"/>
                    </a:cubicBezTo>
                    <a:cubicBezTo>
                      <a:pt x="380635" y="422403"/>
                      <a:pt x="397224" y="415024"/>
                      <a:pt x="384322" y="427014"/>
                    </a:cubicBezTo>
                    <a:cubicBezTo>
                      <a:pt x="371419" y="439003"/>
                      <a:pt x="388008" y="423325"/>
                      <a:pt x="379714" y="435314"/>
                    </a:cubicBezTo>
                    <a:cubicBezTo>
                      <a:pt x="377870" y="439003"/>
                      <a:pt x="375105" y="442693"/>
                      <a:pt x="376027" y="445459"/>
                    </a:cubicBezTo>
                    <a:cubicBezTo>
                      <a:pt x="376949" y="447304"/>
                      <a:pt x="374183" y="450993"/>
                      <a:pt x="371419" y="452838"/>
                    </a:cubicBezTo>
                    <a:cubicBezTo>
                      <a:pt x="367732" y="454682"/>
                      <a:pt x="356673" y="462060"/>
                      <a:pt x="347456" y="468516"/>
                    </a:cubicBezTo>
                    <a:cubicBezTo>
                      <a:pt x="337318" y="475895"/>
                      <a:pt x="323494" y="484195"/>
                      <a:pt x="317964" y="487884"/>
                    </a:cubicBezTo>
                    <a:cubicBezTo>
                      <a:pt x="312434" y="491573"/>
                      <a:pt x="306904" y="495262"/>
                      <a:pt x="306904" y="497107"/>
                    </a:cubicBezTo>
                    <a:cubicBezTo>
                      <a:pt x="306904" y="498029"/>
                      <a:pt x="305983" y="498951"/>
                      <a:pt x="305061" y="498951"/>
                    </a:cubicBezTo>
                    <a:cubicBezTo>
                      <a:pt x="300453" y="497107"/>
                      <a:pt x="285707" y="506330"/>
                      <a:pt x="273726" y="517397"/>
                    </a:cubicBezTo>
                    <a:cubicBezTo>
                      <a:pt x="264509" y="526620"/>
                      <a:pt x="233173" y="544143"/>
                      <a:pt x="224879" y="545065"/>
                    </a:cubicBezTo>
                    <a:cubicBezTo>
                      <a:pt x="221192" y="545988"/>
                      <a:pt x="206446" y="550599"/>
                      <a:pt x="193543" y="555210"/>
                    </a:cubicBezTo>
                    <a:cubicBezTo>
                      <a:pt x="165894" y="564433"/>
                      <a:pt x="157599" y="565355"/>
                      <a:pt x="141010" y="560744"/>
                    </a:cubicBezTo>
                    <a:cubicBezTo>
                      <a:pt x="130872" y="557977"/>
                      <a:pt x="116126" y="555210"/>
                      <a:pt x="93085" y="552444"/>
                    </a:cubicBezTo>
                    <a:cubicBezTo>
                      <a:pt x="85712" y="551521"/>
                      <a:pt x="68201" y="540454"/>
                      <a:pt x="60828" y="533076"/>
                    </a:cubicBezTo>
                    <a:lnTo>
                      <a:pt x="59906" y="535842"/>
                    </a:lnTo>
                    <a:cubicBezTo>
                      <a:pt x="35944" y="520164"/>
                      <a:pt x="0" y="478661"/>
                      <a:pt x="0" y="453760"/>
                    </a:cubicBezTo>
                    <a:close/>
                    <a:moveTo>
                      <a:pt x="305061" y="4611"/>
                    </a:moveTo>
                    <a:cubicBezTo>
                      <a:pt x="308748" y="1845"/>
                      <a:pt x="313356" y="0"/>
                      <a:pt x="317964" y="0"/>
                    </a:cubicBezTo>
                    <a:cubicBezTo>
                      <a:pt x="334553" y="0"/>
                      <a:pt x="349300" y="21212"/>
                      <a:pt x="352986" y="47036"/>
                    </a:cubicBezTo>
                    <a:cubicBezTo>
                      <a:pt x="353908" y="56259"/>
                      <a:pt x="352065" y="61792"/>
                      <a:pt x="345613" y="70093"/>
                    </a:cubicBezTo>
                    <a:cubicBezTo>
                      <a:pt x="328102" y="93150"/>
                      <a:pt x="297688" y="112518"/>
                      <a:pt x="282942" y="112518"/>
                    </a:cubicBezTo>
                    <a:cubicBezTo>
                      <a:pt x="278334" y="112518"/>
                      <a:pt x="262666" y="120818"/>
                      <a:pt x="256214" y="128196"/>
                    </a:cubicBezTo>
                    <a:cubicBezTo>
                      <a:pt x="252528" y="132808"/>
                      <a:pt x="243312" y="139264"/>
                      <a:pt x="235938" y="142953"/>
                    </a:cubicBezTo>
                    <a:cubicBezTo>
                      <a:pt x="228565" y="146642"/>
                      <a:pt x="223036" y="151253"/>
                      <a:pt x="223036" y="152176"/>
                    </a:cubicBezTo>
                    <a:cubicBezTo>
                      <a:pt x="223036" y="153098"/>
                      <a:pt x="219349" y="154942"/>
                      <a:pt x="214741" y="156787"/>
                    </a:cubicBezTo>
                    <a:cubicBezTo>
                      <a:pt x="208289" y="159554"/>
                      <a:pt x="207368" y="159554"/>
                      <a:pt x="207368" y="152176"/>
                    </a:cubicBezTo>
                    <a:cubicBezTo>
                      <a:pt x="209211" y="145720"/>
                      <a:pt x="291236" y="15679"/>
                      <a:pt x="305061" y="4611"/>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20" name="Freeform 19">
              <a:extLst>
                <a:ext uri="{FF2B5EF4-FFF2-40B4-BE49-F238E27FC236}">
                  <a16:creationId xmlns:a16="http://schemas.microsoft.com/office/drawing/2014/main" id="{E9F89B1B-ECDF-4E05-77F0-FC8CB4BBC262}"/>
                </a:ext>
              </a:extLst>
            </p:cNvPr>
            <p:cNvSpPr/>
            <p:nvPr/>
          </p:nvSpPr>
          <p:spPr>
            <a:xfrm>
              <a:off x="9280412" y="605023"/>
              <a:ext cx="797652" cy="129550"/>
            </a:xfrm>
            <a:custGeom>
              <a:avLst/>
              <a:gdLst>
                <a:gd name="connsiteX0" fmla="*/ 405920 w 797652"/>
                <a:gd name="connsiteY0" fmla="*/ 75627 h 129550"/>
                <a:gd name="connsiteX1" fmla="*/ 381957 w 797652"/>
                <a:gd name="connsiteY1" fmla="*/ 81160 h 129550"/>
                <a:gd name="connsiteX2" fmla="*/ 332189 w 797652"/>
                <a:gd name="connsiteY2" fmla="*/ 87616 h 129550"/>
                <a:gd name="connsiteX3" fmla="*/ 293480 w 797652"/>
                <a:gd name="connsiteY3" fmla="*/ 95917 h 129550"/>
                <a:gd name="connsiteX4" fmla="*/ 237261 w 797652"/>
                <a:gd name="connsiteY4" fmla="*/ 104217 h 129550"/>
                <a:gd name="connsiteX5" fmla="*/ 219749 w 797652"/>
                <a:gd name="connsiteY5" fmla="*/ 106984 h 129550"/>
                <a:gd name="connsiteX6" fmla="*/ 188414 w 797652"/>
                <a:gd name="connsiteY6" fmla="*/ 113440 h 129550"/>
                <a:gd name="connsiteX7" fmla="*/ 127586 w 797652"/>
                <a:gd name="connsiteY7" fmla="*/ 125429 h 129550"/>
                <a:gd name="connsiteX8" fmla="*/ 63071 w 797652"/>
                <a:gd name="connsiteY8" fmla="*/ 127274 h 129550"/>
                <a:gd name="connsiteX9" fmla="*/ 2244 w 797652"/>
                <a:gd name="connsiteY9" fmla="*/ 63637 h 129550"/>
                <a:gd name="connsiteX10" fmla="*/ 15146 w 797652"/>
                <a:gd name="connsiteY10" fmla="*/ 56259 h 129550"/>
                <a:gd name="connsiteX11" fmla="*/ 79661 w 797652"/>
                <a:gd name="connsiteY11" fmla="*/ 48881 h 129550"/>
                <a:gd name="connsiteX12" fmla="*/ 317442 w 797652"/>
                <a:gd name="connsiteY12" fmla="*/ 11067 h 129550"/>
                <a:gd name="connsiteX13" fmla="*/ 356151 w 797652"/>
                <a:gd name="connsiteY13" fmla="*/ 9223 h 129550"/>
                <a:gd name="connsiteX14" fmla="*/ 404998 w 797652"/>
                <a:gd name="connsiteY14" fmla="*/ 6456 h 129550"/>
                <a:gd name="connsiteX15" fmla="*/ 448315 w 797652"/>
                <a:gd name="connsiteY15" fmla="*/ 4611 h 129550"/>
                <a:gd name="connsiteX16" fmla="*/ 559833 w 797652"/>
                <a:gd name="connsiteY16" fmla="*/ 0 h 129550"/>
                <a:gd name="connsiteX17" fmla="*/ 759827 w 797652"/>
                <a:gd name="connsiteY17" fmla="*/ 13834 h 129550"/>
                <a:gd name="connsiteX18" fmla="*/ 797614 w 797652"/>
                <a:gd name="connsiteY18" fmla="*/ 36891 h 129550"/>
                <a:gd name="connsiteX19" fmla="*/ 752454 w 797652"/>
                <a:gd name="connsiteY19" fmla="*/ 36891 h 129550"/>
                <a:gd name="connsiteX20" fmla="*/ 593011 w 797652"/>
                <a:gd name="connsiteY20" fmla="*/ 37813 h 129550"/>
                <a:gd name="connsiteX21" fmla="*/ 539557 w 797652"/>
                <a:gd name="connsiteY21" fmla="*/ 48881 h 129550"/>
                <a:gd name="connsiteX22" fmla="*/ 526654 w 797652"/>
                <a:gd name="connsiteY22" fmla="*/ 49803 h 129550"/>
                <a:gd name="connsiteX23" fmla="*/ 510064 w 797652"/>
                <a:gd name="connsiteY23" fmla="*/ 50725 h 129550"/>
                <a:gd name="connsiteX24" fmla="*/ 499005 w 797652"/>
                <a:gd name="connsiteY24" fmla="*/ 53492 h 129550"/>
                <a:gd name="connsiteX25" fmla="*/ 454766 w 797652"/>
                <a:gd name="connsiteY25" fmla="*/ 63637 h 129550"/>
                <a:gd name="connsiteX26" fmla="*/ 446471 w 797652"/>
                <a:gd name="connsiteY26" fmla="*/ 69171 h 129550"/>
                <a:gd name="connsiteX27" fmla="*/ 405920 w 797652"/>
                <a:gd name="connsiteY27" fmla="*/ 75627 h 12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97652" h="129550">
                  <a:moveTo>
                    <a:pt x="405920" y="75627"/>
                  </a:moveTo>
                  <a:lnTo>
                    <a:pt x="381957" y="81160"/>
                  </a:lnTo>
                  <a:lnTo>
                    <a:pt x="332189" y="87616"/>
                  </a:lnTo>
                  <a:lnTo>
                    <a:pt x="293480" y="95917"/>
                  </a:lnTo>
                  <a:lnTo>
                    <a:pt x="237261" y="104217"/>
                  </a:lnTo>
                  <a:cubicBezTo>
                    <a:pt x="232652" y="105139"/>
                    <a:pt x="224358" y="106984"/>
                    <a:pt x="219749" y="106984"/>
                  </a:cubicBezTo>
                  <a:cubicBezTo>
                    <a:pt x="214220" y="106984"/>
                    <a:pt x="200395" y="111595"/>
                    <a:pt x="188414" y="113440"/>
                  </a:cubicBezTo>
                  <a:cubicBezTo>
                    <a:pt x="183805" y="114362"/>
                    <a:pt x="129429" y="124507"/>
                    <a:pt x="127586" y="125429"/>
                  </a:cubicBezTo>
                  <a:cubicBezTo>
                    <a:pt x="122056" y="130041"/>
                    <a:pt x="84269" y="130963"/>
                    <a:pt x="63071" y="127274"/>
                  </a:cubicBezTo>
                  <a:cubicBezTo>
                    <a:pt x="22519" y="120818"/>
                    <a:pt x="-8816" y="90383"/>
                    <a:pt x="2244" y="63637"/>
                  </a:cubicBezTo>
                  <a:cubicBezTo>
                    <a:pt x="5009" y="56259"/>
                    <a:pt x="8695" y="54414"/>
                    <a:pt x="15146" y="56259"/>
                  </a:cubicBezTo>
                  <a:cubicBezTo>
                    <a:pt x="20677" y="58103"/>
                    <a:pt x="49247" y="54414"/>
                    <a:pt x="79661" y="48881"/>
                  </a:cubicBezTo>
                  <a:cubicBezTo>
                    <a:pt x="161686" y="32280"/>
                    <a:pt x="181963" y="29513"/>
                    <a:pt x="317442" y="11067"/>
                  </a:cubicBezTo>
                  <a:lnTo>
                    <a:pt x="356151" y="9223"/>
                  </a:lnTo>
                  <a:lnTo>
                    <a:pt x="404998" y="6456"/>
                  </a:lnTo>
                  <a:lnTo>
                    <a:pt x="448315" y="4611"/>
                  </a:lnTo>
                  <a:lnTo>
                    <a:pt x="559833" y="0"/>
                  </a:lnTo>
                  <a:cubicBezTo>
                    <a:pt x="640015" y="1845"/>
                    <a:pt x="732178" y="8300"/>
                    <a:pt x="759827" y="13834"/>
                  </a:cubicBezTo>
                  <a:cubicBezTo>
                    <a:pt x="782868" y="18446"/>
                    <a:pt x="798536" y="29513"/>
                    <a:pt x="797614" y="36891"/>
                  </a:cubicBezTo>
                  <a:cubicBezTo>
                    <a:pt x="797614" y="38736"/>
                    <a:pt x="777338" y="38736"/>
                    <a:pt x="752454" y="36891"/>
                  </a:cubicBezTo>
                  <a:cubicBezTo>
                    <a:pt x="713745" y="34124"/>
                    <a:pt x="652918" y="34124"/>
                    <a:pt x="593011" y="37813"/>
                  </a:cubicBezTo>
                  <a:cubicBezTo>
                    <a:pt x="570892" y="39658"/>
                    <a:pt x="539557" y="45191"/>
                    <a:pt x="539557" y="48881"/>
                  </a:cubicBezTo>
                  <a:cubicBezTo>
                    <a:pt x="539557" y="50725"/>
                    <a:pt x="534027" y="50725"/>
                    <a:pt x="526654" y="49803"/>
                  </a:cubicBezTo>
                  <a:cubicBezTo>
                    <a:pt x="519281" y="49803"/>
                    <a:pt x="511908" y="47958"/>
                    <a:pt x="510064" y="50725"/>
                  </a:cubicBezTo>
                  <a:cubicBezTo>
                    <a:pt x="508221" y="53492"/>
                    <a:pt x="502691" y="53492"/>
                    <a:pt x="499005" y="53492"/>
                  </a:cubicBezTo>
                  <a:cubicBezTo>
                    <a:pt x="478728" y="53492"/>
                    <a:pt x="454766" y="58103"/>
                    <a:pt x="454766" y="63637"/>
                  </a:cubicBezTo>
                  <a:cubicBezTo>
                    <a:pt x="454766" y="65482"/>
                    <a:pt x="451079" y="68248"/>
                    <a:pt x="446471" y="69171"/>
                  </a:cubicBezTo>
                  <a:cubicBezTo>
                    <a:pt x="450158" y="68248"/>
                    <a:pt x="405920" y="75627"/>
                    <a:pt x="405920" y="75627"/>
                  </a:cubicBezTo>
                  <a:close/>
                </a:path>
              </a:pathLst>
            </a:custGeom>
            <a:grpFill/>
            <a:ln w="3175" cap="flat">
              <a:solidFill>
                <a:schemeClr val="tx1"/>
              </a:solidFill>
              <a:prstDash val="solid"/>
              <a:miter/>
            </a:ln>
          </p:spPr>
          <p:txBody>
            <a:bodyPr rtlCol="0" anchor="ctr"/>
            <a:lstStyle/>
            <a:p>
              <a:endParaRPr lang="en-US" dirty="0">
                <a:latin typeface="Montserrat" pitchFamily="2" charset="77"/>
              </a:endParaRPr>
            </a:p>
          </p:txBody>
        </p:sp>
      </p:grpSp>
      <p:sp>
        <p:nvSpPr>
          <p:cNvPr id="4" name="Slide Number Placeholder 1">
            <a:extLst>
              <a:ext uri="{FF2B5EF4-FFF2-40B4-BE49-F238E27FC236}">
                <a16:creationId xmlns:a16="http://schemas.microsoft.com/office/drawing/2014/main" id="{3616DFA2-F98A-0B47-B294-C0068C297432}"/>
              </a:ext>
            </a:extLst>
          </p:cNvPr>
          <p:cNvSpPr>
            <a:spLocks noGrp="1"/>
          </p:cNvSpPr>
          <p:nvPr>
            <p:ph type="sldNum" sz="quarter" idx="21"/>
          </p:nvPr>
        </p:nvSpPr>
        <p:spPr>
          <a:xfrm>
            <a:off x="8532082" y="6356350"/>
            <a:ext cx="2743200" cy="365125"/>
          </a:xfrm>
          <a:prstGeom prst="rect">
            <a:avLst/>
          </a:prstGeom>
        </p:spPr>
        <p:txBody>
          <a:bodyPr/>
          <a:lstStyle/>
          <a:p>
            <a:fld id="{8929AD07-5DAF-5C46-853B-6972F006CBE9}" type="slidenum">
              <a:rPr lang="en-US" sz="1000" smtClean="0">
                <a:latin typeface="Proxima Nova Rg" panose="02000506030000020004" pitchFamily="2" charset="77"/>
              </a:rPr>
              <a:pPr/>
              <a:t>31</a:t>
            </a:fld>
            <a:endParaRPr lang="en-US" sz="1000" dirty="0">
              <a:latin typeface="Proxima Nova Rg" panose="02000506030000020004" pitchFamily="2" charset="77"/>
            </a:endParaRPr>
          </a:p>
        </p:txBody>
      </p:sp>
    </p:spTree>
    <p:extLst>
      <p:ext uri="{BB962C8B-B14F-4D97-AF65-F5344CB8AC3E}">
        <p14:creationId xmlns:p14="http://schemas.microsoft.com/office/powerpoint/2010/main" val="394982769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7582484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5" name="Picture Placeholder 24">
            <a:extLst>
              <a:ext uri="{FF2B5EF4-FFF2-40B4-BE49-F238E27FC236}">
                <a16:creationId xmlns:a16="http://schemas.microsoft.com/office/drawing/2014/main" id="{74E59497-A1CD-4516-DE69-272EE8EAF4A9}"/>
              </a:ext>
            </a:extLst>
          </p:cNvPr>
          <p:cNvPicPr>
            <a:picLocks noGrp="1" noChangeAspect="1"/>
          </p:cNvPicPr>
          <p:nvPr>
            <p:ph type="pic" sz="quarter" idx="17"/>
          </p:nvPr>
        </p:nvPicPr>
        <p:blipFill>
          <a:blip r:embed="rId2" cstate="email">
            <a:extLst>
              <a:ext uri="{28A0092B-C50C-407E-A947-70E740481C1C}">
                <a14:useLocalDpi xmlns:a14="http://schemas.microsoft.com/office/drawing/2010/main"/>
              </a:ext>
            </a:extLst>
          </a:blip>
          <a:srcRect/>
          <a:stretch/>
        </p:blipFill>
        <p:spPr>
          <a:solidFill>
            <a:schemeClr val="accent4"/>
          </a:solidFill>
        </p:spPr>
      </p:pic>
      <p:sp>
        <p:nvSpPr>
          <p:cNvPr id="2" name="Text Placeholder 1">
            <a:extLst>
              <a:ext uri="{FF2B5EF4-FFF2-40B4-BE49-F238E27FC236}">
                <a16:creationId xmlns:a16="http://schemas.microsoft.com/office/drawing/2014/main" id="{85CAF40E-03DB-35BE-AF28-DFAE15C9D838}"/>
              </a:ext>
            </a:extLst>
          </p:cNvPr>
          <p:cNvSpPr>
            <a:spLocks noGrp="1"/>
          </p:cNvSpPr>
          <p:nvPr>
            <p:ph type="body" sz="quarter" idx="15"/>
          </p:nvPr>
        </p:nvSpPr>
        <p:spPr>
          <a:xfrm>
            <a:off x="401636" y="2869148"/>
            <a:ext cx="11388725" cy="1376377"/>
          </a:xfrm>
        </p:spPr>
        <p:txBody>
          <a:bodyPr/>
          <a:lstStyle/>
          <a:p>
            <a:r>
              <a:rPr lang="en-US" dirty="0">
                <a:solidFill>
                  <a:srgbClr val="FFFFFF"/>
                </a:solidFill>
                <a:effectLst>
                  <a:glow rad="1455660">
                    <a:srgbClr val="000000">
                      <a:alpha val="25000"/>
                    </a:srgbClr>
                  </a:glow>
                </a:effectLst>
              </a:rPr>
              <a:t>Appendix</a:t>
            </a:r>
          </a:p>
        </p:txBody>
      </p:sp>
      <p:sp>
        <p:nvSpPr>
          <p:cNvPr id="4" name="Slide Number Placeholder 1">
            <a:extLst>
              <a:ext uri="{FF2B5EF4-FFF2-40B4-BE49-F238E27FC236}">
                <a16:creationId xmlns:a16="http://schemas.microsoft.com/office/drawing/2014/main" id="{A1A16C42-A848-8F49-6EFE-EE9083CCADC3}"/>
              </a:ext>
            </a:extLst>
          </p:cNvPr>
          <p:cNvSpPr txBox="1">
            <a:spLocks/>
          </p:cNvSpPr>
          <p:nvPr/>
        </p:nvSpPr>
        <p:spPr>
          <a:xfrm>
            <a:off x="8532082" y="6356350"/>
            <a:ext cx="2743200"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8929AD07-5DAF-5C46-853B-6972F006CBE9}" type="slidenum">
              <a:rPr lang="en-US" sz="1000" smtClean="0">
                <a:solidFill>
                  <a:schemeClr val="accent6"/>
                </a:solidFill>
                <a:latin typeface="Proxima Nova Rg" panose="02000506030000020004" pitchFamily="2" charset="77"/>
              </a:rPr>
              <a:pPr algn="r"/>
              <a:t>33</a:t>
            </a:fld>
            <a:endParaRPr lang="en-US" sz="1000" dirty="0">
              <a:solidFill>
                <a:schemeClr val="accent6"/>
              </a:solidFill>
              <a:latin typeface="Proxima Nova Rg" panose="02000506030000020004" pitchFamily="2" charset="77"/>
            </a:endParaRPr>
          </a:p>
        </p:txBody>
      </p:sp>
    </p:spTree>
    <p:extLst>
      <p:ext uri="{BB962C8B-B14F-4D97-AF65-F5344CB8AC3E}">
        <p14:creationId xmlns:p14="http://schemas.microsoft.com/office/powerpoint/2010/main" val="1717965068"/>
      </p:ext>
    </p:extLst>
  </p:cSld>
  <p:clrMapOvr>
    <a:masterClrMapping/>
  </p:clrMapOvr>
</p:sld>
</file>

<file path=ppt/theme/theme1.xml><?xml version="1.0" encoding="utf-8"?>
<a:theme xmlns:a="http://schemas.openxmlformats.org/drawingml/2006/main" name="T Marzetti Capabilities">
  <a:themeElements>
    <a:clrScheme name="T Marzetti Color Palette">
      <a:dk1>
        <a:srgbClr val="93C73C"/>
      </a:dk1>
      <a:lt1>
        <a:srgbClr val="593C2D"/>
      </a:lt1>
      <a:dk2>
        <a:srgbClr val="87244B"/>
      </a:dk2>
      <a:lt2>
        <a:srgbClr val="B23824"/>
      </a:lt2>
      <a:accent1>
        <a:srgbClr val="E09241"/>
      </a:accent1>
      <a:accent2>
        <a:srgbClr val="21A19E"/>
      </a:accent2>
      <a:accent3>
        <a:srgbClr val="73973D"/>
      </a:accent3>
      <a:accent4>
        <a:srgbClr val="285936"/>
      </a:accent4>
      <a:accent5>
        <a:srgbClr val="B8B9B8"/>
      </a:accent5>
      <a:accent6>
        <a:srgbClr val="7F7F7F"/>
      </a:accent6>
      <a:hlink>
        <a:srgbClr val="FEFFFE"/>
      </a:hlink>
      <a:folHlink>
        <a:srgbClr val="0000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 Marzetti Capabilities" id="{828C8892-7D0E-4257-9FD3-EA4E1C92CB81}" vid="{75F81038-7054-4CA2-95A5-D795807687A8}"/>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010F294CF028314E9D5A895D9AC1A504" ma:contentTypeVersion="16" ma:contentTypeDescription="Create a new document." ma:contentTypeScope="" ma:versionID="e1217f7423cb78d8a985b786a4a20c5c">
  <xsd:schema xmlns:xsd="http://www.w3.org/2001/XMLSchema" xmlns:xs="http://www.w3.org/2001/XMLSchema" xmlns:p="http://schemas.microsoft.com/office/2006/metadata/properties" xmlns:ns2="e6f8b834-2070-4a3a-b913-ff0bff1d3f28" xmlns:ns3="cd2a8ada-249f-4446-9c62-f50774acf73a" targetNamespace="http://schemas.microsoft.com/office/2006/metadata/properties" ma:root="true" ma:fieldsID="5f27a15564e7f173efc92b65af819a5f" ns2:_="" ns3:_="">
    <xsd:import namespace="e6f8b834-2070-4a3a-b913-ff0bff1d3f28"/>
    <xsd:import namespace="cd2a8ada-249f-4446-9c62-f50774acf73a"/>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MediaLengthInSeconds" minOccurs="0"/>
                <xsd:element ref="ns2:lcf76f155ced4ddcb4097134ff3c332f" minOccurs="0"/>
                <xsd:element ref="ns3:TaxCatchAll"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6f8b834-2070-4a3a-b913-ff0bff1d3f2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AutoTags" ma:index="14" nillable="true" ma:displayName="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element name="lcf76f155ced4ddcb4097134ff3c332f" ma:index="21" nillable="true" ma:taxonomy="true" ma:internalName="lcf76f155ced4ddcb4097134ff3c332f" ma:taxonomyFieldName="MediaServiceImageTags" ma:displayName="Image Tags" ma:readOnly="false" ma:fieldId="{5cf76f15-5ced-4ddc-b409-7134ff3c332f}" ma:taxonomyMulti="true" ma:sspId="98815802-758d-469a-8214-ca4c0db2f45f" ma:termSetId="09814cd3-568e-fe90-9814-8d621ff8fb84" ma:anchorId="fba54fb3-c3e1-fe81-a776-ca4b69148c4d" ma:open="true" ma:isKeyword="false">
      <xsd:complexType>
        <xsd:sequence>
          <xsd:element ref="pc:Terms" minOccurs="0" maxOccurs="1"/>
        </xsd:sequence>
      </xsd:complexType>
    </xsd:element>
    <xsd:element name="MediaServiceLocation" ma:index="23"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cd2a8ada-249f-4446-9c62-f50774acf73a"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TaxCatchAll" ma:index="22" nillable="true" ma:displayName="Taxonomy Catch All Column" ma:hidden="true" ma:list="{3a9bd2b3-b654-4873-9039-9195efc859cc}" ma:internalName="TaxCatchAll" ma:showField="CatchAllData" ma:web="cd2a8ada-249f-4446-9c62-f50774acf73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e6f8b834-2070-4a3a-b913-ff0bff1d3f28">
      <Terms xmlns="http://schemas.microsoft.com/office/infopath/2007/PartnerControls"/>
    </lcf76f155ced4ddcb4097134ff3c332f>
    <TaxCatchAll xmlns="cd2a8ada-249f-4446-9c62-f50774acf73a" xsi:nil="true"/>
  </documentManagement>
</p:properties>
</file>

<file path=customXml/itemProps1.xml><?xml version="1.0" encoding="utf-8"?>
<ds:datastoreItem xmlns:ds="http://schemas.openxmlformats.org/officeDocument/2006/customXml" ds:itemID="{A6E9C6ED-34F9-48D0-8BF2-E0374E937DF3}">
  <ds:schemaRefs>
    <ds:schemaRef ds:uri="http://schemas.microsoft.com/sharepoint/v3/contenttype/forms"/>
  </ds:schemaRefs>
</ds:datastoreItem>
</file>

<file path=customXml/itemProps2.xml><?xml version="1.0" encoding="utf-8"?>
<ds:datastoreItem xmlns:ds="http://schemas.openxmlformats.org/officeDocument/2006/customXml" ds:itemID="{D3A14064-FD42-4CD4-A977-EE33ECC87EEC}"/>
</file>

<file path=customXml/itemProps3.xml><?xml version="1.0" encoding="utf-8"?>
<ds:datastoreItem xmlns:ds="http://schemas.openxmlformats.org/officeDocument/2006/customXml" ds:itemID="{41F2618A-14ED-45DA-BB97-DD5A6534064D}">
  <ds:schemaRefs>
    <ds:schemaRef ds:uri="http://purl.org/dc/terms/"/>
    <ds:schemaRef ds:uri="http://schemas.microsoft.com/sharepoint/v3"/>
    <ds:schemaRef ds:uri="http://schemas.microsoft.com/office/2006/documentManagement/types"/>
    <ds:schemaRef ds:uri="http://purl.org/dc/elements/1.1/"/>
    <ds:schemaRef ds:uri="http://schemas.microsoft.com/office/infopath/2007/PartnerControls"/>
    <ds:schemaRef ds:uri="http://purl.org/dc/dcmitype/"/>
    <ds:schemaRef ds:uri="977e4f01-64f8-4157-b8f5-3ba1a5e62c61"/>
    <ds:schemaRef ds:uri="http://www.w3.org/XML/1998/namespace"/>
    <ds:schemaRef ds:uri="http://schemas.openxmlformats.org/package/2006/metadata/core-properties"/>
    <ds:schemaRef ds:uri="afe6ad25-1e5c-491c-9f3b-fd1d1e80a602"/>
    <ds:schemaRef ds:uri="http://schemas.microsoft.com/office/2006/metadata/properties"/>
  </ds:schemaRefs>
</ds:datastoreItem>
</file>

<file path=docProps/app.xml><?xml version="1.0" encoding="utf-8"?>
<Properties xmlns="http://schemas.openxmlformats.org/officeDocument/2006/extended-properties" xmlns:vt="http://schemas.openxmlformats.org/officeDocument/2006/docPropsVTypes">
  <Template>T Marzetti Capabilities</Template>
  <TotalTime>2277</TotalTime>
  <Words>2007</Words>
  <Application>Microsoft Office PowerPoint</Application>
  <PresentationFormat>Widescreen</PresentationFormat>
  <Paragraphs>262</Paragraphs>
  <Slides>31</Slides>
  <Notes>9</Notes>
  <HiddenSlides>1</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31</vt:i4>
      </vt:variant>
    </vt:vector>
  </HeadingPairs>
  <TitlesOfParts>
    <vt:vector size="40" baseType="lpstr">
      <vt:lpstr>Arial</vt:lpstr>
      <vt:lpstr>Calibri</vt:lpstr>
      <vt:lpstr>Gotham Book</vt:lpstr>
      <vt:lpstr>Gotham Medium</vt:lpstr>
      <vt:lpstr>Montserrat</vt:lpstr>
      <vt:lpstr>Montserrat ExtraBold</vt:lpstr>
      <vt:lpstr>Montserrat Medium</vt:lpstr>
      <vt:lpstr>Proxima Nova Rg</vt:lpstr>
      <vt:lpstr>T Marzetti Capabilities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T Marzetti</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T Marzetti</dc:creator>
  <cp:keywords/>
  <dc:description/>
  <cp:lastModifiedBy>Chrissy Shea</cp:lastModifiedBy>
  <cp:revision>106</cp:revision>
  <dcterms:created xsi:type="dcterms:W3CDTF">2022-12-08T03:48:11Z</dcterms:created>
  <dcterms:modified xsi:type="dcterms:W3CDTF">2023-01-13T16:17:05Z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0x010100010F294CF028314E9D5A895D9AC1A504</vt:lpwstr>
  </property>
  <property fmtid="{D5CDD505-2E9C-101B-9397-08002B2CF9AE}" pid="3" name="MediaServiceImageTags">
    <vt:lpwstr/>
  </property>
</Properties>
</file>