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5CA37981-34D6-5C47-858A-2AEEED4E9144}">
          <p14:sldIdLst>
            <p14:sldId id="258"/>
            <p14:sldId id="259"/>
          </p14:sldIdLst>
        </p14:section>
        <p14:section name="Divider Slides with Custom Header" id="{E69B71A4-EBFC-2446-9099-C65F25FB356B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ivider Slides with Brand Words" id="{3F7B84F9-C9A4-B54F-AD36-D9C7F30944F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ontent Slides - Design 1" id="{EEC7532D-8CF1-704D-B2E3-1251FEB1AC44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ontent Slides - Design 2" id="{41DDFC96-9DC7-3D4D-AD57-430A86AE9204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Content Slides - Design 3" id="{D04A6576-A8C4-F343-96FB-34578B5E9AF7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Content Slides - Design 4" id="{966EB5C0-F6B2-DD47-9D7E-BAF95303820E}">
          <p14:sldIdLst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Content Slides - Design 5" id="{EC3FB879-882E-F24C-AF33-E078FA6CDEFA}">
          <p14:sldIdLst>
            <p14:sldId id="304"/>
            <p14:sldId id="305"/>
            <p14:sldId id="306"/>
          </p14:sldIdLst>
        </p14:section>
        <p14:section name="Back Cover Options" id="{EC35AC6A-337F-494E-9CAF-C86F06A00110}">
          <p14:sldIdLst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2ED2-4788-4764-1A4B-43732214B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C9F66-3517-65D4-357D-DF62DE521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7610-4304-FB24-4077-20FDA032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77EE-0524-8E68-9DCC-6C8B3846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A441A-6907-D2FD-7F4A-ECC257A0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1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7610-4304-FB24-4077-20FDA032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77EE-0524-8E68-9DCC-6C8B3846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A441A-6907-D2FD-7F4A-ECC257A0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9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B7610-4304-FB24-4077-20FDA032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C77EE-0524-8E68-9DCC-6C8B3846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A441A-6907-D2FD-7F4A-ECC257A0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7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0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1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5461"/>
            <a:ext cx="10515600" cy="1226151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7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30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27593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3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7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34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6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9420" y="4058122"/>
            <a:ext cx="9024380" cy="1500187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44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87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223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044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2759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749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2508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58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99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671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9449"/>
            <a:ext cx="3894438" cy="3799102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EADC9FC-86DE-CD58-06F2-568408C5B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3605" y="1216347"/>
            <a:ext cx="45658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AB0AA1B-F546-86CD-C216-C833FD385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3605" y="2137730"/>
            <a:ext cx="3932237" cy="3811588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0356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67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rgbClr val="27593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288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381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478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539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030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8062"/>
            <a:ext cx="3932237" cy="350092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200">
                <a:solidFill>
                  <a:schemeClr val="bg1">
                    <a:lumMod val="50000"/>
                  </a:schemeClr>
                </a:solidFill>
              </a:defRPr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93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338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27593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512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951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939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233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23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15"/>
            <a:ext cx="10515600" cy="102247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49"/>
            <a:ext cx="10515600" cy="414295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327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860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27593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945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14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84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571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669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461" y="136525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54" y="1733550"/>
            <a:ext cx="9777046" cy="3623896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024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C3B9-CB08-2EF6-8FFC-D048C517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526" y="355600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13A5-0422-FE3C-BBFF-62E4E39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6736" y="1681163"/>
            <a:ext cx="468083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4ACE3-6FAC-2CD4-0A9B-C0575FE75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6736" y="2505075"/>
            <a:ext cx="4680839" cy="36845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EA626-9C43-519A-A8CB-E43869AD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11082-112E-477F-0EF6-5C4ED02A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1FDAE-AC11-3710-5217-8A3E8CDC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2BDEB1-A6FC-D8D2-9F28-893BDACA4043}"/>
              </a:ext>
            </a:extLst>
          </p:cNvPr>
          <p:cNvCxnSpPr/>
          <p:nvPr userDrawn="1"/>
        </p:nvCxnSpPr>
        <p:spPr>
          <a:xfrm>
            <a:off x="-140677" y="1018381"/>
            <a:ext cx="978877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1AC1C3F-7479-1161-7439-ED0EE164A545}"/>
              </a:ext>
            </a:extLst>
          </p:cNvPr>
          <p:cNvSpPr/>
          <p:nvPr userDrawn="1"/>
        </p:nvSpPr>
        <p:spPr>
          <a:xfrm>
            <a:off x="800100" y="980281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04A8130-5CC4-CCBC-C37A-5272B9BAD49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583680" y="1681163"/>
            <a:ext cx="468083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8C4E84C-195A-4008-EFA3-BDC800BD55E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83680" y="2505075"/>
            <a:ext cx="4680839" cy="36845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0201DE-6A74-4F4C-CCDE-9EFA4C2024FD}"/>
              </a:ext>
            </a:extLst>
          </p:cNvPr>
          <p:cNvCxnSpPr/>
          <p:nvPr userDrawn="1"/>
        </p:nvCxnSpPr>
        <p:spPr>
          <a:xfrm>
            <a:off x="6278880" y="2243328"/>
            <a:ext cx="0" cy="35962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9513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C3B9-CB08-2EF6-8FFC-D048C517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526" y="355600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13A5-0422-FE3C-BBFF-62E4E39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6737" y="1681163"/>
            <a:ext cx="2633472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4ACE3-6FAC-2CD4-0A9B-C0575FE75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6737" y="2505075"/>
            <a:ext cx="2633472" cy="36845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EA626-9C43-519A-A8CB-E43869AD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11082-112E-477F-0EF6-5C4ED02A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1FDAE-AC11-3710-5217-8A3E8CDC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2BDEB1-A6FC-D8D2-9F28-893BDACA4043}"/>
              </a:ext>
            </a:extLst>
          </p:cNvPr>
          <p:cNvCxnSpPr/>
          <p:nvPr userDrawn="1"/>
        </p:nvCxnSpPr>
        <p:spPr>
          <a:xfrm>
            <a:off x="-140677" y="1018381"/>
            <a:ext cx="978877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1AC1C3F-7479-1161-7439-ED0EE164A545}"/>
              </a:ext>
            </a:extLst>
          </p:cNvPr>
          <p:cNvSpPr/>
          <p:nvPr userDrawn="1"/>
        </p:nvSpPr>
        <p:spPr>
          <a:xfrm>
            <a:off x="800100" y="980281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0201DE-6A74-4F4C-CCDE-9EFA4C2024FD}"/>
              </a:ext>
            </a:extLst>
          </p:cNvPr>
          <p:cNvCxnSpPr/>
          <p:nvPr userDrawn="1"/>
        </p:nvCxnSpPr>
        <p:spPr>
          <a:xfrm>
            <a:off x="4376928" y="2243328"/>
            <a:ext cx="0" cy="35962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4DFC44-700D-CA7C-E5E8-B6C575D99ED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79264" y="1681163"/>
            <a:ext cx="2633472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06E16E-1EF3-4283-13FE-C770149D4C1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79264" y="2505075"/>
            <a:ext cx="2633472" cy="36845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34C8B0-29C9-F2D6-BA4A-B0E4A8146B2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241791" y="1686878"/>
            <a:ext cx="2633472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B6C02DC-79CE-292B-102C-B06D5EBABCC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241791" y="2510790"/>
            <a:ext cx="2633472" cy="3684588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BEAC7D-4D2D-45A6-A4CD-E38A3F5ECA93}"/>
              </a:ext>
            </a:extLst>
          </p:cNvPr>
          <p:cNvCxnSpPr/>
          <p:nvPr userDrawn="1"/>
        </p:nvCxnSpPr>
        <p:spPr>
          <a:xfrm>
            <a:off x="7827264" y="2243328"/>
            <a:ext cx="0" cy="359629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8374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C3B9-CB08-2EF6-8FFC-D048C517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526" y="355600"/>
            <a:ext cx="10515600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13A5-0422-FE3C-BBFF-62E4E39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681163"/>
            <a:ext cx="411479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4ACE3-6FAC-2CD4-0A9B-C0575FE75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0" y="2505075"/>
            <a:ext cx="5132831" cy="1325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EA626-9C43-519A-A8CB-E43869AD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11082-112E-477F-0EF6-5C4ED02A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1FDAE-AC11-3710-5217-8A3E8CDC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2BDEB1-A6FC-D8D2-9F28-893BDACA4043}"/>
              </a:ext>
            </a:extLst>
          </p:cNvPr>
          <p:cNvCxnSpPr/>
          <p:nvPr userDrawn="1"/>
        </p:nvCxnSpPr>
        <p:spPr>
          <a:xfrm>
            <a:off x="-140677" y="1018381"/>
            <a:ext cx="978877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1AC1C3F-7479-1161-7439-ED0EE164A545}"/>
              </a:ext>
            </a:extLst>
          </p:cNvPr>
          <p:cNvSpPr/>
          <p:nvPr userDrawn="1"/>
        </p:nvSpPr>
        <p:spPr>
          <a:xfrm>
            <a:off x="800100" y="980281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659F7F5-C407-8041-1FFF-2D9E226A800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652260" y="1693355"/>
            <a:ext cx="411479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275937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FC21FD7-D96A-9DA3-7504-753CBB2EAC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652260" y="2517267"/>
            <a:ext cx="5132831" cy="1325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9B8834-CDBC-1B19-4B55-A8EA022C66B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52260" y="3839147"/>
            <a:ext cx="411479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8024CAF-7BE6-D89E-805A-5DC193D649F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652260" y="4663059"/>
            <a:ext cx="5132831" cy="1325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8FED8E2-B9FD-A88E-AF58-E53ECF441FE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00100" y="3839147"/>
            <a:ext cx="4114799" cy="823912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47C4412-FB18-C61E-4F75-226ED6ABE04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00100" y="4663059"/>
            <a:ext cx="5132831" cy="1325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237160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B232-E1C6-71CD-CDBD-0B32643C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103437"/>
            <a:ext cx="7367016" cy="1325563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5118D-7591-99E9-0499-EC2107E0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68B97-1681-2FD1-3810-90A23242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C6920-64A1-7F63-EC26-63D52121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1206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27854-4AF4-998C-30CB-4CE6F35D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775C98-E44D-AC55-C1A6-7D62277E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54A2-7706-9AF8-FC6A-7A08FAC4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23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9176-D5A7-C7A0-B2AB-A450ED600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15BAE-77C0-0EFE-30F2-48D62567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F1A3-8852-5592-9BCA-DCC88CE2A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94B83-3330-F48B-9914-6FB39E0B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61A6-7A89-2E49-8F71-BC89960A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519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B232-E1C6-71CD-CDBD-0B32643C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5118D-7591-99E9-0499-EC2107E0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68B97-1681-2FD1-3810-90A23242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C6920-64A1-7F63-EC26-63D52121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368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BC3B9-CB08-2EF6-8FFC-D048C517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713A5-0422-FE3C-BBFF-62E4E39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4ACE3-6FAC-2CD4-0A9B-C0575FE75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4BF6C0-787E-E968-6369-A393F6575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55357-961B-30BC-93E8-1279A71B5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EA626-9C43-519A-A8CB-E43869AD5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11082-112E-477F-0EF6-5C4ED02A2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1FDAE-AC11-3710-5217-8A3E8CDC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944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2AD4-23FB-805C-5E3F-506E47BD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F3AF-E09E-301C-A90A-7640E345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25503-1838-8B16-2824-97C51B5B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F0BE1-2221-8E7B-EF00-6C14327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5B00-251F-C22C-9175-D529A472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08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6180-C3F0-E294-943F-17565098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366E-777E-FD76-46FE-B5B02C0F5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47991-8D93-7F24-2261-FDD33FA1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3092D-D92D-07A7-8701-F9F85E8E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93AA-C71D-65ED-5F65-C76B5EBB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E5E90-E21D-75E9-660A-B320A5CD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311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F497-BEB1-4F7C-15C1-9A375301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63BD-2052-B3E8-D70D-CC6004606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9EF28-BE3D-C3ED-AAFD-ADF07CD8B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2pPr>
            <a:lvl3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3pPr>
            <a:lvl4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4pPr>
            <a:lvl5pPr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15365-14C6-2385-BFAC-EC50C1A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07383-8438-4536-5FF4-10B423E82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F7DD9-D8B6-A5DB-C038-D17C0BD3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433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27854-4AF4-998C-30CB-4CE6F35D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775C98-E44D-AC55-C1A6-7D62277E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754A2-7706-9AF8-FC6A-7A08FAC4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28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D3C9-C552-2BF2-296F-04FC1798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21072-13EE-52FD-A356-8DA6F50AF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9521F-303F-C429-A5E3-DF5F91A50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12251-0B48-5A11-E334-0C95966C9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6D82D-6916-39B4-B63E-C1D449A7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4CE39-CF37-D0E3-A789-A9F25916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537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9E22-BA6D-306A-74CB-34862486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60364-BF57-F6A5-3D5E-6CD8C6256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99DF1-D7AE-2EC9-E776-1C3B87A3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A15F7-AC59-3831-1431-FC58BCAF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ECD89-FEA4-1597-3C99-3C886CB4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433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414EC-B2AA-BD22-82AD-F500E129F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11576-6CE9-F478-AAAF-A7423E6BA8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BD7C9-30F7-F598-F25C-2F739137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BD7E-5068-E440-BB41-77EA51875838}" type="datetimeFigureOut">
              <a:rPr lang="en-US" smtClean="0"/>
              <a:t>10/18/22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C7992-398E-C653-FEC7-0FB36069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C483-3955-20D4-637A-DFC7612D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4B9E9-936C-1A45-8F67-C7A76B079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5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30F57-8E25-D6AE-106D-A274500F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2EF5F-D360-82E9-2787-6A51DDF8B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5B50E-C7DE-87F9-AAFA-F48528D06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18FCBD7E-5068-E440-BB41-77EA51875838}" type="datetimeFigureOut">
              <a:rPr lang="en-US" smtClean="0"/>
              <a:pPr/>
              <a:t>10/18/22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2938C-8BB8-FAF3-39A6-812E0B093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EED5-865D-731A-EDE4-50840E32F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E984B9E9-936C-1A45-8F67-C7A76B07940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7" r:id="rId6"/>
    <p:sldLayoutId id="2147483666" r:id="rId7"/>
    <p:sldLayoutId id="2147483664" r:id="rId8"/>
    <p:sldLayoutId id="2147483668" r:id="rId9"/>
    <p:sldLayoutId id="2147483665" r:id="rId10"/>
    <p:sldLayoutId id="2147483670" r:id="rId11"/>
    <p:sldLayoutId id="2147483671" r:id="rId12"/>
    <p:sldLayoutId id="2147483672" r:id="rId13"/>
    <p:sldLayoutId id="2147483669" r:id="rId14"/>
    <p:sldLayoutId id="2147483674" r:id="rId15"/>
    <p:sldLayoutId id="2147483673" r:id="rId16"/>
    <p:sldLayoutId id="2147483676" r:id="rId17"/>
    <p:sldLayoutId id="2147483677" r:id="rId18"/>
    <p:sldLayoutId id="2147483675" r:id="rId19"/>
    <p:sldLayoutId id="2147483678" r:id="rId20"/>
    <p:sldLayoutId id="2147483679" r:id="rId21"/>
    <p:sldLayoutId id="2147483684" r:id="rId22"/>
    <p:sldLayoutId id="2147483680" r:id="rId23"/>
    <p:sldLayoutId id="2147483681" r:id="rId24"/>
    <p:sldLayoutId id="2147483682" r:id="rId25"/>
    <p:sldLayoutId id="2147483683" r:id="rId26"/>
    <p:sldLayoutId id="2147483685" r:id="rId27"/>
    <p:sldLayoutId id="2147483686" r:id="rId28"/>
    <p:sldLayoutId id="2147483690" r:id="rId29"/>
    <p:sldLayoutId id="2147483688" r:id="rId30"/>
    <p:sldLayoutId id="2147483687" r:id="rId31"/>
    <p:sldLayoutId id="2147483691" r:id="rId32"/>
    <p:sldLayoutId id="2147483689" r:id="rId33"/>
    <p:sldLayoutId id="2147483650" r:id="rId34"/>
    <p:sldLayoutId id="2147483693" r:id="rId35"/>
    <p:sldLayoutId id="2147483698" r:id="rId36"/>
    <p:sldLayoutId id="2147483695" r:id="rId37"/>
    <p:sldLayoutId id="2147483694" r:id="rId38"/>
    <p:sldLayoutId id="2147483697" r:id="rId39"/>
    <p:sldLayoutId id="2147483696" r:id="rId40"/>
    <p:sldLayoutId id="2147483692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653" r:id="rId48"/>
    <p:sldLayoutId id="2147483707" r:id="rId49"/>
    <p:sldLayoutId id="2147483708" r:id="rId50"/>
    <p:sldLayoutId id="2147483710" r:id="rId51"/>
    <p:sldLayoutId id="2147483655" r:id="rId52"/>
    <p:sldLayoutId id="2147483651" r:id="rId53"/>
    <p:sldLayoutId id="2147483654" r:id="rId54"/>
    <p:sldLayoutId id="2147483706" r:id="rId55"/>
    <p:sldLayoutId id="2147483699" r:id="rId56"/>
    <p:sldLayoutId id="2147483656" r:id="rId57"/>
    <p:sldLayoutId id="2147483652" r:id="rId58"/>
    <p:sldLayoutId id="2147483709" r:id="rId59"/>
    <p:sldLayoutId id="2147483657" r:id="rId60"/>
    <p:sldLayoutId id="2147483658" r:id="rId61"/>
    <p:sldLayoutId id="2147483659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21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41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2C5DE-8A20-18C8-84C2-ADC25602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190B-B6E6-5B7F-9306-C9008AEA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2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762C-0D5B-5900-B314-B9F6645E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3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735E-EA94-7C4F-A9D5-6F45C09B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6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C0E0-05A2-E919-FF41-60261BA5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1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A6B5-9A12-56F6-2AC7-1C89746F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6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E85B-9F25-7AD1-C195-BA33B3D8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87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C6A73-8C0C-9E34-7865-6A3BC2E5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4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08CE77-2788-9644-F26A-59B760027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F6C7D6-D97A-91E6-6612-7202256F4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96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AAD030-5F62-1B04-9685-1B9B5EA2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44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823F-202D-CE7C-BFD0-D442636F5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36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6C2707-9EDF-6059-54F3-3C3652501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3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114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96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767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62D9-7394-8D2D-3BE9-B06C04CF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AC349-F41C-CDAD-0837-3079512346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0E2BC-0C97-DFD0-014D-D0B15EE43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07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D01C6-20C2-606F-15E9-B3D3A91A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5E6FF-8E8B-ABDD-7061-F193973C41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86631-429E-25C0-9A02-0F44EFA12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0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F8BB-46CE-D2C6-B0E6-4683AD093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0C93C-08E3-2AB6-FDA4-1BD6450EE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6C4BB-D6C5-B733-DA61-C7195362A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97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17F5-6A28-A879-14D9-2A25CB8A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792D8-BC57-B4BD-DA78-D0498836E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65CEC-1981-16C6-687E-D46B8FDCB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85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4DE4-9C03-2BEB-C275-AF4E3003E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14EEB-2E84-65B4-9F1C-A163A85EB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30C6F-0EE9-F947-8B32-74D0D13F0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3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0CCA-4135-7BD6-7779-9B43DAA7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46BB0-388F-903A-8766-69D2030B3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C642A-9D39-F831-579B-062472874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65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C0AF-A722-A2E5-2D86-01B30AF3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412A2-F09E-EAF7-7C21-0F07C3EF5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5D3AB5-C47D-8261-DBD0-5939F2DAF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62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802A-0D4F-BD5F-B8F8-3A857C14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33274-A2BA-F66C-58C9-BC5047EF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DB497B55-AB97-9C39-2E0E-1E4DB138C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2350" y="0"/>
            <a:ext cx="6083300" cy="6858000"/>
          </a:xfrm>
        </p:spPr>
      </p:pic>
    </p:spTree>
    <p:extLst>
      <p:ext uri="{BB962C8B-B14F-4D97-AF65-F5344CB8AC3E}">
        <p14:creationId xmlns:p14="http://schemas.microsoft.com/office/powerpoint/2010/main" val="1758529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BA76-F7F7-B429-9ED6-B633A6CD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4152D-BBDA-AF52-7E3E-AB7273774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7" descr="A plate of food&#10;&#10;Description automatically generated with medium confidence">
            <a:extLst>
              <a:ext uri="{FF2B5EF4-FFF2-40B4-BE49-F238E27FC236}">
                <a16:creationId xmlns:a16="http://schemas.microsoft.com/office/drawing/2014/main" id="{CF0F8B6F-52A8-EF5D-0D0E-82B0D449F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2350" y="6350"/>
            <a:ext cx="6083300" cy="6845300"/>
          </a:xfrm>
        </p:spPr>
      </p:pic>
    </p:spTree>
    <p:extLst>
      <p:ext uri="{BB962C8B-B14F-4D97-AF65-F5344CB8AC3E}">
        <p14:creationId xmlns:p14="http://schemas.microsoft.com/office/powerpoint/2010/main" val="1052637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8207-23E8-214F-9963-ECC57F5D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2A02-28CA-7AFA-C4BC-E59F04680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41D98-8853-F289-FDDB-8F7D354EB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70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2AD6-19DD-A662-CB40-09FFE0B4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0229F-6FBA-F582-DB5C-DF048D169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D3B29-0EDD-5C87-A555-1073118F0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08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A515C-D7DE-DF50-C423-74D81D036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9D198-F694-14D4-988F-7A0E988CD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2DB83-3C9F-61D8-DDF4-44E20468E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86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07B3-25C2-AE18-2503-3FCD33F0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274C7-852C-F238-0DEE-EB90B9E5C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631D5-1E97-6652-FD25-5D1A4051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09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4F49-D4DE-0834-A784-0E6F9CED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7417-C014-147D-D6F7-1784AD30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156F2-9FC8-962C-F564-31A6A675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9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54F0-CCB1-EA2E-8CAB-F0D6B897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E62E-FC39-47F2-E76C-FFDCB2D76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79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EC50-6F0C-4106-9395-08D768717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2B12A-232A-5917-8F80-B72144430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52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F222-FE8B-4A04-6FEE-6FD1CD72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FEE4-899E-4A5E-402B-94264FE4E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3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5EBB-86FC-D81F-1092-24444E6F6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B5B8-5F66-FD77-5EE0-1D4ACB2FC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40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EB83-A7EF-A80A-C73C-F71AC37E7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F2DF-101F-22EA-CFE3-2F780C37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44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666D-5382-0CD8-0C70-8E6BDF3A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74DB-205F-1AA5-FD2A-FC7E61E6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71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4857-1AA2-6D37-91EB-8552AEA1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721F-0E4D-4EF9-359F-E8762E264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22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05DA-DF87-6C49-A0DE-8E72C697F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C172-8705-A120-BB7B-81EED33B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955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82FA-0AE2-AC3C-49F7-29EE53482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B8C8F-8A34-9BEB-BAD2-32319F25F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392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801F-CFA3-43EE-9AD1-37BE42C3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A3B23-8FCC-C8F0-3FBA-220BE21B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6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FAD1-DE45-99C1-851B-C9407294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246ED-4752-500B-3CD9-93A1DA3C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8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B905-C4D7-94E8-FEF8-3A2A68D2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147E-39A4-7D27-C282-0591A7252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18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2DA6-A347-D694-6E7E-B426AFFD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36734-8C06-5F9B-F5E2-3D5038AC7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04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A9913-D871-6395-E5F2-9E935018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CA267-93BA-5689-F7E5-EBF7E1369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81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7D55-6CAF-2367-766C-61730C3E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4E415-6745-954B-871D-F37F2BFEF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FE0A3-6212-4FA7-430B-8A1679E770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0BAB6-E82D-AE04-31BF-45BB24CFCDD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D6C7E-F6E7-F4EF-532A-96B3B8917B5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12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30BAC-1488-4D87-EF1E-B77896D9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E55F3-B819-5974-7CF2-5C88C161E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71E81-7931-6538-9B15-9BED143153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9234B-008A-FAD5-8BAD-C3DD8ED6E9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C066A-836C-2034-1B94-A4E405C74DB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9790C8-8AB1-3CBD-661A-B741A8EC1A59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203A25-A724-B39D-6F8D-09DB513D9852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220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68CF-6BC4-9C80-A5CF-31E9C5B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B5512-3628-A6F4-98E8-553343E2E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16E4B-4AB3-AEFD-F3FF-2BEEB2D05A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2D222-27F6-2298-2223-C39EC42989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1549EF-26E8-A327-E0C4-C826E76DAF33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2D28D6-C3B3-330D-B4DC-424816B8F1A8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650927-34CD-F3AB-ACA9-320FA3CC658F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A3CBD3-255E-FF95-0B39-28B67D8A877A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2212093-CA73-D894-1853-DD6B3FEB8B63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64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6166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496B-702C-A0F7-3FBE-626C5198D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7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1D300"/>
      </a:accent1>
      <a:accent2>
        <a:srgbClr val="4C3327"/>
      </a:accent2>
      <a:accent3>
        <a:srgbClr val="87244C"/>
      </a:accent3>
      <a:accent4>
        <a:srgbClr val="B23605"/>
      </a:accent4>
      <a:accent5>
        <a:srgbClr val="E19441"/>
      </a:accent5>
      <a:accent6>
        <a:srgbClr val="25A1A0"/>
      </a:accent6>
      <a:hlink>
        <a:srgbClr val="739500"/>
      </a:hlink>
      <a:folHlink>
        <a:srgbClr val="27583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0F294CF028314E9D5A895D9AC1A504" ma:contentTypeVersion="16" ma:contentTypeDescription="Create a new document." ma:contentTypeScope="" ma:versionID="e1217f7423cb78d8a985b786a4a20c5c">
  <xsd:schema xmlns:xsd="http://www.w3.org/2001/XMLSchema" xmlns:xs="http://www.w3.org/2001/XMLSchema" xmlns:p="http://schemas.microsoft.com/office/2006/metadata/properties" xmlns:ns2="e6f8b834-2070-4a3a-b913-ff0bff1d3f28" xmlns:ns3="cd2a8ada-249f-4446-9c62-f50774acf73a" targetNamespace="http://schemas.microsoft.com/office/2006/metadata/properties" ma:root="true" ma:fieldsID="5f27a15564e7f173efc92b65af819a5f" ns2:_="" ns3:_="">
    <xsd:import namespace="e6f8b834-2070-4a3a-b913-ff0bff1d3f28"/>
    <xsd:import namespace="cd2a8ada-249f-4446-9c62-f50774acf7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f8b834-2070-4a3a-b913-ff0bff1d3f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8815802-758d-469a-8214-ca4c0db2f4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2a8ada-249f-4446-9c62-f50774acf73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a9bd2b3-b654-4873-9039-9195efc859cc}" ma:internalName="TaxCatchAll" ma:showField="CatchAllData" ma:web="cd2a8ada-249f-4446-9c62-f50774acf7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24403B-0715-4CFA-8AB5-76CED547E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f8b834-2070-4a3a-b913-ff0bff1d3f28"/>
    <ds:schemaRef ds:uri="cd2a8ada-249f-4446-9c62-f50774acf7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7138B1-69DA-4844-9A6D-95F5193F8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0</Words>
  <Application>Microsoft Macintosh PowerPoint</Application>
  <PresentationFormat>Widescreen</PresentationFormat>
  <Paragraphs>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Charissa Floer</dc:creator>
  <cp:lastModifiedBy>Charissa Floer</cp:lastModifiedBy>
  <cp:revision>4</cp:revision>
  <dcterms:created xsi:type="dcterms:W3CDTF">2022-08-15T16:56:53Z</dcterms:created>
  <dcterms:modified xsi:type="dcterms:W3CDTF">2022-10-18T16:58:29Z</dcterms:modified>
</cp:coreProperties>
</file>